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4"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E4EED5-6F7A-4C94-973E-26C266406216}" v="3044" dt="2023-12-06T01:05:02.9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732"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eph Rissman" userId="f2cd59b9-4b37-4dc8-b97e-448e05a10399" providerId="ADAL" clId="{33E4EED5-6F7A-4C94-973E-26C266406216}"/>
    <pc:docChg chg="undo redo custSel addSld modSld">
      <pc:chgData name="Joseph Rissman" userId="f2cd59b9-4b37-4dc8-b97e-448e05a10399" providerId="ADAL" clId="{33E4EED5-6F7A-4C94-973E-26C266406216}" dt="2023-12-06T01:08:31.871" v="9453" actId="20577"/>
      <pc:docMkLst>
        <pc:docMk/>
      </pc:docMkLst>
      <pc:sldChg chg="addSp delSp modSp mod delDesignElem">
        <pc:chgData name="Joseph Rissman" userId="f2cd59b9-4b37-4dc8-b97e-448e05a10399" providerId="ADAL" clId="{33E4EED5-6F7A-4C94-973E-26C266406216}" dt="2023-12-05T19:20:31.761" v="3608" actId="2711"/>
        <pc:sldMkLst>
          <pc:docMk/>
          <pc:sldMk cId="173739003" sldId="256"/>
        </pc:sldMkLst>
        <pc:spChg chg="mod">
          <ac:chgData name="Joseph Rissman" userId="f2cd59b9-4b37-4dc8-b97e-448e05a10399" providerId="ADAL" clId="{33E4EED5-6F7A-4C94-973E-26C266406216}" dt="2023-12-05T19:20:26.303" v="3607" actId="2711"/>
          <ac:spMkLst>
            <pc:docMk/>
            <pc:sldMk cId="173739003" sldId="256"/>
            <ac:spMk id="2" creationId="{421729A2-513D-9AA4-82BB-498FE4268019}"/>
          </ac:spMkLst>
        </pc:spChg>
        <pc:spChg chg="mod">
          <ac:chgData name="Joseph Rissman" userId="f2cd59b9-4b37-4dc8-b97e-448e05a10399" providerId="ADAL" clId="{33E4EED5-6F7A-4C94-973E-26C266406216}" dt="2023-12-05T19:20:31.761" v="3608" actId="2711"/>
          <ac:spMkLst>
            <pc:docMk/>
            <pc:sldMk cId="173739003" sldId="256"/>
            <ac:spMk id="24" creationId="{6008F35F-D16F-4570-858B-EF57288370AE}"/>
          </ac:spMkLst>
        </pc:spChg>
        <pc:spChg chg="del mod">
          <ac:chgData name="Joseph Rissman" userId="f2cd59b9-4b37-4dc8-b97e-448e05a10399" providerId="ADAL" clId="{33E4EED5-6F7A-4C94-973E-26C266406216}" dt="2023-12-05T17:32:02.051" v="4" actId="478"/>
          <ac:spMkLst>
            <pc:docMk/>
            <pc:sldMk cId="173739003" sldId="256"/>
            <ac:spMk id="25" creationId="{8FEC7935-71D6-461E-AB51-B32890794346}"/>
          </ac:spMkLst>
        </pc:spChg>
        <pc:spChg chg="del">
          <ac:chgData name="Joseph Rissman" userId="f2cd59b9-4b37-4dc8-b97e-448e05a10399" providerId="ADAL" clId="{33E4EED5-6F7A-4C94-973E-26C266406216}" dt="2023-12-05T17:31:52.286" v="0" actId="478"/>
          <ac:spMkLst>
            <pc:docMk/>
            <pc:sldMk cId="173739003" sldId="256"/>
            <ac:spMk id="26" creationId="{4D9C2E7B-C261-4427-8970-90F1E8DC223B}"/>
          </ac:spMkLst>
        </pc:spChg>
        <pc:spChg chg="del">
          <ac:chgData name="Joseph Rissman" userId="f2cd59b9-4b37-4dc8-b97e-448e05a10399" providerId="ADAL" clId="{33E4EED5-6F7A-4C94-973E-26C266406216}" dt="2023-12-05T17:32:07.660" v="5" actId="478"/>
          <ac:spMkLst>
            <pc:docMk/>
            <pc:sldMk cId="173739003" sldId="256"/>
            <ac:spMk id="27" creationId="{A443A0C7-3A61-432A-81C6-40FB2C602720}"/>
          </ac:spMkLst>
        </pc:spChg>
        <pc:spChg chg="add del">
          <ac:chgData name="Joseph Rissman" userId="f2cd59b9-4b37-4dc8-b97e-448e05a10399" providerId="ADAL" clId="{33E4EED5-6F7A-4C94-973E-26C266406216}" dt="2023-12-05T17:35:45.844" v="14"/>
          <ac:spMkLst>
            <pc:docMk/>
            <pc:sldMk cId="173739003" sldId="256"/>
            <ac:spMk id="40" creationId="{2FCD9B94-D70B-4446-85E5-ACD3904289CB}"/>
          </ac:spMkLst>
        </pc:spChg>
        <pc:grpChg chg="add del">
          <ac:chgData name="Joseph Rissman" userId="f2cd59b9-4b37-4dc8-b97e-448e05a10399" providerId="ADAL" clId="{33E4EED5-6F7A-4C94-973E-26C266406216}" dt="2023-12-05T17:35:45.844" v="14"/>
          <ac:grpSpMkLst>
            <pc:docMk/>
            <pc:sldMk cId="173739003" sldId="256"/>
            <ac:grpSpMk id="32" creationId="{FDB0F91E-E08B-4543-B4C0-6DF9094A0106}"/>
          </ac:grpSpMkLst>
        </pc:grpChg>
        <pc:picChg chg="add del">
          <ac:chgData name="Joseph Rissman" userId="f2cd59b9-4b37-4dc8-b97e-448e05a10399" providerId="ADAL" clId="{33E4EED5-6F7A-4C94-973E-26C266406216}" dt="2023-12-05T17:31:59.276" v="3" actId="478"/>
          <ac:picMkLst>
            <pc:docMk/>
            <pc:sldMk cId="173739003" sldId="256"/>
            <ac:picMk id="4" creationId="{CE56BFC6-B7ED-EEB4-9500-D0DA13AC54A3}"/>
          </ac:picMkLst>
        </pc:picChg>
        <pc:cxnChg chg="add del">
          <ac:chgData name="Joseph Rissman" userId="f2cd59b9-4b37-4dc8-b97e-448e05a10399" providerId="ADAL" clId="{33E4EED5-6F7A-4C94-973E-26C266406216}" dt="2023-12-05T17:35:45.844" v="14"/>
          <ac:cxnSpMkLst>
            <pc:docMk/>
            <pc:sldMk cId="173739003" sldId="256"/>
            <ac:cxnSpMk id="42" creationId="{3378FF8B-3743-48E1-88E3-F4CADB3DECE5}"/>
          </ac:cxnSpMkLst>
        </pc:cxnChg>
      </pc:sldChg>
      <pc:sldChg chg="addSp delSp modSp mod delDesignElem">
        <pc:chgData name="Joseph Rissman" userId="f2cd59b9-4b37-4dc8-b97e-448e05a10399" providerId="ADAL" clId="{33E4EED5-6F7A-4C94-973E-26C266406216}" dt="2023-12-05T23:49:33.667" v="7084" actId="20577"/>
        <pc:sldMkLst>
          <pc:docMk/>
          <pc:sldMk cId="2704610450" sldId="257"/>
        </pc:sldMkLst>
        <pc:spChg chg="mod">
          <ac:chgData name="Joseph Rissman" userId="f2cd59b9-4b37-4dc8-b97e-448e05a10399" providerId="ADAL" clId="{33E4EED5-6F7A-4C94-973E-26C266406216}" dt="2023-12-05T19:20:37.474" v="3609" actId="2711"/>
          <ac:spMkLst>
            <pc:docMk/>
            <pc:sldMk cId="2704610450" sldId="257"/>
            <ac:spMk id="2" creationId="{BFD445BA-F396-CC5E-6929-C7A320746CE2}"/>
          </ac:spMkLst>
        </pc:spChg>
        <pc:spChg chg="add del">
          <ac:chgData name="Joseph Rissman" userId="f2cd59b9-4b37-4dc8-b97e-448e05a10399" providerId="ADAL" clId="{33E4EED5-6F7A-4C94-973E-26C266406216}" dt="2023-12-05T17:35:45.844" v="14"/>
          <ac:spMkLst>
            <pc:docMk/>
            <pc:sldMk cId="2704610450" sldId="257"/>
            <ac:spMk id="9" creationId="{94C52C56-BEF2-4E22-8C8E-A7AC96B03A72}"/>
          </ac:spMkLst>
        </pc:spChg>
        <pc:spChg chg="add del">
          <ac:chgData name="Joseph Rissman" userId="f2cd59b9-4b37-4dc8-b97e-448e05a10399" providerId="ADAL" clId="{33E4EED5-6F7A-4C94-973E-26C266406216}" dt="2023-12-05T17:35:45.844" v="14"/>
          <ac:spMkLst>
            <pc:docMk/>
            <pc:sldMk cId="2704610450" sldId="257"/>
            <ac:spMk id="11" creationId="{42285737-90EE-47DC-AC80-8AE156B11969}"/>
          </ac:spMkLst>
        </pc:spChg>
        <pc:grpChg chg="add del">
          <ac:chgData name="Joseph Rissman" userId="f2cd59b9-4b37-4dc8-b97e-448e05a10399" providerId="ADAL" clId="{33E4EED5-6F7A-4C94-973E-26C266406216}" dt="2023-12-05T17:35:45.844" v="14"/>
          <ac:grpSpMkLst>
            <pc:docMk/>
            <pc:sldMk cId="2704610450" sldId="257"/>
            <ac:grpSpMk id="13" creationId="{B57BDC17-F1B3-455F-BBF1-680AA1F25C06}"/>
          </ac:grpSpMkLst>
        </pc:grpChg>
        <pc:graphicFrameChg chg="mod">
          <ac:chgData name="Joseph Rissman" userId="f2cd59b9-4b37-4dc8-b97e-448e05a10399" providerId="ADAL" clId="{33E4EED5-6F7A-4C94-973E-26C266406216}" dt="2023-12-05T23:49:33.667" v="7084" actId="20577"/>
          <ac:graphicFrameMkLst>
            <pc:docMk/>
            <pc:sldMk cId="2704610450" sldId="257"/>
            <ac:graphicFrameMk id="5" creationId="{6A705103-CD2A-4CAA-8DC6-3CC66349EB4B}"/>
          </ac:graphicFrameMkLst>
        </pc:graphicFrameChg>
      </pc:sldChg>
      <pc:sldChg chg="addSp modSp mod setBg">
        <pc:chgData name="Joseph Rissman" userId="f2cd59b9-4b37-4dc8-b97e-448e05a10399" providerId="ADAL" clId="{33E4EED5-6F7A-4C94-973E-26C266406216}" dt="2023-12-05T23:18:59.337" v="6776" actId="255"/>
        <pc:sldMkLst>
          <pc:docMk/>
          <pc:sldMk cId="3050304157" sldId="258"/>
        </pc:sldMkLst>
        <pc:spChg chg="mod">
          <ac:chgData name="Joseph Rissman" userId="f2cd59b9-4b37-4dc8-b97e-448e05a10399" providerId="ADAL" clId="{33E4EED5-6F7A-4C94-973E-26C266406216}" dt="2023-12-05T23:18:55.813" v="6775" actId="1076"/>
          <ac:spMkLst>
            <pc:docMk/>
            <pc:sldMk cId="3050304157" sldId="258"/>
            <ac:spMk id="2" creationId="{BC84163E-0BB3-655E-C8A8-02783EF57BC0}"/>
          </ac:spMkLst>
        </pc:spChg>
        <pc:spChg chg="mod">
          <ac:chgData name="Joseph Rissman" userId="f2cd59b9-4b37-4dc8-b97e-448e05a10399" providerId="ADAL" clId="{33E4EED5-6F7A-4C94-973E-26C266406216}" dt="2023-12-05T23:18:59.337" v="6776" actId="255"/>
          <ac:spMkLst>
            <pc:docMk/>
            <pc:sldMk cId="3050304157" sldId="258"/>
            <ac:spMk id="3" creationId="{835EF3C2-A417-40B4-F796-9244DF8F4337}"/>
          </ac:spMkLst>
        </pc:spChg>
        <pc:spChg chg="add">
          <ac:chgData name="Joseph Rissman" userId="f2cd59b9-4b37-4dc8-b97e-448e05a10399" providerId="ADAL" clId="{33E4EED5-6F7A-4C94-973E-26C266406216}" dt="2023-12-05T23:18:38.611" v="6772" actId="26606"/>
          <ac:spMkLst>
            <pc:docMk/>
            <pc:sldMk cId="3050304157" sldId="258"/>
            <ac:spMk id="8" creationId="{99CAC3B1-4879-424D-8F15-206277196159}"/>
          </ac:spMkLst>
        </pc:spChg>
        <pc:spChg chg="add">
          <ac:chgData name="Joseph Rissman" userId="f2cd59b9-4b37-4dc8-b97e-448e05a10399" providerId="ADAL" clId="{33E4EED5-6F7A-4C94-973E-26C266406216}" dt="2023-12-05T23:18:38.611" v="6772" actId="26606"/>
          <ac:spMkLst>
            <pc:docMk/>
            <pc:sldMk cId="3050304157" sldId="258"/>
            <ac:spMk id="10" creationId="{E34CC1C8-EBDD-4AEA-83E6-B27575B62E2E}"/>
          </ac:spMkLst>
        </pc:spChg>
        <pc:spChg chg="add">
          <ac:chgData name="Joseph Rissman" userId="f2cd59b9-4b37-4dc8-b97e-448e05a10399" providerId="ADAL" clId="{33E4EED5-6F7A-4C94-973E-26C266406216}" dt="2023-12-05T23:18:38.611" v="6772" actId="26606"/>
          <ac:spMkLst>
            <pc:docMk/>
            <pc:sldMk cId="3050304157" sldId="258"/>
            <ac:spMk id="12" creationId="{D6B38644-B85D-4211-9526-5B4C2A662BF7}"/>
          </ac:spMkLst>
        </pc:spChg>
        <pc:spChg chg="add">
          <ac:chgData name="Joseph Rissman" userId="f2cd59b9-4b37-4dc8-b97e-448e05a10399" providerId="ADAL" clId="{33E4EED5-6F7A-4C94-973E-26C266406216}" dt="2023-12-05T23:18:38.611" v="6772" actId="26606"/>
          <ac:spMkLst>
            <pc:docMk/>
            <pc:sldMk cId="3050304157" sldId="258"/>
            <ac:spMk id="14" creationId="{8A8B2820-6B8F-4C19-BFC5-D28EE44E54CB}"/>
          </ac:spMkLst>
        </pc:spChg>
        <pc:spChg chg="add">
          <ac:chgData name="Joseph Rissman" userId="f2cd59b9-4b37-4dc8-b97e-448e05a10399" providerId="ADAL" clId="{33E4EED5-6F7A-4C94-973E-26C266406216}" dt="2023-12-05T23:18:38.611" v="6772" actId="26606"/>
          <ac:spMkLst>
            <pc:docMk/>
            <pc:sldMk cId="3050304157" sldId="258"/>
            <ac:spMk id="16" creationId="{DCA45AB7-441E-40A8-A98B-557D68F48A48}"/>
          </ac:spMkLst>
        </pc:spChg>
        <pc:spChg chg="add">
          <ac:chgData name="Joseph Rissman" userId="f2cd59b9-4b37-4dc8-b97e-448e05a10399" providerId="ADAL" clId="{33E4EED5-6F7A-4C94-973E-26C266406216}" dt="2023-12-05T23:18:38.611" v="6772" actId="26606"/>
          <ac:spMkLst>
            <pc:docMk/>
            <pc:sldMk cId="3050304157" sldId="258"/>
            <ac:spMk id="18" creationId="{5F516030-4F00-4C48-AD93-91EFA17A1AC3}"/>
          </ac:spMkLst>
        </pc:spChg>
        <pc:spChg chg="add">
          <ac:chgData name="Joseph Rissman" userId="f2cd59b9-4b37-4dc8-b97e-448e05a10399" providerId="ADAL" clId="{33E4EED5-6F7A-4C94-973E-26C266406216}" dt="2023-12-05T23:18:38.611" v="6772" actId="26606"/>
          <ac:spMkLst>
            <pc:docMk/>
            <pc:sldMk cId="3050304157" sldId="258"/>
            <ac:spMk id="20" creationId="{5820085E-2582-4A95-98EE-45DFFD5C017C}"/>
          </ac:spMkLst>
        </pc:spChg>
      </pc:sldChg>
      <pc:sldChg chg="addSp delSp modSp new mod setBg">
        <pc:chgData name="Joseph Rissman" userId="f2cd59b9-4b37-4dc8-b97e-448e05a10399" providerId="ADAL" clId="{33E4EED5-6F7A-4C94-973E-26C266406216}" dt="2023-12-05T18:53:12.165" v="1804" actId="20577"/>
        <pc:sldMkLst>
          <pc:docMk/>
          <pc:sldMk cId="1253327265" sldId="259"/>
        </pc:sldMkLst>
        <pc:spChg chg="del mod">
          <ac:chgData name="Joseph Rissman" userId="f2cd59b9-4b37-4dc8-b97e-448e05a10399" providerId="ADAL" clId="{33E4EED5-6F7A-4C94-973E-26C266406216}" dt="2023-12-05T18:52:46.030" v="1781" actId="478"/>
          <ac:spMkLst>
            <pc:docMk/>
            <pc:sldMk cId="1253327265" sldId="259"/>
            <ac:spMk id="2" creationId="{815BA00C-5AEF-68D5-E130-CDE6F1B85E4D}"/>
          </ac:spMkLst>
        </pc:spChg>
        <pc:spChg chg="mod">
          <ac:chgData name="Joseph Rissman" userId="f2cd59b9-4b37-4dc8-b97e-448e05a10399" providerId="ADAL" clId="{33E4EED5-6F7A-4C94-973E-26C266406216}" dt="2023-12-05T18:53:12.165" v="1804" actId="20577"/>
          <ac:spMkLst>
            <pc:docMk/>
            <pc:sldMk cId="1253327265" sldId="259"/>
            <ac:spMk id="3" creationId="{7FFCE1F1-6742-8349-F566-8ED7D80A96E1}"/>
          </ac:spMkLst>
        </pc:spChg>
        <pc:spChg chg="add del mod">
          <ac:chgData name="Joseph Rissman" userId="f2cd59b9-4b37-4dc8-b97e-448e05a10399" providerId="ADAL" clId="{33E4EED5-6F7A-4C94-973E-26C266406216}" dt="2023-12-05T17:59:24.690" v="639" actId="478"/>
          <ac:spMkLst>
            <pc:docMk/>
            <pc:sldMk cId="1253327265" sldId="259"/>
            <ac:spMk id="4" creationId="{DE4F3D79-7253-C195-9B3E-D3B7CDD437E7}"/>
          </ac:spMkLst>
        </pc:spChg>
        <pc:spChg chg="add del mod">
          <ac:chgData name="Joseph Rissman" userId="f2cd59b9-4b37-4dc8-b97e-448e05a10399" providerId="ADAL" clId="{33E4EED5-6F7A-4C94-973E-26C266406216}" dt="2023-12-05T17:59:34.945" v="642" actId="478"/>
          <ac:spMkLst>
            <pc:docMk/>
            <pc:sldMk cId="1253327265" sldId="259"/>
            <ac:spMk id="5" creationId="{484D4F93-3B1D-BFE5-E634-730AFD9FC48E}"/>
          </ac:spMkLst>
        </pc:spChg>
        <pc:spChg chg="add mod">
          <ac:chgData name="Joseph Rissman" userId="f2cd59b9-4b37-4dc8-b97e-448e05a10399" providerId="ADAL" clId="{33E4EED5-6F7A-4C94-973E-26C266406216}" dt="2023-12-05T18:12:55.847" v="1319" actId="1037"/>
          <ac:spMkLst>
            <pc:docMk/>
            <pc:sldMk cId="1253327265" sldId="259"/>
            <ac:spMk id="6" creationId="{1B5A742B-79B2-63FA-EC0C-C836478A0B73}"/>
          </ac:spMkLst>
        </pc:spChg>
        <pc:spChg chg="add mod">
          <ac:chgData name="Joseph Rissman" userId="f2cd59b9-4b37-4dc8-b97e-448e05a10399" providerId="ADAL" clId="{33E4EED5-6F7A-4C94-973E-26C266406216}" dt="2023-12-05T18:52:55.959" v="1802" actId="1076"/>
          <ac:spMkLst>
            <pc:docMk/>
            <pc:sldMk cId="1253327265" sldId="259"/>
            <ac:spMk id="9" creationId="{A54590AA-ACC1-0B68-8CB0-D59D804C9D45}"/>
          </ac:spMkLst>
        </pc:spChg>
        <pc:spChg chg="add del mod">
          <ac:chgData name="Joseph Rissman" userId="f2cd59b9-4b37-4dc8-b97e-448e05a10399" providerId="ADAL" clId="{33E4EED5-6F7A-4C94-973E-26C266406216}" dt="2023-12-05T18:52:47.364" v="1783"/>
          <ac:spMkLst>
            <pc:docMk/>
            <pc:sldMk cId="1253327265" sldId="259"/>
            <ac:spMk id="10" creationId="{5BAEA8BD-2442-D54E-BBF0-6EF4D6D1FEA5}"/>
          </ac:spMkLst>
        </pc:spChg>
        <pc:picChg chg="add del mod">
          <ac:chgData name="Joseph Rissman" userId="f2cd59b9-4b37-4dc8-b97e-448e05a10399" providerId="ADAL" clId="{33E4EED5-6F7A-4C94-973E-26C266406216}" dt="2023-12-05T18:10:29.883" v="1220" actId="478"/>
          <ac:picMkLst>
            <pc:docMk/>
            <pc:sldMk cId="1253327265" sldId="259"/>
            <ac:picMk id="7" creationId="{80FCA1C6-4881-4C4A-1CFD-90B8B5E41A07}"/>
          </ac:picMkLst>
        </pc:picChg>
        <pc:picChg chg="add del">
          <ac:chgData name="Joseph Rissman" userId="f2cd59b9-4b37-4dc8-b97e-448e05a10399" providerId="ADAL" clId="{33E4EED5-6F7A-4C94-973E-26C266406216}" dt="2023-12-05T18:07:52.565" v="1213"/>
          <ac:picMkLst>
            <pc:docMk/>
            <pc:sldMk cId="1253327265" sldId="259"/>
            <ac:picMk id="1030" creationId="{F19299E2-69F6-AFB2-8363-86A2DB806F53}"/>
          </ac:picMkLst>
        </pc:picChg>
        <pc:picChg chg="add mod">
          <ac:chgData name="Joseph Rissman" userId="f2cd59b9-4b37-4dc8-b97e-448e05a10399" providerId="ADAL" clId="{33E4EED5-6F7A-4C94-973E-26C266406216}" dt="2023-12-05T18:12:55.847" v="1319" actId="1037"/>
          <ac:picMkLst>
            <pc:docMk/>
            <pc:sldMk cId="1253327265" sldId="259"/>
            <ac:picMk id="1032" creationId="{DAAB5A32-F495-7685-8E87-03C9C219EA48}"/>
          </ac:picMkLst>
        </pc:picChg>
      </pc:sldChg>
      <pc:sldChg chg="addSp delSp modSp new mod setBg modClrScheme chgLayout">
        <pc:chgData name="Joseph Rissman" userId="f2cd59b9-4b37-4dc8-b97e-448e05a10399" providerId="ADAL" clId="{33E4EED5-6F7A-4C94-973E-26C266406216}" dt="2023-12-06T01:08:17.206" v="9450" actId="20577"/>
        <pc:sldMkLst>
          <pc:docMk/>
          <pc:sldMk cId="3443196761" sldId="260"/>
        </pc:sldMkLst>
        <pc:spChg chg="mod ord">
          <ac:chgData name="Joseph Rissman" userId="f2cd59b9-4b37-4dc8-b97e-448e05a10399" providerId="ADAL" clId="{33E4EED5-6F7A-4C94-973E-26C266406216}" dt="2023-12-05T19:01:05.987" v="2215" actId="14100"/>
          <ac:spMkLst>
            <pc:docMk/>
            <pc:sldMk cId="3443196761" sldId="260"/>
            <ac:spMk id="2" creationId="{C9FB4132-BE5B-CA67-BD86-D5C42F6F0BE6}"/>
          </ac:spMkLst>
        </pc:spChg>
        <pc:spChg chg="del mod ord">
          <ac:chgData name="Joseph Rissman" userId="f2cd59b9-4b37-4dc8-b97e-448e05a10399" providerId="ADAL" clId="{33E4EED5-6F7A-4C94-973E-26C266406216}" dt="2023-12-05T18:13:50.619" v="1334" actId="700"/>
          <ac:spMkLst>
            <pc:docMk/>
            <pc:sldMk cId="3443196761" sldId="260"/>
            <ac:spMk id="3" creationId="{53A04C20-15E9-9C1B-D879-A35E3576C2CD}"/>
          </ac:spMkLst>
        </pc:spChg>
        <pc:spChg chg="add del mod ord">
          <ac:chgData name="Joseph Rissman" userId="f2cd59b9-4b37-4dc8-b97e-448e05a10399" providerId="ADAL" clId="{33E4EED5-6F7A-4C94-973E-26C266406216}" dt="2023-12-05T18:13:56.617" v="1335" actId="700"/>
          <ac:spMkLst>
            <pc:docMk/>
            <pc:sldMk cId="3443196761" sldId="260"/>
            <ac:spMk id="4" creationId="{57E4600A-4E0F-51D5-316D-1BC3A5119089}"/>
          </ac:spMkLst>
        </pc:spChg>
        <pc:spChg chg="add del mod ord">
          <ac:chgData name="Joseph Rissman" userId="f2cd59b9-4b37-4dc8-b97e-448e05a10399" providerId="ADAL" clId="{33E4EED5-6F7A-4C94-973E-26C266406216}" dt="2023-12-05T18:13:56.617" v="1335" actId="700"/>
          <ac:spMkLst>
            <pc:docMk/>
            <pc:sldMk cId="3443196761" sldId="260"/>
            <ac:spMk id="5" creationId="{7906D1F1-E477-FE96-4281-740FA85239A8}"/>
          </ac:spMkLst>
        </pc:spChg>
        <pc:spChg chg="add del mod ord">
          <ac:chgData name="Joseph Rissman" userId="f2cd59b9-4b37-4dc8-b97e-448e05a10399" providerId="ADAL" clId="{33E4EED5-6F7A-4C94-973E-26C266406216}" dt="2023-12-05T18:13:56.617" v="1335" actId="700"/>
          <ac:spMkLst>
            <pc:docMk/>
            <pc:sldMk cId="3443196761" sldId="260"/>
            <ac:spMk id="6" creationId="{AD0D49D4-05CA-1C40-EB9D-E3F3E1BBDE19}"/>
          </ac:spMkLst>
        </pc:spChg>
        <pc:spChg chg="add del mod ord">
          <ac:chgData name="Joseph Rissman" userId="f2cd59b9-4b37-4dc8-b97e-448e05a10399" providerId="ADAL" clId="{33E4EED5-6F7A-4C94-973E-26C266406216}" dt="2023-12-05T18:13:56.617" v="1335" actId="700"/>
          <ac:spMkLst>
            <pc:docMk/>
            <pc:sldMk cId="3443196761" sldId="260"/>
            <ac:spMk id="7" creationId="{D5099C32-B89B-DB1A-996A-F146887F09DF}"/>
          </ac:spMkLst>
        </pc:spChg>
        <pc:spChg chg="add del mod ord">
          <ac:chgData name="Joseph Rissman" userId="f2cd59b9-4b37-4dc8-b97e-448e05a10399" providerId="ADAL" clId="{33E4EED5-6F7A-4C94-973E-26C266406216}" dt="2023-12-06T01:08:17.206" v="9450" actId="20577"/>
          <ac:spMkLst>
            <pc:docMk/>
            <pc:sldMk cId="3443196761" sldId="260"/>
            <ac:spMk id="8" creationId="{40F6A31C-B658-54D1-AD6C-51E975784B4B}"/>
          </ac:spMkLst>
        </pc:spChg>
        <pc:spChg chg="add mod ord">
          <ac:chgData name="Joseph Rissman" userId="f2cd59b9-4b37-4dc8-b97e-448e05a10399" providerId="ADAL" clId="{33E4EED5-6F7A-4C94-973E-26C266406216}" dt="2023-12-06T01:07:43.274" v="9437" actId="20577"/>
          <ac:spMkLst>
            <pc:docMk/>
            <pc:sldMk cId="3443196761" sldId="260"/>
            <ac:spMk id="9" creationId="{73E49460-7388-2F33-CF0B-47CA5F04B87A}"/>
          </ac:spMkLst>
        </pc:spChg>
        <pc:spChg chg="add del mod">
          <ac:chgData name="Joseph Rissman" userId="f2cd59b9-4b37-4dc8-b97e-448e05a10399" providerId="ADAL" clId="{33E4EED5-6F7A-4C94-973E-26C266406216}" dt="2023-12-05T18:14:54.288" v="1338"/>
          <ac:spMkLst>
            <pc:docMk/>
            <pc:sldMk cId="3443196761" sldId="260"/>
            <ac:spMk id="10" creationId="{0281F526-BF2B-B34B-8144-E60B802899E2}"/>
          </ac:spMkLst>
        </pc:spChg>
        <pc:spChg chg="add del mod">
          <ac:chgData name="Joseph Rissman" userId="f2cd59b9-4b37-4dc8-b97e-448e05a10399" providerId="ADAL" clId="{33E4EED5-6F7A-4C94-973E-26C266406216}" dt="2023-12-05T18:15:01.058" v="1341"/>
          <ac:spMkLst>
            <pc:docMk/>
            <pc:sldMk cId="3443196761" sldId="260"/>
            <ac:spMk id="11" creationId="{AC3467A1-0218-444E-0D74-1089673FF602}"/>
          </ac:spMkLst>
        </pc:spChg>
      </pc:sldChg>
      <pc:sldChg chg="addSp delSp modSp new mod setBg delDesignElem chgLayout">
        <pc:chgData name="Joseph Rissman" userId="f2cd59b9-4b37-4dc8-b97e-448e05a10399" providerId="ADAL" clId="{33E4EED5-6F7A-4C94-973E-26C266406216}" dt="2023-12-05T23:13:46.793" v="6592" actId="26606"/>
        <pc:sldMkLst>
          <pc:docMk/>
          <pc:sldMk cId="176181508" sldId="261"/>
        </pc:sldMkLst>
        <pc:spChg chg="add del mod">
          <ac:chgData name="Joseph Rissman" userId="f2cd59b9-4b37-4dc8-b97e-448e05a10399" providerId="ADAL" clId="{33E4EED5-6F7A-4C94-973E-26C266406216}" dt="2023-12-05T23:13:46.793" v="6592" actId="26606"/>
          <ac:spMkLst>
            <pc:docMk/>
            <pc:sldMk cId="176181508" sldId="261"/>
            <ac:spMk id="2" creationId="{7A8A9D8A-7FC3-DDEF-0A24-87C55AF78A59}"/>
          </ac:spMkLst>
        </pc:spChg>
        <pc:spChg chg="mod ord">
          <ac:chgData name="Joseph Rissman" userId="f2cd59b9-4b37-4dc8-b97e-448e05a10399" providerId="ADAL" clId="{33E4EED5-6F7A-4C94-973E-26C266406216}" dt="2023-12-05T23:13:46.793" v="6592" actId="26606"/>
          <ac:spMkLst>
            <pc:docMk/>
            <pc:sldMk cId="176181508" sldId="261"/>
            <ac:spMk id="3" creationId="{043FE9C8-2A31-6DAE-BB90-D128BE474DA7}"/>
          </ac:spMkLst>
        </pc:spChg>
        <pc:spChg chg="add del mod ord">
          <ac:chgData name="Joseph Rissman" userId="f2cd59b9-4b37-4dc8-b97e-448e05a10399" providerId="ADAL" clId="{33E4EED5-6F7A-4C94-973E-26C266406216}" dt="2023-12-05T23:13:28.457" v="6581" actId="700"/>
          <ac:spMkLst>
            <pc:docMk/>
            <pc:sldMk cId="176181508" sldId="261"/>
            <ac:spMk id="4" creationId="{55FDD654-A554-A57E-4D53-AAA94331DE68}"/>
          </ac:spMkLst>
        </pc:spChg>
        <pc:spChg chg="add del">
          <ac:chgData name="Joseph Rissman" userId="f2cd59b9-4b37-4dc8-b97e-448e05a10399" providerId="ADAL" clId="{33E4EED5-6F7A-4C94-973E-26C266406216}" dt="2023-12-05T23:13:32.228" v="6583" actId="22"/>
          <ac:spMkLst>
            <pc:docMk/>
            <pc:sldMk cId="176181508" sldId="261"/>
            <ac:spMk id="6" creationId="{3E31C897-11F2-4300-9DA3-E141DB37EF52}"/>
          </ac:spMkLst>
        </pc:spChg>
        <pc:spChg chg="add del">
          <ac:chgData name="Joseph Rissman" userId="f2cd59b9-4b37-4dc8-b97e-448e05a10399" providerId="ADAL" clId="{33E4EED5-6F7A-4C94-973E-26C266406216}" dt="2023-12-05T23:13:46.793" v="6592" actId="26606"/>
          <ac:spMkLst>
            <pc:docMk/>
            <pc:sldMk cId="176181508" sldId="261"/>
            <ac:spMk id="8" creationId="{99CAC3B1-4879-424D-8F15-206277196159}"/>
          </ac:spMkLst>
        </pc:spChg>
        <pc:spChg chg="add del">
          <ac:chgData name="Joseph Rissman" userId="f2cd59b9-4b37-4dc8-b97e-448e05a10399" providerId="ADAL" clId="{33E4EED5-6F7A-4C94-973E-26C266406216}" dt="2023-12-05T23:13:46.793" v="6592" actId="26606"/>
          <ac:spMkLst>
            <pc:docMk/>
            <pc:sldMk cId="176181508" sldId="261"/>
            <ac:spMk id="10" creationId="{E34CC1C8-EBDD-4AEA-83E6-B27575B62E2E}"/>
          </ac:spMkLst>
        </pc:spChg>
        <pc:spChg chg="add del">
          <ac:chgData name="Joseph Rissman" userId="f2cd59b9-4b37-4dc8-b97e-448e05a10399" providerId="ADAL" clId="{33E4EED5-6F7A-4C94-973E-26C266406216}" dt="2023-12-05T23:13:46.793" v="6592" actId="26606"/>
          <ac:spMkLst>
            <pc:docMk/>
            <pc:sldMk cId="176181508" sldId="261"/>
            <ac:spMk id="12" creationId="{D6B38644-B85D-4211-9526-5B4C2A662BF7}"/>
          </ac:spMkLst>
        </pc:spChg>
        <pc:spChg chg="add del">
          <ac:chgData name="Joseph Rissman" userId="f2cd59b9-4b37-4dc8-b97e-448e05a10399" providerId="ADAL" clId="{33E4EED5-6F7A-4C94-973E-26C266406216}" dt="2023-12-05T23:13:46.793" v="6592" actId="26606"/>
          <ac:spMkLst>
            <pc:docMk/>
            <pc:sldMk cId="176181508" sldId="261"/>
            <ac:spMk id="14" creationId="{8A8B2820-6B8F-4C19-BFC5-D28EE44E54CB}"/>
          </ac:spMkLst>
        </pc:spChg>
        <pc:spChg chg="add del">
          <ac:chgData name="Joseph Rissman" userId="f2cd59b9-4b37-4dc8-b97e-448e05a10399" providerId="ADAL" clId="{33E4EED5-6F7A-4C94-973E-26C266406216}" dt="2023-12-05T23:13:46.793" v="6592" actId="26606"/>
          <ac:spMkLst>
            <pc:docMk/>
            <pc:sldMk cId="176181508" sldId="261"/>
            <ac:spMk id="16" creationId="{DCA45AB7-441E-40A8-A98B-557D68F48A48}"/>
          </ac:spMkLst>
        </pc:spChg>
        <pc:spChg chg="add del">
          <ac:chgData name="Joseph Rissman" userId="f2cd59b9-4b37-4dc8-b97e-448e05a10399" providerId="ADAL" clId="{33E4EED5-6F7A-4C94-973E-26C266406216}" dt="2023-12-05T23:13:46.793" v="6592" actId="26606"/>
          <ac:spMkLst>
            <pc:docMk/>
            <pc:sldMk cId="176181508" sldId="261"/>
            <ac:spMk id="18" creationId="{5F516030-4F00-4C48-AD93-91EFA17A1AC3}"/>
          </ac:spMkLst>
        </pc:spChg>
        <pc:spChg chg="add del">
          <ac:chgData name="Joseph Rissman" userId="f2cd59b9-4b37-4dc8-b97e-448e05a10399" providerId="ADAL" clId="{33E4EED5-6F7A-4C94-973E-26C266406216}" dt="2023-12-05T23:13:46.793" v="6592" actId="26606"/>
          <ac:spMkLst>
            <pc:docMk/>
            <pc:sldMk cId="176181508" sldId="261"/>
            <ac:spMk id="20" creationId="{5820085E-2582-4A95-98EE-45DFFD5C017C}"/>
          </ac:spMkLst>
        </pc:spChg>
      </pc:sldChg>
      <pc:sldChg chg="addSp delSp modSp new mod setBg">
        <pc:chgData name="Joseph Rissman" userId="f2cd59b9-4b37-4dc8-b97e-448e05a10399" providerId="ADAL" clId="{33E4EED5-6F7A-4C94-973E-26C266406216}" dt="2023-12-06T01:08:31.871" v="9453" actId="20577"/>
        <pc:sldMkLst>
          <pc:docMk/>
          <pc:sldMk cId="3275034214" sldId="262"/>
        </pc:sldMkLst>
        <pc:spChg chg="mod">
          <ac:chgData name="Joseph Rissman" userId="f2cd59b9-4b37-4dc8-b97e-448e05a10399" providerId="ADAL" clId="{33E4EED5-6F7A-4C94-973E-26C266406216}" dt="2023-12-05T23:14:25.815" v="6594" actId="1076"/>
          <ac:spMkLst>
            <pc:docMk/>
            <pc:sldMk cId="3275034214" sldId="262"/>
            <ac:spMk id="2" creationId="{F715619B-F5A6-3E1D-61FD-FC4E6E6A5055}"/>
          </ac:spMkLst>
        </pc:spChg>
        <pc:spChg chg="mod">
          <ac:chgData name="Joseph Rissman" userId="f2cd59b9-4b37-4dc8-b97e-448e05a10399" providerId="ADAL" clId="{33E4EED5-6F7A-4C94-973E-26C266406216}" dt="2023-12-06T01:08:31.871" v="9453" actId="20577"/>
          <ac:spMkLst>
            <pc:docMk/>
            <pc:sldMk cId="3275034214" sldId="262"/>
            <ac:spMk id="3" creationId="{9B83B4D0-19CC-2D18-F59C-EBE19566BE19}"/>
          </ac:spMkLst>
        </pc:spChg>
        <pc:spChg chg="add del">
          <ac:chgData name="Joseph Rissman" userId="f2cd59b9-4b37-4dc8-b97e-448e05a10399" providerId="ADAL" clId="{33E4EED5-6F7A-4C94-973E-26C266406216}" dt="2023-12-05T19:18:59.671" v="3563"/>
          <ac:spMkLst>
            <pc:docMk/>
            <pc:sldMk cId="3275034214" sldId="262"/>
            <ac:spMk id="4" creationId="{136A67EB-50A8-7610-EB2C-93955AA64357}"/>
          </ac:spMkLst>
        </pc:spChg>
        <pc:spChg chg="add">
          <ac:chgData name="Joseph Rissman" userId="f2cd59b9-4b37-4dc8-b97e-448e05a10399" providerId="ADAL" clId="{33E4EED5-6F7A-4C94-973E-26C266406216}" dt="2023-12-05T23:14:19.541" v="6593" actId="26606"/>
          <ac:spMkLst>
            <pc:docMk/>
            <pc:sldMk cId="3275034214" sldId="262"/>
            <ac:spMk id="8" creationId="{99CAC3B1-4879-424D-8F15-206277196159}"/>
          </ac:spMkLst>
        </pc:spChg>
        <pc:spChg chg="add">
          <ac:chgData name="Joseph Rissman" userId="f2cd59b9-4b37-4dc8-b97e-448e05a10399" providerId="ADAL" clId="{33E4EED5-6F7A-4C94-973E-26C266406216}" dt="2023-12-05T23:14:19.541" v="6593" actId="26606"/>
          <ac:spMkLst>
            <pc:docMk/>
            <pc:sldMk cId="3275034214" sldId="262"/>
            <ac:spMk id="10" creationId="{E34CC1C8-EBDD-4AEA-83E6-B27575B62E2E}"/>
          </ac:spMkLst>
        </pc:spChg>
        <pc:spChg chg="add">
          <ac:chgData name="Joseph Rissman" userId="f2cd59b9-4b37-4dc8-b97e-448e05a10399" providerId="ADAL" clId="{33E4EED5-6F7A-4C94-973E-26C266406216}" dt="2023-12-05T23:14:19.541" v="6593" actId="26606"/>
          <ac:spMkLst>
            <pc:docMk/>
            <pc:sldMk cId="3275034214" sldId="262"/>
            <ac:spMk id="12" creationId="{D6B38644-B85D-4211-9526-5B4C2A662BF7}"/>
          </ac:spMkLst>
        </pc:spChg>
        <pc:spChg chg="add">
          <ac:chgData name="Joseph Rissman" userId="f2cd59b9-4b37-4dc8-b97e-448e05a10399" providerId="ADAL" clId="{33E4EED5-6F7A-4C94-973E-26C266406216}" dt="2023-12-05T23:14:19.541" v="6593" actId="26606"/>
          <ac:spMkLst>
            <pc:docMk/>
            <pc:sldMk cId="3275034214" sldId="262"/>
            <ac:spMk id="14" creationId="{8A8B2820-6B8F-4C19-BFC5-D28EE44E54CB}"/>
          </ac:spMkLst>
        </pc:spChg>
        <pc:spChg chg="add">
          <ac:chgData name="Joseph Rissman" userId="f2cd59b9-4b37-4dc8-b97e-448e05a10399" providerId="ADAL" clId="{33E4EED5-6F7A-4C94-973E-26C266406216}" dt="2023-12-05T23:14:19.541" v="6593" actId="26606"/>
          <ac:spMkLst>
            <pc:docMk/>
            <pc:sldMk cId="3275034214" sldId="262"/>
            <ac:spMk id="16" creationId="{DCA45AB7-441E-40A8-A98B-557D68F48A48}"/>
          </ac:spMkLst>
        </pc:spChg>
        <pc:spChg chg="add">
          <ac:chgData name="Joseph Rissman" userId="f2cd59b9-4b37-4dc8-b97e-448e05a10399" providerId="ADAL" clId="{33E4EED5-6F7A-4C94-973E-26C266406216}" dt="2023-12-05T23:14:19.541" v="6593" actId="26606"/>
          <ac:spMkLst>
            <pc:docMk/>
            <pc:sldMk cId="3275034214" sldId="262"/>
            <ac:spMk id="18" creationId="{5F516030-4F00-4C48-AD93-91EFA17A1AC3}"/>
          </ac:spMkLst>
        </pc:spChg>
        <pc:spChg chg="add">
          <ac:chgData name="Joseph Rissman" userId="f2cd59b9-4b37-4dc8-b97e-448e05a10399" providerId="ADAL" clId="{33E4EED5-6F7A-4C94-973E-26C266406216}" dt="2023-12-05T23:14:19.541" v="6593" actId="26606"/>
          <ac:spMkLst>
            <pc:docMk/>
            <pc:sldMk cId="3275034214" sldId="262"/>
            <ac:spMk id="20" creationId="{5820085E-2582-4A95-98EE-45DFFD5C017C}"/>
          </ac:spMkLst>
        </pc:spChg>
      </pc:sldChg>
      <pc:sldChg chg="addSp delSp modSp add mod setBg">
        <pc:chgData name="Joseph Rissman" userId="f2cd59b9-4b37-4dc8-b97e-448e05a10399" providerId="ADAL" clId="{33E4EED5-6F7A-4C94-973E-26C266406216}" dt="2023-12-05T23:13:41.185" v="6590" actId="404"/>
        <pc:sldMkLst>
          <pc:docMk/>
          <pc:sldMk cId="408775170" sldId="263"/>
        </pc:sldMkLst>
        <pc:spChg chg="del mod">
          <ac:chgData name="Joseph Rissman" userId="f2cd59b9-4b37-4dc8-b97e-448e05a10399" providerId="ADAL" clId="{33E4EED5-6F7A-4C94-973E-26C266406216}" dt="2023-12-05T23:11:58.854" v="6563" actId="478"/>
          <ac:spMkLst>
            <pc:docMk/>
            <pc:sldMk cId="408775170" sldId="263"/>
            <ac:spMk id="2" creationId="{F715619B-F5A6-3E1D-61FD-FC4E6E6A5055}"/>
          </ac:spMkLst>
        </pc:spChg>
        <pc:spChg chg="mod">
          <ac:chgData name="Joseph Rissman" userId="f2cd59b9-4b37-4dc8-b97e-448e05a10399" providerId="ADAL" clId="{33E4EED5-6F7A-4C94-973E-26C266406216}" dt="2023-12-05T23:13:41.185" v="6590" actId="404"/>
          <ac:spMkLst>
            <pc:docMk/>
            <pc:sldMk cId="408775170" sldId="263"/>
            <ac:spMk id="3" creationId="{9B83B4D0-19CC-2D18-F59C-EBE19566BE19}"/>
          </ac:spMkLst>
        </pc:spChg>
        <pc:spChg chg="add mod">
          <ac:chgData name="Joseph Rissman" userId="f2cd59b9-4b37-4dc8-b97e-448e05a10399" providerId="ADAL" clId="{33E4EED5-6F7A-4C94-973E-26C266406216}" dt="2023-12-05T23:12:07.023" v="6569" actId="1076"/>
          <ac:spMkLst>
            <pc:docMk/>
            <pc:sldMk cId="408775170" sldId="263"/>
            <ac:spMk id="5" creationId="{2A3D55B2-8799-76F1-1290-547FC3EEB1D9}"/>
          </ac:spMkLst>
        </pc:spChg>
        <pc:spChg chg="add">
          <ac:chgData name="Joseph Rissman" userId="f2cd59b9-4b37-4dc8-b97e-448e05a10399" providerId="ADAL" clId="{33E4EED5-6F7A-4C94-973E-26C266406216}" dt="2023-12-05T23:11:54.417" v="6562" actId="26606"/>
          <ac:spMkLst>
            <pc:docMk/>
            <pc:sldMk cId="408775170" sldId="263"/>
            <ac:spMk id="8" creationId="{E03BF673-8C68-4092-BF1B-53C57EFEC21F}"/>
          </ac:spMkLst>
        </pc:spChg>
        <pc:spChg chg="add">
          <ac:chgData name="Joseph Rissman" userId="f2cd59b9-4b37-4dc8-b97e-448e05a10399" providerId="ADAL" clId="{33E4EED5-6F7A-4C94-973E-26C266406216}" dt="2023-12-05T23:11:54.417" v="6562" actId="26606"/>
          <ac:spMkLst>
            <pc:docMk/>
            <pc:sldMk cId="408775170" sldId="263"/>
            <ac:spMk id="10" creationId="{B1BDB70B-F0E6-4867-818F-C582494FB6D6}"/>
          </ac:spMkLst>
        </pc:spChg>
        <pc:grpChg chg="add">
          <ac:chgData name="Joseph Rissman" userId="f2cd59b9-4b37-4dc8-b97e-448e05a10399" providerId="ADAL" clId="{33E4EED5-6F7A-4C94-973E-26C266406216}" dt="2023-12-05T23:11:54.417" v="6562" actId="26606"/>
          <ac:grpSpMkLst>
            <pc:docMk/>
            <pc:sldMk cId="408775170" sldId="263"/>
            <ac:grpSpMk id="12" creationId="{1E52C707-F508-47B5-8864-8CC3EE0F030B}"/>
          </ac:grpSpMkLst>
        </pc:grpChg>
      </pc:sldChg>
      <pc:sldChg chg="addSp modSp new mod setBg setClrOvrMap">
        <pc:chgData name="Joseph Rissman" userId="f2cd59b9-4b37-4dc8-b97e-448e05a10399" providerId="ADAL" clId="{33E4EED5-6F7A-4C94-973E-26C266406216}" dt="2023-12-05T23:10:59.227" v="6561" actId="403"/>
        <pc:sldMkLst>
          <pc:docMk/>
          <pc:sldMk cId="1271716539" sldId="264"/>
        </pc:sldMkLst>
        <pc:spChg chg="mod">
          <ac:chgData name="Joseph Rissman" userId="f2cd59b9-4b37-4dc8-b97e-448e05a10399" providerId="ADAL" clId="{33E4EED5-6F7A-4C94-973E-26C266406216}" dt="2023-12-05T23:10:40.160" v="6556" actId="26606"/>
          <ac:spMkLst>
            <pc:docMk/>
            <pc:sldMk cId="1271716539" sldId="264"/>
            <ac:spMk id="2" creationId="{1A4D2844-ED80-9157-7E27-171FB21C5693}"/>
          </ac:spMkLst>
        </pc:spChg>
        <pc:spChg chg="mod">
          <ac:chgData name="Joseph Rissman" userId="f2cd59b9-4b37-4dc8-b97e-448e05a10399" providerId="ADAL" clId="{33E4EED5-6F7A-4C94-973E-26C266406216}" dt="2023-12-05T23:10:59.227" v="6561" actId="403"/>
          <ac:spMkLst>
            <pc:docMk/>
            <pc:sldMk cId="1271716539" sldId="264"/>
            <ac:spMk id="3" creationId="{2E84BE11-FD30-FE73-5183-AA59E158507D}"/>
          </ac:spMkLst>
        </pc:spChg>
        <pc:spChg chg="add">
          <ac:chgData name="Joseph Rissman" userId="f2cd59b9-4b37-4dc8-b97e-448e05a10399" providerId="ADAL" clId="{33E4EED5-6F7A-4C94-973E-26C266406216}" dt="2023-12-05T23:10:40.160" v="6556" actId="26606"/>
          <ac:spMkLst>
            <pc:docMk/>
            <pc:sldMk cId="1271716539" sldId="264"/>
            <ac:spMk id="8" creationId="{99CAC3B1-4879-424D-8F15-206277196159}"/>
          </ac:spMkLst>
        </pc:spChg>
        <pc:grpChg chg="add">
          <ac:chgData name="Joseph Rissman" userId="f2cd59b9-4b37-4dc8-b97e-448e05a10399" providerId="ADAL" clId="{33E4EED5-6F7A-4C94-973E-26C266406216}" dt="2023-12-05T23:10:40.160" v="6556" actId="26606"/>
          <ac:grpSpMkLst>
            <pc:docMk/>
            <pc:sldMk cId="1271716539" sldId="264"/>
            <ac:grpSpMk id="10" creationId="{4B8492CB-DFBA-4A82-9778-F21493DA36C1}"/>
          </ac:grpSpMkLst>
        </pc:grpChg>
      </pc:sldChg>
      <pc:sldChg chg="addSp delSp modSp add mod setBg modClrScheme chgLayout">
        <pc:chgData name="Joseph Rissman" userId="f2cd59b9-4b37-4dc8-b97e-448e05a10399" providerId="ADAL" clId="{33E4EED5-6F7A-4C94-973E-26C266406216}" dt="2023-12-05T23:37:43.703" v="7064" actId="20577"/>
        <pc:sldMkLst>
          <pc:docMk/>
          <pc:sldMk cId="4192132228" sldId="265"/>
        </pc:sldMkLst>
        <pc:spChg chg="del mod ord">
          <ac:chgData name="Joseph Rissman" userId="f2cd59b9-4b37-4dc8-b97e-448e05a10399" providerId="ADAL" clId="{33E4EED5-6F7A-4C94-973E-26C266406216}" dt="2023-12-05T20:15:45.164" v="6495" actId="478"/>
          <ac:spMkLst>
            <pc:docMk/>
            <pc:sldMk cId="4192132228" sldId="265"/>
            <ac:spMk id="2" creationId="{1A4D2844-ED80-9157-7E27-171FB21C5693}"/>
          </ac:spMkLst>
        </pc:spChg>
        <pc:spChg chg="mod ord">
          <ac:chgData name="Joseph Rissman" userId="f2cd59b9-4b37-4dc8-b97e-448e05a10399" providerId="ADAL" clId="{33E4EED5-6F7A-4C94-973E-26C266406216}" dt="2023-12-05T23:37:43.703" v="7064" actId="20577"/>
          <ac:spMkLst>
            <pc:docMk/>
            <pc:sldMk cId="4192132228" sldId="265"/>
            <ac:spMk id="3" creationId="{2E84BE11-FD30-FE73-5183-AA59E158507D}"/>
          </ac:spMkLst>
        </pc:spChg>
        <pc:spChg chg="add del mod ord">
          <ac:chgData name="Joseph Rissman" userId="f2cd59b9-4b37-4dc8-b97e-448e05a10399" providerId="ADAL" clId="{33E4EED5-6F7A-4C94-973E-26C266406216}" dt="2023-12-05T20:00:35.532" v="5713"/>
          <ac:spMkLst>
            <pc:docMk/>
            <pc:sldMk cId="4192132228" sldId="265"/>
            <ac:spMk id="4" creationId="{AB67DA40-1DB9-0542-23FB-AFC878CAEFC6}"/>
          </ac:spMkLst>
        </pc:spChg>
        <pc:spChg chg="add mod">
          <ac:chgData name="Joseph Rissman" userId="f2cd59b9-4b37-4dc8-b97e-448e05a10399" providerId="ADAL" clId="{33E4EED5-6F7A-4C94-973E-26C266406216}" dt="2023-12-05T20:15:41.061" v="6494"/>
          <ac:spMkLst>
            <pc:docMk/>
            <pc:sldMk cId="4192132228" sldId="265"/>
            <ac:spMk id="5" creationId="{DA32A425-538C-0260-05E6-27960EBB7091}"/>
          </ac:spMkLst>
        </pc:spChg>
        <pc:spChg chg="add del mod">
          <ac:chgData name="Joseph Rissman" userId="f2cd59b9-4b37-4dc8-b97e-448e05a10399" providerId="ADAL" clId="{33E4EED5-6F7A-4C94-973E-26C266406216}" dt="2023-12-05T20:15:49.045" v="6496" actId="478"/>
          <ac:spMkLst>
            <pc:docMk/>
            <pc:sldMk cId="4192132228" sldId="265"/>
            <ac:spMk id="7" creationId="{91CEC7AE-869D-D8A1-9F95-7CEED0BD28DE}"/>
          </ac:spMkLst>
        </pc:spChg>
        <pc:spChg chg="add mod">
          <ac:chgData name="Joseph Rissman" userId="f2cd59b9-4b37-4dc8-b97e-448e05a10399" providerId="ADAL" clId="{33E4EED5-6F7A-4C94-973E-26C266406216}" dt="2023-12-05T20:16:47.602" v="6554" actId="14100"/>
          <ac:spMkLst>
            <pc:docMk/>
            <pc:sldMk cId="4192132228" sldId="265"/>
            <ac:spMk id="8" creationId="{4822403E-3218-A54C-E0B8-77EAD8262B74}"/>
          </ac:spMkLst>
        </pc:spChg>
        <pc:grpChg chg="add">
          <ac:chgData name="Joseph Rissman" userId="f2cd59b9-4b37-4dc8-b97e-448e05a10399" providerId="ADAL" clId="{33E4EED5-6F7A-4C94-973E-26C266406216}" dt="2023-12-05T20:14:02.942" v="6478" actId="26606"/>
          <ac:grpSpMkLst>
            <pc:docMk/>
            <pc:sldMk cId="4192132228" sldId="265"/>
            <ac:grpSpMk id="4103" creationId="{1BE13223-D3D1-42C5-B4C3-6ECA53585068}"/>
          </ac:grpSpMkLst>
        </pc:grpChg>
        <pc:picChg chg="add mod">
          <ac:chgData name="Joseph Rissman" userId="f2cd59b9-4b37-4dc8-b97e-448e05a10399" providerId="ADAL" clId="{33E4EED5-6F7A-4C94-973E-26C266406216}" dt="2023-12-05T20:16:22.338" v="6502" actId="1076"/>
          <ac:picMkLst>
            <pc:docMk/>
            <pc:sldMk cId="4192132228" sldId="265"/>
            <ac:picMk id="4098" creationId="{BA8F1D02-B9C5-EA3A-C7BF-7E52CF43CDDB}"/>
          </ac:picMkLst>
        </pc:picChg>
      </pc:sldChg>
      <pc:sldChg chg="modSp new mod">
        <pc:chgData name="Joseph Rissman" userId="f2cd59b9-4b37-4dc8-b97e-448e05a10399" providerId="ADAL" clId="{33E4EED5-6F7A-4C94-973E-26C266406216}" dt="2023-12-06T00:27:11.256" v="9311" actId="20577"/>
        <pc:sldMkLst>
          <pc:docMk/>
          <pc:sldMk cId="3036199826" sldId="266"/>
        </pc:sldMkLst>
        <pc:spChg chg="mod">
          <ac:chgData name="Joseph Rissman" userId="f2cd59b9-4b37-4dc8-b97e-448e05a10399" providerId="ADAL" clId="{33E4EED5-6F7A-4C94-973E-26C266406216}" dt="2023-12-05T23:24:40.306" v="6905" actId="1076"/>
          <ac:spMkLst>
            <pc:docMk/>
            <pc:sldMk cId="3036199826" sldId="266"/>
            <ac:spMk id="2" creationId="{2D7654F1-59D2-8CD1-93EC-C214E29A6714}"/>
          </ac:spMkLst>
        </pc:spChg>
        <pc:spChg chg="mod">
          <ac:chgData name="Joseph Rissman" userId="f2cd59b9-4b37-4dc8-b97e-448e05a10399" providerId="ADAL" clId="{33E4EED5-6F7A-4C94-973E-26C266406216}" dt="2023-12-06T00:27:11.256" v="9311" actId="20577"/>
          <ac:spMkLst>
            <pc:docMk/>
            <pc:sldMk cId="3036199826" sldId="266"/>
            <ac:spMk id="3" creationId="{AA329AF6-ED3B-E394-DE5D-D0715354DF64}"/>
          </ac:spMkLst>
        </pc:spChg>
      </pc:sldChg>
      <pc:sldChg chg="addSp delSp modSp new mod setBg">
        <pc:chgData name="Joseph Rissman" userId="f2cd59b9-4b37-4dc8-b97e-448e05a10399" providerId="ADAL" clId="{33E4EED5-6F7A-4C94-973E-26C266406216}" dt="2023-12-06T01:05:04.936" v="9398" actId="404"/>
        <pc:sldMkLst>
          <pc:docMk/>
          <pc:sldMk cId="1737515911" sldId="267"/>
        </pc:sldMkLst>
        <pc:spChg chg="mod">
          <ac:chgData name="Joseph Rissman" userId="f2cd59b9-4b37-4dc8-b97e-448e05a10399" providerId="ADAL" clId="{33E4EED5-6F7A-4C94-973E-26C266406216}" dt="2023-12-06T00:06:26.997" v="8330" actId="26606"/>
          <ac:spMkLst>
            <pc:docMk/>
            <pc:sldMk cId="1737515911" sldId="267"/>
            <ac:spMk id="2" creationId="{56F86829-24D3-1A8F-03E0-3E0DC1C493E3}"/>
          </ac:spMkLst>
        </pc:spChg>
        <pc:spChg chg="del mod">
          <ac:chgData name="Joseph Rissman" userId="f2cd59b9-4b37-4dc8-b97e-448e05a10399" providerId="ADAL" clId="{33E4EED5-6F7A-4C94-973E-26C266406216}" dt="2023-12-06T00:06:26.997" v="8330" actId="26606"/>
          <ac:spMkLst>
            <pc:docMk/>
            <pc:sldMk cId="1737515911" sldId="267"/>
            <ac:spMk id="3" creationId="{0F1E7010-5342-DF31-3100-E0305122D1C7}"/>
          </ac:spMkLst>
        </pc:spChg>
        <pc:spChg chg="add">
          <ac:chgData name="Joseph Rissman" userId="f2cd59b9-4b37-4dc8-b97e-448e05a10399" providerId="ADAL" clId="{33E4EED5-6F7A-4C94-973E-26C266406216}" dt="2023-12-06T00:06:26.997" v="8330" actId="26606"/>
          <ac:spMkLst>
            <pc:docMk/>
            <pc:sldMk cId="1737515911" sldId="267"/>
            <ac:spMk id="9" creationId="{94C52C56-BEF2-4E22-8C8E-A7AC96B03A72}"/>
          </ac:spMkLst>
        </pc:spChg>
        <pc:spChg chg="add">
          <ac:chgData name="Joseph Rissman" userId="f2cd59b9-4b37-4dc8-b97e-448e05a10399" providerId="ADAL" clId="{33E4EED5-6F7A-4C94-973E-26C266406216}" dt="2023-12-06T00:06:26.997" v="8330" actId="26606"/>
          <ac:spMkLst>
            <pc:docMk/>
            <pc:sldMk cId="1737515911" sldId="267"/>
            <ac:spMk id="11" creationId="{42285737-90EE-47DC-AC80-8AE156B11969}"/>
          </ac:spMkLst>
        </pc:spChg>
        <pc:grpChg chg="add">
          <ac:chgData name="Joseph Rissman" userId="f2cd59b9-4b37-4dc8-b97e-448e05a10399" providerId="ADAL" clId="{33E4EED5-6F7A-4C94-973E-26C266406216}" dt="2023-12-06T00:06:26.997" v="8330" actId="26606"/>
          <ac:grpSpMkLst>
            <pc:docMk/>
            <pc:sldMk cId="1737515911" sldId="267"/>
            <ac:grpSpMk id="13" creationId="{B57BDC17-F1B3-455F-BBF1-680AA1F25C06}"/>
          </ac:grpSpMkLst>
        </pc:grpChg>
        <pc:graphicFrameChg chg="add mod modGraphic">
          <ac:chgData name="Joseph Rissman" userId="f2cd59b9-4b37-4dc8-b97e-448e05a10399" providerId="ADAL" clId="{33E4EED5-6F7A-4C94-973E-26C266406216}" dt="2023-12-06T01:05:04.936" v="9398" actId="404"/>
          <ac:graphicFrameMkLst>
            <pc:docMk/>
            <pc:sldMk cId="1737515911" sldId="267"/>
            <ac:graphicFrameMk id="5" creationId="{FD8ADAF7-AD5A-3F5C-A66A-126A7963EE07}"/>
          </ac:graphicFrameMkLst>
        </pc:graphicFrameChg>
      </pc:sldChg>
      <pc:sldChg chg="modSp new mod">
        <pc:chgData name="Joseph Rissman" userId="f2cd59b9-4b37-4dc8-b97e-448e05a10399" providerId="ADAL" clId="{33E4EED5-6F7A-4C94-973E-26C266406216}" dt="2023-12-06T01:04:09.727" v="9389" actId="20577"/>
        <pc:sldMkLst>
          <pc:docMk/>
          <pc:sldMk cId="3946591343" sldId="268"/>
        </pc:sldMkLst>
        <pc:spChg chg="mod">
          <ac:chgData name="Joseph Rissman" userId="f2cd59b9-4b37-4dc8-b97e-448e05a10399" providerId="ADAL" clId="{33E4EED5-6F7A-4C94-973E-26C266406216}" dt="2023-12-06T00:36:31.992" v="9323" actId="1076"/>
          <ac:spMkLst>
            <pc:docMk/>
            <pc:sldMk cId="3946591343" sldId="268"/>
            <ac:spMk id="2" creationId="{C54A8407-0877-D15C-D74B-249CF002F2C7}"/>
          </ac:spMkLst>
        </pc:spChg>
        <pc:spChg chg="mod">
          <ac:chgData name="Joseph Rissman" userId="f2cd59b9-4b37-4dc8-b97e-448e05a10399" providerId="ADAL" clId="{33E4EED5-6F7A-4C94-973E-26C266406216}" dt="2023-12-06T01:04:09.727" v="9389" actId="20577"/>
          <ac:spMkLst>
            <pc:docMk/>
            <pc:sldMk cId="3946591343" sldId="268"/>
            <ac:spMk id="3" creationId="{E9A4F76B-1F5A-6F2C-A3B8-36CE539D88AF}"/>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0BA74E-AC78-4870-B766-6C2FFC7CD83E}"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21F465FE-764D-4FA7-8CF5-CF96C025E251}">
      <dgm:prSet/>
      <dgm:spPr/>
      <dgm:t>
        <a:bodyPr/>
        <a:lstStyle/>
        <a:p>
          <a:r>
            <a:rPr lang="en-US" dirty="0"/>
            <a:t>Introduction</a:t>
          </a:r>
        </a:p>
      </dgm:t>
    </dgm:pt>
    <dgm:pt modelId="{2AB485DA-00BD-4F1F-85AA-4C1C5B7871FE}" type="parTrans" cxnId="{983AF508-4604-4285-966C-7BC195C5CA8C}">
      <dgm:prSet/>
      <dgm:spPr/>
      <dgm:t>
        <a:bodyPr/>
        <a:lstStyle/>
        <a:p>
          <a:endParaRPr lang="en-US"/>
        </a:p>
      </dgm:t>
    </dgm:pt>
    <dgm:pt modelId="{9749F0DF-FACA-4A44-9195-D5D46207EB5E}" type="sibTrans" cxnId="{983AF508-4604-4285-966C-7BC195C5CA8C}">
      <dgm:prSet/>
      <dgm:spPr/>
      <dgm:t>
        <a:bodyPr/>
        <a:lstStyle/>
        <a:p>
          <a:endParaRPr lang="en-US"/>
        </a:p>
      </dgm:t>
    </dgm:pt>
    <dgm:pt modelId="{A0B37B94-527E-48ED-819A-6DAF65E2EAEA}">
      <dgm:prSet/>
      <dgm:spPr/>
      <dgm:t>
        <a:bodyPr/>
        <a:lstStyle/>
        <a:p>
          <a:r>
            <a:rPr lang="en-US" dirty="0"/>
            <a:t>Motivation</a:t>
          </a:r>
        </a:p>
      </dgm:t>
    </dgm:pt>
    <dgm:pt modelId="{50D3F26D-2F53-47F4-8FBD-000642901807}" type="parTrans" cxnId="{8347D670-36C6-4A26-84ED-48B5208433E1}">
      <dgm:prSet/>
      <dgm:spPr/>
      <dgm:t>
        <a:bodyPr/>
        <a:lstStyle/>
        <a:p>
          <a:endParaRPr lang="en-US"/>
        </a:p>
      </dgm:t>
    </dgm:pt>
    <dgm:pt modelId="{B288B2D6-8F37-4C87-AC2E-082CF3CE9165}" type="sibTrans" cxnId="{8347D670-36C6-4A26-84ED-48B5208433E1}">
      <dgm:prSet/>
      <dgm:spPr/>
      <dgm:t>
        <a:bodyPr/>
        <a:lstStyle/>
        <a:p>
          <a:endParaRPr lang="en-US"/>
        </a:p>
      </dgm:t>
    </dgm:pt>
    <dgm:pt modelId="{B195F671-603E-44F8-91AE-85241A51DC1C}">
      <dgm:prSet/>
      <dgm:spPr/>
      <dgm:t>
        <a:bodyPr/>
        <a:lstStyle/>
        <a:p>
          <a:r>
            <a:rPr lang="en-US" dirty="0"/>
            <a:t>The Code</a:t>
          </a:r>
        </a:p>
      </dgm:t>
    </dgm:pt>
    <dgm:pt modelId="{8F924901-72AA-4A9D-A17A-6C42EDD336C9}" type="parTrans" cxnId="{1F75D0CE-B802-4B53-A780-F6AB3D99C0CB}">
      <dgm:prSet/>
      <dgm:spPr/>
      <dgm:t>
        <a:bodyPr/>
        <a:lstStyle/>
        <a:p>
          <a:endParaRPr lang="en-US"/>
        </a:p>
      </dgm:t>
    </dgm:pt>
    <dgm:pt modelId="{4D7D803B-E62A-4D69-BAC9-CF2B4F707EB0}" type="sibTrans" cxnId="{1F75D0CE-B802-4B53-A780-F6AB3D99C0CB}">
      <dgm:prSet/>
      <dgm:spPr/>
      <dgm:t>
        <a:bodyPr/>
        <a:lstStyle/>
        <a:p>
          <a:endParaRPr lang="en-US"/>
        </a:p>
      </dgm:t>
    </dgm:pt>
    <dgm:pt modelId="{B4959E27-B5AB-4780-947A-9C5F3D5E9F47}">
      <dgm:prSet/>
      <dgm:spPr/>
      <dgm:t>
        <a:bodyPr/>
        <a:lstStyle/>
        <a:p>
          <a:r>
            <a:rPr lang="en-US" dirty="0"/>
            <a:t>Evil Bit Hack</a:t>
          </a:r>
        </a:p>
      </dgm:t>
    </dgm:pt>
    <dgm:pt modelId="{00793A81-E074-473B-8F40-758EF63C12AF}" type="parTrans" cxnId="{409B13F6-F7C1-49BF-96FB-4969EFDD574D}">
      <dgm:prSet/>
      <dgm:spPr/>
      <dgm:t>
        <a:bodyPr/>
        <a:lstStyle/>
        <a:p>
          <a:endParaRPr lang="en-US"/>
        </a:p>
      </dgm:t>
    </dgm:pt>
    <dgm:pt modelId="{6CB55B8D-B042-4FD8-BA1F-5E9787E1BA5B}" type="sibTrans" cxnId="{409B13F6-F7C1-49BF-96FB-4969EFDD574D}">
      <dgm:prSet/>
      <dgm:spPr/>
      <dgm:t>
        <a:bodyPr/>
        <a:lstStyle/>
        <a:p>
          <a:endParaRPr lang="en-US"/>
        </a:p>
      </dgm:t>
    </dgm:pt>
    <dgm:pt modelId="{CA7697EA-E0D6-4161-B4BE-99718CCE2C79}">
      <dgm:prSet/>
      <dgm:spPr/>
      <dgm:t>
        <a:bodyPr/>
        <a:lstStyle/>
        <a:p>
          <a:r>
            <a:rPr lang="en-US" dirty="0"/>
            <a:t>W.T.F.</a:t>
          </a:r>
        </a:p>
      </dgm:t>
    </dgm:pt>
    <dgm:pt modelId="{8640E5C9-3BCD-416F-A304-51BC55547896}" type="parTrans" cxnId="{9B1B824D-9E74-4E31-B339-3345961E1A49}">
      <dgm:prSet/>
      <dgm:spPr/>
      <dgm:t>
        <a:bodyPr/>
        <a:lstStyle/>
        <a:p>
          <a:endParaRPr lang="en-US"/>
        </a:p>
      </dgm:t>
    </dgm:pt>
    <dgm:pt modelId="{1F88FA6C-5F3A-4082-AF30-B08DA52A2212}" type="sibTrans" cxnId="{9B1B824D-9E74-4E31-B339-3345961E1A49}">
      <dgm:prSet/>
      <dgm:spPr/>
      <dgm:t>
        <a:bodyPr/>
        <a:lstStyle/>
        <a:p>
          <a:endParaRPr lang="en-US"/>
        </a:p>
      </dgm:t>
    </dgm:pt>
    <dgm:pt modelId="{D8AA9838-6991-4720-AE25-F452D2403686}">
      <dgm:prSet/>
      <dgm:spPr/>
      <dgm:t>
        <a:bodyPr/>
        <a:lstStyle/>
        <a:p>
          <a:r>
            <a:rPr lang="en-US" dirty="0"/>
            <a:t>Newton’s Method</a:t>
          </a:r>
        </a:p>
      </dgm:t>
    </dgm:pt>
    <dgm:pt modelId="{454EF39B-FE51-45DA-BB93-4A675180649B}" type="parTrans" cxnId="{915DE358-DBFF-48B5-BA17-2D99EAF24BA5}">
      <dgm:prSet/>
      <dgm:spPr/>
      <dgm:t>
        <a:bodyPr/>
        <a:lstStyle/>
        <a:p>
          <a:endParaRPr lang="en-US"/>
        </a:p>
      </dgm:t>
    </dgm:pt>
    <dgm:pt modelId="{4893F69F-D7F5-4517-BC61-A2C669957A2A}" type="sibTrans" cxnId="{915DE358-DBFF-48B5-BA17-2D99EAF24BA5}">
      <dgm:prSet/>
      <dgm:spPr/>
      <dgm:t>
        <a:bodyPr/>
        <a:lstStyle/>
        <a:p>
          <a:endParaRPr lang="en-US"/>
        </a:p>
      </dgm:t>
    </dgm:pt>
    <dgm:pt modelId="{B84AC7E2-8062-44E1-89A3-EEE9E482E3E6}">
      <dgm:prSet/>
      <dgm:spPr/>
      <dgm:t>
        <a:bodyPr/>
        <a:lstStyle/>
        <a:p>
          <a:r>
            <a:rPr lang="en-US" dirty="0"/>
            <a:t>Conclusion</a:t>
          </a:r>
        </a:p>
      </dgm:t>
    </dgm:pt>
    <dgm:pt modelId="{CABED862-DA36-454C-A1C1-4AA5C98D87EA}" type="parTrans" cxnId="{5C72BCD0-1613-4B38-9D5E-EA6B590887DE}">
      <dgm:prSet/>
      <dgm:spPr/>
      <dgm:t>
        <a:bodyPr/>
        <a:lstStyle/>
        <a:p>
          <a:endParaRPr lang="en-US"/>
        </a:p>
      </dgm:t>
    </dgm:pt>
    <dgm:pt modelId="{AB40F487-1C63-4762-A3B8-3B668EE1E96A}" type="sibTrans" cxnId="{5C72BCD0-1613-4B38-9D5E-EA6B590887DE}">
      <dgm:prSet/>
      <dgm:spPr/>
      <dgm:t>
        <a:bodyPr/>
        <a:lstStyle/>
        <a:p>
          <a:endParaRPr lang="en-US"/>
        </a:p>
      </dgm:t>
    </dgm:pt>
    <dgm:pt modelId="{3832537A-C3F7-4482-A58D-F37B7EB3700E}">
      <dgm:prSet/>
      <dgm:spPr/>
      <dgm:t>
        <a:bodyPr/>
        <a:lstStyle/>
        <a:p>
          <a:r>
            <a:rPr lang="en-US" dirty="0"/>
            <a:t>Benefits</a:t>
          </a:r>
        </a:p>
      </dgm:t>
    </dgm:pt>
    <dgm:pt modelId="{CE3044EA-D367-4CDA-96C1-27B6F446C162}" type="parTrans" cxnId="{669D82CB-5362-477A-869A-A373A3DA6093}">
      <dgm:prSet/>
      <dgm:spPr/>
      <dgm:t>
        <a:bodyPr/>
        <a:lstStyle/>
        <a:p>
          <a:endParaRPr lang="en-US"/>
        </a:p>
      </dgm:t>
    </dgm:pt>
    <dgm:pt modelId="{371AA33A-58ED-487B-BBA3-33187480FD9C}" type="sibTrans" cxnId="{669D82CB-5362-477A-869A-A373A3DA6093}">
      <dgm:prSet/>
      <dgm:spPr/>
      <dgm:t>
        <a:bodyPr/>
        <a:lstStyle/>
        <a:p>
          <a:endParaRPr lang="en-US"/>
        </a:p>
      </dgm:t>
    </dgm:pt>
    <dgm:pt modelId="{9A514A34-82A8-45B0-A56C-B37D164BC057}" type="pres">
      <dgm:prSet presAssocID="{C30BA74E-AC78-4870-B766-6C2FFC7CD83E}" presName="vert0" presStyleCnt="0">
        <dgm:presLayoutVars>
          <dgm:dir/>
          <dgm:animOne val="branch"/>
          <dgm:animLvl val="lvl"/>
        </dgm:presLayoutVars>
      </dgm:prSet>
      <dgm:spPr/>
    </dgm:pt>
    <dgm:pt modelId="{5E4D199F-B3D4-4508-A9E0-B8D0199AC1F9}" type="pres">
      <dgm:prSet presAssocID="{21F465FE-764D-4FA7-8CF5-CF96C025E251}" presName="thickLine" presStyleLbl="alignNode1" presStyleIdx="0" presStyleCnt="8"/>
      <dgm:spPr/>
    </dgm:pt>
    <dgm:pt modelId="{DF9BF957-4629-4CF2-A01C-82C20177DB20}" type="pres">
      <dgm:prSet presAssocID="{21F465FE-764D-4FA7-8CF5-CF96C025E251}" presName="horz1" presStyleCnt="0"/>
      <dgm:spPr/>
    </dgm:pt>
    <dgm:pt modelId="{218D2A40-795E-417A-BCC0-99CB4BD25C26}" type="pres">
      <dgm:prSet presAssocID="{21F465FE-764D-4FA7-8CF5-CF96C025E251}" presName="tx1" presStyleLbl="revTx" presStyleIdx="0" presStyleCnt="8"/>
      <dgm:spPr/>
    </dgm:pt>
    <dgm:pt modelId="{7AD644C5-4E0E-4E2A-A13A-A028ED5450BE}" type="pres">
      <dgm:prSet presAssocID="{21F465FE-764D-4FA7-8CF5-CF96C025E251}" presName="vert1" presStyleCnt="0"/>
      <dgm:spPr/>
    </dgm:pt>
    <dgm:pt modelId="{13A74798-CA71-4501-B6C8-19504271D37B}" type="pres">
      <dgm:prSet presAssocID="{A0B37B94-527E-48ED-819A-6DAF65E2EAEA}" presName="thickLine" presStyleLbl="alignNode1" presStyleIdx="1" presStyleCnt="8"/>
      <dgm:spPr/>
    </dgm:pt>
    <dgm:pt modelId="{8AA9F978-0FA7-4A62-9F6D-7B6BA646E9D2}" type="pres">
      <dgm:prSet presAssocID="{A0B37B94-527E-48ED-819A-6DAF65E2EAEA}" presName="horz1" presStyleCnt="0"/>
      <dgm:spPr/>
    </dgm:pt>
    <dgm:pt modelId="{E1A8F534-4D6A-4464-8221-B7B299972B5C}" type="pres">
      <dgm:prSet presAssocID="{A0B37B94-527E-48ED-819A-6DAF65E2EAEA}" presName="tx1" presStyleLbl="revTx" presStyleIdx="1" presStyleCnt="8"/>
      <dgm:spPr/>
    </dgm:pt>
    <dgm:pt modelId="{E3A42160-47B1-42D0-893B-915BF035A0CA}" type="pres">
      <dgm:prSet presAssocID="{A0B37B94-527E-48ED-819A-6DAF65E2EAEA}" presName="vert1" presStyleCnt="0"/>
      <dgm:spPr/>
    </dgm:pt>
    <dgm:pt modelId="{FC0CDD32-4064-445A-A4C9-DA203704DC18}" type="pres">
      <dgm:prSet presAssocID="{B195F671-603E-44F8-91AE-85241A51DC1C}" presName="thickLine" presStyleLbl="alignNode1" presStyleIdx="2" presStyleCnt="8"/>
      <dgm:spPr/>
    </dgm:pt>
    <dgm:pt modelId="{9CEA76EF-D8D7-4989-A211-1463FEBC9A04}" type="pres">
      <dgm:prSet presAssocID="{B195F671-603E-44F8-91AE-85241A51DC1C}" presName="horz1" presStyleCnt="0"/>
      <dgm:spPr/>
    </dgm:pt>
    <dgm:pt modelId="{7F891868-ACA6-4CA1-9BF9-7BFE9291CF62}" type="pres">
      <dgm:prSet presAssocID="{B195F671-603E-44F8-91AE-85241A51DC1C}" presName="tx1" presStyleLbl="revTx" presStyleIdx="2" presStyleCnt="8"/>
      <dgm:spPr/>
    </dgm:pt>
    <dgm:pt modelId="{82A16E7D-2CD0-41DC-847E-CB56E609F4DD}" type="pres">
      <dgm:prSet presAssocID="{B195F671-603E-44F8-91AE-85241A51DC1C}" presName="vert1" presStyleCnt="0"/>
      <dgm:spPr/>
    </dgm:pt>
    <dgm:pt modelId="{7C98E89B-5201-46F4-A80B-511BA800FEBA}" type="pres">
      <dgm:prSet presAssocID="{B4959E27-B5AB-4780-947A-9C5F3D5E9F47}" presName="thickLine" presStyleLbl="alignNode1" presStyleIdx="3" presStyleCnt="8"/>
      <dgm:spPr/>
    </dgm:pt>
    <dgm:pt modelId="{EF8673DE-93E7-4CA7-A0DF-2DF747406D44}" type="pres">
      <dgm:prSet presAssocID="{B4959E27-B5AB-4780-947A-9C5F3D5E9F47}" presName="horz1" presStyleCnt="0"/>
      <dgm:spPr/>
    </dgm:pt>
    <dgm:pt modelId="{720BFBC7-B162-40ED-B2BC-9001ACA27A72}" type="pres">
      <dgm:prSet presAssocID="{B4959E27-B5AB-4780-947A-9C5F3D5E9F47}" presName="tx1" presStyleLbl="revTx" presStyleIdx="3" presStyleCnt="8"/>
      <dgm:spPr/>
    </dgm:pt>
    <dgm:pt modelId="{9C30CC5F-5CF3-4F17-BCF2-29F2C1E3E9B2}" type="pres">
      <dgm:prSet presAssocID="{B4959E27-B5AB-4780-947A-9C5F3D5E9F47}" presName="vert1" presStyleCnt="0"/>
      <dgm:spPr/>
    </dgm:pt>
    <dgm:pt modelId="{780C9C10-2844-4C5D-B1E5-24153ECA221F}" type="pres">
      <dgm:prSet presAssocID="{CA7697EA-E0D6-4161-B4BE-99718CCE2C79}" presName="thickLine" presStyleLbl="alignNode1" presStyleIdx="4" presStyleCnt="8"/>
      <dgm:spPr/>
    </dgm:pt>
    <dgm:pt modelId="{8D280911-6DF9-4D75-8D4C-1A7E07504F64}" type="pres">
      <dgm:prSet presAssocID="{CA7697EA-E0D6-4161-B4BE-99718CCE2C79}" presName="horz1" presStyleCnt="0"/>
      <dgm:spPr/>
    </dgm:pt>
    <dgm:pt modelId="{4050A33A-C318-4F8C-8124-458FAAC5E4AB}" type="pres">
      <dgm:prSet presAssocID="{CA7697EA-E0D6-4161-B4BE-99718CCE2C79}" presName="tx1" presStyleLbl="revTx" presStyleIdx="4" presStyleCnt="8"/>
      <dgm:spPr/>
    </dgm:pt>
    <dgm:pt modelId="{0F2DAE28-AA52-4E9F-9C73-3DDEC3E6AE7F}" type="pres">
      <dgm:prSet presAssocID="{CA7697EA-E0D6-4161-B4BE-99718CCE2C79}" presName="vert1" presStyleCnt="0"/>
      <dgm:spPr/>
    </dgm:pt>
    <dgm:pt modelId="{04FA6BFC-CB18-48C7-BB54-4EFEB88E4BB0}" type="pres">
      <dgm:prSet presAssocID="{D8AA9838-6991-4720-AE25-F452D2403686}" presName="thickLine" presStyleLbl="alignNode1" presStyleIdx="5" presStyleCnt="8"/>
      <dgm:spPr/>
    </dgm:pt>
    <dgm:pt modelId="{A4DFE535-D334-4057-9CCF-80EA7AB7AF6C}" type="pres">
      <dgm:prSet presAssocID="{D8AA9838-6991-4720-AE25-F452D2403686}" presName="horz1" presStyleCnt="0"/>
      <dgm:spPr/>
    </dgm:pt>
    <dgm:pt modelId="{38B2961F-D107-4A2D-8DE1-F46E010585AD}" type="pres">
      <dgm:prSet presAssocID="{D8AA9838-6991-4720-AE25-F452D2403686}" presName="tx1" presStyleLbl="revTx" presStyleIdx="5" presStyleCnt="8"/>
      <dgm:spPr/>
    </dgm:pt>
    <dgm:pt modelId="{3E5AA76B-CFE8-4B5B-8244-96CA5DA0538F}" type="pres">
      <dgm:prSet presAssocID="{D8AA9838-6991-4720-AE25-F452D2403686}" presName="vert1" presStyleCnt="0"/>
      <dgm:spPr/>
    </dgm:pt>
    <dgm:pt modelId="{6D9B08E3-D033-49C0-8BCC-28460FA51F1F}" type="pres">
      <dgm:prSet presAssocID="{3832537A-C3F7-4482-A58D-F37B7EB3700E}" presName="thickLine" presStyleLbl="alignNode1" presStyleIdx="6" presStyleCnt="8"/>
      <dgm:spPr/>
    </dgm:pt>
    <dgm:pt modelId="{74BB2466-2522-489F-847E-55E5B8F574D5}" type="pres">
      <dgm:prSet presAssocID="{3832537A-C3F7-4482-A58D-F37B7EB3700E}" presName="horz1" presStyleCnt="0"/>
      <dgm:spPr/>
    </dgm:pt>
    <dgm:pt modelId="{F78D0D2F-6FD7-473E-98FD-6933E4654333}" type="pres">
      <dgm:prSet presAssocID="{3832537A-C3F7-4482-A58D-F37B7EB3700E}" presName="tx1" presStyleLbl="revTx" presStyleIdx="6" presStyleCnt="8"/>
      <dgm:spPr/>
    </dgm:pt>
    <dgm:pt modelId="{837B246C-8F24-4245-B23E-F941AFCC25FE}" type="pres">
      <dgm:prSet presAssocID="{3832537A-C3F7-4482-A58D-F37B7EB3700E}" presName="vert1" presStyleCnt="0"/>
      <dgm:spPr/>
    </dgm:pt>
    <dgm:pt modelId="{94FEC953-65FD-47B2-83C9-7C163BF56997}" type="pres">
      <dgm:prSet presAssocID="{B84AC7E2-8062-44E1-89A3-EEE9E482E3E6}" presName="thickLine" presStyleLbl="alignNode1" presStyleIdx="7" presStyleCnt="8"/>
      <dgm:spPr/>
    </dgm:pt>
    <dgm:pt modelId="{94C588DF-D51B-49A0-AA26-0D7E8DDD058F}" type="pres">
      <dgm:prSet presAssocID="{B84AC7E2-8062-44E1-89A3-EEE9E482E3E6}" presName="horz1" presStyleCnt="0"/>
      <dgm:spPr/>
    </dgm:pt>
    <dgm:pt modelId="{8EA084C9-0C94-483B-802C-03E97262B113}" type="pres">
      <dgm:prSet presAssocID="{B84AC7E2-8062-44E1-89A3-EEE9E482E3E6}" presName="tx1" presStyleLbl="revTx" presStyleIdx="7" presStyleCnt="8"/>
      <dgm:spPr/>
    </dgm:pt>
    <dgm:pt modelId="{4DC7B265-AE29-4D7D-B2E9-17937EA0469F}" type="pres">
      <dgm:prSet presAssocID="{B84AC7E2-8062-44E1-89A3-EEE9E482E3E6}" presName="vert1" presStyleCnt="0"/>
      <dgm:spPr/>
    </dgm:pt>
  </dgm:ptLst>
  <dgm:cxnLst>
    <dgm:cxn modelId="{A90DA800-8A63-4143-B81D-7970D206A7C1}" type="presOf" srcId="{CA7697EA-E0D6-4161-B4BE-99718CCE2C79}" destId="{4050A33A-C318-4F8C-8124-458FAAC5E4AB}" srcOrd="0" destOrd="0" presId="urn:microsoft.com/office/officeart/2008/layout/LinedList"/>
    <dgm:cxn modelId="{983AF508-4604-4285-966C-7BC195C5CA8C}" srcId="{C30BA74E-AC78-4870-B766-6C2FFC7CD83E}" destId="{21F465FE-764D-4FA7-8CF5-CF96C025E251}" srcOrd="0" destOrd="0" parTransId="{2AB485DA-00BD-4F1F-85AA-4C1C5B7871FE}" sibTransId="{9749F0DF-FACA-4A44-9195-D5D46207EB5E}"/>
    <dgm:cxn modelId="{CFA39628-9813-433D-92DD-AB79F118075C}" type="presOf" srcId="{A0B37B94-527E-48ED-819A-6DAF65E2EAEA}" destId="{E1A8F534-4D6A-4464-8221-B7B299972B5C}" srcOrd="0" destOrd="0" presId="urn:microsoft.com/office/officeart/2008/layout/LinedList"/>
    <dgm:cxn modelId="{762BEE2A-1283-426C-B7CA-D2583889527D}" type="presOf" srcId="{21F465FE-764D-4FA7-8CF5-CF96C025E251}" destId="{218D2A40-795E-417A-BCC0-99CB4BD25C26}" srcOrd="0" destOrd="0" presId="urn:microsoft.com/office/officeart/2008/layout/LinedList"/>
    <dgm:cxn modelId="{9B1B824D-9E74-4E31-B339-3345961E1A49}" srcId="{C30BA74E-AC78-4870-B766-6C2FFC7CD83E}" destId="{CA7697EA-E0D6-4161-B4BE-99718CCE2C79}" srcOrd="4" destOrd="0" parTransId="{8640E5C9-3BCD-416F-A304-51BC55547896}" sibTransId="{1F88FA6C-5F3A-4082-AF30-B08DA52A2212}"/>
    <dgm:cxn modelId="{8347D670-36C6-4A26-84ED-48B5208433E1}" srcId="{C30BA74E-AC78-4870-B766-6C2FFC7CD83E}" destId="{A0B37B94-527E-48ED-819A-6DAF65E2EAEA}" srcOrd="1" destOrd="0" parTransId="{50D3F26D-2F53-47F4-8FBD-000642901807}" sibTransId="{B288B2D6-8F37-4C87-AC2E-082CF3CE9165}"/>
    <dgm:cxn modelId="{915DE358-DBFF-48B5-BA17-2D99EAF24BA5}" srcId="{C30BA74E-AC78-4870-B766-6C2FFC7CD83E}" destId="{D8AA9838-6991-4720-AE25-F452D2403686}" srcOrd="5" destOrd="0" parTransId="{454EF39B-FE51-45DA-BB93-4A675180649B}" sibTransId="{4893F69F-D7F5-4517-BC61-A2C669957A2A}"/>
    <dgm:cxn modelId="{FCBCBC7D-87C8-4CEE-B115-7FA0B4522CE9}" type="presOf" srcId="{B4959E27-B5AB-4780-947A-9C5F3D5E9F47}" destId="{720BFBC7-B162-40ED-B2BC-9001ACA27A72}" srcOrd="0" destOrd="0" presId="urn:microsoft.com/office/officeart/2008/layout/LinedList"/>
    <dgm:cxn modelId="{1EA5C48D-D667-4CD4-83CB-1446711B564B}" type="presOf" srcId="{D8AA9838-6991-4720-AE25-F452D2403686}" destId="{38B2961F-D107-4A2D-8DE1-F46E010585AD}" srcOrd="0" destOrd="0" presId="urn:microsoft.com/office/officeart/2008/layout/LinedList"/>
    <dgm:cxn modelId="{669D82CB-5362-477A-869A-A373A3DA6093}" srcId="{C30BA74E-AC78-4870-B766-6C2FFC7CD83E}" destId="{3832537A-C3F7-4482-A58D-F37B7EB3700E}" srcOrd="6" destOrd="0" parTransId="{CE3044EA-D367-4CDA-96C1-27B6F446C162}" sibTransId="{371AA33A-58ED-487B-BBA3-33187480FD9C}"/>
    <dgm:cxn modelId="{1F75D0CE-B802-4B53-A780-F6AB3D99C0CB}" srcId="{C30BA74E-AC78-4870-B766-6C2FFC7CD83E}" destId="{B195F671-603E-44F8-91AE-85241A51DC1C}" srcOrd="2" destOrd="0" parTransId="{8F924901-72AA-4A9D-A17A-6C42EDD336C9}" sibTransId="{4D7D803B-E62A-4D69-BAC9-CF2B4F707EB0}"/>
    <dgm:cxn modelId="{5C72BCD0-1613-4B38-9D5E-EA6B590887DE}" srcId="{C30BA74E-AC78-4870-B766-6C2FFC7CD83E}" destId="{B84AC7E2-8062-44E1-89A3-EEE9E482E3E6}" srcOrd="7" destOrd="0" parTransId="{CABED862-DA36-454C-A1C1-4AA5C98D87EA}" sibTransId="{AB40F487-1C63-4762-A3B8-3B668EE1E96A}"/>
    <dgm:cxn modelId="{24BB92E5-8DE2-483B-ADAC-BD96EC6154E4}" type="presOf" srcId="{B84AC7E2-8062-44E1-89A3-EEE9E482E3E6}" destId="{8EA084C9-0C94-483B-802C-03E97262B113}" srcOrd="0" destOrd="0" presId="urn:microsoft.com/office/officeart/2008/layout/LinedList"/>
    <dgm:cxn modelId="{96CCE6F0-3E3F-4D23-AA51-863D8F2F8A69}" type="presOf" srcId="{B195F671-603E-44F8-91AE-85241A51DC1C}" destId="{7F891868-ACA6-4CA1-9BF9-7BFE9291CF62}" srcOrd="0" destOrd="0" presId="urn:microsoft.com/office/officeart/2008/layout/LinedList"/>
    <dgm:cxn modelId="{72FC2DF5-3A4C-458F-83DE-F3FE024FD2B2}" type="presOf" srcId="{C30BA74E-AC78-4870-B766-6C2FFC7CD83E}" destId="{9A514A34-82A8-45B0-A56C-B37D164BC057}" srcOrd="0" destOrd="0" presId="urn:microsoft.com/office/officeart/2008/layout/LinedList"/>
    <dgm:cxn modelId="{7A1B8DF5-428D-4A40-98B1-720C5EB834E7}" type="presOf" srcId="{3832537A-C3F7-4482-A58D-F37B7EB3700E}" destId="{F78D0D2F-6FD7-473E-98FD-6933E4654333}" srcOrd="0" destOrd="0" presId="urn:microsoft.com/office/officeart/2008/layout/LinedList"/>
    <dgm:cxn modelId="{409B13F6-F7C1-49BF-96FB-4969EFDD574D}" srcId="{C30BA74E-AC78-4870-B766-6C2FFC7CD83E}" destId="{B4959E27-B5AB-4780-947A-9C5F3D5E9F47}" srcOrd="3" destOrd="0" parTransId="{00793A81-E074-473B-8F40-758EF63C12AF}" sibTransId="{6CB55B8D-B042-4FD8-BA1F-5E9787E1BA5B}"/>
    <dgm:cxn modelId="{56D94F78-3AF0-455A-9CD2-E84590772FDA}" type="presParOf" srcId="{9A514A34-82A8-45B0-A56C-B37D164BC057}" destId="{5E4D199F-B3D4-4508-A9E0-B8D0199AC1F9}" srcOrd="0" destOrd="0" presId="urn:microsoft.com/office/officeart/2008/layout/LinedList"/>
    <dgm:cxn modelId="{0A079AEC-B6AA-4C0D-A19D-585F216AC487}" type="presParOf" srcId="{9A514A34-82A8-45B0-A56C-B37D164BC057}" destId="{DF9BF957-4629-4CF2-A01C-82C20177DB20}" srcOrd="1" destOrd="0" presId="urn:microsoft.com/office/officeart/2008/layout/LinedList"/>
    <dgm:cxn modelId="{BAB49A54-E4CB-43EA-9213-4239F794CB70}" type="presParOf" srcId="{DF9BF957-4629-4CF2-A01C-82C20177DB20}" destId="{218D2A40-795E-417A-BCC0-99CB4BD25C26}" srcOrd="0" destOrd="0" presId="urn:microsoft.com/office/officeart/2008/layout/LinedList"/>
    <dgm:cxn modelId="{3EBA83E3-A450-4711-B66B-B1A5BCD3B5A6}" type="presParOf" srcId="{DF9BF957-4629-4CF2-A01C-82C20177DB20}" destId="{7AD644C5-4E0E-4E2A-A13A-A028ED5450BE}" srcOrd="1" destOrd="0" presId="urn:microsoft.com/office/officeart/2008/layout/LinedList"/>
    <dgm:cxn modelId="{A67A24AB-7912-40CC-8E4F-4567B9B9D587}" type="presParOf" srcId="{9A514A34-82A8-45B0-A56C-B37D164BC057}" destId="{13A74798-CA71-4501-B6C8-19504271D37B}" srcOrd="2" destOrd="0" presId="urn:microsoft.com/office/officeart/2008/layout/LinedList"/>
    <dgm:cxn modelId="{001F71AB-EECD-40EA-85C7-CC95B9AEA4A2}" type="presParOf" srcId="{9A514A34-82A8-45B0-A56C-B37D164BC057}" destId="{8AA9F978-0FA7-4A62-9F6D-7B6BA646E9D2}" srcOrd="3" destOrd="0" presId="urn:microsoft.com/office/officeart/2008/layout/LinedList"/>
    <dgm:cxn modelId="{771A5B79-6F5F-45A8-999B-CCE8A1D6B5AC}" type="presParOf" srcId="{8AA9F978-0FA7-4A62-9F6D-7B6BA646E9D2}" destId="{E1A8F534-4D6A-4464-8221-B7B299972B5C}" srcOrd="0" destOrd="0" presId="urn:microsoft.com/office/officeart/2008/layout/LinedList"/>
    <dgm:cxn modelId="{7FF5C38A-BACA-4C8C-AA0C-417325FD46EF}" type="presParOf" srcId="{8AA9F978-0FA7-4A62-9F6D-7B6BA646E9D2}" destId="{E3A42160-47B1-42D0-893B-915BF035A0CA}" srcOrd="1" destOrd="0" presId="urn:microsoft.com/office/officeart/2008/layout/LinedList"/>
    <dgm:cxn modelId="{681301A4-5146-494D-8430-1B78F9D9633E}" type="presParOf" srcId="{9A514A34-82A8-45B0-A56C-B37D164BC057}" destId="{FC0CDD32-4064-445A-A4C9-DA203704DC18}" srcOrd="4" destOrd="0" presId="urn:microsoft.com/office/officeart/2008/layout/LinedList"/>
    <dgm:cxn modelId="{B569EB88-E39C-4DF1-BC7B-9585F524FD59}" type="presParOf" srcId="{9A514A34-82A8-45B0-A56C-B37D164BC057}" destId="{9CEA76EF-D8D7-4989-A211-1463FEBC9A04}" srcOrd="5" destOrd="0" presId="urn:microsoft.com/office/officeart/2008/layout/LinedList"/>
    <dgm:cxn modelId="{18AA1472-D023-4BAA-99A0-D2BA9E603B89}" type="presParOf" srcId="{9CEA76EF-D8D7-4989-A211-1463FEBC9A04}" destId="{7F891868-ACA6-4CA1-9BF9-7BFE9291CF62}" srcOrd="0" destOrd="0" presId="urn:microsoft.com/office/officeart/2008/layout/LinedList"/>
    <dgm:cxn modelId="{ABDCDCF7-EC53-4DBB-BEB6-717DA4C0E28D}" type="presParOf" srcId="{9CEA76EF-D8D7-4989-A211-1463FEBC9A04}" destId="{82A16E7D-2CD0-41DC-847E-CB56E609F4DD}" srcOrd="1" destOrd="0" presId="urn:microsoft.com/office/officeart/2008/layout/LinedList"/>
    <dgm:cxn modelId="{7735B7F0-B085-4CDC-A9AE-3DC4CA151645}" type="presParOf" srcId="{9A514A34-82A8-45B0-A56C-B37D164BC057}" destId="{7C98E89B-5201-46F4-A80B-511BA800FEBA}" srcOrd="6" destOrd="0" presId="urn:microsoft.com/office/officeart/2008/layout/LinedList"/>
    <dgm:cxn modelId="{2F3BA1D5-43FB-4DA2-975A-D4080AF33CE9}" type="presParOf" srcId="{9A514A34-82A8-45B0-A56C-B37D164BC057}" destId="{EF8673DE-93E7-4CA7-A0DF-2DF747406D44}" srcOrd="7" destOrd="0" presId="urn:microsoft.com/office/officeart/2008/layout/LinedList"/>
    <dgm:cxn modelId="{675FE964-DC51-4827-B6F9-16D8C3D5EA3A}" type="presParOf" srcId="{EF8673DE-93E7-4CA7-A0DF-2DF747406D44}" destId="{720BFBC7-B162-40ED-B2BC-9001ACA27A72}" srcOrd="0" destOrd="0" presId="urn:microsoft.com/office/officeart/2008/layout/LinedList"/>
    <dgm:cxn modelId="{68175769-4508-4063-9727-839D790B4607}" type="presParOf" srcId="{EF8673DE-93E7-4CA7-A0DF-2DF747406D44}" destId="{9C30CC5F-5CF3-4F17-BCF2-29F2C1E3E9B2}" srcOrd="1" destOrd="0" presId="urn:microsoft.com/office/officeart/2008/layout/LinedList"/>
    <dgm:cxn modelId="{F0A05CD7-59B3-4E0A-8262-3E5293881C22}" type="presParOf" srcId="{9A514A34-82A8-45B0-A56C-B37D164BC057}" destId="{780C9C10-2844-4C5D-B1E5-24153ECA221F}" srcOrd="8" destOrd="0" presId="urn:microsoft.com/office/officeart/2008/layout/LinedList"/>
    <dgm:cxn modelId="{9E1D7363-1AFB-45C9-B8A2-289FFD65F805}" type="presParOf" srcId="{9A514A34-82A8-45B0-A56C-B37D164BC057}" destId="{8D280911-6DF9-4D75-8D4C-1A7E07504F64}" srcOrd="9" destOrd="0" presId="urn:microsoft.com/office/officeart/2008/layout/LinedList"/>
    <dgm:cxn modelId="{3DBBE93D-B269-457C-8582-719A866DA62E}" type="presParOf" srcId="{8D280911-6DF9-4D75-8D4C-1A7E07504F64}" destId="{4050A33A-C318-4F8C-8124-458FAAC5E4AB}" srcOrd="0" destOrd="0" presId="urn:microsoft.com/office/officeart/2008/layout/LinedList"/>
    <dgm:cxn modelId="{30A02602-41DD-4261-8527-4341DD5358D6}" type="presParOf" srcId="{8D280911-6DF9-4D75-8D4C-1A7E07504F64}" destId="{0F2DAE28-AA52-4E9F-9C73-3DDEC3E6AE7F}" srcOrd="1" destOrd="0" presId="urn:microsoft.com/office/officeart/2008/layout/LinedList"/>
    <dgm:cxn modelId="{A2B10B1E-662F-427F-B35C-176B9DEE5611}" type="presParOf" srcId="{9A514A34-82A8-45B0-A56C-B37D164BC057}" destId="{04FA6BFC-CB18-48C7-BB54-4EFEB88E4BB0}" srcOrd="10" destOrd="0" presId="urn:microsoft.com/office/officeart/2008/layout/LinedList"/>
    <dgm:cxn modelId="{43C8FCE5-22C6-45CC-95A8-696F1F8B8F6C}" type="presParOf" srcId="{9A514A34-82A8-45B0-A56C-B37D164BC057}" destId="{A4DFE535-D334-4057-9CCF-80EA7AB7AF6C}" srcOrd="11" destOrd="0" presId="urn:microsoft.com/office/officeart/2008/layout/LinedList"/>
    <dgm:cxn modelId="{00A9D8C6-B64F-4BB5-A55B-84588E9C1EB5}" type="presParOf" srcId="{A4DFE535-D334-4057-9CCF-80EA7AB7AF6C}" destId="{38B2961F-D107-4A2D-8DE1-F46E010585AD}" srcOrd="0" destOrd="0" presId="urn:microsoft.com/office/officeart/2008/layout/LinedList"/>
    <dgm:cxn modelId="{C4A7F357-88DC-4A9A-A53B-C882F9A45168}" type="presParOf" srcId="{A4DFE535-D334-4057-9CCF-80EA7AB7AF6C}" destId="{3E5AA76B-CFE8-4B5B-8244-96CA5DA0538F}" srcOrd="1" destOrd="0" presId="urn:microsoft.com/office/officeart/2008/layout/LinedList"/>
    <dgm:cxn modelId="{01DF490C-2BA7-42D4-B259-C3345AE4D2A4}" type="presParOf" srcId="{9A514A34-82A8-45B0-A56C-B37D164BC057}" destId="{6D9B08E3-D033-49C0-8BCC-28460FA51F1F}" srcOrd="12" destOrd="0" presId="urn:microsoft.com/office/officeart/2008/layout/LinedList"/>
    <dgm:cxn modelId="{78E6AC7E-B754-4BF8-AB63-038C7ACEF0CB}" type="presParOf" srcId="{9A514A34-82A8-45B0-A56C-B37D164BC057}" destId="{74BB2466-2522-489F-847E-55E5B8F574D5}" srcOrd="13" destOrd="0" presId="urn:microsoft.com/office/officeart/2008/layout/LinedList"/>
    <dgm:cxn modelId="{B4F36B23-72C2-45DF-8E07-B20565AED078}" type="presParOf" srcId="{74BB2466-2522-489F-847E-55E5B8F574D5}" destId="{F78D0D2F-6FD7-473E-98FD-6933E4654333}" srcOrd="0" destOrd="0" presId="urn:microsoft.com/office/officeart/2008/layout/LinedList"/>
    <dgm:cxn modelId="{4B883AD5-E51D-4540-954A-B53A3FF47270}" type="presParOf" srcId="{74BB2466-2522-489F-847E-55E5B8F574D5}" destId="{837B246C-8F24-4245-B23E-F941AFCC25FE}" srcOrd="1" destOrd="0" presId="urn:microsoft.com/office/officeart/2008/layout/LinedList"/>
    <dgm:cxn modelId="{2441D3DE-C8EF-4023-A60F-1D7AAAABE73F}" type="presParOf" srcId="{9A514A34-82A8-45B0-A56C-B37D164BC057}" destId="{94FEC953-65FD-47B2-83C9-7C163BF56997}" srcOrd="14" destOrd="0" presId="urn:microsoft.com/office/officeart/2008/layout/LinedList"/>
    <dgm:cxn modelId="{466B4E1F-D84E-487C-BC17-DA9978BF4F9D}" type="presParOf" srcId="{9A514A34-82A8-45B0-A56C-B37D164BC057}" destId="{94C588DF-D51B-49A0-AA26-0D7E8DDD058F}" srcOrd="15" destOrd="0" presId="urn:microsoft.com/office/officeart/2008/layout/LinedList"/>
    <dgm:cxn modelId="{61EEF1EA-9BE8-4FE0-BC44-F245A55754A3}" type="presParOf" srcId="{94C588DF-D51B-49A0-AA26-0D7E8DDD058F}" destId="{8EA084C9-0C94-483B-802C-03E97262B113}" srcOrd="0" destOrd="0" presId="urn:microsoft.com/office/officeart/2008/layout/LinedList"/>
    <dgm:cxn modelId="{2B861D8F-F4BA-4896-A1CF-F22815AA457C}" type="presParOf" srcId="{94C588DF-D51B-49A0-AA26-0D7E8DDD058F}" destId="{4DC7B265-AE29-4D7D-B2E9-17937EA0469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C3CD233-EE43-4759-98F4-AD24C7F2BC73}"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52AAD3F3-2931-4E6E-ADCA-4FBF6E487A49}">
      <dgm:prSet custT="1"/>
      <dgm:spPr/>
      <dgm:t>
        <a:bodyPr/>
        <a:lstStyle/>
        <a:p>
          <a:r>
            <a:rPr lang="en-US" sz="1800" dirty="0"/>
            <a:t>Unfortunately, it is no longer possible to accurately demonstrate the performance improvement of the fast inverse square root algorithm compared to the ‘built-in’ methods because since the introduction of machines with the x86 instruction set, processors have a dedicated inverse square root method which is more accurate and faster than the fast method described here.</a:t>
          </a:r>
        </a:p>
      </dgm:t>
    </dgm:pt>
    <dgm:pt modelId="{78920023-EADD-4D25-B98C-6FE918E473FC}" type="parTrans" cxnId="{3E80817D-7161-4BF9-B040-5687847E2951}">
      <dgm:prSet/>
      <dgm:spPr/>
      <dgm:t>
        <a:bodyPr/>
        <a:lstStyle/>
        <a:p>
          <a:endParaRPr lang="en-US" sz="1800"/>
        </a:p>
      </dgm:t>
    </dgm:pt>
    <dgm:pt modelId="{C7EA15CC-38E1-4635-9747-5C64307F2B8D}" type="sibTrans" cxnId="{3E80817D-7161-4BF9-B040-5687847E2951}">
      <dgm:prSet/>
      <dgm:spPr/>
      <dgm:t>
        <a:bodyPr/>
        <a:lstStyle/>
        <a:p>
          <a:endParaRPr lang="en-US" sz="1800"/>
        </a:p>
      </dgm:t>
    </dgm:pt>
    <dgm:pt modelId="{663A52FD-20AD-4DD8-A3FD-3C35DAAA9ECB}">
      <dgm:prSet custT="1"/>
      <dgm:spPr/>
      <dgm:t>
        <a:bodyPr/>
        <a:lstStyle/>
        <a:p>
          <a:r>
            <a:rPr lang="en-US" sz="1800" dirty="0"/>
            <a:t>An article published by Elan Ruskin in 2009 compared the performance of several square root operations, including the fast inverse square root algorithm. The x87 FPU instruction set, which is what was available when the fast inverse square root algorithm was devised, takes approximately 5-6 times as long to compute compared to the fast inverse square root method. In the same article, the inverse square root calculated with an x86 instruction set was able to execute in 1/4</a:t>
          </a:r>
          <a:r>
            <a:rPr lang="en-US" sz="1800" baseline="30000" dirty="0"/>
            <a:t>th</a:t>
          </a:r>
          <a:r>
            <a:rPr lang="en-US" sz="1800" dirty="0"/>
            <a:t> the time required for the fast inverse square root algorithm and is roughly 10x more accurate. </a:t>
          </a:r>
        </a:p>
      </dgm:t>
    </dgm:pt>
    <dgm:pt modelId="{FC06834D-1F70-4BC9-AE82-218365453094}" type="parTrans" cxnId="{1ED5B894-4193-4954-AD5D-AC0D344CF9D1}">
      <dgm:prSet/>
      <dgm:spPr/>
      <dgm:t>
        <a:bodyPr/>
        <a:lstStyle/>
        <a:p>
          <a:endParaRPr lang="en-US" sz="1800"/>
        </a:p>
      </dgm:t>
    </dgm:pt>
    <dgm:pt modelId="{212DC0F8-47E4-4A30-97C7-602B8F62F3AF}" type="sibTrans" cxnId="{1ED5B894-4193-4954-AD5D-AC0D344CF9D1}">
      <dgm:prSet/>
      <dgm:spPr/>
      <dgm:t>
        <a:bodyPr/>
        <a:lstStyle/>
        <a:p>
          <a:endParaRPr lang="en-US" sz="1800"/>
        </a:p>
      </dgm:t>
    </dgm:pt>
    <dgm:pt modelId="{A2D5A167-9D22-46BD-AB74-00D48CB64EBC}" type="pres">
      <dgm:prSet presAssocID="{6C3CD233-EE43-4759-98F4-AD24C7F2BC73}" presName="vert0" presStyleCnt="0">
        <dgm:presLayoutVars>
          <dgm:dir/>
          <dgm:animOne val="branch"/>
          <dgm:animLvl val="lvl"/>
        </dgm:presLayoutVars>
      </dgm:prSet>
      <dgm:spPr/>
    </dgm:pt>
    <dgm:pt modelId="{4E625053-EBA9-4D3A-A568-96A8F0D6309C}" type="pres">
      <dgm:prSet presAssocID="{52AAD3F3-2931-4E6E-ADCA-4FBF6E487A49}" presName="thickLine" presStyleLbl="alignNode1" presStyleIdx="0" presStyleCnt="2"/>
      <dgm:spPr/>
    </dgm:pt>
    <dgm:pt modelId="{FF998A84-2BE3-4095-97FA-1F46297A4AA9}" type="pres">
      <dgm:prSet presAssocID="{52AAD3F3-2931-4E6E-ADCA-4FBF6E487A49}" presName="horz1" presStyleCnt="0"/>
      <dgm:spPr/>
    </dgm:pt>
    <dgm:pt modelId="{87409910-29EF-4CCE-814C-F9BE80EA11B9}" type="pres">
      <dgm:prSet presAssocID="{52AAD3F3-2931-4E6E-ADCA-4FBF6E487A49}" presName="tx1" presStyleLbl="revTx" presStyleIdx="0" presStyleCnt="2" custScaleY="60100"/>
      <dgm:spPr/>
    </dgm:pt>
    <dgm:pt modelId="{40ED881E-CB4B-4426-9A8B-1545175773AA}" type="pres">
      <dgm:prSet presAssocID="{52AAD3F3-2931-4E6E-ADCA-4FBF6E487A49}" presName="vert1" presStyleCnt="0"/>
      <dgm:spPr/>
    </dgm:pt>
    <dgm:pt modelId="{A9A44D49-CD28-415A-97B5-A5EDC09ECCFF}" type="pres">
      <dgm:prSet presAssocID="{663A52FD-20AD-4DD8-A3FD-3C35DAAA9ECB}" presName="thickLine" presStyleLbl="alignNode1" presStyleIdx="1" presStyleCnt="2"/>
      <dgm:spPr/>
    </dgm:pt>
    <dgm:pt modelId="{61D5E5BC-5ECC-45FA-A0CD-878F3CF05D17}" type="pres">
      <dgm:prSet presAssocID="{663A52FD-20AD-4DD8-A3FD-3C35DAAA9ECB}" presName="horz1" presStyleCnt="0"/>
      <dgm:spPr/>
    </dgm:pt>
    <dgm:pt modelId="{5DFE8B36-F494-4E5F-82AE-335493A6D02D}" type="pres">
      <dgm:prSet presAssocID="{663A52FD-20AD-4DD8-A3FD-3C35DAAA9ECB}" presName="tx1" presStyleLbl="revTx" presStyleIdx="1" presStyleCnt="2"/>
      <dgm:spPr/>
    </dgm:pt>
    <dgm:pt modelId="{0BC5ED57-3A76-432D-B220-AAC7847E4744}" type="pres">
      <dgm:prSet presAssocID="{663A52FD-20AD-4DD8-A3FD-3C35DAAA9ECB}" presName="vert1" presStyleCnt="0"/>
      <dgm:spPr/>
    </dgm:pt>
  </dgm:ptLst>
  <dgm:cxnLst>
    <dgm:cxn modelId="{2359D12B-698C-41BC-AFBB-172CA604BC27}" type="presOf" srcId="{663A52FD-20AD-4DD8-A3FD-3C35DAAA9ECB}" destId="{5DFE8B36-F494-4E5F-82AE-335493A6D02D}" srcOrd="0" destOrd="0" presId="urn:microsoft.com/office/officeart/2008/layout/LinedList"/>
    <dgm:cxn modelId="{3E80817D-7161-4BF9-B040-5687847E2951}" srcId="{6C3CD233-EE43-4759-98F4-AD24C7F2BC73}" destId="{52AAD3F3-2931-4E6E-ADCA-4FBF6E487A49}" srcOrd="0" destOrd="0" parTransId="{78920023-EADD-4D25-B98C-6FE918E473FC}" sibTransId="{C7EA15CC-38E1-4635-9747-5C64307F2B8D}"/>
    <dgm:cxn modelId="{73110687-303E-441D-B9DF-530C798404F2}" type="presOf" srcId="{52AAD3F3-2931-4E6E-ADCA-4FBF6E487A49}" destId="{87409910-29EF-4CCE-814C-F9BE80EA11B9}" srcOrd="0" destOrd="0" presId="urn:microsoft.com/office/officeart/2008/layout/LinedList"/>
    <dgm:cxn modelId="{1ED5B894-4193-4954-AD5D-AC0D344CF9D1}" srcId="{6C3CD233-EE43-4759-98F4-AD24C7F2BC73}" destId="{663A52FD-20AD-4DD8-A3FD-3C35DAAA9ECB}" srcOrd="1" destOrd="0" parTransId="{FC06834D-1F70-4BC9-AE82-218365453094}" sibTransId="{212DC0F8-47E4-4A30-97C7-602B8F62F3AF}"/>
    <dgm:cxn modelId="{3E0B33B5-8D06-4C5F-B1AD-F4AC3248E310}" type="presOf" srcId="{6C3CD233-EE43-4759-98F4-AD24C7F2BC73}" destId="{A2D5A167-9D22-46BD-AB74-00D48CB64EBC}" srcOrd="0" destOrd="0" presId="urn:microsoft.com/office/officeart/2008/layout/LinedList"/>
    <dgm:cxn modelId="{173012AA-4315-4E43-B6E3-D33D029E7666}" type="presParOf" srcId="{A2D5A167-9D22-46BD-AB74-00D48CB64EBC}" destId="{4E625053-EBA9-4D3A-A568-96A8F0D6309C}" srcOrd="0" destOrd="0" presId="urn:microsoft.com/office/officeart/2008/layout/LinedList"/>
    <dgm:cxn modelId="{BD12E9EE-C626-4681-8946-DA16EDD1834C}" type="presParOf" srcId="{A2D5A167-9D22-46BD-AB74-00D48CB64EBC}" destId="{FF998A84-2BE3-4095-97FA-1F46297A4AA9}" srcOrd="1" destOrd="0" presId="urn:microsoft.com/office/officeart/2008/layout/LinedList"/>
    <dgm:cxn modelId="{15FB347F-8A5A-4DF1-BAD2-D86B4C893117}" type="presParOf" srcId="{FF998A84-2BE3-4095-97FA-1F46297A4AA9}" destId="{87409910-29EF-4CCE-814C-F9BE80EA11B9}" srcOrd="0" destOrd="0" presId="urn:microsoft.com/office/officeart/2008/layout/LinedList"/>
    <dgm:cxn modelId="{B0766B3E-0DD1-4956-820C-FCA8E865F90A}" type="presParOf" srcId="{FF998A84-2BE3-4095-97FA-1F46297A4AA9}" destId="{40ED881E-CB4B-4426-9A8B-1545175773AA}" srcOrd="1" destOrd="0" presId="urn:microsoft.com/office/officeart/2008/layout/LinedList"/>
    <dgm:cxn modelId="{3437DDCC-FA08-4793-BC64-903BC7FDBE84}" type="presParOf" srcId="{A2D5A167-9D22-46BD-AB74-00D48CB64EBC}" destId="{A9A44D49-CD28-415A-97B5-A5EDC09ECCFF}" srcOrd="2" destOrd="0" presId="urn:microsoft.com/office/officeart/2008/layout/LinedList"/>
    <dgm:cxn modelId="{457C3B32-1A7A-4EFB-B839-1BF410583D03}" type="presParOf" srcId="{A2D5A167-9D22-46BD-AB74-00D48CB64EBC}" destId="{61D5E5BC-5ECC-45FA-A0CD-878F3CF05D17}" srcOrd="3" destOrd="0" presId="urn:microsoft.com/office/officeart/2008/layout/LinedList"/>
    <dgm:cxn modelId="{9F33D84A-7333-4011-BDD6-020C0502F3A3}" type="presParOf" srcId="{61D5E5BC-5ECC-45FA-A0CD-878F3CF05D17}" destId="{5DFE8B36-F494-4E5F-82AE-335493A6D02D}" srcOrd="0" destOrd="0" presId="urn:microsoft.com/office/officeart/2008/layout/LinedList"/>
    <dgm:cxn modelId="{16DBDBD7-AC78-41E2-B9CE-097522BCE42A}" type="presParOf" srcId="{61D5E5BC-5ECC-45FA-A0CD-878F3CF05D17}" destId="{0BC5ED57-3A76-432D-B220-AAC7847E474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4D199F-B3D4-4508-A9E0-B8D0199AC1F9}">
      <dsp:nvSpPr>
        <dsp:cNvPr id="0" name=""/>
        <dsp:cNvSpPr/>
      </dsp:nvSpPr>
      <dsp:spPr>
        <a:xfrm>
          <a:off x="0" y="0"/>
          <a:ext cx="6492875" cy="0"/>
        </a:xfrm>
        <a:prstGeom prst="line">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8D2A40-795E-417A-BCC0-99CB4BD25C26}">
      <dsp:nvSpPr>
        <dsp:cNvPr id="0" name=""/>
        <dsp:cNvSpPr/>
      </dsp:nvSpPr>
      <dsp:spPr>
        <a:xfrm>
          <a:off x="0" y="0"/>
          <a:ext cx="6492875" cy="638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Introduction</a:t>
          </a:r>
        </a:p>
      </dsp:txBody>
      <dsp:txXfrm>
        <a:off x="0" y="0"/>
        <a:ext cx="6492875" cy="638175"/>
      </dsp:txXfrm>
    </dsp:sp>
    <dsp:sp modelId="{13A74798-CA71-4501-B6C8-19504271D37B}">
      <dsp:nvSpPr>
        <dsp:cNvPr id="0" name=""/>
        <dsp:cNvSpPr/>
      </dsp:nvSpPr>
      <dsp:spPr>
        <a:xfrm>
          <a:off x="0" y="638175"/>
          <a:ext cx="6492875" cy="0"/>
        </a:xfrm>
        <a:prstGeom prst="line">
          <a:avLst/>
        </a:prstGeom>
        <a:solidFill>
          <a:schemeClr val="accent2">
            <a:hueOff val="212819"/>
            <a:satOff val="-6832"/>
            <a:lumOff val="1232"/>
            <a:alphaOff val="0"/>
          </a:schemeClr>
        </a:solidFill>
        <a:ln w="15875" cap="rnd" cmpd="sng" algn="ctr">
          <a:solidFill>
            <a:schemeClr val="accent2">
              <a:hueOff val="212819"/>
              <a:satOff val="-6832"/>
              <a:lumOff val="123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A8F534-4D6A-4464-8221-B7B299972B5C}">
      <dsp:nvSpPr>
        <dsp:cNvPr id="0" name=""/>
        <dsp:cNvSpPr/>
      </dsp:nvSpPr>
      <dsp:spPr>
        <a:xfrm>
          <a:off x="0" y="638175"/>
          <a:ext cx="6492875" cy="638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Motivation</a:t>
          </a:r>
        </a:p>
      </dsp:txBody>
      <dsp:txXfrm>
        <a:off x="0" y="638175"/>
        <a:ext cx="6492875" cy="638175"/>
      </dsp:txXfrm>
    </dsp:sp>
    <dsp:sp modelId="{FC0CDD32-4064-445A-A4C9-DA203704DC18}">
      <dsp:nvSpPr>
        <dsp:cNvPr id="0" name=""/>
        <dsp:cNvSpPr/>
      </dsp:nvSpPr>
      <dsp:spPr>
        <a:xfrm>
          <a:off x="0" y="1276350"/>
          <a:ext cx="6492875" cy="0"/>
        </a:xfrm>
        <a:prstGeom prst="line">
          <a:avLst/>
        </a:prstGeom>
        <a:solidFill>
          <a:schemeClr val="accent2">
            <a:hueOff val="425637"/>
            <a:satOff val="-13664"/>
            <a:lumOff val="2465"/>
            <a:alphaOff val="0"/>
          </a:schemeClr>
        </a:solidFill>
        <a:ln w="15875" cap="rnd" cmpd="sng" algn="ctr">
          <a:solidFill>
            <a:schemeClr val="accent2">
              <a:hueOff val="425637"/>
              <a:satOff val="-13664"/>
              <a:lumOff val="246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F891868-ACA6-4CA1-9BF9-7BFE9291CF62}">
      <dsp:nvSpPr>
        <dsp:cNvPr id="0" name=""/>
        <dsp:cNvSpPr/>
      </dsp:nvSpPr>
      <dsp:spPr>
        <a:xfrm>
          <a:off x="0" y="1276350"/>
          <a:ext cx="6492875" cy="638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The Code</a:t>
          </a:r>
        </a:p>
      </dsp:txBody>
      <dsp:txXfrm>
        <a:off x="0" y="1276350"/>
        <a:ext cx="6492875" cy="638175"/>
      </dsp:txXfrm>
    </dsp:sp>
    <dsp:sp modelId="{7C98E89B-5201-46F4-A80B-511BA800FEBA}">
      <dsp:nvSpPr>
        <dsp:cNvPr id="0" name=""/>
        <dsp:cNvSpPr/>
      </dsp:nvSpPr>
      <dsp:spPr>
        <a:xfrm>
          <a:off x="0" y="1914524"/>
          <a:ext cx="6492875" cy="0"/>
        </a:xfrm>
        <a:prstGeom prst="line">
          <a:avLst/>
        </a:prstGeom>
        <a:solidFill>
          <a:schemeClr val="accent2">
            <a:hueOff val="638456"/>
            <a:satOff val="-20496"/>
            <a:lumOff val="3697"/>
            <a:alphaOff val="0"/>
          </a:schemeClr>
        </a:solidFill>
        <a:ln w="15875" cap="rnd" cmpd="sng" algn="ctr">
          <a:solidFill>
            <a:schemeClr val="accent2">
              <a:hueOff val="638456"/>
              <a:satOff val="-20496"/>
              <a:lumOff val="369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20BFBC7-B162-40ED-B2BC-9001ACA27A72}">
      <dsp:nvSpPr>
        <dsp:cNvPr id="0" name=""/>
        <dsp:cNvSpPr/>
      </dsp:nvSpPr>
      <dsp:spPr>
        <a:xfrm>
          <a:off x="0" y="1914525"/>
          <a:ext cx="6492875" cy="638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Evil Bit Hack</a:t>
          </a:r>
        </a:p>
      </dsp:txBody>
      <dsp:txXfrm>
        <a:off x="0" y="1914525"/>
        <a:ext cx="6492875" cy="638175"/>
      </dsp:txXfrm>
    </dsp:sp>
    <dsp:sp modelId="{780C9C10-2844-4C5D-B1E5-24153ECA221F}">
      <dsp:nvSpPr>
        <dsp:cNvPr id="0" name=""/>
        <dsp:cNvSpPr/>
      </dsp:nvSpPr>
      <dsp:spPr>
        <a:xfrm>
          <a:off x="0" y="2552700"/>
          <a:ext cx="6492875" cy="0"/>
        </a:xfrm>
        <a:prstGeom prst="line">
          <a:avLst/>
        </a:prstGeom>
        <a:solidFill>
          <a:schemeClr val="accent2">
            <a:hueOff val="851275"/>
            <a:satOff val="-27327"/>
            <a:lumOff val="4929"/>
            <a:alphaOff val="0"/>
          </a:schemeClr>
        </a:solidFill>
        <a:ln w="15875" cap="rnd" cmpd="sng" algn="ctr">
          <a:solidFill>
            <a:schemeClr val="accent2">
              <a:hueOff val="851275"/>
              <a:satOff val="-27327"/>
              <a:lumOff val="492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050A33A-C318-4F8C-8124-458FAAC5E4AB}">
      <dsp:nvSpPr>
        <dsp:cNvPr id="0" name=""/>
        <dsp:cNvSpPr/>
      </dsp:nvSpPr>
      <dsp:spPr>
        <a:xfrm>
          <a:off x="0" y="2552700"/>
          <a:ext cx="6492875" cy="638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W.T.F.</a:t>
          </a:r>
        </a:p>
      </dsp:txBody>
      <dsp:txXfrm>
        <a:off x="0" y="2552700"/>
        <a:ext cx="6492875" cy="638175"/>
      </dsp:txXfrm>
    </dsp:sp>
    <dsp:sp modelId="{04FA6BFC-CB18-48C7-BB54-4EFEB88E4BB0}">
      <dsp:nvSpPr>
        <dsp:cNvPr id="0" name=""/>
        <dsp:cNvSpPr/>
      </dsp:nvSpPr>
      <dsp:spPr>
        <a:xfrm>
          <a:off x="0" y="3190874"/>
          <a:ext cx="6492875" cy="0"/>
        </a:xfrm>
        <a:prstGeom prst="line">
          <a:avLst/>
        </a:prstGeom>
        <a:solidFill>
          <a:schemeClr val="accent2">
            <a:hueOff val="1064094"/>
            <a:satOff val="-34159"/>
            <a:lumOff val="6161"/>
            <a:alphaOff val="0"/>
          </a:schemeClr>
        </a:solidFill>
        <a:ln w="15875" cap="rnd" cmpd="sng" algn="ctr">
          <a:solidFill>
            <a:schemeClr val="accent2">
              <a:hueOff val="1064094"/>
              <a:satOff val="-34159"/>
              <a:lumOff val="616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B2961F-D107-4A2D-8DE1-F46E010585AD}">
      <dsp:nvSpPr>
        <dsp:cNvPr id="0" name=""/>
        <dsp:cNvSpPr/>
      </dsp:nvSpPr>
      <dsp:spPr>
        <a:xfrm>
          <a:off x="0" y="3190875"/>
          <a:ext cx="6492875" cy="638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Newton’s Method</a:t>
          </a:r>
        </a:p>
      </dsp:txBody>
      <dsp:txXfrm>
        <a:off x="0" y="3190875"/>
        <a:ext cx="6492875" cy="638175"/>
      </dsp:txXfrm>
    </dsp:sp>
    <dsp:sp modelId="{6D9B08E3-D033-49C0-8BCC-28460FA51F1F}">
      <dsp:nvSpPr>
        <dsp:cNvPr id="0" name=""/>
        <dsp:cNvSpPr/>
      </dsp:nvSpPr>
      <dsp:spPr>
        <a:xfrm>
          <a:off x="0" y="3829050"/>
          <a:ext cx="6492875" cy="0"/>
        </a:xfrm>
        <a:prstGeom prst="line">
          <a:avLst/>
        </a:prstGeom>
        <a:solidFill>
          <a:schemeClr val="accent2">
            <a:hueOff val="1276912"/>
            <a:satOff val="-40991"/>
            <a:lumOff val="7394"/>
            <a:alphaOff val="0"/>
          </a:schemeClr>
        </a:solidFill>
        <a:ln w="15875" cap="rnd" cmpd="sng" algn="ctr">
          <a:solidFill>
            <a:schemeClr val="accent2">
              <a:hueOff val="1276912"/>
              <a:satOff val="-40991"/>
              <a:lumOff val="739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78D0D2F-6FD7-473E-98FD-6933E4654333}">
      <dsp:nvSpPr>
        <dsp:cNvPr id="0" name=""/>
        <dsp:cNvSpPr/>
      </dsp:nvSpPr>
      <dsp:spPr>
        <a:xfrm>
          <a:off x="0" y="3829050"/>
          <a:ext cx="6492875" cy="638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Benefits</a:t>
          </a:r>
        </a:p>
      </dsp:txBody>
      <dsp:txXfrm>
        <a:off x="0" y="3829050"/>
        <a:ext cx="6492875" cy="638175"/>
      </dsp:txXfrm>
    </dsp:sp>
    <dsp:sp modelId="{94FEC953-65FD-47B2-83C9-7C163BF56997}">
      <dsp:nvSpPr>
        <dsp:cNvPr id="0" name=""/>
        <dsp:cNvSpPr/>
      </dsp:nvSpPr>
      <dsp:spPr>
        <a:xfrm>
          <a:off x="0" y="4467225"/>
          <a:ext cx="6492875" cy="0"/>
        </a:xfrm>
        <a:prstGeom prst="line">
          <a:avLst/>
        </a:prstGeom>
        <a:solidFill>
          <a:schemeClr val="accent2">
            <a:hueOff val="1489731"/>
            <a:satOff val="-47823"/>
            <a:lumOff val="8626"/>
            <a:alphaOff val="0"/>
          </a:schemeClr>
        </a:solidFill>
        <a:ln w="15875" cap="rnd" cmpd="sng" algn="ctr">
          <a:solidFill>
            <a:schemeClr val="accent2">
              <a:hueOff val="1489731"/>
              <a:satOff val="-47823"/>
              <a:lumOff val="862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EA084C9-0C94-483B-802C-03E97262B113}">
      <dsp:nvSpPr>
        <dsp:cNvPr id="0" name=""/>
        <dsp:cNvSpPr/>
      </dsp:nvSpPr>
      <dsp:spPr>
        <a:xfrm>
          <a:off x="0" y="4467225"/>
          <a:ext cx="6492875" cy="638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Conclusion</a:t>
          </a:r>
        </a:p>
      </dsp:txBody>
      <dsp:txXfrm>
        <a:off x="0" y="4467225"/>
        <a:ext cx="6492875" cy="6381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625053-EBA9-4D3A-A568-96A8F0D6309C}">
      <dsp:nvSpPr>
        <dsp:cNvPr id="0" name=""/>
        <dsp:cNvSpPr/>
      </dsp:nvSpPr>
      <dsp:spPr>
        <a:xfrm>
          <a:off x="0" y="2896"/>
          <a:ext cx="6492875" cy="0"/>
        </a:xfrm>
        <a:prstGeom prst="line">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409910-29EF-4CCE-814C-F9BE80EA11B9}">
      <dsp:nvSpPr>
        <dsp:cNvPr id="0" name=""/>
        <dsp:cNvSpPr/>
      </dsp:nvSpPr>
      <dsp:spPr>
        <a:xfrm>
          <a:off x="0" y="2896"/>
          <a:ext cx="6492875" cy="23148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Unfortunately, it is no longer possible to accurately demonstrate the performance improvement of the fast inverse square root algorithm compared to the ‘built-in’ methods because since the introduction of machines with the x86 instruction set, processors have a dedicated inverse square root method which is more accurate and faster than the fast method described here.</a:t>
          </a:r>
        </a:p>
      </dsp:txBody>
      <dsp:txXfrm>
        <a:off x="0" y="2896"/>
        <a:ext cx="6492875" cy="2314810"/>
      </dsp:txXfrm>
    </dsp:sp>
    <dsp:sp modelId="{A9A44D49-CD28-415A-97B5-A5EDC09ECCFF}">
      <dsp:nvSpPr>
        <dsp:cNvPr id="0" name=""/>
        <dsp:cNvSpPr/>
      </dsp:nvSpPr>
      <dsp:spPr>
        <a:xfrm>
          <a:off x="0" y="2317706"/>
          <a:ext cx="6492875" cy="0"/>
        </a:xfrm>
        <a:prstGeom prst="line">
          <a:avLst/>
        </a:prstGeom>
        <a:solidFill>
          <a:schemeClr val="accent2">
            <a:hueOff val="1489731"/>
            <a:satOff val="-47823"/>
            <a:lumOff val="8626"/>
            <a:alphaOff val="0"/>
          </a:schemeClr>
        </a:solidFill>
        <a:ln w="15875" cap="rnd" cmpd="sng" algn="ctr">
          <a:solidFill>
            <a:schemeClr val="accent2">
              <a:hueOff val="1489731"/>
              <a:satOff val="-47823"/>
              <a:lumOff val="862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DFE8B36-F494-4E5F-82AE-335493A6D02D}">
      <dsp:nvSpPr>
        <dsp:cNvPr id="0" name=""/>
        <dsp:cNvSpPr/>
      </dsp:nvSpPr>
      <dsp:spPr>
        <a:xfrm>
          <a:off x="0" y="2317706"/>
          <a:ext cx="6492875" cy="38515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An article published by Elan Ruskin in 2009 compared the performance of several square root operations, including the fast inverse square root algorithm. The x87 FPU instruction set, which is what was available when the fast inverse square root algorithm was devised, takes approximately 5-6 times as long to compute compared to the fast inverse square root method. In the same article, the inverse square root calculated with an x86 instruction set was able to execute in 1/4</a:t>
          </a:r>
          <a:r>
            <a:rPr lang="en-US" sz="1800" kern="1200" baseline="30000" dirty="0"/>
            <a:t>th</a:t>
          </a:r>
          <a:r>
            <a:rPr lang="en-US" sz="1800" kern="1200" dirty="0"/>
            <a:t> the time required for the fast inverse square root algorithm and is roughly 10x more accurate. </a:t>
          </a:r>
        </a:p>
      </dsp:txBody>
      <dsp:txXfrm>
        <a:off x="0" y="2317706"/>
        <a:ext cx="6492875" cy="385159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341B595-366B-43E2-A22E-EA6A78C03F06}" type="datetimeFigureOut">
              <a:rPr lang="en-US" smtClean="0"/>
              <a:t>12/5/2023</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4106755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lvl1pPr>
              <a:buClr>
                <a:schemeClr val="accent1">
                  <a:lumMod val="75000"/>
                </a:schemeClr>
              </a:buClr>
              <a:defRPr/>
            </a:lvl1pPr>
            <a:lvl2pPr>
              <a:buClr>
                <a:schemeClr val="accent1">
                  <a:lumMod val="75000"/>
                </a:schemeClr>
              </a:buClr>
              <a:defRPr/>
            </a:lvl2pPr>
            <a:lvl3pPr>
              <a:buClr>
                <a:schemeClr val="accent1">
                  <a:lumMod val="75000"/>
                </a:schemeClr>
              </a:buClr>
              <a:defRPr/>
            </a:lvl3pPr>
            <a:lvl4pPr>
              <a:buClr>
                <a:schemeClr val="accent1">
                  <a:lumMod val="75000"/>
                </a:schemeClr>
              </a:buClr>
              <a:defRPr/>
            </a:lvl4pPr>
            <a:lvl5pPr>
              <a:buClr>
                <a:schemeClr val="accent1">
                  <a:lumMod val="75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41B595-366B-43E2-A22E-EA6A78C03F06}" type="datetimeFigureOut">
              <a:rPr lang="en-US" smtClean="0"/>
              <a:t>12/5/2023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3483929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41B595-366B-43E2-A22E-EA6A78C03F06}" type="datetimeFigureOut">
              <a:rPr lang="en-US" smtClean="0"/>
              <a:t>12/5/2023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3152044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341B595-366B-43E2-A22E-EA6A78C03F06}" type="datetimeFigureOut">
              <a:rPr lang="en-US" smtClean="0"/>
              <a:t>12/5/2023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4255801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41B595-366B-43E2-A22E-EA6A78C03F06}" type="datetimeFigureOut">
              <a:rPr lang="en-US" smtClean="0"/>
              <a:t>12/5/2023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2360967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41B595-366B-43E2-A22E-EA6A78C03F06}" type="datetimeFigureOut">
              <a:rPr lang="en-US" smtClean="0"/>
              <a:t>12/5/2023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181162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41B595-366B-43E2-A22E-EA6A78C03F06}" type="datetimeFigureOut">
              <a:rPr lang="en-US" smtClean="0"/>
              <a:t>12/5/2023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1693996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41B595-366B-43E2-A22E-EA6A78C03F06}" type="datetimeFigureOut">
              <a:rPr lang="en-US" smtClean="0"/>
              <a:t>12/5/2023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881363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41B595-366B-43E2-A22E-EA6A78C03F06}" type="datetimeFigureOut">
              <a:rPr lang="en-US" smtClean="0"/>
              <a:t>12/5/2023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2189850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41B595-366B-43E2-A22E-EA6A78C03F06}" type="datetimeFigureOut">
              <a:rPr lang="en-US" smtClean="0"/>
              <a:t>12/5/2023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1130161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41B595-366B-43E2-A22E-EA6A78C03F06}" type="datetimeFigureOut">
              <a:rPr lang="en-US" smtClean="0"/>
              <a:t>12/5/2023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4030657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41B595-366B-43E2-A22E-EA6A78C03F06}" type="datetimeFigureOut">
              <a:rPr lang="en-US" smtClean="0"/>
              <a:t>12/5/2023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22434912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41B595-366B-43E2-A22E-EA6A78C03F06}" type="datetimeFigureOut">
              <a:rPr lang="en-US" smtClean="0"/>
              <a:t>12/5/2023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1005004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41B595-366B-43E2-A22E-EA6A78C03F06}" type="datetimeFigureOut">
              <a:rPr lang="en-US" smtClean="0"/>
              <a:t>12/5/2023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5486175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41B595-366B-43E2-A22E-EA6A78C03F06}" type="datetimeFigureOut">
              <a:rPr lang="en-US" smtClean="0"/>
              <a:t>12/5/2023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23845744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41B595-366B-43E2-A22E-EA6A78C03F06}" type="datetimeFigureOut">
              <a:rPr lang="en-US" smtClean="0"/>
              <a:t>12/5/2023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17769773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41B595-366B-43E2-A22E-EA6A78C03F06}" type="datetimeFigureOut">
              <a:rPr lang="en-US" smtClean="0"/>
              <a:t>12/5/2023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607704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341B595-366B-43E2-A22E-EA6A78C03F06}" type="datetimeFigureOut">
              <a:rPr lang="en-US" smtClean="0"/>
              <a:t>12/5/2023</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BA915EE-10CB-4CF1-8569-6154455DA573}" type="slidenum">
              <a:rPr lang="en-US" smtClean="0"/>
              <a:t>‹#›</a:t>
            </a:fld>
            <a:endParaRPr lang="en-US" dirty="0"/>
          </a:p>
        </p:txBody>
      </p:sp>
    </p:spTree>
    <p:extLst>
      <p:ext uri="{BB962C8B-B14F-4D97-AF65-F5344CB8AC3E}">
        <p14:creationId xmlns:p14="http://schemas.microsoft.com/office/powerpoint/2010/main" val="2354116734"/>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 id="2147483806" r:id="rId12"/>
    <p:sldLayoutId id="2147483807" r:id="rId13"/>
    <p:sldLayoutId id="2147483808" r:id="rId14"/>
    <p:sldLayoutId id="2147483809" r:id="rId15"/>
    <p:sldLayoutId id="2147483810" r:id="rId16"/>
    <p:sldLayoutId id="2147483811"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doi.org/10.1109%2F38.595279" TargetMode="External"/><Relationship Id="rId7" Type="http://schemas.openxmlformats.org/officeDocument/2006/relationships/hyperlink" Target="http://assemblyrequired.crashworks.org/timing-square-root/" TargetMode="External"/><Relationship Id="rId2" Type="http://schemas.openxmlformats.org/officeDocument/2006/relationships/hyperlink" Target="https://en.wikipedia.org/wiki/Doi_(identifier)" TargetMode="External"/><Relationship Id="rId1" Type="http://schemas.openxmlformats.org/officeDocument/2006/relationships/slideLayout" Target="../slideLayouts/slideLayout2.xml"/><Relationship Id="rId6" Type="http://schemas.openxmlformats.org/officeDocument/2006/relationships/hyperlink" Target="https://web.archive.org/web/20210208132927/http:/assemblyrequired.crashworks.org/timing-square-root/" TargetMode="External"/><Relationship Id="rId5" Type="http://schemas.openxmlformats.org/officeDocument/2006/relationships/hyperlink" Target="https://doi.org/10.1016%2Fj.amc.2017.08.025" TargetMode="External"/><Relationship Id="rId4" Type="http://schemas.openxmlformats.org/officeDocument/2006/relationships/hyperlink" Target="https://hllmn.net/blog/2023-04-20_rsqr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32" name="Group 31">
            <a:extLst>
              <a:ext uri="{FF2B5EF4-FFF2-40B4-BE49-F238E27FC236}">
                <a16:creationId xmlns:a16="http://schemas.microsoft.com/office/drawing/2014/main" id="{FDB0F91E-E08B-4543-B4C0-6DF9094A01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12" y="0"/>
            <a:ext cx="2436813" cy="6858001"/>
            <a:chOff x="1320800" y="0"/>
            <a:chExt cx="2436813" cy="6858001"/>
          </a:xfrm>
        </p:grpSpPr>
        <p:sp>
          <p:nvSpPr>
            <p:cNvPr id="33" name="Freeform 6">
              <a:extLst>
                <a:ext uri="{FF2B5EF4-FFF2-40B4-BE49-F238E27FC236}">
                  <a16:creationId xmlns:a16="http://schemas.microsoft.com/office/drawing/2014/main" id="{CAA7E6E8-7988-4714-A434-6B552010B5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34" name="Freeform 7">
              <a:extLst>
                <a:ext uri="{FF2B5EF4-FFF2-40B4-BE49-F238E27FC236}">
                  <a16:creationId xmlns:a16="http://schemas.microsoft.com/office/drawing/2014/main" id="{A2736B6B-CF60-477E-8405-C77A6B60D5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35" name="Freeform 8">
              <a:extLst>
                <a:ext uri="{FF2B5EF4-FFF2-40B4-BE49-F238E27FC236}">
                  <a16:creationId xmlns:a16="http://schemas.microsoft.com/office/drawing/2014/main" id="{96C54F74-7D7A-4327-AC54-03A0C30CA1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36" name="Freeform 9">
              <a:extLst>
                <a:ext uri="{FF2B5EF4-FFF2-40B4-BE49-F238E27FC236}">
                  <a16:creationId xmlns:a16="http://schemas.microsoft.com/office/drawing/2014/main" id="{40790CC2-4075-407E-B51B-01EBAB18A0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37" name="Freeform 10">
              <a:extLst>
                <a:ext uri="{FF2B5EF4-FFF2-40B4-BE49-F238E27FC236}">
                  <a16:creationId xmlns:a16="http://schemas.microsoft.com/office/drawing/2014/main" id="{808D79CE-C1DC-4640-82F8-32DDB31DF4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38" name="Freeform 11">
              <a:extLst>
                <a:ext uri="{FF2B5EF4-FFF2-40B4-BE49-F238E27FC236}">
                  <a16:creationId xmlns:a16="http://schemas.microsoft.com/office/drawing/2014/main" id="{7690EB4B-9665-453E-A536-FA9DA06D1C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useBgFill="1">
        <p:nvSpPr>
          <p:cNvPr id="40" name="Rectangle 39">
            <a:extLst>
              <a:ext uri="{FF2B5EF4-FFF2-40B4-BE49-F238E27FC236}">
                <a16:creationId xmlns:a16="http://schemas.microsoft.com/office/drawing/2014/main" id="{2FCD9B94-D70B-4446-85E5-ACD390428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Wavy 3D art">
            <a:extLst>
              <a:ext uri="{FF2B5EF4-FFF2-40B4-BE49-F238E27FC236}">
                <a16:creationId xmlns:a16="http://schemas.microsoft.com/office/drawing/2014/main" id="{CE56BFC6-B7ED-EEB4-9500-D0DA13AC54A3}"/>
              </a:ext>
            </a:extLst>
          </p:cNvPr>
          <p:cNvPicPr>
            <a:picLocks noChangeAspect="1"/>
          </p:cNvPicPr>
          <p:nvPr/>
        </p:nvPicPr>
        <p:blipFill rotWithShape="1">
          <a:blip r:embed="rId2">
            <a:duotone>
              <a:schemeClr val="bg2">
                <a:shade val="45000"/>
                <a:satMod val="135000"/>
              </a:schemeClr>
              <a:prstClr val="white"/>
            </a:duotone>
            <a:alphaModFix amt="25000"/>
          </a:blip>
          <a:srcRect t="12643" b="14777"/>
          <a:stretch/>
        </p:blipFill>
        <p:spPr>
          <a:xfrm>
            <a:off x="20" y="-4"/>
            <a:ext cx="12191980" cy="6858004"/>
          </a:xfrm>
          <a:prstGeom prst="rect">
            <a:avLst/>
          </a:prstGeom>
          <a:noFill/>
        </p:spPr>
      </p:pic>
      <p:sp>
        <p:nvSpPr>
          <p:cNvPr id="2" name="Title 1">
            <a:extLst>
              <a:ext uri="{FF2B5EF4-FFF2-40B4-BE49-F238E27FC236}">
                <a16:creationId xmlns:a16="http://schemas.microsoft.com/office/drawing/2014/main" id="{421729A2-513D-9AA4-82BB-498FE4268019}"/>
              </a:ext>
            </a:extLst>
          </p:cNvPr>
          <p:cNvSpPr>
            <a:spLocks noGrp="1"/>
          </p:cNvSpPr>
          <p:nvPr>
            <p:ph type="ctrTitle"/>
          </p:nvPr>
        </p:nvSpPr>
        <p:spPr>
          <a:xfrm>
            <a:off x="643467" y="639099"/>
            <a:ext cx="3647493" cy="4965833"/>
          </a:xfrm>
        </p:spPr>
        <p:txBody>
          <a:bodyPr vert="horz" lIns="91440" tIns="45720" rIns="91440" bIns="45720" rtlCol="0" anchor="ctr">
            <a:normAutofit/>
          </a:bodyPr>
          <a:lstStyle/>
          <a:p>
            <a:r>
              <a:rPr lang="en-US" sz="4000" dirty="0">
                <a:ea typeface="Open Sans" panose="020B0606030504020204" pitchFamily="34" charset="0"/>
                <a:cs typeface="Open Sans" panose="020B0606030504020204" pitchFamily="34" charset="0"/>
              </a:rPr>
              <a:t>Analysis of a Fast Inverse Square Root Algorithm</a:t>
            </a:r>
          </a:p>
        </p:txBody>
      </p:sp>
      <p:cxnSp>
        <p:nvCxnSpPr>
          <p:cNvPr id="42" name="Straight Connector 41">
            <a:extLst>
              <a:ext uri="{FF2B5EF4-FFF2-40B4-BE49-F238E27FC236}">
                <a16:creationId xmlns:a16="http://schemas.microsoft.com/office/drawing/2014/main" id="{3378FF8B-3743-48E1-88E3-F4CADB3DECE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406171"/>
            <a:ext cx="0" cy="3431689"/>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Subtitle 2">
            <a:extLst>
              <a:ext uri="{FF2B5EF4-FFF2-40B4-BE49-F238E27FC236}">
                <a16:creationId xmlns:a16="http://schemas.microsoft.com/office/drawing/2014/main" id="{6008F35F-D16F-4570-858B-EF57288370AE}"/>
              </a:ext>
            </a:extLst>
          </p:cNvPr>
          <p:cNvSpPr>
            <a:spLocks noGrp="1"/>
          </p:cNvSpPr>
          <p:nvPr>
            <p:ph type="subTitle" idx="1"/>
          </p:nvPr>
        </p:nvSpPr>
        <p:spPr>
          <a:xfrm>
            <a:off x="4979938" y="639099"/>
            <a:ext cx="6591346" cy="4965833"/>
          </a:xfrm>
        </p:spPr>
        <p:txBody>
          <a:bodyPr vert="horz" lIns="91440" tIns="45720" rIns="91440" bIns="45720" rtlCol="0" anchor="ctr">
            <a:normAutofit/>
          </a:bodyPr>
          <a:lstStyle/>
          <a:p>
            <a:pPr algn="l"/>
            <a:r>
              <a:rPr lang="en-US" dirty="0">
                <a:latin typeface="+mj-lt"/>
                <a:ea typeface="Open Sans" panose="020B0606030504020204" pitchFamily="34" charset="0"/>
                <a:cs typeface="Open Sans" panose="020B0606030504020204" pitchFamily="34" charset="0"/>
              </a:rPr>
              <a:t>MET CS566 - Analysis of Algorithms</a:t>
            </a:r>
          </a:p>
          <a:p>
            <a:pPr algn="l"/>
            <a:r>
              <a:rPr lang="en-US" dirty="0">
                <a:latin typeface="+mj-lt"/>
                <a:ea typeface="Open Sans" panose="020B0606030504020204" pitchFamily="34" charset="0"/>
                <a:cs typeface="Open Sans" panose="020B0606030504020204" pitchFamily="34" charset="0"/>
              </a:rPr>
              <a:t>Fall 2023</a:t>
            </a:r>
          </a:p>
          <a:p>
            <a:pPr algn="l"/>
            <a:r>
              <a:rPr lang="en-US" dirty="0">
                <a:latin typeface="+mj-lt"/>
                <a:ea typeface="Open Sans" panose="020B0606030504020204" pitchFamily="34" charset="0"/>
                <a:cs typeface="Open Sans" panose="020B0606030504020204" pitchFamily="34" charset="0"/>
              </a:rPr>
              <a:t>Presentation by Joseph Rissman</a:t>
            </a:r>
          </a:p>
          <a:p>
            <a:pPr algn="l"/>
            <a:r>
              <a:rPr lang="en-US" dirty="0">
                <a:latin typeface="+mj-lt"/>
                <a:ea typeface="Open Sans" panose="020B0606030504020204" pitchFamily="34" charset="0"/>
                <a:cs typeface="Open Sans" panose="020B0606030504020204" pitchFamily="34" charset="0"/>
              </a:rPr>
              <a:t>U09545917</a:t>
            </a:r>
          </a:p>
        </p:txBody>
      </p:sp>
    </p:spTree>
    <p:extLst>
      <p:ext uri="{BB962C8B-B14F-4D97-AF65-F5344CB8AC3E}">
        <p14:creationId xmlns:p14="http://schemas.microsoft.com/office/powerpoint/2010/main" val="173739003"/>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BFD445BA-F396-CC5E-6929-C7A320746CE2}"/>
              </a:ext>
            </a:extLst>
          </p:cNvPr>
          <p:cNvSpPr>
            <a:spLocks noGrp="1"/>
          </p:cNvSpPr>
          <p:nvPr>
            <p:ph type="title"/>
          </p:nvPr>
        </p:nvSpPr>
        <p:spPr>
          <a:xfrm>
            <a:off x="535021" y="685800"/>
            <a:ext cx="2639962" cy="5105400"/>
          </a:xfrm>
        </p:spPr>
        <p:txBody>
          <a:bodyPr>
            <a:normAutofit/>
          </a:bodyPr>
          <a:lstStyle/>
          <a:p>
            <a:r>
              <a:rPr lang="en-US" dirty="0">
                <a:solidFill>
                  <a:srgbClr val="FFFFFF"/>
                </a:solidFill>
                <a:ea typeface="Open Sans" panose="020B0606030504020204" pitchFamily="34" charset="0"/>
                <a:cs typeface="Open Sans" panose="020B0606030504020204" pitchFamily="34" charset="0"/>
              </a:rPr>
              <a:t>Table of Contents</a:t>
            </a:r>
          </a:p>
        </p:txBody>
      </p:sp>
      <p:grpSp>
        <p:nvGrpSpPr>
          <p:cNvPr id="13" name="Group 12">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4"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5"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6"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7"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8"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9"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graphicFrame>
        <p:nvGraphicFramePr>
          <p:cNvPr id="5" name="Content Placeholder 2">
            <a:extLst>
              <a:ext uri="{FF2B5EF4-FFF2-40B4-BE49-F238E27FC236}">
                <a16:creationId xmlns:a16="http://schemas.microsoft.com/office/drawing/2014/main" id="{6A705103-CD2A-4CAA-8DC6-3CC66349EB4B}"/>
              </a:ext>
            </a:extLst>
          </p:cNvPr>
          <p:cNvGraphicFramePr>
            <a:graphicFrameLocks noGrp="1"/>
          </p:cNvGraphicFramePr>
          <p:nvPr>
            <p:ph idx="1"/>
            <p:extLst>
              <p:ext uri="{D42A27DB-BD31-4B8C-83A1-F6EECF244321}">
                <p14:modId xmlns:p14="http://schemas.microsoft.com/office/powerpoint/2010/main" val="756719355"/>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04610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9CAC3B1-4879-424D-8F15-2062771961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84163E-0BB3-655E-C8A8-02783EF57BC0}"/>
              </a:ext>
            </a:extLst>
          </p:cNvPr>
          <p:cNvSpPr>
            <a:spLocks noGrp="1"/>
          </p:cNvSpPr>
          <p:nvPr>
            <p:ph type="title"/>
          </p:nvPr>
        </p:nvSpPr>
        <p:spPr>
          <a:xfrm>
            <a:off x="3618200" y="35104"/>
            <a:ext cx="7257455" cy="1752599"/>
          </a:xfrm>
        </p:spPr>
        <p:txBody>
          <a:bodyPr>
            <a:normAutofit/>
          </a:bodyPr>
          <a:lstStyle/>
          <a:p>
            <a:r>
              <a:rPr lang="en-US" sz="3600" dirty="0">
                <a:ea typeface="Open Sans" panose="020B0606030504020204" pitchFamily="34" charset="0"/>
                <a:cs typeface="Open Sans" panose="020B0606030504020204" pitchFamily="34" charset="0"/>
              </a:rPr>
              <a:t>Introduction</a:t>
            </a:r>
          </a:p>
        </p:txBody>
      </p:sp>
      <p:sp>
        <p:nvSpPr>
          <p:cNvPr id="10" name="Freeform 6">
            <a:extLst>
              <a:ext uri="{FF2B5EF4-FFF2-40B4-BE49-F238E27FC236}">
                <a16:creationId xmlns:a16="http://schemas.microsoft.com/office/drawing/2014/main" id="{E34CC1C8-EBDD-4AEA-83E6-B27575B62E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1649700" y="0"/>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12" name="Freeform 7">
            <a:extLst>
              <a:ext uri="{FF2B5EF4-FFF2-40B4-BE49-F238E27FC236}">
                <a16:creationId xmlns:a16="http://schemas.microsoft.com/office/drawing/2014/main" id="{D6B38644-B85D-4211-9526-5B4C2A662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2116425" y="0"/>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14" name="Freeform 12">
            <a:extLst>
              <a:ext uri="{FF2B5EF4-FFF2-40B4-BE49-F238E27FC236}">
                <a16:creationId xmlns:a16="http://schemas.microsoft.com/office/drawing/2014/main" id="{8A8B2820-6B8F-4C19-BFC5-D28EE44E54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457487" y="2587625"/>
            <a:ext cx="2693987" cy="4270375"/>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16" name="Freeform: Shape 15">
            <a:extLst>
              <a:ext uri="{FF2B5EF4-FFF2-40B4-BE49-F238E27FC236}">
                <a16:creationId xmlns:a16="http://schemas.microsoft.com/office/drawing/2014/main" id="{DCA45AB7-441E-40A8-A98B-557D68F48A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1" y="2692400"/>
            <a:ext cx="2713324" cy="3390788"/>
          </a:xfrm>
          <a:custGeom>
            <a:avLst/>
            <a:gdLst>
              <a:gd name="connsiteX0" fmla="*/ 0 w 2713324"/>
              <a:gd name="connsiteY0" fmla="*/ 0 h 3390788"/>
              <a:gd name="connsiteX1" fmla="*/ 4763 w 2713324"/>
              <a:gd name="connsiteY1" fmla="*/ 4763 h 3390788"/>
              <a:gd name="connsiteX2" fmla="*/ 2713324 w 2713324"/>
              <a:gd name="connsiteY2" fmla="*/ 3390788 h 3390788"/>
              <a:gd name="connsiteX3" fmla="*/ 2713324 w 2713324"/>
              <a:gd name="connsiteY3" fmla="*/ 2368619 h 3390788"/>
              <a:gd name="connsiteX4" fmla="*/ 357188 w 2713324"/>
              <a:gd name="connsiteY4" fmla="*/ 90488 h 3390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3324" h="3390788">
                <a:moveTo>
                  <a:pt x="0" y="0"/>
                </a:moveTo>
                <a:lnTo>
                  <a:pt x="4763" y="4763"/>
                </a:lnTo>
                <a:lnTo>
                  <a:pt x="2713324" y="3390788"/>
                </a:lnTo>
                <a:lnTo>
                  <a:pt x="2713324" y="2368619"/>
                </a:lnTo>
                <a:lnTo>
                  <a:pt x="357188" y="90488"/>
                </a:lnTo>
                <a:close/>
              </a:path>
            </a:pathLst>
          </a:custGeom>
          <a:solidFill>
            <a:schemeClr val="accent1">
              <a:lumMod val="75000"/>
            </a:schemeClr>
          </a:solidFill>
          <a:ln>
            <a:noFill/>
          </a:ln>
        </p:spPr>
      </p:sp>
      <p:sp>
        <p:nvSpPr>
          <p:cNvPr id="18" name="Freeform: Shape 17">
            <a:extLst>
              <a:ext uri="{FF2B5EF4-FFF2-40B4-BE49-F238E27FC236}">
                <a16:creationId xmlns:a16="http://schemas.microsoft.com/office/drawing/2014/main" id="{5F516030-4F00-4C48-AD93-91EFA17A1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0" y="2582863"/>
            <a:ext cx="3151474" cy="4275137"/>
          </a:xfrm>
          <a:custGeom>
            <a:avLst/>
            <a:gdLst>
              <a:gd name="connsiteX0" fmla="*/ 0 w 3151474"/>
              <a:gd name="connsiteY0" fmla="*/ 0 h 4275137"/>
              <a:gd name="connsiteX1" fmla="*/ 0 w 3151474"/>
              <a:gd name="connsiteY1" fmla="*/ 4757 h 4275137"/>
              <a:gd name="connsiteX2" fmla="*/ 2693987 w 3151474"/>
              <a:gd name="connsiteY2" fmla="*/ 4275137 h 4275137"/>
              <a:gd name="connsiteX3" fmla="*/ 3151474 w 3151474"/>
              <a:gd name="connsiteY3" fmla="*/ 4275137 h 4275137"/>
              <a:gd name="connsiteX4" fmla="*/ 3151474 w 3151474"/>
              <a:gd name="connsiteY4" fmla="*/ 3714295 h 4275137"/>
              <a:gd name="connsiteX5" fmla="*/ 419100 w 3151474"/>
              <a:gd name="connsiteY5" fmla="*/ 176017 h 4275137"/>
              <a:gd name="connsiteX6" fmla="*/ 361950 w 3151474"/>
              <a:gd name="connsiteY6" fmla="*/ 95144 h 4275137"/>
              <a:gd name="connsiteX7" fmla="*/ 357188 w 3151474"/>
              <a:gd name="connsiteY7" fmla="*/ 90387 h 42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51474" h="4275137">
                <a:moveTo>
                  <a:pt x="0" y="0"/>
                </a:moveTo>
                <a:lnTo>
                  <a:pt x="0" y="4757"/>
                </a:lnTo>
                <a:lnTo>
                  <a:pt x="2693987" y="4275137"/>
                </a:lnTo>
                <a:lnTo>
                  <a:pt x="3151474" y="4275137"/>
                </a:lnTo>
                <a:lnTo>
                  <a:pt x="3151474" y="3714295"/>
                </a:lnTo>
                <a:lnTo>
                  <a:pt x="419100" y="176017"/>
                </a:lnTo>
                <a:lnTo>
                  <a:pt x="361950" y="95144"/>
                </a:lnTo>
                <a:lnTo>
                  <a:pt x="357188" y="90387"/>
                </a:lnTo>
                <a:close/>
              </a:path>
            </a:pathLst>
          </a:custGeom>
          <a:solidFill>
            <a:srgbClr val="404040"/>
          </a:solidFill>
          <a:ln>
            <a:noFill/>
          </a:ln>
        </p:spPr>
      </p:sp>
      <p:sp>
        <p:nvSpPr>
          <p:cNvPr id="20" name="Freeform: Shape 19">
            <a:extLst>
              <a:ext uri="{FF2B5EF4-FFF2-40B4-BE49-F238E27FC236}">
                <a16:creationId xmlns:a16="http://schemas.microsoft.com/office/drawing/2014/main" id="{5820085E-2582-4A95-98EE-45DFFD5C01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0" y="2697164"/>
            <a:ext cx="2706398" cy="3513899"/>
          </a:xfrm>
          <a:custGeom>
            <a:avLst/>
            <a:gdLst>
              <a:gd name="connsiteX0" fmla="*/ 0 w 2706398"/>
              <a:gd name="connsiteY0" fmla="*/ 0 h 3513899"/>
              <a:gd name="connsiteX1" fmla="*/ 2706398 w 2706398"/>
              <a:gd name="connsiteY1" fmla="*/ 3513899 h 3513899"/>
              <a:gd name="connsiteX2" fmla="*/ 2706398 w 2706398"/>
              <a:gd name="connsiteY2" fmla="*/ 3383321 h 3513899"/>
            </a:gdLst>
            <a:ahLst/>
            <a:cxnLst>
              <a:cxn ang="0">
                <a:pos x="connsiteX0" y="connsiteY0"/>
              </a:cxn>
              <a:cxn ang="0">
                <a:pos x="connsiteX1" y="connsiteY1"/>
              </a:cxn>
              <a:cxn ang="0">
                <a:pos x="connsiteX2" y="connsiteY2"/>
              </a:cxn>
            </a:cxnLst>
            <a:rect l="l" t="t" r="r" b="b"/>
            <a:pathLst>
              <a:path w="2706398" h="3513899">
                <a:moveTo>
                  <a:pt x="0" y="0"/>
                </a:moveTo>
                <a:lnTo>
                  <a:pt x="2706398" y="3513899"/>
                </a:lnTo>
                <a:lnTo>
                  <a:pt x="2706398" y="3383321"/>
                </a:lnTo>
                <a:close/>
              </a:path>
            </a:pathLst>
          </a:custGeom>
          <a:solidFill>
            <a:schemeClr val="accent1">
              <a:lumMod val="50000"/>
            </a:schemeClr>
          </a:solidFill>
          <a:ln>
            <a:noFill/>
          </a:ln>
        </p:spPr>
      </p:sp>
      <p:sp>
        <p:nvSpPr>
          <p:cNvPr id="3" name="Content Placeholder 2">
            <a:extLst>
              <a:ext uri="{FF2B5EF4-FFF2-40B4-BE49-F238E27FC236}">
                <a16:creationId xmlns:a16="http://schemas.microsoft.com/office/drawing/2014/main" id="{835EF3C2-A417-40B4-F796-9244DF8F4337}"/>
              </a:ext>
            </a:extLst>
          </p:cNvPr>
          <p:cNvSpPr>
            <a:spLocks noGrp="1"/>
          </p:cNvSpPr>
          <p:nvPr>
            <p:ph idx="1"/>
          </p:nvPr>
        </p:nvSpPr>
        <p:spPr>
          <a:xfrm>
            <a:off x="3151473" y="1787703"/>
            <a:ext cx="8583039" cy="4423360"/>
          </a:xfrm>
        </p:spPr>
        <p:txBody>
          <a:bodyPr anchor="t">
            <a:normAutofit/>
          </a:bodyPr>
          <a:lstStyle/>
          <a:p>
            <a:pPr>
              <a:lnSpc>
                <a:spcPct val="90000"/>
              </a:lnSpc>
            </a:pPr>
            <a:r>
              <a:rPr lang="en-US" dirty="0">
                <a:latin typeface="Open Sans" panose="020B0606030504020204" pitchFamily="34" charset="0"/>
                <a:ea typeface="Open Sans" panose="020B0606030504020204" pitchFamily="34" charset="0"/>
                <a:cs typeface="Open Sans" panose="020B0606030504020204" pitchFamily="34" charset="0"/>
              </a:rPr>
              <a:t>An ingenious technique for quickly calculating inverse square roots became famous after it was discovered in the source code of a video game from 1999 called Quake III Arena, published by id Software.</a:t>
            </a:r>
          </a:p>
          <a:p>
            <a:pPr>
              <a:lnSpc>
                <a:spcPct val="90000"/>
              </a:lnSpc>
            </a:pPr>
            <a:r>
              <a:rPr lang="en-US" dirty="0">
                <a:latin typeface="Open Sans" panose="020B0606030504020204" pitchFamily="34" charset="0"/>
                <a:ea typeface="Open Sans" panose="020B0606030504020204" pitchFamily="34" charset="0"/>
                <a:cs typeface="Open Sans" panose="020B0606030504020204" pitchFamily="34" charset="0"/>
              </a:rPr>
              <a:t>The method was previously published in 1997 by Jim Blinn and has been used in many 3D computer graphics software engines in the late 90s and early 2000s before the invention of specialized hardware.</a:t>
            </a:r>
          </a:p>
          <a:p>
            <a:pPr>
              <a:lnSpc>
                <a:spcPct val="90000"/>
              </a:lnSpc>
            </a:pPr>
            <a:r>
              <a:rPr lang="en-US" dirty="0">
                <a:latin typeface="Open Sans" panose="020B0606030504020204" pitchFamily="34" charset="0"/>
                <a:ea typeface="Open Sans" panose="020B0606030504020204" pitchFamily="34" charset="0"/>
                <a:cs typeface="Open Sans" panose="020B0606030504020204" pitchFamily="34" charset="0"/>
              </a:rPr>
              <a:t>I will compare the fast inverse square root algorithm to the other methods available at the time in terms of time complexity and accuracy.</a:t>
            </a:r>
          </a:p>
          <a:p>
            <a:pPr>
              <a:lnSpc>
                <a:spcPct val="90000"/>
              </a:lnSpc>
            </a:pPr>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050304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FFCE1F1-6742-8349-F566-8ED7D80A96E1}"/>
                  </a:ext>
                </a:extLst>
              </p:cNvPr>
              <p:cNvSpPr>
                <a:spLocks noGrp="1"/>
              </p:cNvSpPr>
              <p:nvPr>
                <p:ph idx="1"/>
              </p:nvPr>
            </p:nvSpPr>
            <p:spPr>
              <a:xfrm>
                <a:off x="1378621" y="660400"/>
                <a:ext cx="7460579" cy="5997254"/>
              </a:xfrm>
            </p:spPr>
            <p:txBody>
              <a:bodyPr>
                <a:normAutofit/>
              </a:bodyPr>
              <a:lstStyle/>
              <a:p>
                <a:pPr>
                  <a:lnSpc>
                    <a:spcPct val="90000"/>
                  </a:lnSpc>
                </a:pPr>
                <a:r>
                  <a:rPr lang="en-US" sz="1800" dirty="0"/>
                  <a:t>In 3D computer graphics, it’s crucial to find the normal vector for surfaces to compute angles of incidence and reflection for lighting and shading. Millions of calculations are performed each second to simulate lighting.</a:t>
                </a:r>
              </a:p>
              <a:p>
                <a:pPr>
                  <a:lnSpc>
                    <a:spcPct val="90000"/>
                  </a:lnSpc>
                </a:pPr>
                <a:r>
                  <a:rPr lang="en-US" sz="1800" dirty="0"/>
                  <a:t>The normal vector </a:t>
                </a:r>
                <a14:m>
                  <m:oMath xmlns:m="http://schemas.openxmlformats.org/officeDocument/2006/math">
                    <m:r>
                      <a:rPr lang="en-US" sz="1800" b="0" i="1" smtClean="0">
                        <a:latin typeface="Cambria Math" panose="02040503050406030204" pitchFamily="18" charset="0"/>
                      </a:rPr>
                      <m:t>𝑣</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𝑣</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𝑣</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𝑣</m:t>
                        </m:r>
                      </m:e>
                      <m:sub>
                        <m:r>
                          <a:rPr lang="en-US" sz="1800" b="0" i="1" smtClean="0">
                            <a:latin typeface="Cambria Math" panose="02040503050406030204" pitchFamily="18" charset="0"/>
                          </a:rPr>
                          <m:t>3</m:t>
                        </m:r>
                      </m:sub>
                    </m:sSub>
                    <m:r>
                      <a:rPr lang="en-US" sz="1800" b="0" i="1" smtClean="0">
                        <a:latin typeface="Cambria Math" panose="02040503050406030204" pitchFamily="18" charset="0"/>
                      </a:rPr>
                      <m:t>)</m:t>
                    </m:r>
                  </m:oMath>
                </a14:m>
                <a:r>
                  <a:rPr lang="en-US" sz="1800" dirty="0"/>
                  <a:t>must be scaled to length 1. The following equation is used to find the normalized unit vector </a:t>
                </a:r>
                <a14:m>
                  <m:oMath xmlns:m="http://schemas.openxmlformats.org/officeDocument/2006/math">
                    <m:acc>
                      <m:accPr>
                        <m:chr m:val="̂"/>
                        <m:ctrlPr>
                          <a:rPr lang="en-US" sz="1800" i="1">
                            <a:latin typeface="Cambria Math" panose="02040503050406030204" pitchFamily="18" charset="0"/>
                          </a:rPr>
                        </m:ctrlPr>
                      </m:accPr>
                      <m:e>
                        <m:r>
                          <a:rPr lang="en-US" sz="1800" i="1">
                            <a:latin typeface="Cambria Math" panose="02040503050406030204" pitchFamily="18" charset="0"/>
                          </a:rPr>
                          <m:t>𝑣</m:t>
                        </m:r>
                      </m:e>
                    </m:acc>
                  </m:oMath>
                </a14:m>
                <a:r>
                  <a:rPr lang="en-US" sz="1800" dirty="0"/>
                  <a:t>:</a:t>
                </a:r>
              </a:p>
              <a:p>
                <a:pPr marL="0" indent="0">
                  <a:lnSpc>
                    <a:spcPct val="90000"/>
                  </a:lnSpc>
                  <a:buNone/>
                </a:pPr>
                <a14:m>
                  <m:oMathPara xmlns:m="http://schemas.openxmlformats.org/officeDocument/2006/math">
                    <m:oMathParaPr>
                      <m:jc m:val="center"/>
                    </m:oMathParaPr>
                    <m:oMath xmlns:m="http://schemas.openxmlformats.org/officeDocument/2006/math">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𝑣</m:t>
                          </m:r>
                        </m:e>
                      </m:acc>
                      <m:r>
                        <a:rPr lang="en-US" sz="1800" b="0" i="1" dirty="0" smtClean="0">
                          <a:latin typeface="Cambria Math" panose="02040503050406030204" pitchFamily="18" charset="0"/>
                        </a:rPr>
                        <m:t>=</m:t>
                      </m:r>
                      <m:r>
                        <a:rPr lang="en-US" sz="1800" b="0" i="1" dirty="0" smtClean="0">
                          <a:latin typeface="Cambria Math" panose="02040503050406030204" pitchFamily="18" charset="0"/>
                        </a:rPr>
                        <m:t>𝑣</m:t>
                      </m:r>
                      <m:f>
                        <m:fPr>
                          <m:ctrlPr>
                            <a:rPr lang="en-US" sz="1800" b="0" i="1" dirty="0" smtClean="0">
                              <a:latin typeface="Cambria Math" panose="02040503050406030204" pitchFamily="18" charset="0"/>
                            </a:rPr>
                          </m:ctrlPr>
                        </m:fPr>
                        <m:num>
                          <m:r>
                            <a:rPr lang="en-US" sz="1800" b="0" i="1" dirty="0" smtClean="0">
                              <a:latin typeface="Cambria Math" panose="02040503050406030204" pitchFamily="18" charset="0"/>
                            </a:rPr>
                            <m:t>1</m:t>
                          </m:r>
                        </m:num>
                        <m:den>
                          <m:rad>
                            <m:radPr>
                              <m:degHide m:val="on"/>
                              <m:ctrlPr>
                                <a:rPr lang="en-US" sz="1800" b="0" i="1" dirty="0" smtClean="0">
                                  <a:latin typeface="Cambria Math" panose="02040503050406030204" pitchFamily="18" charset="0"/>
                                </a:rPr>
                              </m:ctrlPr>
                            </m:radPr>
                            <m:deg/>
                            <m:e>
                              <m:sSubSup>
                                <m:sSubSupPr>
                                  <m:ctrlPr>
                                    <a:rPr lang="en-US" sz="1800" b="0" i="1" dirty="0" smtClean="0">
                                      <a:latin typeface="Cambria Math" panose="02040503050406030204" pitchFamily="18" charset="0"/>
                                    </a:rPr>
                                  </m:ctrlPr>
                                </m:sSubSupPr>
                                <m:e>
                                  <m:r>
                                    <a:rPr lang="en-US" sz="1800" b="0" i="1" dirty="0" smtClean="0">
                                      <a:latin typeface="Cambria Math" panose="02040503050406030204" pitchFamily="18" charset="0"/>
                                    </a:rPr>
                                    <m:t>𝑣</m:t>
                                  </m:r>
                                </m:e>
                                <m:sub>
                                  <m:r>
                                    <a:rPr lang="en-US" sz="1800" b="0" i="1" dirty="0" smtClean="0">
                                      <a:latin typeface="Cambria Math" panose="02040503050406030204" pitchFamily="18" charset="0"/>
                                    </a:rPr>
                                    <m:t>1</m:t>
                                  </m:r>
                                </m:sub>
                                <m:sup>
                                  <m:r>
                                    <a:rPr lang="en-US" sz="1800" b="0" i="1" dirty="0" smtClean="0">
                                      <a:latin typeface="Cambria Math" panose="02040503050406030204" pitchFamily="18" charset="0"/>
                                    </a:rPr>
                                    <m:t>2</m:t>
                                  </m:r>
                                </m:sup>
                              </m:sSubSup>
                              <m:r>
                                <a:rPr lang="en-US" sz="1800" b="0" i="1" dirty="0" smtClean="0">
                                  <a:latin typeface="Cambria Math" panose="02040503050406030204" pitchFamily="18" charset="0"/>
                                </a:rPr>
                                <m:t>+</m:t>
                              </m:r>
                              <m:sSubSup>
                                <m:sSubSupPr>
                                  <m:ctrlPr>
                                    <a:rPr lang="en-US" sz="1800" i="1" dirty="0">
                                      <a:latin typeface="Cambria Math" panose="02040503050406030204" pitchFamily="18" charset="0"/>
                                    </a:rPr>
                                  </m:ctrlPr>
                                </m:sSubSupPr>
                                <m:e>
                                  <m:r>
                                    <a:rPr lang="en-US" sz="1800" i="1" dirty="0">
                                      <a:latin typeface="Cambria Math" panose="02040503050406030204" pitchFamily="18" charset="0"/>
                                    </a:rPr>
                                    <m:t>𝑣</m:t>
                                  </m:r>
                                </m:e>
                                <m:sub>
                                  <m:r>
                                    <a:rPr lang="en-US" sz="1800" b="0" i="1" dirty="0" smtClean="0">
                                      <a:latin typeface="Cambria Math" panose="02040503050406030204" pitchFamily="18" charset="0"/>
                                    </a:rPr>
                                    <m:t>2</m:t>
                                  </m:r>
                                </m:sub>
                                <m:sup>
                                  <m:r>
                                    <a:rPr lang="en-US" sz="1800" i="1" dirty="0">
                                      <a:latin typeface="Cambria Math" panose="02040503050406030204" pitchFamily="18" charset="0"/>
                                    </a:rPr>
                                    <m:t>2</m:t>
                                  </m:r>
                                </m:sup>
                              </m:sSubSup>
                              <m:r>
                                <a:rPr lang="en-US" sz="1800" b="0" i="1" dirty="0" smtClean="0">
                                  <a:latin typeface="Cambria Math" panose="02040503050406030204" pitchFamily="18" charset="0"/>
                                </a:rPr>
                                <m:t>+</m:t>
                              </m:r>
                              <m:sSubSup>
                                <m:sSubSupPr>
                                  <m:ctrlPr>
                                    <a:rPr lang="en-US" sz="1800" i="1" dirty="0">
                                      <a:latin typeface="Cambria Math" panose="02040503050406030204" pitchFamily="18" charset="0"/>
                                    </a:rPr>
                                  </m:ctrlPr>
                                </m:sSubSupPr>
                                <m:e>
                                  <m:r>
                                    <a:rPr lang="en-US" sz="1800" i="1" dirty="0">
                                      <a:latin typeface="Cambria Math" panose="02040503050406030204" pitchFamily="18" charset="0"/>
                                    </a:rPr>
                                    <m:t>𝑣</m:t>
                                  </m:r>
                                </m:e>
                                <m:sub>
                                  <m:r>
                                    <a:rPr lang="en-US" sz="1800" b="0" i="1" dirty="0" smtClean="0">
                                      <a:latin typeface="Cambria Math" panose="02040503050406030204" pitchFamily="18" charset="0"/>
                                    </a:rPr>
                                    <m:t>3</m:t>
                                  </m:r>
                                </m:sub>
                                <m:sup>
                                  <m:r>
                                    <a:rPr lang="en-US" sz="1800" i="1" dirty="0">
                                      <a:latin typeface="Cambria Math" panose="02040503050406030204" pitchFamily="18" charset="0"/>
                                    </a:rPr>
                                    <m:t>2</m:t>
                                  </m:r>
                                </m:sup>
                              </m:sSubSup>
                            </m:e>
                          </m:rad>
                        </m:den>
                      </m:f>
                    </m:oMath>
                  </m:oMathPara>
                </a14:m>
                <a:endParaRPr lang="en-US" sz="1800" dirty="0"/>
              </a:p>
              <a:p>
                <a:pPr>
                  <a:lnSpc>
                    <a:spcPct val="90000"/>
                  </a:lnSpc>
                </a:pPr>
                <a:r>
                  <a:rPr lang="en-US" sz="1800" dirty="0"/>
                  <a:t>In the 90s, computer hardware was able to perform floating-point multiplication and addition very quickly, but floating-point division was computationally very expensive. Therefore, calculating </a:t>
                </a:r>
                <a14:m>
                  <m:oMath xmlns:m="http://schemas.openxmlformats.org/officeDocument/2006/math">
                    <m:sSubSup>
                      <m:sSubSupPr>
                        <m:ctrlPr>
                          <a:rPr lang="en-US" sz="1800" b="0" i="1" dirty="0" smtClean="0">
                            <a:latin typeface="Cambria Math" panose="02040503050406030204" pitchFamily="18" charset="0"/>
                          </a:rPr>
                        </m:ctrlPr>
                      </m:sSubSupPr>
                      <m:e>
                        <m:r>
                          <a:rPr lang="en-US" sz="1800" b="0" i="1" dirty="0" smtClean="0">
                            <a:latin typeface="Cambria Math" panose="02040503050406030204" pitchFamily="18" charset="0"/>
                          </a:rPr>
                          <m:t>𝑣</m:t>
                        </m:r>
                      </m:e>
                      <m:sub>
                        <m:r>
                          <a:rPr lang="en-US" sz="1800" b="0" i="1" dirty="0" smtClean="0">
                            <a:latin typeface="Cambria Math" panose="02040503050406030204" pitchFamily="18" charset="0"/>
                          </a:rPr>
                          <m:t>1</m:t>
                        </m:r>
                      </m:sub>
                      <m:sup>
                        <m:r>
                          <a:rPr lang="en-US" sz="1800" b="0" i="1" dirty="0" smtClean="0">
                            <a:latin typeface="Cambria Math" panose="02040503050406030204" pitchFamily="18" charset="0"/>
                          </a:rPr>
                          <m:t>2</m:t>
                        </m:r>
                      </m:sup>
                    </m:sSubSup>
                    <m:r>
                      <a:rPr lang="en-US" sz="1800" b="0" i="1" dirty="0" smtClean="0">
                        <a:latin typeface="Cambria Math" panose="02040503050406030204" pitchFamily="18" charset="0"/>
                      </a:rPr>
                      <m:t>+</m:t>
                    </m:r>
                    <m:sSubSup>
                      <m:sSubSupPr>
                        <m:ctrlPr>
                          <a:rPr lang="en-US" sz="1800" i="1" dirty="0">
                            <a:latin typeface="Cambria Math" panose="02040503050406030204" pitchFamily="18" charset="0"/>
                          </a:rPr>
                        </m:ctrlPr>
                      </m:sSubSupPr>
                      <m:e>
                        <m:r>
                          <a:rPr lang="en-US" sz="1800" i="1" dirty="0">
                            <a:latin typeface="Cambria Math" panose="02040503050406030204" pitchFamily="18" charset="0"/>
                          </a:rPr>
                          <m:t>𝑣</m:t>
                        </m:r>
                      </m:e>
                      <m:sub>
                        <m:r>
                          <a:rPr lang="en-US" sz="1800" b="0" i="1" dirty="0" smtClean="0">
                            <a:latin typeface="Cambria Math" panose="02040503050406030204" pitchFamily="18" charset="0"/>
                          </a:rPr>
                          <m:t>2</m:t>
                        </m:r>
                      </m:sub>
                      <m:sup>
                        <m:r>
                          <a:rPr lang="en-US" sz="1800" i="1" dirty="0">
                            <a:latin typeface="Cambria Math" panose="02040503050406030204" pitchFamily="18" charset="0"/>
                          </a:rPr>
                          <m:t>2</m:t>
                        </m:r>
                      </m:sup>
                    </m:sSubSup>
                    <m:r>
                      <a:rPr lang="en-US" sz="1800" b="0" i="1" dirty="0" smtClean="0">
                        <a:latin typeface="Cambria Math" panose="02040503050406030204" pitchFamily="18" charset="0"/>
                      </a:rPr>
                      <m:t>+</m:t>
                    </m:r>
                    <m:sSubSup>
                      <m:sSubSupPr>
                        <m:ctrlPr>
                          <a:rPr lang="en-US" sz="1800" i="1" dirty="0">
                            <a:latin typeface="Cambria Math" panose="02040503050406030204" pitchFamily="18" charset="0"/>
                          </a:rPr>
                        </m:ctrlPr>
                      </m:sSubSupPr>
                      <m:e>
                        <m:r>
                          <a:rPr lang="en-US" sz="1800" i="1" dirty="0">
                            <a:latin typeface="Cambria Math" panose="02040503050406030204" pitchFamily="18" charset="0"/>
                          </a:rPr>
                          <m:t>𝑣</m:t>
                        </m:r>
                      </m:e>
                      <m:sub>
                        <m:r>
                          <a:rPr lang="en-US" sz="1800" b="0" i="1" dirty="0" smtClean="0">
                            <a:latin typeface="Cambria Math" panose="02040503050406030204" pitchFamily="18" charset="0"/>
                          </a:rPr>
                          <m:t>3</m:t>
                        </m:r>
                      </m:sub>
                      <m:sup>
                        <m:r>
                          <a:rPr lang="en-US" sz="1800" i="1" dirty="0">
                            <a:latin typeface="Cambria Math" panose="02040503050406030204" pitchFamily="18" charset="0"/>
                          </a:rPr>
                          <m:t>2</m:t>
                        </m:r>
                      </m:sup>
                    </m:sSubSup>
                  </m:oMath>
                </a14:m>
                <a:r>
                  <a:rPr lang="en-US" sz="1800" dirty="0"/>
                  <a:t> is fast, but a clever algorithm was required to bypass the division step.</a:t>
                </a:r>
              </a:p>
            </p:txBody>
          </p:sp>
        </mc:Choice>
        <mc:Fallback>
          <p:sp>
            <p:nvSpPr>
              <p:cNvPr id="3" name="Content Placeholder 2">
                <a:extLst>
                  <a:ext uri="{FF2B5EF4-FFF2-40B4-BE49-F238E27FC236}">
                    <a16:creationId xmlns:a16="http://schemas.microsoft.com/office/drawing/2014/main" id="{7FFCE1F1-6742-8349-F566-8ED7D80A96E1}"/>
                  </a:ext>
                </a:extLst>
              </p:cNvPr>
              <p:cNvSpPr>
                <a:spLocks noGrp="1" noRot="1" noChangeAspect="1" noMove="1" noResize="1" noEditPoints="1" noAdjustHandles="1" noChangeArrowheads="1" noChangeShapeType="1" noTextEdit="1"/>
              </p:cNvSpPr>
              <p:nvPr>
                <p:ph idx="1"/>
              </p:nvPr>
            </p:nvSpPr>
            <p:spPr>
              <a:xfrm>
                <a:off x="1378621" y="660400"/>
                <a:ext cx="7460579" cy="5997254"/>
              </a:xfrm>
              <a:blipFill>
                <a:blip r:embed="rId3"/>
                <a:stretch>
                  <a:fillRect l="-1225" r="-1225"/>
                </a:stretch>
              </a:blipFill>
            </p:spPr>
            <p:txBody>
              <a:bodyPr/>
              <a:lstStyle/>
              <a:p>
                <a:r>
                  <a:rPr lang="en-US">
                    <a:noFill/>
                  </a:rPr>
                  <a:t> </a:t>
                </a:r>
              </a:p>
            </p:txBody>
          </p:sp>
        </mc:Fallback>
      </mc:AlternateContent>
      <p:pic>
        <p:nvPicPr>
          <p:cNvPr id="1032" name="Picture 8" descr="Normal (geometry) - Wikipedia">
            <a:extLst>
              <a:ext uri="{FF2B5EF4-FFF2-40B4-BE49-F238E27FC236}">
                <a16:creationId xmlns:a16="http://schemas.microsoft.com/office/drawing/2014/main" id="{DAAB5A32-F495-7685-8E87-03C9C219EA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22011" y="2314575"/>
            <a:ext cx="2857500" cy="22288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B5A742B-79B2-63FA-EC0C-C836478A0B73}"/>
              </a:ext>
            </a:extLst>
          </p:cNvPr>
          <p:cNvSpPr txBox="1"/>
          <p:nvPr/>
        </p:nvSpPr>
        <p:spPr>
          <a:xfrm>
            <a:off x="9222011" y="4376791"/>
            <a:ext cx="2857500" cy="584775"/>
          </a:xfrm>
          <a:prstGeom prst="rect">
            <a:avLst/>
          </a:prstGeom>
          <a:noFill/>
        </p:spPr>
        <p:txBody>
          <a:bodyPr wrap="square" rtlCol="0">
            <a:spAutoFit/>
          </a:bodyPr>
          <a:lstStyle/>
          <a:p>
            <a:r>
              <a:rPr lang="en-US" sz="1600" dirty="0"/>
              <a:t>Diagram depicting normal vectors of a surface.</a:t>
            </a:r>
          </a:p>
        </p:txBody>
      </p:sp>
      <p:sp>
        <p:nvSpPr>
          <p:cNvPr id="9" name="Title 8">
            <a:extLst>
              <a:ext uri="{FF2B5EF4-FFF2-40B4-BE49-F238E27FC236}">
                <a16:creationId xmlns:a16="http://schemas.microsoft.com/office/drawing/2014/main" id="{A54590AA-ACC1-0B68-8CB0-D59D804C9D45}"/>
              </a:ext>
            </a:extLst>
          </p:cNvPr>
          <p:cNvSpPr>
            <a:spLocks noGrp="1"/>
          </p:cNvSpPr>
          <p:nvPr>
            <p:ph type="title"/>
          </p:nvPr>
        </p:nvSpPr>
        <p:spPr>
          <a:xfrm>
            <a:off x="1484311" y="0"/>
            <a:ext cx="10018713" cy="1752599"/>
          </a:xfrm>
        </p:spPr>
        <p:txBody>
          <a:bodyPr/>
          <a:lstStyle/>
          <a:p>
            <a:r>
              <a:rPr lang="en-US" dirty="0"/>
              <a:t>Motivation</a:t>
            </a:r>
          </a:p>
        </p:txBody>
      </p:sp>
    </p:spTree>
    <p:extLst>
      <p:ext uri="{BB962C8B-B14F-4D97-AF65-F5344CB8AC3E}">
        <p14:creationId xmlns:p14="http://schemas.microsoft.com/office/powerpoint/2010/main" val="1253327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B4132-BE5B-CA67-BD86-D5C42F6F0BE6}"/>
              </a:ext>
            </a:extLst>
          </p:cNvPr>
          <p:cNvSpPr>
            <a:spLocks noGrp="1"/>
          </p:cNvSpPr>
          <p:nvPr>
            <p:ph type="title"/>
          </p:nvPr>
        </p:nvSpPr>
        <p:spPr>
          <a:xfrm>
            <a:off x="1484312" y="0"/>
            <a:ext cx="5123655" cy="1752599"/>
          </a:xfrm>
        </p:spPr>
        <p:txBody>
          <a:bodyPr/>
          <a:lstStyle/>
          <a:p>
            <a:r>
              <a:rPr lang="en-US" dirty="0"/>
              <a:t>The Code</a:t>
            </a:r>
          </a:p>
        </p:txBody>
      </p:sp>
      <p:sp>
        <p:nvSpPr>
          <p:cNvPr id="8" name="Content Placeholder 7">
            <a:extLst>
              <a:ext uri="{FF2B5EF4-FFF2-40B4-BE49-F238E27FC236}">
                <a16:creationId xmlns:a16="http://schemas.microsoft.com/office/drawing/2014/main" id="{40F6A31C-B658-54D1-AD6C-51E975784B4B}"/>
              </a:ext>
            </a:extLst>
          </p:cNvPr>
          <p:cNvSpPr>
            <a:spLocks noGrp="1"/>
          </p:cNvSpPr>
          <p:nvPr>
            <p:ph sz="half" idx="1"/>
          </p:nvPr>
        </p:nvSpPr>
        <p:spPr>
          <a:xfrm>
            <a:off x="1484312" y="2092959"/>
            <a:ext cx="5123655" cy="3718562"/>
          </a:xfrm>
          <a:solidFill>
            <a:schemeClr val="bg1"/>
          </a:solidFill>
        </p:spPr>
        <p:txBody>
          <a:bodyPr>
            <a:normAutofit fontScale="92500"/>
          </a:bodyPr>
          <a:lstStyle/>
          <a:p>
            <a:pPr marL="0" indent="0">
              <a:buNone/>
            </a:pPr>
            <a:r>
              <a:rPr lang="en-US" sz="900" dirty="0">
                <a:latin typeface="Consolas" panose="020B0609020204030204" pitchFamily="49" charset="0"/>
              </a:rPr>
              <a:t>float q_rsqrt(float number)</a:t>
            </a:r>
          </a:p>
          <a:p>
            <a:pPr marL="0" indent="0">
              <a:buNone/>
            </a:pPr>
            <a:r>
              <a:rPr lang="en-US" sz="900" dirty="0">
                <a:latin typeface="Consolas" panose="020B0609020204030204" pitchFamily="49" charset="0"/>
              </a:rPr>
              <a:t>{</a:t>
            </a:r>
          </a:p>
          <a:p>
            <a:pPr marL="0" indent="0">
              <a:buNone/>
            </a:pPr>
            <a:r>
              <a:rPr lang="en-US" sz="900" dirty="0">
                <a:latin typeface="Consolas" panose="020B0609020204030204" pitchFamily="49" charset="0"/>
              </a:rPr>
              <a:t>  long i;</a:t>
            </a:r>
          </a:p>
          <a:p>
            <a:pPr marL="0" indent="0">
              <a:buNone/>
            </a:pPr>
            <a:r>
              <a:rPr lang="en-US" sz="900" dirty="0">
                <a:latin typeface="Consolas" panose="020B0609020204030204" pitchFamily="49" charset="0"/>
              </a:rPr>
              <a:t>  float x2, y;</a:t>
            </a:r>
          </a:p>
          <a:p>
            <a:pPr marL="0" indent="0">
              <a:buNone/>
            </a:pPr>
            <a:r>
              <a:rPr lang="en-US" sz="900" dirty="0">
                <a:latin typeface="Consolas" panose="020B0609020204030204" pitchFamily="49" charset="0"/>
              </a:rPr>
              <a:t>  const float threehalfs = 1.5F;</a:t>
            </a:r>
          </a:p>
          <a:p>
            <a:pPr marL="0" indent="0">
              <a:buNone/>
            </a:pPr>
            <a:endParaRPr lang="en-US" sz="900" dirty="0">
              <a:latin typeface="Consolas" panose="020B0609020204030204" pitchFamily="49" charset="0"/>
            </a:endParaRPr>
          </a:p>
          <a:p>
            <a:pPr marL="0" indent="0">
              <a:buNone/>
            </a:pPr>
            <a:r>
              <a:rPr lang="en-US" sz="900" dirty="0">
                <a:latin typeface="Consolas" panose="020B0609020204030204" pitchFamily="49" charset="0"/>
              </a:rPr>
              <a:t>  x2 = number * 0.5F;</a:t>
            </a:r>
          </a:p>
          <a:p>
            <a:pPr marL="0" indent="0">
              <a:buNone/>
            </a:pPr>
            <a:r>
              <a:rPr lang="en-US" sz="900" dirty="0">
                <a:latin typeface="Consolas" panose="020B0609020204030204" pitchFamily="49" charset="0"/>
              </a:rPr>
              <a:t>  y  = number;</a:t>
            </a:r>
          </a:p>
          <a:p>
            <a:pPr marL="0" indent="0">
              <a:buNone/>
            </a:pPr>
            <a:r>
              <a:rPr lang="en-US" sz="900" dirty="0">
                <a:latin typeface="Consolas" panose="020B0609020204030204" pitchFamily="49" charset="0"/>
              </a:rPr>
              <a:t>  i  = * ( long * ) &amp;y;                   // evil floating-point bit level hacking</a:t>
            </a:r>
          </a:p>
          <a:p>
            <a:pPr marL="0" indent="0">
              <a:buNone/>
            </a:pPr>
            <a:r>
              <a:rPr lang="en-US" sz="900" dirty="0">
                <a:latin typeface="Consolas" panose="020B0609020204030204" pitchFamily="49" charset="0"/>
              </a:rPr>
              <a:t>  i  = 0x5f3759df - ( i &gt;&gt; 1 );           // what the f@$#?</a:t>
            </a:r>
          </a:p>
          <a:p>
            <a:pPr marL="0" indent="0">
              <a:buNone/>
            </a:pPr>
            <a:r>
              <a:rPr lang="en-US" sz="900" dirty="0">
                <a:latin typeface="Consolas" panose="020B0609020204030204" pitchFamily="49" charset="0"/>
              </a:rPr>
              <a:t>  y  = * ( float * ) &amp;i;</a:t>
            </a:r>
          </a:p>
          <a:p>
            <a:pPr marL="0" indent="0">
              <a:buNone/>
            </a:pPr>
            <a:r>
              <a:rPr lang="en-US" sz="900" dirty="0">
                <a:latin typeface="Consolas" panose="020B0609020204030204" pitchFamily="49" charset="0"/>
              </a:rPr>
              <a:t>  y  = y * ( threehalfs - ( x2 * y * y ) );   // 1st iteration</a:t>
            </a:r>
          </a:p>
          <a:p>
            <a:pPr marL="0" indent="0">
              <a:buNone/>
            </a:pPr>
            <a:r>
              <a:rPr lang="en-US" sz="900" dirty="0">
                <a:latin typeface="Consolas" panose="020B0609020204030204" pitchFamily="49" charset="0"/>
              </a:rPr>
              <a:t>  // y  = y * ( threehalfs - ( x2 * y * y ) );   // 2nd iteration, this can be removed</a:t>
            </a:r>
          </a:p>
          <a:p>
            <a:pPr marL="0" indent="0">
              <a:buNone/>
            </a:pPr>
            <a:endParaRPr lang="en-US" sz="900" dirty="0">
              <a:latin typeface="Consolas" panose="020B0609020204030204" pitchFamily="49" charset="0"/>
            </a:endParaRPr>
          </a:p>
          <a:p>
            <a:pPr marL="0" indent="0">
              <a:buNone/>
            </a:pPr>
            <a:r>
              <a:rPr lang="en-US" sz="900" dirty="0">
                <a:latin typeface="Consolas" panose="020B0609020204030204" pitchFamily="49" charset="0"/>
              </a:rPr>
              <a:t>  return y;</a:t>
            </a:r>
          </a:p>
          <a:p>
            <a:pPr marL="0" indent="0">
              <a:buNone/>
            </a:pPr>
            <a:r>
              <a:rPr lang="en-US" sz="900" dirty="0">
                <a:latin typeface="Consolas" panose="020B0609020204030204" pitchFamily="49" charset="0"/>
              </a:rPr>
              <a:t>}</a:t>
            </a:r>
          </a:p>
        </p:txBody>
      </p:sp>
      <mc:AlternateContent xmlns:mc="http://schemas.openxmlformats.org/markup-compatibility/2006">
        <mc:Choice xmlns:a14="http://schemas.microsoft.com/office/drawing/2010/main" Requires="a14">
          <p:sp>
            <p:nvSpPr>
              <p:cNvPr id="9" name="Content Placeholder 8">
                <a:extLst>
                  <a:ext uri="{FF2B5EF4-FFF2-40B4-BE49-F238E27FC236}">
                    <a16:creationId xmlns:a16="http://schemas.microsoft.com/office/drawing/2014/main" id="{73E49460-7388-2F33-CF0B-47CA5F04B87A}"/>
                  </a:ext>
                </a:extLst>
              </p:cNvPr>
              <p:cNvSpPr>
                <a:spLocks noGrp="1"/>
              </p:cNvSpPr>
              <p:nvPr>
                <p:ph sz="half" idx="2"/>
              </p:nvPr>
            </p:nvSpPr>
            <p:spPr>
              <a:xfrm>
                <a:off x="6882287" y="0"/>
                <a:ext cx="4895056" cy="6858000"/>
              </a:xfrm>
            </p:spPr>
            <p:txBody>
              <a:bodyPr>
                <a:normAutofit fontScale="92500"/>
              </a:bodyPr>
              <a:lstStyle/>
              <a:p>
                <a:pPr marL="0" indent="0">
                  <a:buNone/>
                </a:pPr>
                <a:r>
                  <a:rPr lang="en-US" dirty="0"/>
                  <a:t>The code to the left is copied exactly from the </a:t>
                </a:r>
                <a:r>
                  <a:rPr lang="en-US" i="1" dirty="0"/>
                  <a:t>Quake III Arena </a:t>
                </a:r>
                <a:r>
                  <a:rPr lang="en-US" dirty="0"/>
                  <a:t>source code, written in C, including the original comments (with profanities removed).</a:t>
                </a:r>
              </a:p>
              <a:p>
                <a:pPr marL="0" indent="0">
                  <a:buNone/>
                </a:pPr>
                <a:r>
                  <a:rPr lang="en-US" dirty="0"/>
                  <a:t>This algorithm works for floating-point numbers, which all 3D graphics software use to represent vectors, and returns a floating-point number that is equal to </a:t>
                </a:r>
              </a:p>
              <a:p>
                <a:pPr marL="0" indent="0">
                  <a:buNone/>
                </a:pPr>
                <a14:m>
                  <m:oMathPara xmlns:m="http://schemas.openxmlformats.org/officeDocument/2006/math">
                    <m:oMathParaPr>
                      <m:jc m:val="center"/>
                    </m:oMathParaPr>
                    <m:oMath xmlns:m="http://schemas.openxmlformats.org/officeDocument/2006/math">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ad>
                            <m:radPr>
                              <m:degHide m:val="on"/>
                              <m:ctrlPr>
                                <a:rPr lang="en-US" sz="1400" b="0" i="1" smtClean="0">
                                  <a:latin typeface="Cambria Math" panose="02040503050406030204" pitchFamily="18" charset="0"/>
                                </a:rPr>
                              </m:ctrlPr>
                            </m:radPr>
                            <m:deg/>
                            <m:e>
                              <m:r>
                                <a:rPr lang="en-US" sz="1400" b="0" i="1" smtClean="0">
                                  <a:latin typeface="Cambria Math" panose="02040503050406030204" pitchFamily="18" charset="0"/>
                                </a:rPr>
                                <m:t>𝑥</m:t>
                              </m:r>
                            </m:e>
                          </m:rad>
                        </m:den>
                      </m:f>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𝑥</m:t>
                          </m:r>
                        </m:e>
                        <m:sup>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2</m:t>
                              </m:r>
                            </m:den>
                          </m:f>
                        </m:sup>
                      </m:sSup>
                    </m:oMath>
                  </m:oMathPara>
                </a14:m>
                <a:endParaRPr lang="en-US" dirty="0"/>
              </a:p>
              <a:p>
                <a:pPr marL="0" indent="0">
                  <a:buNone/>
                </a:pPr>
                <a:r>
                  <a:rPr lang="en-US" dirty="0"/>
                  <a:t>The algorithm computes the inverse square root by the following steps:</a:t>
                </a:r>
              </a:p>
              <a:p>
                <a:pPr marL="800100" lvl="1" indent="-342900">
                  <a:buFont typeface="+mj-lt"/>
                  <a:buAutoNum type="arabicPeriod"/>
                </a:pPr>
                <a:r>
                  <a:rPr lang="en-US" dirty="0"/>
                  <a:t>Bit manipulation to approximate </a:t>
                </a:r>
                <a14:m>
                  <m:oMath xmlns:m="http://schemas.openxmlformats.org/officeDocument/2006/math">
                    <m:func>
                      <m:funcPr>
                        <m:ctrlPr>
                          <a:rPr lang="en-US" i="1" smtClean="0">
                            <a:latin typeface="Cambria Math" panose="02040503050406030204" pitchFamily="18" charset="0"/>
                          </a:rPr>
                        </m:ctrlPr>
                      </m:funcPr>
                      <m:fName>
                        <m:sSub>
                          <m:sSubPr>
                            <m:ctrlPr>
                              <a:rPr lang="en-US" i="1" smtClean="0">
                                <a:latin typeface="Cambria Math" panose="02040503050406030204" pitchFamily="18" charset="0"/>
                              </a:rPr>
                            </m:ctrlPr>
                          </m:sSubPr>
                          <m:e>
                            <m:r>
                              <m:rPr>
                                <m:sty m:val="p"/>
                              </m:rPr>
                              <a:rPr lang="en-US"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func>
                  </m:oMath>
                </a14:m>
                <a:r>
                  <a:rPr lang="en-US" dirty="0"/>
                  <a:t>.</a:t>
                </a:r>
              </a:p>
              <a:p>
                <a:pPr marL="800100" lvl="1" indent="-342900">
                  <a:buFont typeface="+mj-lt"/>
                  <a:buAutoNum type="arabicPeriod"/>
                </a:pPr>
                <a:r>
                  <a:rPr lang="en-US" dirty="0"/>
                  <a:t>Use the approximation to find </a:t>
                </a:r>
                <a14:m>
                  <m:oMath xmlns:m="http://schemas.openxmlformats.org/officeDocument/2006/math">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2</m:t>
                                    </m:r>
                                  </m:sub>
                                </m:sSub>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𝑥</m:t>
                                            </m:r>
                                          </m:e>
                                        </m:rad>
                                      </m:den>
                                    </m:f>
                                  </m:e>
                                </m:d>
                              </m:e>
                            </m:func>
                            <m:r>
                              <a:rPr lang="en-US" b="0" i="0" smtClean="0">
                                <a:latin typeface="Cambria Math" panose="02040503050406030204" pitchFamily="18" charset="0"/>
                              </a:rPr>
                              <m:t>=−</m:t>
                            </m:r>
                            <m:f>
                              <m:fPr>
                                <m:ctrlPr>
                                  <a:rPr lang="en-US" b="0" i="0" smtClean="0">
                                    <a:latin typeface="Cambria Math" panose="02040503050406030204" pitchFamily="18" charset="0"/>
                                  </a:rPr>
                                </m:ctrlPr>
                              </m:fPr>
                              <m:num>
                                <m:r>
                                  <a:rPr lang="en-US" b="0" i="0" smtClean="0">
                                    <a:latin typeface="Cambria Math" panose="02040503050406030204" pitchFamily="18" charset="0"/>
                                  </a:rPr>
                                  <m:t>1</m:t>
                                </m:r>
                              </m:num>
                              <m:den>
                                <m:r>
                                  <a:rPr lang="en-US" b="0" i="0" smtClean="0">
                                    <a:latin typeface="Cambria Math" panose="02040503050406030204" pitchFamily="18" charset="0"/>
                                  </a:rPr>
                                  <m:t>2</m:t>
                                </m:r>
                              </m:den>
                            </m:f>
                            <m:r>
                              <m:rPr>
                                <m:sty m:val="p"/>
                              </m:rPr>
                              <a:rPr lang="en-US">
                                <a:latin typeface="Cambria Math" panose="02040503050406030204" pitchFamily="18" charset="0"/>
                              </a:rPr>
                              <m:t>log</m:t>
                            </m:r>
                          </m:e>
                          <m:sub>
                            <m:r>
                              <a:rPr lang="en-US" i="1">
                                <a:latin typeface="Cambria Math" panose="02040503050406030204" pitchFamily="18" charset="0"/>
                              </a:rPr>
                              <m:t>2</m:t>
                            </m:r>
                          </m:sub>
                        </m:sSub>
                      </m:fName>
                      <m:e>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e>
                    </m:func>
                  </m:oMath>
                </a14:m>
                <a:r>
                  <a:rPr lang="en-US" dirty="0"/>
                  <a:t>.</a:t>
                </a:r>
              </a:p>
              <a:p>
                <a:pPr marL="800100" lvl="1" indent="-342900">
                  <a:buFont typeface="+mj-lt"/>
                  <a:buAutoNum type="arabicPeriod"/>
                </a:pPr>
                <a:r>
                  <a:rPr lang="en-US" dirty="0"/>
                  <a:t>Reverse step 1 to approximate base-2 exponentiation.</a:t>
                </a:r>
              </a:p>
              <a:p>
                <a:pPr marL="800100" lvl="1" indent="-342900">
                  <a:buFont typeface="+mj-lt"/>
                  <a:buAutoNum type="arabicPeriod"/>
                </a:pPr>
                <a:r>
                  <a:rPr lang="en-US" dirty="0"/>
                  <a:t>Use Newton’s method to improve the approximation.</a:t>
                </a:r>
              </a:p>
              <a:p>
                <a:pPr marL="800100" lvl="1" indent="-342900">
                  <a:buFont typeface="+mj-lt"/>
                  <a:buAutoNum type="arabicPeriod"/>
                </a:pPr>
                <a:endParaRPr lang="en-US" dirty="0"/>
              </a:p>
            </p:txBody>
          </p:sp>
        </mc:Choice>
        <mc:Fallback>
          <p:sp>
            <p:nvSpPr>
              <p:cNvPr id="9" name="Content Placeholder 8">
                <a:extLst>
                  <a:ext uri="{FF2B5EF4-FFF2-40B4-BE49-F238E27FC236}">
                    <a16:creationId xmlns:a16="http://schemas.microsoft.com/office/drawing/2014/main" id="{73E49460-7388-2F33-CF0B-47CA5F04B87A}"/>
                  </a:ext>
                </a:extLst>
              </p:cNvPr>
              <p:cNvSpPr>
                <a:spLocks noGrp="1" noRot="1" noChangeAspect="1" noMove="1" noResize="1" noEditPoints="1" noAdjustHandles="1" noChangeArrowheads="1" noChangeShapeType="1" noTextEdit="1"/>
              </p:cNvSpPr>
              <p:nvPr>
                <p:ph sz="half" idx="2"/>
              </p:nvPr>
            </p:nvSpPr>
            <p:spPr>
              <a:xfrm>
                <a:off x="6882287" y="0"/>
                <a:ext cx="4895056" cy="6858000"/>
              </a:xfrm>
              <a:blipFill>
                <a:blip r:embed="rId2"/>
                <a:stretch>
                  <a:fillRect l="-872"/>
                </a:stretch>
              </a:blipFill>
            </p:spPr>
            <p:txBody>
              <a:bodyPr/>
              <a:lstStyle/>
              <a:p>
                <a:r>
                  <a:rPr lang="en-US">
                    <a:noFill/>
                  </a:rPr>
                  <a:t> </a:t>
                </a:r>
              </a:p>
            </p:txBody>
          </p:sp>
        </mc:Fallback>
      </mc:AlternateContent>
    </p:spTree>
    <p:extLst>
      <p:ext uri="{BB962C8B-B14F-4D97-AF65-F5344CB8AC3E}">
        <p14:creationId xmlns:p14="http://schemas.microsoft.com/office/powerpoint/2010/main" val="3443196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A9D8A-7FC3-DDEF-0A24-87C55AF78A59}"/>
              </a:ext>
            </a:extLst>
          </p:cNvPr>
          <p:cNvSpPr>
            <a:spLocks noGrp="1"/>
          </p:cNvSpPr>
          <p:nvPr>
            <p:ph type="title"/>
          </p:nvPr>
        </p:nvSpPr>
        <p:spPr>
          <a:xfrm>
            <a:off x="1484311" y="0"/>
            <a:ext cx="10018713" cy="1752599"/>
          </a:xfrm>
        </p:spPr>
        <p:txBody>
          <a:bodyPr/>
          <a:lstStyle/>
          <a:p>
            <a:r>
              <a:rPr lang="en-US" dirty="0"/>
              <a:t>Evil Bit Hack</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43FE9C8-2A31-6DAE-BB90-D128BE474DA7}"/>
                  </a:ext>
                </a:extLst>
              </p:cNvPr>
              <p:cNvSpPr>
                <a:spLocks noGrp="1"/>
              </p:cNvSpPr>
              <p:nvPr>
                <p:ph idx="1"/>
              </p:nvPr>
            </p:nvSpPr>
            <p:spPr>
              <a:xfrm>
                <a:off x="1484310" y="1752599"/>
                <a:ext cx="10018713" cy="4038602"/>
              </a:xfrm>
            </p:spPr>
            <p:txBody>
              <a:bodyPr>
                <a:normAutofit fontScale="85000" lnSpcReduction="10000"/>
              </a:bodyPr>
              <a:lstStyle/>
              <a:p>
                <a:pPr marL="0" indent="0">
                  <a:buNone/>
                </a:pPr>
                <a:r>
                  <a:rPr lang="en-US" dirty="0"/>
                  <a:t>For mathematical reasons that are beyond the scope of this presentation, a floating-point number following IEEE 754 format has a special property. The integer value of the bits representing the floating-point number </a:t>
                </a:r>
                <a14:m>
                  <m:oMath xmlns:m="http://schemas.openxmlformats.org/officeDocument/2006/math">
                    <m:r>
                      <a:rPr lang="en-US" b="0" i="1" smtClean="0">
                        <a:latin typeface="Cambria Math" panose="02040503050406030204" pitchFamily="18" charset="0"/>
                      </a:rPr>
                      <m:t>𝑥</m:t>
                    </m:r>
                  </m:oMath>
                </a14:m>
                <a:r>
                  <a:rPr lang="en-US" dirty="0"/>
                  <a:t> is approximately equal to </a:t>
                </a:r>
                <a14:m>
                  <m:oMath xmlns:m="http://schemas.openxmlformats.org/officeDocument/2006/math">
                    <m:func>
                      <m:funcPr>
                        <m:ctrlPr>
                          <a:rPr lang="en-US" i="1" smtClean="0">
                            <a:latin typeface="Cambria Math" panose="02040503050406030204" pitchFamily="18" charset="0"/>
                          </a:rPr>
                        </m:ctrlPr>
                      </m:funcPr>
                      <m:fName>
                        <m:sSub>
                          <m:sSubPr>
                            <m:ctrlPr>
                              <a:rPr lang="en-US" i="1" smtClean="0">
                                <a:latin typeface="Cambria Math" panose="02040503050406030204" pitchFamily="18" charset="0"/>
                              </a:rPr>
                            </m:ctrlPr>
                          </m:sSubPr>
                          <m:e>
                            <m:r>
                              <m:rPr>
                                <m:sty m:val="p"/>
                              </m:rPr>
                              <a:rPr lang="en-US"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func>
                  </m:oMath>
                </a14:m>
                <a:r>
                  <a:rPr lang="en-US" dirty="0"/>
                  <a:t>. That is why this line of code is necessary to convert the floating-point number into an integer without changing any of the bits. </a:t>
                </a:r>
              </a:p>
              <a:p>
                <a:pPr marL="0" indent="0">
                  <a:buNone/>
                </a:pPr>
                <a:r>
                  <a:rPr lang="en-US" sz="1800" dirty="0">
                    <a:latin typeface="Consolas" panose="020B0609020204030204" pitchFamily="49" charset="0"/>
                  </a:rPr>
                  <a:t>i  = * ( long * ) &amp;y;        // evil floating-point bit level hacking</a:t>
                </a:r>
              </a:p>
              <a:p>
                <a:pPr marL="0" indent="0">
                  <a:buNone/>
                </a:pPr>
                <a:r>
                  <a:rPr lang="en-US" dirty="0">
                    <a:latin typeface="+mj-lt"/>
                  </a:rPr>
                  <a:t>This step immediately computes an approximation for the base-2 logarithm of the number and skips the computationally expensive step of finding an approximation in a lookup table. Now the approximation for </a:t>
                </a:r>
                <a14:m>
                  <m:oMath xmlns:m="http://schemas.openxmlformats.org/officeDocument/2006/math">
                    <m:func>
                      <m:funcPr>
                        <m:ctrlPr>
                          <a:rPr lang="en-US" i="1" smtClean="0">
                            <a:latin typeface="Cambria Math" panose="02040503050406030204" pitchFamily="18" charset="0"/>
                          </a:rPr>
                        </m:ctrlPr>
                      </m:funcPr>
                      <m:fName>
                        <m:sSub>
                          <m:sSubPr>
                            <m:ctrlPr>
                              <a:rPr lang="en-US" i="1" smtClean="0">
                                <a:latin typeface="Cambria Math" panose="02040503050406030204" pitchFamily="18" charset="0"/>
                              </a:rPr>
                            </m:ctrlPr>
                          </m:sSubPr>
                          <m:e>
                            <m:r>
                              <m:rPr>
                                <m:sty m:val="p"/>
                              </m:rPr>
                              <a:rPr lang="en-US"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func>
                  </m:oMath>
                </a14:m>
                <a:r>
                  <a:rPr lang="en-US" dirty="0">
                    <a:latin typeface="+mj-lt"/>
                  </a:rPr>
                  <a:t> can be used to compute the inverse square root of the number in an efficient manner.</a:t>
                </a:r>
              </a:p>
              <a:p>
                <a:pPr marL="0" indent="0">
                  <a:buNone/>
                </a:pPr>
                <a:r>
                  <a:rPr lang="en-US" dirty="0">
                    <a:latin typeface="+mj-lt"/>
                  </a:rPr>
                  <a:t>Although this algorithm was originally designed for 32bit floating-point numbers following the IEEE 754 standard, it was later shown to work with other floats.</a:t>
                </a:r>
              </a:p>
            </p:txBody>
          </p:sp>
        </mc:Choice>
        <mc:Fallback>
          <p:sp>
            <p:nvSpPr>
              <p:cNvPr id="3" name="Content Placeholder 2">
                <a:extLst>
                  <a:ext uri="{FF2B5EF4-FFF2-40B4-BE49-F238E27FC236}">
                    <a16:creationId xmlns:a16="http://schemas.microsoft.com/office/drawing/2014/main" id="{043FE9C8-2A31-6DAE-BB90-D128BE474DA7}"/>
                  </a:ext>
                </a:extLst>
              </p:cNvPr>
              <p:cNvSpPr>
                <a:spLocks noGrp="1" noRot="1" noChangeAspect="1" noMove="1" noResize="1" noEditPoints="1" noAdjustHandles="1" noChangeArrowheads="1" noChangeShapeType="1" noTextEdit="1"/>
              </p:cNvSpPr>
              <p:nvPr>
                <p:ph idx="1"/>
              </p:nvPr>
            </p:nvSpPr>
            <p:spPr>
              <a:xfrm>
                <a:off x="1484310" y="1752599"/>
                <a:ext cx="10018713" cy="4038602"/>
              </a:xfrm>
              <a:blipFill>
                <a:blip r:embed="rId2"/>
                <a:stretch>
                  <a:fillRect l="-608" r="-1034"/>
                </a:stretch>
              </a:blipFill>
            </p:spPr>
            <p:txBody>
              <a:bodyPr/>
              <a:lstStyle/>
              <a:p>
                <a:r>
                  <a:rPr lang="en-US">
                    <a:noFill/>
                  </a:rPr>
                  <a:t> </a:t>
                </a:r>
              </a:p>
            </p:txBody>
          </p:sp>
        </mc:Fallback>
      </mc:AlternateContent>
    </p:spTree>
    <p:extLst>
      <p:ext uri="{BB962C8B-B14F-4D97-AF65-F5344CB8AC3E}">
        <p14:creationId xmlns:p14="http://schemas.microsoft.com/office/powerpoint/2010/main" val="176181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9CAC3B1-4879-424D-8F15-2062771961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715619B-F5A6-3E1D-61FD-FC4E6E6A5055}"/>
              </a:ext>
            </a:extLst>
          </p:cNvPr>
          <p:cNvSpPr>
            <a:spLocks noGrp="1"/>
          </p:cNvSpPr>
          <p:nvPr>
            <p:ph type="title"/>
          </p:nvPr>
        </p:nvSpPr>
        <p:spPr>
          <a:xfrm>
            <a:off x="3392168" y="0"/>
            <a:ext cx="7257455" cy="1752599"/>
          </a:xfrm>
        </p:spPr>
        <p:txBody>
          <a:bodyPr>
            <a:normAutofit/>
          </a:bodyPr>
          <a:lstStyle/>
          <a:p>
            <a:r>
              <a:rPr lang="en-US" sz="3600" dirty="0"/>
              <a:t>W.T.F.</a:t>
            </a:r>
          </a:p>
        </p:txBody>
      </p:sp>
      <p:sp>
        <p:nvSpPr>
          <p:cNvPr id="10" name="Freeform 6">
            <a:extLst>
              <a:ext uri="{FF2B5EF4-FFF2-40B4-BE49-F238E27FC236}">
                <a16:creationId xmlns:a16="http://schemas.microsoft.com/office/drawing/2014/main" id="{E34CC1C8-EBDD-4AEA-83E6-B27575B62E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1649700" y="0"/>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12" name="Freeform 7">
            <a:extLst>
              <a:ext uri="{FF2B5EF4-FFF2-40B4-BE49-F238E27FC236}">
                <a16:creationId xmlns:a16="http://schemas.microsoft.com/office/drawing/2014/main" id="{D6B38644-B85D-4211-9526-5B4C2A662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2116425" y="0"/>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14" name="Freeform 12">
            <a:extLst>
              <a:ext uri="{FF2B5EF4-FFF2-40B4-BE49-F238E27FC236}">
                <a16:creationId xmlns:a16="http://schemas.microsoft.com/office/drawing/2014/main" id="{8A8B2820-6B8F-4C19-BFC5-D28EE44E54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457487" y="2587625"/>
            <a:ext cx="2693987" cy="4270375"/>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16" name="Freeform: Shape 15">
            <a:extLst>
              <a:ext uri="{FF2B5EF4-FFF2-40B4-BE49-F238E27FC236}">
                <a16:creationId xmlns:a16="http://schemas.microsoft.com/office/drawing/2014/main" id="{DCA45AB7-441E-40A8-A98B-557D68F48A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1" y="2692400"/>
            <a:ext cx="2713324" cy="3390788"/>
          </a:xfrm>
          <a:custGeom>
            <a:avLst/>
            <a:gdLst>
              <a:gd name="connsiteX0" fmla="*/ 0 w 2713324"/>
              <a:gd name="connsiteY0" fmla="*/ 0 h 3390788"/>
              <a:gd name="connsiteX1" fmla="*/ 4763 w 2713324"/>
              <a:gd name="connsiteY1" fmla="*/ 4763 h 3390788"/>
              <a:gd name="connsiteX2" fmla="*/ 2713324 w 2713324"/>
              <a:gd name="connsiteY2" fmla="*/ 3390788 h 3390788"/>
              <a:gd name="connsiteX3" fmla="*/ 2713324 w 2713324"/>
              <a:gd name="connsiteY3" fmla="*/ 2368619 h 3390788"/>
              <a:gd name="connsiteX4" fmla="*/ 357188 w 2713324"/>
              <a:gd name="connsiteY4" fmla="*/ 90488 h 3390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3324" h="3390788">
                <a:moveTo>
                  <a:pt x="0" y="0"/>
                </a:moveTo>
                <a:lnTo>
                  <a:pt x="4763" y="4763"/>
                </a:lnTo>
                <a:lnTo>
                  <a:pt x="2713324" y="3390788"/>
                </a:lnTo>
                <a:lnTo>
                  <a:pt x="2713324" y="2368619"/>
                </a:lnTo>
                <a:lnTo>
                  <a:pt x="357188" y="90488"/>
                </a:lnTo>
                <a:close/>
              </a:path>
            </a:pathLst>
          </a:custGeom>
          <a:solidFill>
            <a:schemeClr val="accent1">
              <a:lumMod val="75000"/>
            </a:schemeClr>
          </a:solidFill>
          <a:ln>
            <a:noFill/>
          </a:ln>
        </p:spPr>
      </p:sp>
      <p:sp>
        <p:nvSpPr>
          <p:cNvPr id="18" name="Freeform: Shape 17">
            <a:extLst>
              <a:ext uri="{FF2B5EF4-FFF2-40B4-BE49-F238E27FC236}">
                <a16:creationId xmlns:a16="http://schemas.microsoft.com/office/drawing/2014/main" id="{5F516030-4F00-4C48-AD93-91EFA17A1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0" y="2582863"/>
            <a:ext cx="3151474" cy="4275137"/>
          </a:xfrm>
          <a:custGeom>
            <a:avLst/>
            <a:gdLst>
              <a:gd name="connsiteX0" fmla="*/ 0 w 3151474"/>
              <a:gd name="connsiteY0" fmla="*/ 0 h 4275137"/>
              <a:gd name="connsiteX1" fmla="*/ 0 w 3151474"/>
              <a:gd name="connsiteY1" fmla="*/ 4757 h 4275137"/>
              <a:gd name="connsiteX2" fmla="*/ 2693987 w 3151474"/>
              <a:gd name="connsiteY2" fmla="*/ 4275137 h 4275137"/>
              <a:gd name="connsiteX3" fmla="*/ 3151474 w 3151474"/>
              <a:gd name="connsiteY3" fmla="*/ 4275137 h 4275137"/>
              <a:gd name="connsiteX4" fmla="*/ 3151474 w 3151474"/>
              <a:gd name="connsiteY4" fmla="*/ 3714295 h 4275137"/>
              <a:gd name="connsiteX5" fmla="*/ 419100 w 3151474"/>
              <a:gd name="connsiteY5" fmla="*/ 176017 h 4275137"/>
              <a:gd name="connsiteX6" fmla="*/ 361950 w 3151474"/>
              <a:gd name="connsiteY6" fmla="*/ 95144 h 4275137"/>
              <a:gd name="connsiteX7" fmla="*/ 357188 w 3151474"/>
              <a:gd name="connsiteY7" fmla="*/ 90387 h 42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51474" h="4275137">
                <a:moveTo>
                  <a:pt x="0" y="0"/>
                </a:moveTo>
                <a:lnTo>
                  <a:pt x="0" y="4757"/>
                </a:lnTo>
                <a:lnTo>
                  <a:pt x="2693987" y="4275137"/>
                </a:lnTo>
                <a:lnTo>
                  <a:pt x="3151474" y="4275137"/>
                </a:lnTo>
                <a:lnTo>
                  <a:pt x="3151474" y="3714295"/>
                </a:lnTo>
                <a:lnTo>
                  <a:pt x="419100" y="176017"/>
                </a:lnTo>
                <a:lnTo>
                  <a:pt x="361950" y="95144"/>
                </a:lnTo>
                <a:lnTo>
                  <a:pt x="357188" y="90387"/>
                </a:lnTo>
                <a:close/>
              </a:path>
            </a:pathLst>
          </a:custGeom>
          <a:solidFill>
            <a:srgbClr val="404040"/>
          </a:solidFill>
          <a:ln>
            <a:noFill/>
          </a:ln>
        </p:spPr>
      </p:sp>
      <p:sp>
        <p:nvSpPr>
          <p:cNvPr id="20" name="Freeform: Shape 19">
            <a:extLst>
              <a:ext uri="{FF2B5EF4-FFF2-40B4-BE49-F238E27FC236}">
                <a16:creationId xmlns:a16="http://schemas.microsoft.com/office/drawing/2014/main" id="{5820085E-2582-4A95-98EE-45DFFD5C01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0" y="2697164"/>
            <a:ext cx="2706398" cy="3513899"/>
          </a:xfrm>
          <a:custGeom>
            <a:avLst/>
            <a:gdLst>
              <a:gd name="connsiteX0" fmla="*/ 0 w 2706398"/>
              <a:gd name="connsiteY0" fmla="*/ 0 h 3513899"/>
              <a:gd name="connsiteX1" fmla="*/ 2706398 w 2706398"/>
              <a:gd name="connsiteY1" fmla="*/ 3513899 h 3513899"/>
              <a:gd name="connsiteX2" fmla="*/ 2706398 w 2706398"/>
              <a:gd name="connsiteY2" fmla="*/ 3383321 h 3513899"/>
            </a:gdLst>
            <a:ahLst/>
            <a:cxnLst>
              <a:cxn ang="0">
                <a:pos x="connsiteX0" y="connsiteY0"/>
              </a:cxn>
              <a:cxn ang="0">
                <a:pos x="connsiteX1" y="connsiteY1"/>
              </a:cxn>
              <a:cxn ang="0">
                <a:pos x="connsiteX2" y="connsiteY2"/>
              </a:cxn>
            </a:cxnLst>
            <a:rect l="l" t="t" r="r" b="b"/>
            <a:pathLst>
              <a:path w="2706398" h="3513899">
                <a:moveTo>
                  <a:pt x="0" y="0"/>
                </a:moveTo>
                <a:lnTo>
                  <a:pt x="2706398" y="3513899"/>
                </a:lnTo>
                <a:lnTo>
                  <a:pt x="2706398" y="3383321"/>
                </a:lnTo>
                <a:close/>
              </a:path>
            </a:pathLst>
          </a:custGeom>
          <a:solidFill>
            <a:schemeClr val="accent1">
              <a:lumMod val="50000"/>
            </a:schemeClr>
          </a:solidFill>
          <a:ln>
            <a:noFill/>
          </a:ln>
        </p:spPr>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B83B4D0-19CC-2D18-F59C-EBE19566BE19}"/>
                  </a:ext>
                </a:extLst>
              </p:cNvPr>
              <p:cNvSpPr>
                <a:spLocks noGrp="1"/>
              </p:cNvSpPr>
              <p:nvPr>
                <p:ph idx="1"/>
              </p:nvPr>
            </p:nvSpPr>
            <p:spPr>
              <a:xfrm>
                <a:off x="3312159" y="1752599"/>
                <a:ext cx="8422353" cy="4458464"/>
              </a:xfrm>
            </p:spPr>
            <p:txBody>
              <a:bodyPr anchor="t">
                <a:normAutofit/>
              </a:bodyPr>
              <a:lstStyle/>
              <a:p>
                <a:pPr marL="0" indent="0">
                  <a:lnSpc>
                    <a:spcPct val="90000"/>
                  </a:lnSpc>
                  <a:buNone/>
                </a:pPr>
                <a:r>
                  <a:rPr lang="en-US" sz="2000" dirty="0"/>
                  <a:t>Now that the base-2 logarithm of the number has been computed, it’s used to calculate the inverse square root in this seemingly magical line of code.</a:t>
                </a:r>
              </a:p>
              <a:p>
                <a:pPr marL="0" indent="0">
                  <a:lnSpc>
                    <a:spcPct val="90000"/>
                  </a:lnSpc>
                  <a:buNone/>
                </a:pPr>
                <a:r>
                  <a:rPr lang="en-US" sz="2000" dirty="0">
                    <a:latin typeface="Consolas" panose="020B0609020204030204" pitchFamily="49" charset="0"/>
                  </a:rPr>
                  <a:t>i  = 0x5f3759df - ( i &gt;&gt; 1 );          // what the f@$#?</a:t>
                </a:r>
              </a:p>
              <a:p>
                <a:pPr marL="0" indent="0">
                  <a:lnSpc>
                    <a:spcPct val="90000"/>
                  </a:lnSpc>
                  <a:buNone/>
                </a:pPr>
                <a:r>
                  <a:rPr lang="en-US" sz="2000" dirty="0"/>
                  <a:t>What’s actually happening here is some more bit manipulation to compute </a:t>
                </a:r>
                <a14:m>
                  <m:oMath xmlns:m="http://schemas.openxmlformats.org/officeDocument/2006/math">
                    <m:func>
                      <m:funcPr>
                        <m:ctrlPr>
                          <a:rPr lang="en-US" sz="2000" i="1">
                            <a:latin typeface="Cambria Math" panose="02040503050406030204" pitchFamily="18" charset="0"/>
                          </a:rPr>
                        </m:ctrlPr>
                      </m:funcPr>
                      <m:fName>
                        <m:sSub>
                          <m:sSubPr>
                            <m:ctrlPr>
                              <a:rPr lang="en-US" sz="2000" i="1">
                                <a:latin typeface="Cambria Math" panose="02040503050406030204" pitchFamily="18" charset="0"/>
                              </a:rPr>
                            </m:ctrlPr>
                          </m:sSubPr>
                          <m:e>
                            <m:r>
                              <a:rPr lang="en-US" sz="2000" b="0" i="0">
                                <a:latin typeface="Cambria Math" panose="02040503050406030204" pitchFamily="18" charset="0"/>
                              </a:rPr>
                              <m:t>−</m:t>
                            </m:r>
                            <m:f>
                              <m:fPr>
                                <m:ctrlPr>
                                  <a:rPr lang="en-US" sz="2000" b="0" i="1">
                                    <a:latin typeface="Cambria Math" panose="02040503050406030204" pitchFamily="18" charset="0"/>
                                  </a:rPr>
                                </m:ctrlPr>
                              </m:fPr>
                              <m:num>
                                <m:r>
                                  <a:rPr lang="en-US" sz="2000" b="0" i="0">
                                    <a:latin typeface="Cambria Math" panose="02040503050406030204" pitchFamily="18" charset="0"/>
                                  </a:rPr>
                                  <m:t>1</m:t>
                                </m:r>
                              </m:num>
                              <m:den>
                                <m:r>
                                  <a:rPr lang="en-US" sz="2000" b="0" i="0">
                                    <a:latin typeface="Cambria Math" panose="02040503050406030204" pitchFamily="18" charset="0"/>
                                  </a:rPr>
                                  <m:t>2</m:t>
                                </m:r>
                              </m:den>
                            </m:f>
                            <m:r>
                              <m:rPr>
                                <m:sty m:val="p"/>
                              </m:rPr>
                              <a:rPr lang="en-US" sz="2000">
                                <a:latin typeface="Cambria Math" panose="02040503050406030204" pitchFamily="18" charset="0"/>
                              </a:rPr>
                              <m:t>log</m:t>
                            </m:r>
                          </m:e>
                          <m:sub>
                            <m:r>
                              <a:rPr lang="en-US" sz="2000" i="1">
                                <a:latin typeface="Cambria Math" panose="02040503050406030204" pitchFamily="18" charset="0"/>
                              </a:rPr>
                              <m:t>2</m:t>
                            </m:r>
                          </m:sub>
                        </m:sSub>
                      </m:fName>
                      <m:e>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e>
                    </m:func>
                  </m:oMath>
                </a14:m>
                <a:r>
                  <a:rPr lang="en-US" sz="2000" dirty="0"/>
                  <a:t>, which is very close to the desired value.</a:t>
                </a:r>
              </a:p>
              <a:p>
                <a:pPr marL="0" indent="0">
                  <a:lnSpc>
                    <a:spcPct val="90000"/>
                  </a:lnSpc>
                  <a:buNone/>
                </a:pPr>
                <a:r>
                  <a:rPr lang="en-US" sz="2000" dirty="0"/>
                  <a:t>The integer which is the approximation of </a:t>
                </a:r>
                <a14:m>
                  <m:oMath xmlns:m="http://schemas.openxmlformats.org/officeDocument/2006/math">
                    <m:func>
                      <m:funcPr>
                        <m:ctrlPr>
                          <a:rPr lang="en-US" sz="2000" i="1">
                            <a:latin typeface="Cambria Math" panose="02040503050406030204" pitchFamily="18" charset="0"/>
                          </a:rPr>
                        </m:ctrlPr>
                      </m:funcPr>
                      <m:fName>
                        <m:sSub>
                          <m:sSubPr>
                            <m:ctrlPr>
                              <a:rPr lang="en-US" sz="2000" i="1">
                                <a:latin typeface="Cambria Math" panose="02040503050406030204" pitchFamily="18" charset="0"/>
                              </a:rPr>
                            </m:ctrlPr>
                          </m:sSubPr>
                          <m:e>
                            <m:r>
                              <m:rPr>
                                <m:sty m:val="p"/>
                              </m:rPr>
                              <a:rPr lang="en-US" sz="2000">
                                <a:latin typeface="Cambria Math" panose="02040503050406030204" pitchFamily="18" charset="0"/>
                              </a:rPr>
                              <m:t>log</m:t>
                            </m:r>
                          </m:e>
                          <m:sub>
                            <m:r>
                              <a:rPr lang="en-US" sz="2000" i="1">
                                <a:latin typeface="Cambria Math" panose="02040503050406030204" pitchFamily="18" charset="0"/>
                              </a:rPr>
                              <m:t>2</m:t>
                            </m:r>
                          </m:sub>
                        </m:sSub>
                      </m:fName>
                      <m:e>
                        <m:d>
                          <m:dPr>
                            <m:ctrlPr>
                              <a:rPr lang="en-US" sz="2000" i="1">
                                <a:latin typeface="Cambria Math" panose="02040503050406030204" pitchFamily="18" charset="0"/>
                              </a:rPr>
                            </m:ctrlPr>
                          </m:dPr>
                          <m:e>
                            <m:r>
                              <a:rPr lang="en-US" sz="2000" i="1">
                                <a:latin typeface="Cambria Math" panose="02040503050406030204" pitchFamily="18" charset="0"/>
                              </a:rPr>
                              <m:t>𝑥</m:t>
                            </m:r>
                          </m:e>
                        </m:d>
                      </m:e>
                    </m:func>
                  </m:oMath>
                </a14:m>
                <a:r>
                  <a:rPr lang="en-US" sz="2000" dirty="0"/>
                  <a:t> is bit shifted right once which is equivalent to dividing by 2 but eliminates the costly division step. The integer is subtracted from the ‘magic number’ to make the value negative. The bit shift and negation effectively multiplies the integer (i.e., approx. </a:t>
                </a:r>
                <a14:m>
                  <m:oMath xmlns:m="http://schemas.openxmlformats.org/officeDocument/2006/math">
                    <m:func>
                      <m:funcPr>
                        <m:ctrlPr>
                          <a:rPr lang="en-US" sz="2000" i="1">
                            <a:latin typeface="Cambria Math" panose="02040503050406030204" pitchFamily="18" charset="0"/>
                          </a:rPr>
                        </m:ctrlPr>
                      </m:funcPr>
                      <m:fName>
                        <m:sSub>
                          <m:sSubPr>
                            <m:ctrlPr>
                              <a:rPr lang="en-US" sz="2000" i="1">
                                <a:latin typeface="Cambria Math" panose="02040503050406030204" pitchFamily="18" charset="0"/>
                              </a:rPr>
                            </m:ctrlPr>
                          </m:sSubPr>
                          <m:e>
                            <m:r>
                              <m:rPr>
                                <m:sty m:val="p"/>
                              </m:rPr>
                              <a:rPr lang="en-US" sz="2000">
                                <a:latin typeface="Cambria Math" panose="02040503050406030204" pitchFamily="18" charset="0"/>
                              </a:rPr>
                              <m:t>log</m:t>
                            </m:r>
                          </m:e>
                          <m:sub>
                            <m:r>
                              <a:rPr lang="en-US" sz="2000" i="1">
                                <a:latin typeface="Cambria Math" panose="02040503050406030204" pitchFamily="18" charset="0"/>
                              </a:rPr>
                              <m:t>2</m:t>
                            </m:r>
                          </m:sub>
                        </m:sSub>
                      </m:fName>
                      <m:e>
                        <m:d>
                          <m:dPr>
                            <m:ctrlPr>
                              <a:rPr lang="en-US" sz="2000" i="1">
                                <a:latin typeface="Cambria Math" panose="02040503050406030204" pitchFamily="18" charset="0"/>
                              </a:rPr>
                            </m:ctrlPr>
                          </m:dPr>
                          <m:e>
                            <m:r>
                              <a:rPr lang="en-US" sz="2000" i="1">
                                <a:latin typeface="Cambria Math" panose="02040503050406030204" pitchFamily="18" charset="0"/>
                              </a:rPr>
                              <m:t>𝑥</m:t>
                            </m:r>
                          </m:e>
                        </m:d>
                      </m:e>
                    </m:func>
                  </m:oMath>
                </a14:m>
                <a:r>
                  <a:rPr lang="en-US" sz="2000" dirty="0"/>
                  <a:t>) by </a:t>
                </a:r>
                <a14:m>
                  <m:oMath xmlns:m="http://schemas.openxmlformats.org/officeDocument/2006/math">
                    <m:r>
                      <a:rPr lang="en-US" sz="2000" b="0" i="1">
                        <a:latin typeface="Cambria Math" panose="02040503050406030204" pitchFamily="18" charset="0"/>
                      </a:rPr>
                      <m:t>−</m:t>
                    </m:r>
                    <m:f>
                      <m:fPr>
                        <m:ctrlPr>
                          <a:rPr lang="en-US" sz="2000" b="0" i="1">
                            <a:latin typeface="Cambria Math" panose="02040503050406030204" pitchFamily="18" charset="0"/>
                          </a:rPr>
                        </m:ctrlPr>
                      </m:fPr>
                      <m:num>
                        <m:r>
                          <a:rPr lang="en-US" sz="2000" b="0" i="1">
                            <a:latin typeface="Cambria Math" panose="02040503050406030204" pitchFamily="18" charset="0"/>
                          </a:rPr>
                          <m:t>1</m:t>
                        </m:r>
                      </m:num>
                      <m:den>
                        <m:r>
                          <a:rPr lang="en-US" sz="2000" b="0" i="1">
                            <a:latin typeface="Cambria Math" panose="02040503050406030204" pitchFamily="18" charset="0"/>
                          </a:rPr>
                          <m:t>2</m:t>
                        </m:r>
                      </m:den>
                    </m:f>
                  </m:oMath>
                </a14:m>
                <a:r>
                  <a:rPr lang="en-US" sz="2000" dirty="0"/>
                  <a:t>.</a:t>
                </a:r>
              </a:p>
              <a:p>
                <a:pPr marL="0" indent="0">
                  <a:lnSpc>
                    <a:spcPct val="90000"/>
                  </a:lnSpc>
                  <a:buNone/>
                </a:pPr>
                <a:r>
                  <a:rPr lang="en-US" sz="2000" dirty="0"/>
                  <a:t>We now have </a:t>
                </a:r>
                <a14:m>
                  <m:oMath xmlns:m="http://schemas.openxmlformats.org/officeDocument/2006/math">
                    <m:func>
                      <m:funcPr>
                        <m:ctrlPr>
                          <a:rPr lang="en-US" sz="2000" i="1">
                            <a:latin typeface="Cambria Math" panose="02040503050406030204" pitchFamily="18" charset="0"/>
                          </a:rPr>
                        </m:ctrlPr>
                      </m:funcPr>
                      <m:fName>
                        <m:sSub>
                          <m:sSubPr>
                            <m:ctrlPr>
                              <a:rPr lang="en-US" sz="2000" i="1">
                                <a:latin typeface="Cambria Math" panose="02040503050406030204" pitchFamily="18" charset="0"/>
                              </a:rPr>
                            </m:ctrlPr>
                          </m:sSubPr>
                          <m:e>
                            <m:r>
                              <a:rPr lang="en-US" sz="2000">
                                <a:latin typeface="Cambria Math" panose="02040503050406030204" pitchFamily="18" charset="0"/>
                              </a:rPr>
                              <m:t>−</m:t>
                            </m:r>
                            <m:f>
                              <m:fPr>
                                <m:ctrlPr>
                                  <a:rPr lang="en-US" sz="2000" i="1">
                                    <a:latin typeface="Cambria Math" panose="02040503050406030204" pitchFamily="18" charset="0"/>
                                  </a:rPr>
                                </m:ctrlPr>
                              </m:fPr>
                              <m:num>
                                <m:r>
                                  <a:rPr lang="en-US" sz="2000">
                                    <a:latin typeface="Cambria Math" panose="02040503050406030204" pitchFamily="18" charset="0"/>
                                  </a:rPr>
                                  <m:t>1</m:t>
                                </m:r>
                              </m:num>
                              <m:den>
                                <m:r>
                                  <a:rPr lang="en-US" sz="2000">
                                    <a:latin typeface="Cambria Math" panose="02040503050406030204" pitchFamily="18" charset="0"/>
                                  </a:rPr>
                                  <m:t>2</m:t>
                                </m:r>
                              </m:den>
                            </m:f>
                            <m:r>
                              <m:rPr>
                                <m:sty m:val="p"/>
                              </m:rPr>
                              <a:rPr lang="en-US" sz="2000">
                                <a:latin typeface="Cambria Math" panose="02040503050406030204" pitchFamily="18" charset="0"/>
                              </a:rPr>
                              <m:t>log</m:t>
                            </m:r>
                          </m:e>
                          <m:sub>
                            <m:r>
                              <a:rPr lang="en-US" sz="2000" i="1">
                                <a:latin typeface="Cambria Math" panose="02040503050406030204" pitchFamily="18" charset="0"/>
                              </a:rPr>
                              <m:t>2</m:t>
                            </m:r>
                          </m:sub>
                        </m:sSub>
                      </m:fName>
                      <m:e>
                        <m:d>
                          <m:dPr>
                            <m:ctrlPr>
                              <a:rPr lang="en-US" sz="2000" i="1">
                                <a:latin typeface="Cambria Math" panose="02040503050406030204" pitchFamily="18" charset="0"/>
                              </a:rPr>
                            </m:ctrlPr>
                          </m:dPr>
                          <m:e>
                            <m:r>
                              <a:rPr lang="en-US" sz="2000" i="1">
                                <a:latin typeface="Cambria Math" panose="02040503050406030204" pitchFamily="18" charset="0"/>
                              </a:rPr>
                              <m:t>𝑥</m:t>
                            </m:r>
                          </m:e>
                        </m:d>
                      </m:e>
                    </m:func>
                    <m:r>
                      <a:rPr lang="en-US" sz="2000" b="0" i="1">
                        <a:latin typeface="Cambria Math" panose="02040503050406030204" pitchFamily="18" charset="0"/>
                      </a:rPr>
                      <m:t>=</m:t>
                    </m:r>
                    <m:func>
                      <m:funcPr>
                        <m:ctrlPr>
                          <a:rPr lang="en-US" sz="2000" i="1">
                            <a:latin typeface="Cambria Math" panose="02040503050406030204" pitchFamily="18" charset="0"/>
                          </a:rPr>
                        </m:ctrlPr>
                      </m:funcPr>
                      <m:fName>
                        <m:sSub>
                          <m:sSubPr>
                            <m:ctrlPr>
                              <a:rPr lang="en-US" sz="2000" i="1">
                                <a:latin typeface="Cambria Math" panose="02040503050406030204" pitchFamily="18" charset="0"/>
                              </a:rPr>
                            </m:ctrlPr>
                          </m:sSubPr>
                          <m:e>
                            <m:r>
                              <m:rPr>
                                <m:sty m:val="p"/>
                              </m:rPr>
                              <a:rPr lang="en-US" sz="2000">
                                <a:latin typeface="Cambria Math" panose="02040503050406030204" pitchFamily="18" charset="0"/>
                              </a:rPr>
                              <m:t>log</m:t>
                            </m:r>
                          </m:e>
                          <m:sub>
                            <m:r>
                              <a:rPr lang="en-US" sz="2000" i="1">
                                <a:latin typeface="Cambria Math" panose="02040503050406030204" pitchFamily="18" charset="0"/>
                              </a:rPr>
                              <m:t>2</m:t>
                            </m:r>
                          </m:sub>
                        </m:sSub>
                      </m:fName>
                      <m:e>
                        <m:d>
                          <m:dPr>
                            <m:ctrlPr>
                              <a:rPr lang="en-US" sz="2000" i="1">
                                <a:latin typeface="Cambria Math" panose="02040503050406030204" pitchFamily="18" charset="0"/>
                              </a:rPr>
                            </m:ctrlPr>
                          </m:dPr>
                          <m:e>
                            <m:f>
                              <m:fPr>
                                <m:ctrlPr>
                                  <a:rPr lang="en-US" sz="2000" b="0" i="1">
                                    <a:latin typeface="Cambria Math" panose="02040503050406030204" pitchFamily="18" charset="0"/>
                                  </a:rPr>
                                </m:ctrlPr>
                              </m:fPr>
                              <m:num>
                                <m:r>
                                  <a:rPr lang="en-US" sz="2000" b="0" i="1">
                                    <a:latin typeface="Cambria Math" panose="02040503050406030204" pitchFamily="18" charset="0"/>
                                  </a:rPr>
                                  <m:t>1</m:t>
                                </m:r>
                              </m:num>
                              <m:den>
                                <m:rad>
                                  <m:radPr>
                                    <m:degHide m:val="on"/>
                                    <m:ctrlPr>
                                      <a:rPr lang="en-US" sz="2000" b="0" i="1">
                                        <a:latin typeface="Cambria Math" panose="02040503050406030204" pitchFamily="18" charset="0"/>
                                      </a:rPr>
                                    </m:ctrlPr>
                                  </m:radPr>
                                  <m:deg/>
                                  <m:e>
                                    <m:r>
                                      <a:rPr lang="en-US" sz="2000" i="1">
                                        <a:latin typeface="Cambria Math" panose="02040503050406030204" pitchFamily="18" charset="0"/>
                                      </a:rPr>
                                      <m:t>𝑥</m:t>
                                    </m:r>
                                  </m:e>
                                </m:rad>
                              </m:den>
                            </m:f>
                          </m:e>
                        </m:d>
                      </m:e>
                    </m:func>
                  </m:oMath>
                </a14:m>
                <a:r>
                  <a:rPr lang="en-US" sz="2000" dirty="0"/>
                  <a:t>.</a:t>
                </a:r>
              </a:p>
              <a:p>
                <a:pPr marL="0" indent="0">
                  <a:lnSpc>
                    <a:spcPct val="90000"/>
                  </a:lnSpc>
                  <a:buNone/>
                </a:pPr>
                <a:endParaRPr lang="en-US" sz="2000" dirty="0"/>
              </a:p>
            </p:txBody>
          </p:sp>
        </mc:Choice>
        <mc:Fallback>
          <p:sp>
            <p:nvSpPr>
              <p:cNvPr id="3" name="Content Placeholder 2">
                <a:extLst>
                  <a:ext uri="{FF2B5EF4-FFF2-40B4-BE49-F238E27FC236}">
                    <a16:creationId xmlns:a16="http://schemas.microsoft.com/office/drawing/2014/main" id="{9B83B4D0-19CC-2D18-F59C-EBE19566BE19}"/>
                  </a:ext>
                </a:extLst>
              </p:cNvPr>
              <p:cNvSpPr>
                <a:spLocks noGrp="1" noRot="1" noChangeAspect="1" noMove="1" noResize="1" noEditPoints="1" noAdjustHandles="1" noChangeArrowheads="1" noChangeShapeType="1" noTextEdit="1"/>
              </p:cNvSpPr>
              <p:nvPr>
                <p:ph idx="1"/>
              </p:nvPr>
            </p:nvSpPr>
            <p:spPr>
              <a:xfrm>
                <a:off x="3312159" y="1752599"/>
                <a:ext cx="8422353" cy="4458464"/>
              </a:xfrm>
              <a:blipFill>
                <a:blip r:embed="rId3"/>
                <a:stretch>
                  <a:fillRect l="-724" t="-1366" r="-1158"/>
                </a:stretch>
              </a:blipFill>
            </p:spPr>
            <p:txBody>
              <a:bodyPr/>
              <a:lstStyle/>
              <a:p>
                <a:r>
                  <a:rPr lang="en-US">
                    <a:noFill/>
                  </a:rPr>
                  <a:t> </a:t>
                </a:r>
              </a:p>
            </p:txBody>
          </p:sp>
        </mc:Fallback>
      </mc:AlternateContent>
    </p:spTree>
    <p:extLst>
      <p:ext uri="{BB962C8B-B14F-4D97-AF65-F5344CB8AC3E}">
        <p14:creationId xmlns:p14="http://schemas.microsoft.com/office/powerpoint/2010/main" val="3275034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03BF673-8C68-4092-BF1B-53C57EFEC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8000"/>
          </a:xfrm>
          <a:prstGeom prst="rect">
            <a:avLst/>
          </a:pr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p>
        </p:txBody>
      </p:sp>
      <p:sp useBgFill="1">
        <p:nvSpPr>
          <p:cNvPr id="10" name="Freeform: Shape 9">
            <a:extLst>
              <a:ext uri="{FF2B5EF4-FFF2-40B4-BE49-F238E27FC236}">
                <a16:creationId xmlns:a16="http://schemas.microsoft.com/office/drawing/2014/main" id="{B1BDB70B-F0E6-4867-818F-C582494FB6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7083" y="0"/>
            <a:ext cx="11134917" cy="6858000"/>
          </a:xfrm>
          <a:custGeom>
            <a:avLst/>
            <a:gdLst>
              <a:gd name="connsiteX0" fmla="*/ 7627977 w 11134917"/>
              <a:gd name="connsiteY0" fmla="*/ 0 h 6858000"/>
              <a:gd name="connsiteX1" fmla="*/ 8129873 w 11134917"/>
              <a:gd name="connsiteY1" fmla="*/ 0 h 6858000"/>
              <a:gd name="connsiteX2" fmla="*/ 11134917 w 11134917"/>
              <a:gd name="connsiteY2" fmla="*/ 0 h 6858000"/>
              <a:gd name="connsiteX3" fmla="*/ 11134917 w 11134917"/>
              <a:gd name="connsiteY3" fmla="*/ 6858000 h 6858000"/>
              <a:gd name="connsiteX4" fmla="*/ 8129873 w 11134917"/>
              <a:gd name="connsiteY4" fmla="*/ 6858000 h 6858000"/>
              <a:gd name="connsiteX5" fmla="*/ 7627977 w 11134917"/>
              <a:gd name="connsiteY5" fmla="*/ 6858000 h 6858000"/>
              <a:gd name="connsiteX6" fmla="*/ 7627977 w 11134917"/>
              <a:gd name="connsiteY6" fmla="*/ 6857419 h 6858000"/>
              <a:gd name="connsiteX7" fmla="*/ 1921931 w 11134917"/>
              <a:gd name="connsiteY7" fmla="*/ 6850814 h 6858000"/>
              <a:gd name="connsiteX8" fmla="*/ 0 w 11134917"/>
              <a:gd name="connsiteY8" fmla="*/ 5325357 h 6858000"/>
              <a:gd name="connsiteX9" fmla="*/ 838199 w 11134917"/>
              <a:gd name="connsiteY9" fmla="*/ 7331 h 6858000"/>
              <a:gd name="connsiteX10" fmla="*/ 7627977 w 11134917"/>
              <a:gd name="connsiteY10" fmla="*/ 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34917" h="6858000">
                <a:moveTo>
                  <a:pt x="7627977" y="0"/>
                </a:moveTo>
                <a:lnTo>
                  <a:pt x="8129873" y="0"/>
                </a:lnTo>
                <a:lnTo>
                  <a:pt x="11134917" y="0"/>
                </a:lnTo>
                <a:lnTo>
                  <a:pt x="11134917" y="6858000"/>
                </a:lnTo>
                <a:lnTo>
                  <a:pt x="8129873" y="6858000"/>
                </a:lnTo>
                <a:lnTo>
                  <a:pt x="7627977" y="6858000"/>
                </a:lnTo>
                <a:lnTo>
                  <a:pt x="7627977" y="6857419"/>
                </a:lnTo>
                <a:lnTo>
                  <a:pt x="1921931" y="6850814"/>
                </a:lnTo>
                <a:lnTo>
                  <a:pt x="0" y="5325357"/>
                </a:lnTo>
                <a:lnTo>
                  <a:pt x="838199" y="7331"/>
                </a:lnTo>
                <a:lnTo>
                  <a:pt x="7627977" y="50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1E52C707-F508-47B5-8864-8CC3EE0F030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2025" y="0"/>
            <a:ext cx="2436813" cy="6858001"/>
            <a:chOff x="1320800" y="0"/>
            <a:chExt cx="2436813" cy="6858001"/>
          </a:xfrm>
        </p:grpSpPr>
        <p:sp>
          <p:nvSpPr>
            <p:cNvPr id="13" name="Freeform 6">
              <a:extLst>
                <a:ext uri="{FF2B5EF4-FFF2-40B4-BE49-F238E27FC236}">
                  <a16:creationId xmlns:a16="http://schemas.microsoft.com/office/drawing/2014/main" id="{066B5DD9-1C9B-4957-AF7C-8E11C7E88B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4" name="Freeform 7">
              <a:extLst>
                <a:ext uri="{FF2B5EF4-FFF2-40B4-BE49-F238E27FC236}">
                  <a16:creationId xmlns:a16="http://schemas.microsoft.com/office/drawing/2014/main" id="{8DF9D480-2CEE-4037-8C1B-6380686300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5" name="Freeform 8">
              <a:extLst>
                <a:ext uri="{FF2B5EF4-FFF2-40B4-BE49-F238E27FC236}">
                  <a16:creationId xmlns:a16="http://schemas.microsoft.com/office/drawing/2014/main" id="{EBF6F7B8-E51D-495D-B944-B8E2E84C57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6" name="Freeform 9">
              <a:extLst>
                <a:ext uri="{FF2B5EF4-FFF2-40B4-BE49-F238E27FC236}">
                  <a16:creationId xmlns:a16="http://schemas.microsoft.com/office/drawing/2014/main" id="{F43BB0F7-F9F4-4CFA-9277-2B671DC70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7" name="Freeform 10">
              <a:extLst>
                <a:ext uri="{FF2B5EF4-FFF2-40B4-BE49-F238E27FC236}">
                  <a16:creationId xmlns:a16="http://schemas.microsoft.com/office/drawing/2014/main" id="{D51F18A6-D926-4462-B110-63097184F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8" name="Freeform 11">
              <a:extLst>
                <a:ext uri="{FF2B5EF4-FFF2-40B4-BE49-F238E27FC236}">
                  <a16:creationId xmlns:a16="http://schemas.microsoft.com/office/drawing/2014/main" id="{ED77B4F5-55D8-444A-9EFF-CAAA8CD69F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B83B4D0-19CC-2D18-F59C-EBE19566BE19}"/>
                  </a:ext>
                </a:extLst>
              </p:cNvPr>
              <p:cNvSpPr>
                <a:spLocks noGrp="1"/>
              </p:cNvSpPr>
              <p:nvPr>
                <p:ph idx="1"/>
              </p:nvPr>
            </p:nvSpPr>
            <p:spPr>
              <a:xfrm>
                <a:off x="1941650" y="1380833"/>
                <a:ext cx="9561374" cy="4660371"/>
              </a:xfrm>
            </p:spPr>
            <p:txBody>
              <a:bodyPr anchor="ctr">
                <a:normAutofit/>
              </a:bodyPr>
              <a:lstStyle/>
              <a:p>
                <a:pPr marL="0" indent="0">
                  <a:lnSpc>
                    <a:spcPct val="90000"/>
                  </a:lnSpc>
                  <a:buNone/>
                </a:pPr>
                <a:r>
                  <a:rPr lang="en-US" sz="2000" dirty="0"/>
                  <a:t>What about the mysterious hexadecimal constant that seemed to incite profanity in the code’s comments?</a:t>
                </a:r>
              </a:p>
              <a:p>
                <a:pPr marL="0" indent="0">
                  <a:lnSpc>
                    <a:spcPct val="90000"/>
                  </a:lnSpc>
                  <a:buNone/>
                </a:pPr>
                <a:r>
                  <a:rPr lang="en-US" sz="2000" dirty="0"/>
                  <a:t>The constant </a:t>
                </a:r>
                <a:r>
                  <a:rPr lang="en-US" sz="2000" dirty="0">
                    <a:latin typeface="Consolas" panose="020B0609020204030204" pitchFamily="49" charset="0"/>
                  </a:rPr>
                  <a:t>0x5f3759df </a:t>
                </a:r>
                <a:r>
                  <a:rPr lang="en-US" sz="2000" dirty="0"/>
                  <a:t>is the floating-point number representation of </a:t>
                </a:r>
                <a14:m>
                  <m:oMath xmlns:m="http://schemas.openxmlformats.org/officeDocument/2006/math">
                    <m:rad>
                      <m:radPr>
                        <m:degHide m:val="on"/>
                        <m:ctrlPr>
                          <a:rPr lang="en-US" sz="2000" b="0" i="1">
                            <a:latin typeface="Cambria Math" panose="02040503050406030204" pitchFamily="18" charset="0"/>
                          </a:rPr>
                        </m:ctrlPr>
                      </m:radPr>
                      <m:deg/>
                      <m:e>
                        <m:sSup>
                          <m:sSupPr>
                            <m:ctrlPr>
                              <a:rPr lang="en-US" sz="2000" b="0" i="1">
                                <a:latin typeface="Cambria Math" panose="02040503050406030204" pitchFamily="18" charset="0"/>
                              </a:rPr>
                            </m:ctrlPr>
                          </m:sSupPr>
                          <m:e>
                            <m:r>
                              <a:rPr lang="en-US" sz="2000" b="0" i="1">
                                <a:latin typeface="Cambria Math" panose="02040503050406030204" pitchFamily="18" charset="0"/>
                              </a:rPr>
                              <m:t>2</m:t>
                            </m:r>
                          </m:e>
                          <m:sup>
                            <m:r>
                              <a:rPr lang="en-US" sz="2000" b="0" i="1">
                                <a:latin typeface="Cambria Math" panose="02040503050406030204" pitchFamily="18" charset="0"/>
                              </a:rPr>
                              <m:t>127</m:t>
                            </m:r>
                          </m:sup>
                        </m:sSup>
                      </m:e>
                    </m:rad>
                  </m:oMath>
                </a14:m>
                <a:r>
                  <a:rPr lang="en-US" sz="2000" dirty="0"/>
                  <a:t> which is a correction term that needs to be added back due to all the bit manipulation that occurred to approximate </a:t>
                </a:r>
                <a14:m>
                  <m:oMath xmlns:m="http://schemas.openxmlformats.org/officeDocument/2006/math">
                    <m:func>
                      <m:funcPr>
                        <m:ctrlPr>
                          <a:rPr lang="en-US" sz="2000" i="1">
                            <a:latin typeface="Cambria Math" panose="02040503050406030204" pitchFamily="18" charset="0"/>
                          </a:rPr>
                        </m:ctrlPr>
                      </m:funcPr>
                      <m:fName>
                        <m:sSub>
                          <m:sSubPr>
                            <m:ctrlPr>
                              <a:rPr lang="en-US" sz="2000" i="1">
                                <a:latin typeface="Cambria Math" panose="02040503050406030204" pitchFamily="18" charset="0"/>
                              </a:rPr>
                            </m:ctrlPr>
                          </m:sSubPr>
                          <m:e>
                            <m:r>
                              <a:rPr lang="en-US" sz="2000">
                                <a:latin typeface="Cambria Math" panose="02040503050406030204" pitchFamily="18" charset="0"/>
                              </a:rPr>
                              <m:t>−</m:t>
                            </m:r>
                            <m:f>
                              <m:fPr>
                                <m:ctrlPr>
                                  <a:rPr lang="en-US" sz="2000" i="1">
                                    <a:latin typeface="Cambria Math" panose="02040503050406030204" pitchFamily="18" charset="0"/>
                                  </a:rPr>
                                </m:ctrlPr>
                              </m:fPr>
                              <m:num>
                                <m:r>
                                  <a:rPr lang="en-US" sz="2000">
                                    <a:latin typeface="Cambria Math" panose="02040503050406030204" pitchFamily="18" charset="0"/>
                                  </a:rPr>
                                  <m:t>1</m:t>
                                </m:r>
                              </m:num>
                              <m:den>
                                <m:r>
                                  <a:rPr lang="en-US" sz="2000">
                                    <a:latin typeface="Cambria Math" panose="02040503050406030204" pitchFamily="18" charset="0"/>
                                  </a:rPr>
                                  <m:t>2</m:t>
                                </m:r>
                              </m:den>
                            </m:f>
                            <m:r>
                              <m:rPr>
                                <m:sty m:val="p"/>
                              </m:rPr>
                              <a:rPr lang="en-US" sz="2000">
                                <a:latin typeface="Cambria Math" panose="02040503050406030204" pitchFamily="18" charset="0"/>
                              </a:rPr>
                              <m:t>log</m:t>
                            </m:r>
                          </m:e>
                          <m:sub>
                            <m:r>
                              <a:rPr lang="en-US" sz="2000" i="1">
                                <a:latin typeface="Cambria Math" panose="02040503050406030204" pitchFamily="18" charset="0"/>
                              </a:rPr>
                              <m:t>2</m:t>
                            </m:r>
                          </m:sub>
                        </m:sSub>
                      </m:fName>
                      <m:e>
                        <m:d>
                          <m:dPr>
                            <m:ctrlPr>
                              <a:rPr lang="en-US" sz="2000" i="1">
                                <a:latin typeface="Cambria Math" panose="02040503050406030204" pitchFamily="18" charset="0"/>
                              </a:rPr>
                            </m:ctrlPr>
                          </m:dPr>
                          <m:e>
                            <m:r>
                              <a:rPr lang="en-US" sz="2000" i="1">
                                <a:latin typeface="Cambria Math" panose="02040503050406030204" pitchFamily="18" charset="0"/>
                              </a:rPr>
                              <m:t>𝑥</m:t>
                            </m:r>
                          </m:e>
                        </m:d>
                      </m:e>
                    </m:func>
                  </m:oMath>
                </a14:m>
                <a:r>
                  <a:rPr lang="en-US" sz="2000" dirty="0"/>
                  <a:t>. Once again, all of the bit manipulation details are outside the scope of this presentation.</a:t>
                </a:r>
              </a:p>
              <a:p>
                <a:pPr marL="0" indent="0">
                  <a:lnSpc>
                    <a:spcPct val="90000"/>
                  </a:lnSpc>
                  <a:buNone/>
                </a:pPr>
                <a:r>
                  <a:rPr lang="en-US" sz="2000" dirty="0"/>
                  <a:t>Once the approximation </a:t>
                </a:r>
                <a14:m>
                  <m:oMath xmlns:m="http://schemas.openxmlformats.org/officeDocument/2006/math">
                    <m:func>
                      <m:funcPr>
                        <m:ctrlPr>
                          <a:rPr lang="en-US" sz="2000" i="1">
                            <a:latin typeface="Cambria Math" panose="02040503050406030204" pitchFamily="18" charset="0"/>
                          </a:rPr>
                        </m:ctrlPr>
                      </m:funcPr>
                      <m:fName>
                        <m:sSub>
                          <m:sSubPr>
                            <m:ctrlPr>
                              <a:rPr lang="en-US" sz="2000" i="1">
                                <a:latin typeface="Cambria Math" panose="02040503050406030204" pitchFamily="18" charset="0"/>
                              </a:rPr>
                            </m:ctrlPr>
                          </m:sSubPr>
                          <m:e>
                            <m:r>
                              <m:rPr>
                                <m:sty m:val="p"/>
                              </m:rPr>
                              <a:rPr lang="en-US" sz="2000">
                                <a:latin typeface="Cambria Math" panose="02040503050406030204" pitchFamily="18" charset="0"/>
                              </a:rPr>
                              <m:t>log</m:t>
                            </m:r>
                          </m:e>
                          <m:sub>
                            <m:r>
                              <a:rPr lang="en-US" sz="2000" i="1">
                                <a:latin typeface="Cambria Math" panose="02040503050406030204" pitchFamily="18" charset="0"/>
                              </a:rPr>
                              <m:t>2</m:t>
                            </m:r>
                          </m:sub>
                        </m:sSub>
                      </m:fName>
                      <m:e>
                        <m:d>
                          <m:dPr>
                            <m:ctrlPr>
                              <a:rPr lang="en-US" sz="2000" i="1">
                                <a:latin typeface="Cambria Math" panose="02040503050406030204" pitchFamily="18" charset="0"/>
                              </a:rPr>
                            </m:ctrlPr>
                          </m:dPr>
                          <m:e>
                            <m:f>
                              <m:fPr>
                                <m:ctrlPr>
                                  <a:rPr lang="en-US" sz="2000" b="0" i="1">
                                    <a:latin typeface="Cambria Math" panose="02040503050406030204" pitchFamily="18" charset="0"/>
                                  </a:rPr>
                                </m:ctrlPr>
                              </m:fPr>
                              <m:num>
                                <m:r>
                                  <a:rPr lang="en-US" sz="2000" b="0" i="1">
                                    <a:latin typeface="Cambria Math" panose="02040503050406030204" pitchFamily="18" charset="0"/>
                                  </a:rPr>
                                  <m:t>1</m:t>
                                </m:r>
                              </m:num>
                              <m:den>
                                <m:rad>
                                  <m:radPr>
                                    <m:degHide m:val="on"/>
                                    <m:ctrlPr>
                                      <a:rPr lang="en-US" sz="2000" b="0" i="1">
                                        <a:latin typeface="Cambria Math" panose="02040503050406030204" pitchFamily="18" charset="0"/>
                                      </a:rPr>
                                    </m:ctrlPr>
                                  </m:radPr>
                                  <m:deg/>
                                  <m:e>
                                    <m:r>
                                      <a:rPr lang="en-US" sz="2000" i="1">
                                        <a:latin typeface="Cambria Math" panose="02040503050406030204" pitchFamily="18" charset="0"/>
                                      </a:rPr>
                                      <m:t>𝑥</m:t>
                                    </m:r>
                                  </m:e>
                                </m:rad>
                              </m:den>
                            </m:f>
                          </m:e>
                        </m:d>
                      </m:e>
                    </m:func>
                  </m:oMath>
                </a14:m>
                <a:r>
                  <a:rPr lang="en-US" sz="2000" dirty="0"/>
                  <a:t> had been calculated, the result was converted back into a floating-point number without altering the bits to approximate a base-2 exponentiation. This removes the logarithm and provides a floating-point number approximately equal to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ad>
                          <m:radPr>
                            <m:degHide m:val="on"/>
                            <m:ctrlPr>
                              <a:rPr lang="en-US" sz="2000" i="1">
                                <a:latin typeface="Cambria Math" panose="02040503050406030204" pitchFamily="18" charset="0"/>
                              </a:rPr>
                            </m:ctrlPr>
                          </m:radPr>
                          <m:deg/>
                          <m:e>
                            <m:r>
                              <a:rPr lang="en-US" sz="2000" i="1">
                                <a:latin typeface="Cambria Math" panose="02040503050406030204" pitchFamily="18" charset="0"/>
                              </a:rPr>
                              <m:t>𝑥</m:t>
                            </m:r>
                          </m:e>
                        </m:rad>
                      </m:den>
                    </m:f>
                  </m:oMath>
                </a14:m>
                <a:r>
                  <a:rPr lang="en-US" sz="2000" dirty="0"/>
                  <a:t>.</a:t>
                </a:r>
              </a:p>
            </p:txBody>
          </p:sp>
        </mc:Choice>
        <mc:Fallback>
          <p:sp>
            <p:nvSpPr>
              <p:cNvPr id="3" name="Content Placeholder 2">
                <a:extLst>
                  <a:ext uri="{FF2B5EF4-FFF2-40B4-BE49-F238E27FC236}">
                    <a16:creationId xmlns:a16="http://schemas.microsoft.com/office/drawing/2014/main" id="{9B83B4D0-19CC-2D18-F59C-EBE19566BE19}"/>
                  </a:ext>
                </a:extLst>
              </p:cNvPr>
              <p:cNvSpPr>
                <a:spLocks noGrp="1" noRot="1" noChangeAspect="1" noMove="1" noResize="1" noEditPoints="1" noAdjustHandles="1" noChangeArrowheads="1" noChangeShapeType="1" noTextEdit="1"/>
              </p:cNvSpPr>
              <p:nvPr>
                <p:ph idx="1"/>
              </p:nvPr>
            </p:nvSpPr>
            <p:spPr>
              <a:xfrm>
                <a:off x="1941650" y="1380833"/>
                <a:ext cx="9561374" cy="4660371"/>
              </a:xfrm>
              <a:blipFill>
                <a:blip r:embed="rId3"/>
                <a:stretch>
                  <a:fillRect l="-702" r="-1276"/>
                </a:stretch>
              </a:blipFill>
            </p:spPr>
            <p:txBody>
              <a:bodyPr/>
              <a:lstStyle/>
              <a:p>
                <a:r>
                  <a:rPr lang="en-US">
                    <a:noFill/>
                  </a:rPr>
                  <a:t> </a:t>
                </a:r>
              </a:p>
            </p:txBody>
          </p:sp>
        </mc:Fallback>
      </mc:AlternateContent>
      <p:sp>
        <p:nvSpPr>
          <p:cNvPr id="5" name="Title 4">
            <a:extLst>
              <a:ext uri="{FF2B5EF4-FFF2-40B4-BE49-F238E27FC236}">
                <a16:creationId xmlns:a16="http://schemas.microsoft.com/office/drawing/2014/main" id="{2A3D55B2-8799-76F1-1290-547FC3EEB1D9}"/>
              </a:ext>
            </a:extLst>
          </p:cNvPr>
          <p:cNvSpPr>
            <a:spLocks noGrp="1"/>
          </p:cNvSpPr>
          <p:nvPr>
            <p:ph type="title"/>
          </p:nvPr>
        </p:nvSpPr>
        <p:spPr>
          <a:xfrm>
            <a:off x="1484311" y="14289"/>
            <a:ext cx="10018713" cy="1752599"/>
          </a:xfrm>
        </p:spPr>
        <p:txBody>
          <a:bodyPr/>
          <a:lstStyle/>
          <a:p>
            <a:r>
              <a:rPr lang="en-US" dirty="0"/>
              <a:t>W.T.F</a:t>
            </a:r>
          </a:p>
        </p:txBody>
      </p:sp>
    </p:spTree>
    <p:extLst>
      <p:ext uri="{BB962C8B-B14F-4D97-AF65-F5344CB8AC3E}">
        <p14:creationId xmlns:p14="http://schemas.microsoft.com/office/powerpoint/2010/main" val="4087751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9CAC3B1-4879-424D-8F15-2062771961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4B8492CB-DFBA-4A82-9778-F21493DA36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11" name="Freeform 6">
              <a:extLst>
                <a:ext uri="{FF2B5EF4-FFF2-40B4-BE49-F238E27FC236}">
                  <a16:creationId xmlns:a16="http://schemas.microsoft.com/office/drawing/2014/main" id="{E34CC1C8-EBDD-4AEA-83E6-B27575B62E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12" name="Freeform 7">
              <a:extLst>
                <a:ext uri="{FF2B5EF4-FFF2-40B4-BE49-F238E27FC236}">
                  <a16:creationId xmlns:a16="http://schemas.microsoft.com/office/drawing/2014/main" id="{D6B38644-B85D-4211-9526-5B4C2A662B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13" name="Freeform 12">
              <a:extLst>
                <a:ext uri="{FF2B5EF4-FFF2-40B4-BE49-F238E27FC236}">
                  <a16:creationId xmlns:a16="http://schemas.microsoft.com/office/drawing/2014/main" id="{8A8B2820-6B8F-4C19-BFC5-D28EE44E54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14" name="Freeform 13">
              <a:extLst>
                <a:ext uri="{FF2B5EF4-FFF2-40B4-BE49-F238E27FC236}">
                  <a16:creationId xmlns:a16="http://schemas.microsoft.com/office/drawing/2014/main" id="{773528ED-4D37-4A77-A8CA-86B6221C5E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15" name="Freeform 14">
              <a:extLst>
                <a:ext uri="{FF2B5EF4-FFF2-40B4-BE49-F238E27FC236}">
                  <a16:creationId xmlns:a16="http://schemas.microsoft.com/office/drawing/2014/main" id="{8A58A902-E944-4399-9A93-A91A6A82B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16" name="Freeform 15">
              <a:extLst>
                <a:ext uri="{FF2B5EF4-FFF2-40B4-BE49-F238E27FC236}">
                  <a16:creationId xmlns:a16="http://schemas.microsoft.com/office/drawing/2014/main" id="{4EDB1155-2E8E-4FB8-AD42-101FE43832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sp>
      </p:grpSp>
      <p:sp>
        <p:nvSpPr>
          <p:cNvPr id="2" name="Title 1">
            <a:extLst>
              <a:ext uri="{FF2B5EF4-FFF2-40B4-BE49-F238E27FC236}">
                <a16:creationId xmlns:a16="http://schemas.microsoft.com/office/drawing/2014/main" id="{1A4D2844-ED80-9157-7E27-171FB21C5693}"/>
              </a:ext>
            </a:extLst>
          </p:cNvPr>
          <p:cNvSpPr>
            <a:spLocks noGrp="1"/>
          </p:cNvSpPr>
          <p:nvPr>
            <p:ph type="title"/>
          </p:nvPr>
        </p:nvSpPr>
        <p:spPr>
          <a:xfrm>
            <a:off x="1018191" y="685800"/>
            <a:ext cx="7411825" cy="1752599"/>
          </a:xfrm>
        </p:spPr>
        <p:txBody>
          <a:bodyPr>
            <a:normAutofit/>
          </a:bodyPr>
          <a:lstStyle/>
          <a:p>
            <a:pPr algn="l"/>
            <a:r>
              <a:rPr lang="en-US" dirty="0"/>
              <a:t>Newton’s Method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E84BE11-FD30-FE73-5183-AA59E158507D}"/>
                  </a:ext>
                </a:extLst>
              </p:cNvPr>
              <p:cNvSpPr>
                <a:spLocks noGrp="1"/>
              </p:cNvSpPr>
              <p:nvPr>
                <p:ph idx="1"/>
              </p:nvPr>
            </p:nvSpPr>
            <p:spPr>
              <a:xfrm>
                <a:off x="367314" y="2311685"/>
                <a:ext cx="8160237" cy="2928135"/>
              </a:xfrm>
            </p:spPr>
            <p:txBody>
              <a:bodyPr anchor="t">
                <a:noAutofit/>
              </a:bodyPr>
              <a:lstStyle/>
              <a:p>
                <a:pPr marL="0" indent="0">
                  <a:buNone/>
                </a:pPr>
                <a:r>
                  <a:rPr lang="en-US" sz="2000" dirty="0"/>
                  <a:t>Although the bit manipulation methods allow for a fast approximation of </a:t>
                </a:r>
                <a14:m>
                  <m:oMath xmlns:m="http://schemas.openxmlformats.org/officeDocument/2006/math">
                    <m:f>
                      <m:fPr>
                        <m:ctrlPr>
                          <a:rPr lang="en-US" sz="2000" b="0" i="1">
                            <a:latin typeface="Cambria Math" panose="02040503050406030204" pitchFamily="18" charset="0"/>
                          </a:rPr>
                        </m:ctrlPr>
                      </m:fPr>
                      <m:num>
                        <m:r>
                          <a:rPr lang="en-US" sz="2000" b="0" i="1">
                            <a:latin typeface="Cambria Math" panose="02040503050406030204" pitchFamily="18" charset="0"/>
                          </a:rPr>
                          <m:t>1</m:t>
                        </m:r>
                      </m:num>
                      <m:den>
                        <m:rad>
                          <m:radPr>
                            <m:degHide m:val="on"/>
                            <m:ctrlPr>
                              <a:rPr lang="en-US" sz="2000" b="0" i="1">
                                <a:latin typeface="Cambria Math" panose="02040503050406030204" pitchFamily="18" charset="0"/>
                              </a:rPr>
                            </m:ctrlPr>
                          </m:radPr>
                          <m:deg/>
                          <m:e>
                            <m:r>
                              <a:rPr lang="en-US" sz="2000" b="0" i="1">
                                <a:latin typeface="Cambria Math" panose="02040503050406030204" pitchFamily="18" charset="0"/>
                              </a:rPr>
                              <m:t>𝑥</m:t>
                            </m:r>
                          </m:e>
                        </m:rad>
                      </m:den>
                    </m:f>
                  </m:oMath>
                </a14:m>
                <a:r>
                  <a:rPr lang="en-US" sz="2000" dirty="0"/>
                  <a:t>, it isn’t accurate enough for 3D software to render lighting on surfaces. To achieve a higher level of accuracy, Newton’s method is applied.</a:t>
                </a:r>
              </a:p>
              <a:p>
                <a:pPr marL="0" indent="0">
                  <a:buNone/>
                </a:pPr>
                <a:r>
                  <a:rPr lang="en-US" sz="2000" dirty="0"/>
                  <a:t>Newton’s method is used to find better approximations of the zeroes of any function for which the derivative is known. The method can be applied repeatedly to find better and better approximations, but for the inverse square root, only one iteration is necessary to get accuracy to within 0.1% of the true value.</a:t>
                </a:r>
              </a:p>
            </p:txBody>
          </p:sp>
        </mc:Choice>
        <mc:Fallback>
          <p:sp>
            <p:nvSpPr>
              <p:cNvPr id="3" name="Content Placeholder 2">
                <a:extLst>
                  <a:ext uri="{FF2B5EF4-FFF2-40B4-BE49-F238E27FC236}">
                    <a16:creationId xmlns:a16="http://schemas.microsoft.com/office/drawing/2014/main" id="{2E84BE11-FD30-FE73-5183-AA59E158507D}"/>
                  </a:ext>
                </a:extLst>
              </p:cNvPr>
              <p:cNvSpPr>
                <a:spLocks noGrp="1" noRot="1" noChangeAspect="1" noMove="1" noResize="1" noEditPoints="1" noAdjustHandles="1" noChangeArrowheads="1" noChangeShapeType="1" noTextEdit="1"/>
              </p:cNvSpPr>
              <p:nvPr>
                <p:ph idx="1"/>
              </p:nvPr>
            </p:nvSpPr>
            <p:spPr>
              <a:xfrm>
                <a:off x="367314" y="2311685"/>
                <a:ext cx="8160237" cy="2928135"/>
              </a:xfrm>
              <a:blipFill>
                <a:blip r:embed="rId2"/>
                <a:stretch>
                  <a:fillRect l="-747" t="-1040" b="-10603"/>
                </a:stretch>
              </a:blipFill>
            </p:spPr>
            <p:txBody>
              <a:bodyPr/>
              <a:lstStyle/>
              <a:p>
                <a:r>
                  <a:rPr lang="en-US">
                    <a:noFill/>
                  </a:rPr>
                  <a:t> </a:t>
                </a:r>
              </a:p>
            </p:txBody>
          </p:sp>
        </mc:Fallback>
      </mc:AlternateContent>
    </p:spTree>
    <p:extLst>
      <p:ext uri="{BB962C8B-B14F-4D97-AF65-F5344CB8AC3E}">
        <p14:creationId xmlns:p14="http://schemas.microsoft.com/office/powerpoint/2010/main" val="1271716539"/>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4103" name="Group 4102">
            <a:extLst>
              <a:ext uri="{FF2B5EF4-FFF2-40B4-BE49-F238E27FC236}">
                <a16:creationId xmlns:a16="http://schemas.microsoft.com/office/drawing/2014/main" id="{1BE13223-D3D1-42C5-B4C3-6ECA535850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12" y="0"/>
            <a:ext cx="2436813" cy="6858001"/>
            <a:chOff x="1320800" y="0"/>
            <a:chExt cx="2436813" cy="6858001"/>
          </a:xfrm>
        </p:grpSpPr>
        <p:sp>
          <p:nvSpPr>
            <p:cNvPr id="4104" name="Freeform 6">
              <a:extLst>
                <a:ext uri="{FF2B5EF4-FFF2-40B4-BE49-F238E27FC236}">
                  <a16:creationId xmlns:a16="http://schemas.microsoft.com/office/drawing/2014/main" id="{3A891607-F768-41F9-A2E9-BB38370DE1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4105" name="Freeform 7">
              <a:extLst>
                <a:ext uri="{FF2B5EF4-FFF2-40B4-BE49-F238E27FC236}">
                  <a16:creationId xmlns:a16="http://schemas.microsoft.com/office/drawing/2014/main" id="{DFFDBE37-1DFE-4594-9095-CF67C8A11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4106" name="Freeform 8">
              <a:extLst>
                <a:ext uri="{FF2B5EF4-FFF2-40B4-BE49-F238E27FC236}">
                  <a16:creationId xmlns:a16="http://schemas.microsoft.com/office/drawing/2014/main" id="{F17ED4D4-301C-4B04-A0BA-3E375BF76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4107" name="Freeform 9">
              <a:extLst>
                <a:ext uri="{FF2B5EF4-FFF2-40B4-BE49-F238E27FC236}">
                  <a16:creationId xmlns:a16="http://schemas.microsoft.com/office/drawing/2014/main" id="{D638DC08-E258-4B63-8732-1347A72507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4108" name="Freeform 10">
              <a:extLst>
                <a:ext uri="{FF2B5EF4-FFF2-40B4-BE49-F238E27FC236}">
                  <a16:creationId xmlns:a16="http://schemas.microsoft.com/office/drawing/2014/main" id="{703EEC3E-6C68-4D71-8D2F-9EF6065C0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4109" name="Freeform 11">
              <a:extLst>
                <a:ext uri="{FF2B5EF4-FFF2-40B4-BE49-F238E27FC236}">
                  <a16:creationId xmlns:a16="http://schemas.microsoft.com/office/drawing/2014/main" id="{A25FF1C4-BA3B-45E8-907B-A362C65A7D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pic>
        <p:nvPicPr>
          <p:cNvPr id="4098" name="Picture 2" descr="Newton's Method - Algorithmica">
            <a:extLst>
              <a:ext uri="{FF2B5EF4-FFF2-40B4-BE49-F238E27FC236}">
                <a16:creationId xmlns:a16="http://schemas.microsoft.com/office/drawing/2014/main" id="{BA8F1D02-B9C5-EA3A-C7BF-7E52CF43CDDB}"/>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bwMode="auto">
          <a:xfrm>
            <a:off x="475714" y="1903248"/>
            <a:ext cx="3632789" cy="2582074"/>
          </a:xfrm>
          <a:prstGeom prst="roundRect">
            <a:avLst>
              <a:gd name="adj" fmla="val 0"/>
            </a:avLst>
          </a:prstGeom>
          <a:noFill/>
          <a:ln w="38100">
            <a:noFill/>
          </a:ln>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E84BE11-FD30-FE73-5183-AA59E158507D}"/>
                  </a:ext>
                </a:extLst>
              </p:cNvPr>
              <p:cNvSpPr>
                <a:spLocks noGrp="1"/>
              </p:cNvSpPr>
              <p:nvPr>
                <p:ph sz="half" idx="1"/>
              </p:nvPr>
            </p:nvSpPr>
            <p:spPr>
              <a:xfrm>
                <a:off x="4792716" y="1061545"/>
                <a:ext cx="6942083" cy="5796455"/>
              </a:xfrm>
            </p:spPr>
            <p:txBody>
              <a:bodyPr vert="horz" lIns="91440" tIns="45720" rIns="91440" bIns="45720" rtlCol="0" anchor="ctr">
                <a:normAutofit/>
              </a:bodyPr>
              <a:lstStyle/>
              <a:p>
                <a:pPr marL="0" indent="0">
                  <a:lnSpc>
                    <a:spcPct val="90000"/>
                  </a:lnSpc>
                  <a:buNone/>
                </a:pPr>
                <a:r>
                  <a:rPr lang="en-US" dirty="0"/>
                  <a:t>Newton’s method uses the first derivative to find the tangent at the current value </a:t>
                </a:r>
                <a14:m>
                  <m:oMath xmlns:m="http://schemas.openxmlformats.org/officeDocument/2006/math">
                    <m:sSub>
                      <m:sSubPr>
                        <m:ctrlPr>
                          <a:rPr lang="en-US" b="0" i="1">
                            <a:latin typeface="Cambria Math" panose="02040503050406030204" pitchFamily="18" charset="0"/>
                          </a:rPr>
                        </m:ctrlPr>
                      </m:sSubPr>
                      <m:e>
                        <m:r>
                          <a:rPr lang="en-US" b="0" i="1">
                            <a:latin typeface="Cambria Math" panose="02040503050406030204" pitchFamily="18" charset="0"/>
                          </a:rPr>
                          <m:t>𝑥</m:t>
                        </m:r>
                      </m:e>
                      <m:sub>
                        <m:r>
                          <a:rPr lang="en-US" b="0" i="1">
                            <a:latin typeface="Cambria Math" panose="02040503050406030204" pitchFamily="18" charset="0"/>
                          </a:rPr>
                          <m:t>0</m:t>
                        </m:r>
                      </m:sub>
                    </m:sSub>
                  </m:oMath>
                </a14:m>
                <a:r>
                  <a:rPr lang="en-US" dirty="0"/>
                  <a:t> which is then used to calculate the next value </a:t>
                </a:r>
                <a14:m>
                  <m:oMath xmlns:m="http://schemas.openxmlformats.org/officeDocument/2006/math">
                    <m:sSub>
                      <m:sSubPr>
                        <m:ctrlPr>
                          <a:rPr lang="en-US" i="1">
                            <a:latin typeface="Cambria Math" panose="02040503050406030204" pitchFamily="18" charset="0"/>
                          </a:rPr>
                        </m:ctrlPr>
                      </m:sSubPr>
                      <m:e>
                        <m:r>
                          <a:rPr lang="en-US" b="0" i="1">
                            <a:latin typeface="Cambria Math" panose="02040503050406030204" pitchFamily="18" charset="0"/>
                          </a:rPr>
                          <m:t>𝑥</m:t>
                        </m:r>
                      </m:e>
                      <m:sub>
                        <m:r>
                          <a:rPr lang="en-US" b="0" i="1">
                            <a:latin typeface="Cambria Math" panose="02040503050406030204" pitchFamily="18" charset="0"/>
                          </a:rPr>
                          <m:t>1</m:t>
                        </m:r>
                      </m:sub>
                    </m:sSub>
                  </m:oMath>
                </a14:m>
                <a:r>
                  <a:rPr lang="en-US" dirty="0"/>
                  <a:t> which will be a better approximation of the zero of the function. It follows the general formula</a:t>
                </a:r>
              </a:p>
              <a:p>
                <a:pPr marL="0" indent="0">
                  <a:lnSpc>
                    <a:spcPct val="90000"/>
                  </a:lnSpc>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b="0" i="1">
                              <a:latin typeface="Cambria Math" panose="02040503050406030204" pitchFamily="18" charset="0"/>
                            </a:rPr>
                            <m:t>𝑥</m:t>
                          </m:r>
                        </m:e>
                        <m:sub>
                          <m:r>
                            <a:rPr lang="en-US" b="0" i="1">
                              <a:latin typeface="Cambria Math" panose="02040503050406030204" pitchFamily="18" charset="0"/>
                            </a:rPr>
                            <m:t>𝑛</m:t>
                          </m:r>
                          <m:r>
                            <a:rPr lang="en-US" b="0" i="1">
                              <a:latin typeface="Cambria Math" panose="02040503050406030204" pitchFamily="18" charset="0"/>
                            </a:rPr>
                            <m:t>+1</m:t>
                          </m:r>
                        </m:sub>
                      </m:sSub>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𝑥</m:t>
                          </m:r>
                        </m:e>
                        <m:sub>
                          <m:r>
                            <a:rPr lang="en-US" b="0" i="1">
                              <a:latin typeface="Cambria Math" panose="02040503050406030204" pitchFamily="18" charset="0"/>
                            </a:rPr>
                            <m:t>𝑛</m:t>
                          </m:r>
                        </m:sub>
                      </m:sSub>
                      <m:r>
                        <a:rPr lang="en-US" b="0" i="1">
                          <a:latin typeface="Cambria Math" panose="02040503050406030204" pitchFamily="18" charset="0"/>
                        </a:rPr>
                        <m:t>−</m:t>
                      </m:r>
                      <m:f>
                        <m:fPr>
                          <m:ctrlPr>
                            <a:rPr lang="en-US" b="0" i="1">
                              <a:latin typeface="Cambria Math" panose="02040503050406030204" pitchFamily="18" charset="0"/>
                            </a:rPr>
                          </m:ctrlPr>
                        </m:fPr>
                        <m:num>
                          <m:r>
                            <a:rPr lang="en-US" b="0" i="1">
                              <a:latin typeface="Cambria Math" panose="02040503050406030204" pitchFamily="18" charset="0"/>
                            </a:rPr>
                            <m:t>𝑓</m:t>
                          </m:r>
                          <m:d>
                            <m:dPr>
                              <m:ctrlPr>
                                <a:rPr lang="en-US" b="0"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𝑛</m:t>
                                  </m:r>
                                </m:sub>
                              </m:sSub>
                            </m:e>
                          </m:d>
                        </m:num>
                        <m:den>
                          <m:sSup>
                            <m:sSupPr>
                              <m:ctrlPr>
                                <a:rPr lang="en-US" b="0" i="1">
                                  <a:latin typeface="Cambria Math" panose="02040503050406030204" pitchFamily="18" charset="0"/>
                                </a:rPr>
                              </m:ctrlPr>
                            </m:sSupPr>
                            <m:e>
                              <m:r>
                                <a:rPr lang="en-US" b="0" i="1">
                                  <a:latin typeface="Cambria Math" panose="02040503050406030204" pitchFamily="18" charset="0"/>
                                </a:rPr>
                                <m:t>𝑓</m:t>
                              </m:r>
                            </m:e>
                            <m:sup>
                              <m:r>
                                <a:rPr lang="en-US" b="0" i="1">
                                  <a:latin typeface="Cambria Math" panose="02040503050406030204" pitchFamily="18" charset="0"/>
                                </a:rPr>
                                <m:t>′</m:t>
                              </m:r>
                            </m:sup>
                          </m:sSup>
                          <m:d>
                            <m:dPr>
                              <m:ctrlPr>
                                <a:rPr lang="en-US" b="0"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𝑛</m:t>
                                  </m:r>
                                </m:sub>
                              </m:sSub>
                            </m:e>
                          </m:d>
                        </m:den>
                      </m:f>
                      <m:r>
                        <a:rPr lang="en-US" b="0" i="0">
                          <a:latin typeface="Cambria Math" panose="02040503050406030204" pitchFamily="18" charset="0"/>
                        </a:rPr>
                        <m:t>.</m:t>
                      </m:r>
                    </m:oMath>
                  </m:oMathPara>
                </a14:m>
                <a:endParaRPr lang="en-US" dirty="0"/>
              </a:p>
              <a:p>
                <a:pPr marL="0" indent="0">
                  <a:lnSpc>
                    <a:spcPct val="90000"/>
                  </a:lnSpc>
                  <a:buNone/>
                </a:pPr>
                <a:r>
                  <a:rPr lang="en-US" dirty="0"/>
                  <a:t>For the inverse square root, the function to find the zero of is</a:t>
                </a:r>
              </a:p>
              <a:p>
                <a:pPr marL="0" indent="0">
                  <a:lnSpc>
                    <a:spcPct val="90000"/>
                  </a:lnSpc>
                  <a:buNone/>
                </a:pPr>
                <a14:m>
                  <m:oMathPara xmlns:m="http://schemas.openxmlformats.org/officeDocument/2006/math">
                    <m:oMathParaPr>
                      <m:jc m:val="centerGroup"/>
                    </m:oMathParaPr>
                    <m:oMath xmlns:m="http://schemas.openxmlformats.org/officeDocument/2006/math">
                      <m:r>
                        <a:rPr lang="en-US" b="0" i="1">
                          <a:latin typeface="Cambria Math" panose="02040503050406030204" pitchFamily="18" charset="0"/>
                        </a:rPr>
                        <m:t>𝑓</m:t>
                      </m:r>
                      <m:d>
                        <m:dPr>
                          <m:ctrlPr>
                            <a:rPr lang="en-US" b="0" i="1">
                              <a:latin typeface="Cambria Math" panose="02040503050406030204" pitchFamily="18" charset="0"/>
                            </a:rPr>
                          </m:ctrlPr>
                        </m:dPr>
                        <m:e>
                          <m:r>
                            <a:rPr lang="en-US" b="0" i="1">
                              <a:latin typeface="Cambria Math" panose="02040503050406030204" pitchFamily="18" charset="0"/>
                            </a:rPr>
                            <m:t>𝑦</m:t>
                          </m:r>
                        </m:e>
                      </m:d>
                      <m:r>
                        <a:rPr lang="en-US" b="0" i="1">
                          <a:latin typeface="Cambria Math" panose="02040503050406030204" pitchFamily="18" charset="0"/>
                        </a:rPr>
                        <m:t>=</m:t>
                      </m:r>
                      <m:f>
                        <m:fPr>
                          <m:ctrlPr>
                            <a:rPr lang="en-US" b="0" i="1">
                              <a:latin typeface="Cambria Math" panose="02040503050406030204" pitchFamily="18" charset="0"/>
                            </a:rPr>
                          </m:ctrlPr>
                        </m:fPr>
                        <m:num>
                          <m:r>
                            <a:rPr lang="en-US" b="0" i="1">
                              <a:latin typeface="Cambria Math" panose="02040503050406030204" pitchFamily="18" charset="0"/>
                            </a:rPr>
                            <m:t>1</m:t>
                          </m:r>
                        </m:num>
                        <m:den>
                          <m:sSup>
                            <m:sSupPr>
                              <m:ctrlPr>
                                <a:rPr lang="en-US" b="0" i="1">
                                  <a:latin typeface="Cambria Math" panose="02040503050406030204" pitchFamily="18" charset="0"/>
                                </a:rPr>
                              </m:ctrlPr>
                            </m:sSupPr>
                            <m:e>
                              <m:r>
                                <a:rPr lang="en-US" b="0" i="1">
                                  <a:latin typeface="Cambria Math" panose="02040503050406030204" pitchFamily="18" charset="0"/>
                                </a:rPr>
                                <m:t>𝑦</m:t>
                              </m:r>
                            </m:e>
                            <m:sup>
                              <m:r>
                                <a:rPr lang="en-US" b="0" i="1">
                                  <a:latin typeface="Cambria Math" panose="02040503050406030204" pitchFamily="18" charset="0"/>
                                </a:rPr>
                                <m:t>2</m:t>
                              </m:r>
                            </m:sup>
                          </m:sSup>
                        </m:den>
                      </m:f>
                      <m:r>
                        <a:rPr lang="en-US" b="0" i="1">
                          <a:latin typeface="Cambria Math" panose="02040503050406030204" pitchFamily="18" charset="0"/>
                        </a:rPr>
                        <m:t>−</m:t>
                      </m:r>
                      <m:r>
                        <a:rPr lang="en-US" b="0" i="1">
                          <a:latin typeface="Cambria Math" panose="02040503050406030204" pitchFamily="18" charset="0"/>
                        </a:rPr>
                        <m:t>𝑥</m:t>
                      </m:r>
                      <m:r>
                        <a:rPr lang="en-US" b="0" i="1">
                          <a:latin typeface="Cambria Math" panose="02040503050406030204" pitchFamily="18" charset="0"/>
                        </a:rPr>
                        <m:t>=0</m:t>
                      </m:r>
                    </m:oMath>
                  </m:oMathPara>
                </a14:m>
                <a:endParaRPr lang="en-US" b="0" dirty="0"/>
              </a:p>
              <a:p>
                <a:pPr marL="0" indent="0">
                  <a:lnSpc>
                    <a:spcPct val="90000"/>
                  </a:lnSpc>
                  <a:buNone/>
                </a:pPr>
                <a:r>
                  <a:rPr lang="en-US" dirty="0"/>
                  <a:t>where </a:t>
                </a:r>
                <a14:m>
                  <m:oMath xmlns:m="http://schemas.openxmlformats.org/officeDocument/2006/math">
                    <m:r>
                      <a:rPr lang="en-US" b="0" i="1">
                        <a:latin typeface="Cambria Math" panose="02040503050406030204" pitchFamily="18" charset="0"/>
                      </a:rPr>
                      <m:t>𝑦</m:t>
                    </m:r>
                  </m:oMath>
                </a14:m>
                <a:r>
                  <a:rPr lang="en-US" dirty="0"/>
                  <a:t> is the inverse square root and </a:t>
                </a:r>
                <a14:m>
                  <m:oMath xmlns:m="http://schemas.openxmlformats.org/officeDocument/2006/math">
                    <m:r>
                      <a:rPr lang="en-US" b="0" i="1">
                        <a:latin typeface="Cambria Math" panose="02040503050406030204" pitchFamily="18" charset="0"/>
                      </a:rPr>
                      <m:t>𝑥</m:t>
                    </m:r>
                  </m:oMath>
                </a14:m>
                <a:r>
                  <a:rPr lang="en-US" dirty="0"/>
                  <a:t> is the input number. Finding the derivative and substituting both into the equation for Newton’s method gives the following formula</a:t>
                </a:r>
              </a:p>
              <a:p>
                <a:pPr marL="0" indent="0">
                  <a:lnSpc>
                    <a:spcPct val="90000"/>
                  </a:lnSpc>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b="0" i="1">
                              <a:latin typeface="Cambria Math" panose="02040503050406030204" pitchFamily="18" charset="0"/>
                            </a:rPr>
                            <m:t>𝑦</m:t>
                          </m:r>
                        </m:e>
                        <m:sub>
                          <m:r>
                            <a:rPr lang="en-US" b="0" i="1">
                              <a:latin typeface="Cambria Math" panose="02040503050406030204" pitchFamily="18" charset="0"/>
                            </a:rPr>
                            <m:t>𝑛</m:t>
                          </m:r>
                          <m:r>
                            <a:rPr lang="en-US" b="0" i="1">
                              <a:latin typeface="Cambria Math" panose="02040503050406030204" pitchFamily="18" charset="0"/>
                            </a:rPr>
                            <m:t>+1</m:t>
                          </m:r>
                        </m:sub>
                      </m:sSub>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𝑦</m:t>
                          </m:r>
                        </m:e>
                        <m:sub>
                          <m:r>
                            <a:rPr lang="en-US" b="0" i="1">
                              <a:latin typeface="Cambria Math" panose="02040503050406030204" pitchFamily="18" charset="0"/>
                            </a:rPr>
                            <m:t>𝑛</m:t>
                          </m:r>
                        </m:sub>
                      </m:sSub>
                      <m:d>
                        <m:dPr>
                          <m:ctrlPr>
                            <a:rPr lang="en-US" b="0" i="1">
                              <a:latin typeface="Cambria Math" panose="02040503050406030204" pitchFamily="18" charset="0"/>
                            </a:rPr>
                          </m:ctrlPr>
                        </m:dPr>
                        <m:e>
                          <m:f>
                            <m:fPr>
                              <m:ctrlPr>
                                <a:rPr lang="en-US" b="0" i="1">
                                  <a:latin typeface="Cambria Math" panose="02040503050406030204" pitchFamily="18" charset="0"/>
                                </a:rPr>
                              </m:ctrlPr>
                            </m:fPr>
                            <m:num>
                              <m:r>
                                <a:rPr lang="en-US" b="0" i="1">
                                  <a:latin typeface="Cambria Math" panose="02040503050406030204" pitchFamily="18" charset="0"/>
                                </a:rPr>
                                <m:t>3</m:t>
                              </m:r>
                            </m:num>
                            <m:den>
                              <m:r>
                                <a:rPr lang="en-US" b="0" i="1">
                                  <a:latin typeface="Cambria Math" panose="02040503050406030204" pitchFamily="18" charset="0"/>
                                </a:rPr>
                                <m:t>2</m:t>
                              </m:r>
                            </m:den>
                          </m:f>
                          <m:r>
                            <a:rPr lang="en-US" b="0" i="1">
                              <a:latin typeface="Cambria Math" panose="02040503050406030204" pitchFamily="18" charset="0"/>
                            </a:rPr>
                            <m:t>−</m:t>
                          </m:r>
                          <m:f>
                            <m:fPr>
                              <m:ctrlPr>
                                <a:rPr lang="en-US" b="0" i="1">
                                  <a:latin typeface="Cambria Math" panose="02040503050406030204" pitchFamily="18" charset="0"/>
                                </a:rPr>
                              </m:ctrlPr>
                            </m:fPr>
                            <m:num>
                              <m:r>
                                <a:rPr lang="en-US" b="0" i="1">
                                  <a:latin typeface="Cambria Math" panose="02040503050406030204" pitchFamily="18" charset="0"/>
                                </a:rPr>
                                <m:t>𝑥</m:t>
                              </m:r>
                            </m:num>
                            <m:den>
                              <m:r>
                                <a:rPr lang="en-US" b="0" i="1">
                                  <a:latin typeface="Cambria Math" panose="02040503050406030204" pitchFamily="18" charset="0"/>
                                </a:rPr>
                                <m:t>2</m:t>
                              </m:r>
                            </m:den>
                          </m:f>
                          <m:sSubSup>
                            <m:sSubSupPr>
                              <m:ctrlPr>
                                <a:rPr lang="en-US" b="0" i="1">
                                  <a:latin typeface="Cambria Math" panose="02040503050406030204" pitchFamily="18" charset="0"/>
                                </a:rPr>
                              </m:ctrlPr>
                            </m:sSubSupPr>
                            <m:e>
                              <m:r>
                                <a:rPr lang="en-US" b="0" i="1">
                                  <a:latin typeface="Cambria Math" panose="02040503050406030204" pitchFamily="18" charset="0"/>
                                </a:rPr>
                                <m:t>𝑦</m:t>
                              </m:r>
                            </m:e>
                            <m:sub>
                              <m:r>
                                <a:rPr lang="en-US" b="0" i="1">
                                  <a:latin typeface="Cambria Math" panose="02040503050406030204" pitchFamily="18" charset="0"/>
                                </a:rPr>
                                <m:t>𝑛</m:t>
                              </m:r>
                            </m:sub>
                            <m:sup>
                              <m:r>
                                <a:rPr lang="en-US" b="0" i="1">
                                  <a:latin typeface="Cambria Math" panose="02040503050406030204" pitchFamily="18" charset="0"/>
                                </a:rPr>
                                <m:t>2</m:t>
                              </m:r>
                            </m:sup>
                          </m:sSubSup>
                        </m:e>
                      </m:d>
                      <m:r>
                        <a:rPr lang="en-US" b="0" i="1">
                          <a:latin typeface="Cambria Math" panose="02040503050406030204" pitchFamily="18" charset="0"/>
                        </a:rPr>
                        <m:t>.</m:t>
                      </m:r>
                    </m:oMath>
                  </m:oMathPara>
                </a14:m>
                <a:endParaRPr lang="en-US" dirty="0"/>
              </a:p>
              <a:p>
                <a:pPr marL="0" indent="0">
                  <a:lnSpc>
                    <a:spcPct val="90000"/>
                  </a:lnSpc>
                  <a:buNone/>
                </a:pPr>
                <a:r>
                  <a:rPr lang="en-US" dirty="0"/>
                  <a:t>This is written in the algorithm as this line of code which again avoids the costly divisions by clever use of variables</a:t>
                </a:r>
              </a:p>
              <a:p>
                <a:pPr marL="0" indent="0">
                  <a:lnSpc>
                    <a:spcPct val="90000"/>
                  </a:lnSpc>
                  <a:buNone/>
                </a:pPr>
                <a:r>
                  <a:rPr lang="en-US" dirty="0"/>
                  <a:t> y  = y * ( threehalfs - ( x2 * y * y ) );   // 1st iteration</a:t>
                </a:r>
              </a:p>
            </p:txBody>
          </p:sp>
        </mc:Choice>
        <mc:Fallback>
          <p:sp>
            <p:nvSpPr>
              <p:cNvPr id="3" name="Content Placeholder 2">
                <a:extLst>
                  <a:ext uri="{FF2B5EF4-FFF2-40B4-BE49-F238E27FC236}">
                    <a16:creationId xmlns:a16="http://schemas.microsoft.com/office/drawing/2014/main" id="{2E84BE11-FD30-FE73-5183-AA59E158507D}"/>
                  </a:ext>
                </a:extLst>
              </p:cNvPr>
              <p:cNvSpPr>
                <a:spLocks noGrp="1" noRot="1" noChangeAspect="1" noMove="1" noResize="1" noEditPoints="1" noAdjustHandles="1" noChangeArrowheads="1" noChangeShapeType="1" noTextEdit="1"/>
              </p:cNvSpPr>
              <p:nvPr>
                <p:ph sz="half" idx="1"/>
              </p:nvPr>
            </p:nvSpPr>
            <p:spPr>
              <a:xfrm>
                <a:off x="4792716" y="1061545"/>
                <a:ext cx="6942083" cy="5796455"/>
              </a:xfrm>
              <a:blipFill>
                <a:blip r:embed="rId4"/>
                <a:stretch>
                  <a:fillRect l="-702" r="-878"/>
                </a:stretch>
              </a:blipFill>
            </p:spPr>
            <p:txBody>
              <a:bodyPr/>
              <a:lstStyle/>
              <a:p>
                <a:r>
                  <a:rPr lang="en-US">
                    <a:noFill/>
                  </a:rPr>
                  <a:t> </a:t>
                </a:r>
              </a:p>
            </p:txBody>
          </p:sp>
        </mc:Fallback>
      </mc:AlternateContent>
      <p:sp>
        <p:nvSpPr>
          <p:cNvPr id="5" name="Title 1">
            <a:extLst>
              <a:ext uri="{FF2B5EF4-FFF2-40B4-BE49-F238E27FC236}">
                <a16:creationId xmlns:a16="http://schemas.microsoft.com/office/drawing/2014/main" id="{DA32A425-538C-0260-05E6-27960EBB7091}"/>
              </a:ext>
            </a:extLst>
          </p:cNvPr>
          <p:cNvSpPr txBox="1">
            <a:spLocks/>
          </p:cNvSpPr>
          <p:nvPr/>
        </p:nvSpPr>
        <p:spPr>
          <a:xfrm>
            <a:off x="1484310" y="0"/>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Newton’s Method</a:t>
            </a:r>
          </a:p>
        </p:txBody>
      </p:sp>
      <p:sp>
        <p:nvSpPr>
          <p:cNvPr id="8" name="TextBox 7">
            <a:extLst>
              <a:ext uri="{FF2B5EF4-FFF2-40B4-BE49-F238E27FC236}">
                <a16:creationId xmlns:a16="http://schemas.microsoft.com/office/drawing/2014/main" id="{4822403E-3218-A54C-E0B8-77EAD8262B74}"/>
              </a:ext>
            </a:extLst>
          </p:cNvPr>
          <p:cNvSpPr txBox="1"/>
          <p:nvPr/>
        </p:nvSpPr>
        <p:spPr>
          <a:xfrm>
            <a:off x="475714" y="4490720"/>
            <a:ext cx="3632789" cy="646331"/>
          </a:xfrm>
          <a:prstGeom prst="rect">
            <a:avLst/>
          </a:prstGeom>
          <a:noFill/>
        </p:spPr>
        <p:txBody>
          <a:bodyPr wrap="square" rtlCol="0">
            <a:spAutoFit/>
          </a:bodyPr>
          <a:lstStyle/>
          <a:p>
            <a:pPr algn="ctr"/>
            <a:r>
              <a:rPr lang="en-US" dirty="0"/>
              <a:t>Graphical representation of Newton’s method.</a:t>
            </a:r>
          </a:p>
        </p:txBody>
      </p:sp>
    </p:spTree>
    <p:extLst>
      <p:ext uri="{BB962C8B-B14F-4D97-AF65-F5344CB8AC3E}">
        <p14:creationId xmlns:p14="http://schemas.microsoft.com/office/powerpoint/2010/main" val="4192132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56F86829-24D3-1A8F-03E0-3E0DC1C493E3}"/>
              </a:ext>
            </a:extLst>
          </p:cNvPr>
          <p:cNvSpPr>
            <a:spLocks noGrp="1"/>
          </p:cNvSpPr>
          <p:nvPr>
            <p:ph type="title"/>
          </p:nvPr>
        </p:nvSpPr>
        <p:spPr>
          <a:xfrm>
            <a:off x="535021" y="685800"/>
            <a:ext cx="2639962" cy="5105400"/>
          </a:xfrm>
        </p:spPr>
        <p:txBody>
          <a:bodyPr>
            <a:normAutofit/>
          </a:bodyPr>
          <a:lstStyle/>
          <a:p>
            <a:r>
              <a:rPr lang="en-US" dirty="0">
                <a:solidFill>
                  <a:srgbClr val="FFFFFF"/>
                </a:solidFill>
              </a:rPr>
              <a:t>Benefits</a:t>
            </a:r>
          </a:p>
        </p:txBody>
      </p:sp>
      <p:grpSp>
        <p:nvGrpSpPr>
          <p:cNvPr id="13" name="Group 12">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4"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5"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6"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7"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8"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9"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graphicFrame>
        <p:nvGraphicFramePr>
          <p:cNvPr id="5" name="Content Placeholder 2">
            <a:extLst>
              <a:ext uri="{FF2B5EF4-FFF2-40B4-BE49-F238E27FC236}">
                <a16:creationId xmlns:a16="http://schemas.microsoft.com/office/drawing/2014/main" id="{FD8ADAF7-AD5A-3F5C-A66A-126A7963EE07}"/>
              </a:ext>
            </a:extLst>
          </p:cNvPr>
          <p:cNvGraphicFramePr>
            <a:graphicFrameLocks noGrp="1"/>
          </p:cNvGraphicFramePr>
          <p:nvPr>
            <p:ph idx="1"/>
            <p:extLst>
              <p:ext uri="{D42A27DB-BD31-4B8C-83A1-F6EECF244321}">
                <p14:modId xmlns:p14="http://schemas.microsoft.com/office/powerpoint/2010/main" val="2605843599"/>
              </p:ext>
            </p:extLst>
          </p:nvPr>
        </p:nvGraphicFramePr>
        <p:xfrm>
          <a:off x="5010150" y="685800"/>
          <a:ext cx="6492875" cy="6172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37515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654F1-59D2-8CD1-93EC-C214E29A6714}"/>
              </a:ext>
            </a:extLst>
          </p:cNvPr>
          <p:cNvSpPr>
            <a:spLocks noGrp="1"/>
          </p:cNvSpPr>
          <p:nvPr>
            <p:ph type="title"/>
          </p:nvPr>
        </p:nvSpPr>
        <p:spPr>
          <a:xfrm>
            <a:off x="1484309" y="0"/>
            <a:ext cx="10018713" cy="1752599"/>
          </a:xfrm>
        </p:spPr>
        <p:txBody>
          <a:bodyPr/>
          <a:lstStyle/>
          <a:p>
            <a:r>
              <a:rPr lang="en-US" dirty="0"/>
              <a:t>Conclusion</a:t>
            </a:r>
          </a:p>
        </p:txBody>
      </p:sp>
      <p:sp>
        <p:nvSpPr>
          <p:cNvPr id="3" name="Content Placeholder 2">
            <a:extLst>
              <a:ext uri="{FF2B5EF4-FFF2-40B4-BE49-F238E27FC236}">
                <a16:creationId xmlns:a16="http://schemas.microsoft.com/office/drawing/2014/main" id="{AA329AF6-ED3B-E394-DE5D-D0715354DF64}"/>
              </a:ext>
            </a:extLst>
          </p:cNvPr>
          <p:cNvSpPr>
            <a:spLocks noGrp="1"/>
          </p:cNvSpPr>
          <p:nvPr>
            <p:ph idx="1"/>
          </p:nvPr>
        </p:nvSpPr>
        <p:spPr>
          <a:xfrm>
            <a:off x="1484310" y="1752599"/>
            <a:ext cx="10018713" cy="4038602"/>
          </a:xfrm>
        </p:spPr>
        <p:txBody>
          <a:bodyPr>
            <a:normAutofit lnSpcReduction="10000"/>
          </a:bodyPr>
          <a:lstStyle/>
          <a:p>
            <a:r>
              <a:rPr lang="en-US" dirty="0"/>
              <a:t>The fast inverse square root algorithm can improve performance of 3D graphics engines at a modest cost of accuracy by taking advantage of floating-point number representation and mathematical/bit manipulation tricks to eliminate costly operations such as table lookups and floating-point number divisions.</a:t>
            </a:r>
          </a:p>
          <a:p>
            <a:r>
              <a:rPr lang="en-US" dirty="0"/>
              <a:t>Although the algorithm quickly became obsolete due to improved built-in methods in x86 instruction sets, it provides an excellent example of how a thorough understanding of mathematics and bit manipulations can be used to optimize code. Without this algorithm, there would have been no hope for these old video games to run on the average computer of the time.</a:t>
            </a:r>
          </a:p>
        </p:txBody>
      </p:sp>
    </p:spTree>
    <p:extLst>
      <p:ext uri="{BB962C8B-B14F-4D97-AF65-F5344CB8AC3E}">
        <p14:creationId xmlns:p14="http://schemas.microsoft.com/office/powerpoint/2010/main" val="3036199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A8407-0877-D15C-D74B-249CF002F2C7}"/>
              </a:ext>
            </a:extLst>
          </p:cNvPr>
          <p:cNvSpPr>
            <a:spLocks noGrp="1"/>
          </p:cNvSpPr>
          <p:nvPr>
            <p:ph type="title"/>
          </p:nvPr>
        </p:nvSpPr>
        <p:spPr>
          <a:xfrm>
            <a:off x="1484310" y="0"/>
            <a:ext cx="10018713" cy="1752599"/>
          </a:xfrm>
        </p:spPr>
        <p:txBody>
          <a:bodyPr/>
          <a:lstStyle/>
          <a:p>
            <a:r>
              <a:rPr lang="en-US" dirty="0"/>
              <a:t>References</a:t>
            </a:r>
          </a:p>
        </p:txBody>
      </p:sp>
      <p:sp>
        <p:nvSpPr>
          <p:cNvPr id="3" name="Content Placeholder 2">
            <a:extLst>
              <a:ext uri="{FF2B5EF4-FFF2-40B4-BE49-F238E27FC236}">
                <a16:creationId xmlns:a16="http://schemas.microsoft.com/office/drawing/2014/main" id="{E9A4F76B-1F5A-6F2C-A3B8-36CE539D88AF}"/>
              </a:ext>
            </a:extLst>
          </p:cNvPr>
          <p:cNvSpPr>
            <a:spLocks noGrp="1"/>
          </p:cNvSpPr>
          <p:nvPr>
            <p:ph idx="1"/>
          </p:nvPr>
        </p:nvSpPr>
        <p:spPr>
          <a:xfrm>
            <a:off x="1484310" y="1676399"/>
            <a:ext cx="10018713" cy="4480561"/>
          </a:xfrm>
        </p:spPr>
        <p:txBody>
          <a:bodyPr>
            <a:normAutofit fontScale="92500"/>
          </a:bodyPr>
          <a:lstStyle/>
          <a:p>
            <a:r>
              <a:rPr lang="en-US" b="0" dirty="0">
                <a:solidFill>
                  <a:srgbClr val="202122"/>
                </a:solidFill>
                <a:effectLst/>
                <a:latin typeface="+mj-lt"/>
              </a:rPr>
              <a:t>Blinn, Jim (July 1997). "Floating Point Tricks". IEEE Computer Graphics &amp; Applications. </a:t>
            </a:r>
            <a:r>
              <a:rPr lang="en-US" b="1" dirty="0">
                <a:solidFill>
                  <a:srgbClr val="202122"/>
                </a:solidFill>
                <a:effectLst/>
                <a:latin typeface="+mj-lt"/>
              </a:rPr>
              <a:t>17</a:t>
            </a:r>
            <a:r>
              <a:rPr lang="en-US" b="0" dirty="0">
                <a:solidFill>
                  <a:srgbClr val="202122"/>
                </a:solidFill>
                <a:effectLst/>
                <a:latin typeface="+mj-lt"/>
              </a:rPr>
              <a:t> (4): 80. </a:t>
            </a:r>
            <a:r>
              <a:rPr lang="en-US" b="0" u="none" strike="noStrike" dirty="0">
                <a:solidFill>
                  <a:srgbClr val="3366CC"/>
                </a:solidFill>
                <a:effectLst/>
                <a:latin typeface="+mj-lt"/>
                <a:hlinkClick r:id="rId2" tooltip="Doi (identifier)"/>
              </a:rPr>
              <a:t>doi</a:t>
            </a:r>
            <a:r>
              <a:rPr lang="en-US" b="0" dirty="0">
                <a:solidFill>
                  <a:srgbClr val="202122"/>
                </a:solidFill>
                <a:effectLst/>
                <a:latin typeface="+mj-lt"/>
              </a:rPr>
              <a:t>:</a:t>
            </a:r>
            <a:r>
              <a:rPr lang="en-US" b="0" u="none" strike="noStrike" dirty="0">
                <a:solidFill>
                  <a:srgbClr val="3366CC"/>
                </a:solidFill>
                <a:effectLst/>
                <a:latin typeface="+mj-lt"/>
                <a:hlinkClick r:id="rId3"/>
              </a:rPr>
              <a:t>10.1109/38.595279</a:t>
            </a:r>
            <a:r>
              <a:rPr lang="en-US" b="0" dirty="0">
                <a:solidFill>
                  <a:srgbClr val="202122"/>
                </a:solidFill>
                <a:effectLst/>
                <a:latin typeface="+mj-lt"/>
              </a:rPr>
              <a:t>.</a:t>
            </a:r>
          </a:p>
          <a:p>
            <a:r>
              <a:rPr lang="en-US" dirty="0">
                <a:effectLst/>
                <a:latin typeface="+mj-lt"/>
              </a:rPr>
              <a:t>Hellman, Noah (2023, April 20). </a:t>
            </a:r>
            <a:r>
              <a:rPr lang="en-US" i="1" dirty="0">
                <a:effectLst/>
                <a:latin typeface="+mj-lt"/>
              </a:rPr>
              <a:t>Revisiting The Fast Inverse Square Root - Is It Still Useful?</a:t>
            </a:r>
            <a:r>
              <a:rPr lang="en-US" dirty="0">
                <a:effectLst/>
                <a:latin typeface="+mj-lt"/>
              </a:rPr>
              <a:t>. hllmn.net. </a:t>
            </a:r>
            <a:r>
              <a:rPr lang="en-US" dirty="0">
                <a:effectLst/>
                <a:latin typeface="+mj-lt"/>
                <a:hlinkClick r:id="rId4"/>
              </a:rPr>
              <a:t>https://hllmn.net/blog/2023-04-20_rsqrt/ </a:t>
            </a:r>
            <a:endParaRPr lang="en-US" b="0" i="1" dirty="0">
              <a:solidFill>
                <a:srgbClr val="202122"/>
              </a:solidFill>
              <a:effectLst/>
              <a:latin typeface="+mj-lt"/>
            </a:endParaRPr>
          </a:p>
          <a:p>
            <a:r>
              <a:rPr lang="en-US" b="0" i="0" dirty="0" err="1">
                <a:solidFill>
                  <a:srgbClr val="202122"/>
                </a:solidFill>
                <a:effectLst/>
                <a:latin typeface="+mj-lt"/>
              </a:rPr>
              <a:t>Moroz</a:t>
            </a:r>
            <a:r>
              <a:rPr lang="en-US" b="0" i="0" dirty="0">
                <a:solidFill>
                  <a:srgbClr val="202122"/>
                </a:solidFill>
                <a:effectLst/>
                <a:latin typeface="+mj-lt"/>
              </a:rPr>
              <a:t>, Leonid V.; </a:t>
            </a:r>
            <a:r>
              <a:rPr lang="en-US" b="0" i="0" dirty="0" err="1">
                <a:solidFill>
                  <a:srgbClr val="202122"/>
                </a:solidFill>
                <a:effectLst/>
                <a:latin typeface="+mj-lt"/>
              </a:rPr>
              <a:t>Walczyk</a:t>
            </a:r>
            <a:r>
              <a:rPr lang="en-US" b="0" i="0" dirty="0">
                <a:solidFill>
                  <a:srgbClr val="202122"/>
                </a:solidFill>
                <a:effectLst/>
                <a:latin typeface="+mj-lt"/>
              </a:rPr>
              <a:t>, Cezary J.; </a:t>
            </a:r>
            <a:r>
              <a:rPr lang="en-US" b="0" i="0" dirty="0" err="1">
                <a:solidFill>
                  <a:srgbClr val="202122"/>
                </a:solidFill>
                <a:effectLst/>
                <a:latin typeface="+mj-lt"/>
              </a:rPr>
              <a:t>Hrynchyshyn</a:t>
            </a:r>
            <a:r>
              <a:rPr lang="en-US" b="0" i="0" dirty="0">
                <a:solidFill>
                  <a:srgbClr val="202122"/>
                </a:solidFill>
                <a:effectLst/>
                <a:latin typeface="+mj-lt"/>
              </a:rPr>
              <a:t>, Andriy; </a:t>
            </a:r>
            <a:r>
              <a:rPr lang="en-US" b="0" i="0" dirty="0" err="1">
                <a:solidFill>
                  <a:srgbClr val="202122"/>
                </a:solidFill>
                <a:effectLst/>
                <a:latin typeface="+mj-lt"/>
              </a:rPr>
              <a:t>Holimath</a:t>
            </a:r>
            <a:r>
              <a:rPr lang="en-US" b="0" i="0" dirty="0">
                <a:solidFill>
                  <a:srgbClr val="202122"/>
                </a:solidFill>
                <a:effectLst/>
                <a:latin typeface="+mj-lt"/>
              </a:rPr>
              <a:t>, Vijay; </a:t>
            </a:r>
            <a:r>
              <a:rPr lang="en-US" b="0" i="0" dirty="0" err="1">
                <a:solidFill>
                  <a:srgbClr val="202122"/>
                </a:solidFill>
                <a:effectLst/>
                <a:latin typeface="+mj-lt"/>
              </a:rPr>
              <a:t>Cieslinski</a:t>
            </a:r>
            <a:r>
              <a:rPr lang="en-US" b="0" i="0" dirty="0">
                <a:solidFill>
                  <a:srgbClr val="202122"/>
                </a:solidFill>
                <a:effectLst/>
                <a:latin typeface="+mj-lt"/>
              </a:rPr>
              <a:t>, Jan L. (January 2018). "Fast calculation of inverse square root with the use of magic constant analytical approach". </a:t>
            </a:r>
            <a:r>
              <a:rPr lang="en-US" b="0" i="1" dirty="0">
                <a:solidFill>
                  <a:srgbClr val="202122"/>
                </a:solidFill>
                <a:effectLst/>
                <a:latin typeface="+mj-lt"/>
              </a:rPr>
              <a:t>Applied Mathematics and Computation</a:t>
            </a:r>
            <a:r>
              <a:rPr lang="en-US" b="0" i="0" dirty="0">
                <a:solidFill>
                  <a:srgbClr val="202122"/>
                </a:solidFill>
                <a:effectLst/>
                <a:latin typeface="+mj-lt"/>
              </a:rPr>
              <a:t>. Elsevier Science Inc. </a:t>
            </a:r>
            <a:r>
              <a:rPr lang="en-US" b="1" i="0" dirty="0">
                <a:solidFill>
                  <a:srgbClr val="202122"/>
                </a:solidFill>
                <a:effectLst/>
                <a:latin typeface="+mj-lt"/>
              </a:rPr>
              <a:t>316</a:t>
            </a:r>
            <a:r>
              <a:rPr lang="en-US" b="0" i="0" dirty="0">
                <a:solidFill>
                  <a:srgbClr val="202122"/>
                </a:solidFill>
                <a:effectLst/>
                <a:latin typeface="+mj-lt"/>
              </a:rPr>
              <a:t> (C): 245-255. </a:t>
            </a:r>
            <a:r>
              <a:rPr lang="en-US" b="0" i="0" u="none" strike="noStrike" dirty="0">
                <a:solidFill>
                  <a:srgbClr val="3366CC"/>
                </a:solidFill>
                <a:effectLst/>
                <a:latin typeface="+mj-lt"/>
                <a:hlinkClick r:id="rId2" tooltip="Doi (identifier)"/>
              </a:rPr>
              <a:t>doi</a:t>
            </a:r>
            <a:r>
              <a:rPr lang="en-US" b="0" i="0" dirty="0">
                <a:solidFill>
                  <a:srgbClr val="202122"/>
                </a:solidFill>
                <a:effectLst/>
                <a:latin typeface="+mj-lt"/>
              </a:rPr>
              <a:t>:</a:t>
            </a:r>
            <a:r>
              <a:rPr lang="en-US" b="0" i="0" u="none" strike="noStrike" dirty="0">
                <a:solidFill>
                  <a:srgbClr val="3366CC"/>
                </a:solidFill>
                <a:effectLst/>
                <a:latin typeface="+mj-lt"/>
                <a:hlinkClick r:id="rId5"/>
              </a:rPr>
              <a:t>10.1016/j.amc.2017.08.025</a:t>
            </a:r>
            <a:r>
              <a:rPr lang="en-US" b="0" i="0" dirty="0">
                <a:solidFill>
                  <a:srgbClr val="202122"/>
                </a:solidFill>
                <a:effectLst/>
                <a:latin typeface="+mj-lt"/>
              </a:rPr>
              <a:t>.</a:t>
            </a:r>
          </a:p>
          <a:p>
            <a:r>
              <a:rPr lang="en-US" b="0" i="0" dirty="0">
                <a:solidFill>
                  <a:srgbClr val="202122"/>
                </a:solidFill>
                <a:effectLst/>
                <a:latin typeface="+mj-lt"/>
              </a:rPr>
              <a:t>Ruskin, Elan (2009 October 16). </a:t>
            </a:r>
            <a:r>
              <a:rPr lang="en-US" b="0" i="1" u="none" strike="noStrike" dirty="0">
                <a:solidFill>
                  <a:srgbClr val="3366CC"/>
                </a:solidFill>
                <a:effectLst/>
                <a:latin typeface="+mj-lt"/>
                <a:hlinkClick r:id="rId6"/>
              </a:rPr>
              <a:t>"Timing square root"</a:t>
            </a:r>
            <a:r>
              <a:rPr lang="en-US" b="0" i="1" dirty="0">
                <a:solidFill>
                  <a:srgbClr val="202122"/>
                </a:solidFill>
                <a:effectLst/>
                <a:latin typeface="+mj-lt"/>
              </a:rPr>
              <a:t>. </a:t>
            </a:r>
            <a:r>
              <a:rPr lang="en-US" b="0" dirty="0">
                <a:solidFill>
                  <a:srgbClr val="202122"/>
                </a:solidFill>
                <a:effectLst/>
                <a:latin typeface="+mj-lt"/>
              </a:rPr>
              <a:t>Some Assembly Required. </a:t>
            </a:r>
            <a:r>
              <a:rPr lang="en-US" b="0" i="0" dirty="0">
                <a:solidFill>
                  <a:srgbClr val="202122"/>
                </a:solidFill>
                <a:effectLst/>
                <a:latin typeface="+mj-lt"/>
              </a:rPr>
              <a:t>Archived from </a:t>
            </a:r>
            <a:r>
              <a:rPr lang="en-US" b="0" i="0" u="none" strike="noStrike" dirty="0">
                <a:solidFill>
                  <a:srgbClr val="3366CC"/>
                </a:solidFill>
                <a:effectLst/>
                <a:latin typeface="+mj-lt"/>
                <a:hlinkClick r:id="rId7"/>
              </a:rPr>
              <a:t>the original</a:t>
            </a:r>
            <a:r>
              <a:rPr lang="en-US" b="0" i="0" dirty="0">
                <a:solidFill>
                  <a:srgbClr val="202122"/>
                </a:solidFill>
                <a:effectLst/>
                <a:latin typeface="+mj-lt"/>
              </a:rPr>
              <a:t> on 2021-02-08.</a:t>
            </a:r>
            <a:endParaRPr lang="en-US" dirty="0">
              <a:latin typeface="+mj-lt"/>
            </a:endParaRPr>
          </a:p>
        </p:txBody>
      </p:sp>
    </p:spTree>
    <p:extLst>
      <p:ext uri="{BB962C8B-B14F-4D97-AF65-F5344CB8AC3E}">
        <p14:creationId xmlns:p14="http://schemas.microsoft.com/office/powerpoint/2010/main" val="39465913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EB8F22"/>
      </a:accent1>
      <a:accent2>
        <a:srgbClr val="CD4223"/>
      </a:accent2>
      <a:accent3>
        <a:srgbClr val="A89374"/>
      </a:accent3>
      <a:accent4>
        <a:srgbClr val="83AA67"/>
      </a:accent4>
      <a:accent5>
        <a:srgbClr val="4FA9C1"/>
      </a:accent5>
      <a:accent6>
        <a:srgbClr val="9390AF"/>
      </a:accent6>
      <a:hlink>
        <a:srgbClr val="EC7220"/>
      </a:hlink>
      <a:folHlink>
        <a:srgbClr val="F09355"/>
      </a:folHlink>
    </a:clrScheme>
    <a:fontScheme name="Open Sans">
      <a:majorFont>
        <a:latin typeface="Open Sans"/>
        <a:ea typeface=""/>
        <a:cs typeface=""/>
      </a:majorFont>
      <a:minorFont>
        <a:latin typeface="Open Sans"/>
        <a:ea typeface=""/>
        <a:cs typeface=""/>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EBEC8F79-A447-43FC-8E81-85E8468AF3F9}"/>
    </a:ext>
  </a:extLst>
</a:theme>
</file>

<file path=docProps/app.xml><?xml version="1.0" encoding="utf-8"?>
<Properties xmlns="http://schemas.openxmlformats.org/officeDocument/2006/extended-properties" xmlns:vt="http://schemas.openxmlformats.org/officeDocument/2006/docPropsVTypes">
  <Template/>
  <TotalTime>509</TotalTime>
  <Words>1594</Words>
  <Application>Microsoft Office PowerPoint</Application>
  <PresentationFormat>Widescreen</PresentationFormat>
  <Paragraphs>88</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Cambria Math</vt:lpstr>
      <vt:lpstr>Consolas</vt:lpstr>
      <vt:lpstr>Open Sans</vt:lpstr>
      <vt:lpstr>Parallax</vt:lpstr>
      <vt:lpstr>Analysis of a Fast Inverse Square Root Algorithm</vt:lpstr>
      <vt:lpstr>Table of Contents</vt:lpstr>
      <vt:lpstr>Introduction</vt:lpstr>
      <vt:lpstr>Motivation</vt:lpstr>
      <vt:lpstr>The Code</vt:lpstr>
      <vt:lpstr>Evil Bit Hack</vt:lpstr>
      <vt:lpstr>W.T.F.</vt:lpstr>
      <vt:lpstr>W.T.F</vt:lpstr>
      <vt:lpstr>Newton’s Method</vt:lpstr>
      <vt:lpstr>PowerPoint Presentation</vt:lpstr>
      <vt:lpstr>Benefits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of a Fast Inverse Square Root Algorithm</dc:title>
  <dc:creator>Joseph Rissman</dc:creator>
  <cp:lastModifiedBy>Joseph Rissman</cp:lastModifiedBy>
  <cp:revision>1</cp:revision>
  <dcterms:created xsi:type="dcterms:W3CDTF">2023-12-05T16:38:41Z</dcterms:created>
  <dcterms:modified xsi:type="dcterms:W3CDTF">2023-12-06T01:08:41Z</dcterms:modified>
</cp:coreProperties>
</file>