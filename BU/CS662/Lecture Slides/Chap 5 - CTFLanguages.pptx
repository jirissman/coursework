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7" r:id="rId3"/>
    <p:sldId id="258" r:id="rId4"/>
    <p:sldId id="259" r:id="rId5"/>
    <p:sldId id="260" r:id="rId6"/>
    <p:sldId id="261" r:id="rId7"/>
    <p:sldId id="303" r:id="rId8"/>
    <p:sldId id="262" r:id="rId9"/>
    <p:sldId id="263" r:id="rId10"/>
    <p:sldId id="304" r:id="rId11"/>
    <p:sldId id="264" r:id="rId12"/>
    <p:sldId id="265" r:id="rId13"/>
    <p:sldId id="305" r:id="rId14"/>
    <p:sldId id="266" r:id="rId15"/>
    <p:sldId id="269" r:id="rId16"/>
    <p:sldId id="306" r:id="rId17"/>
    <p:sldId id="270" r:id="rId18"/>
    <p:sldId id="271" r:id="rId19"/>
    <p:sldId id="301" r:id="rId20"/>
    <p:sldId id="28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302" r:id="rId30"/>
    <p:sldId id="280" r:id="rId31"/>
    <p:sldId id="282" r:id="rId32"/>
    <p:sldId id="283" r:id="rId33"/>
    <p:sldId id="287" r:id="rId34"/>
    <p:sldId id="284" r:id="rId35"/>
    <p:sldId id="285" r:id="rId36"/>
    <p:sldId id="286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8" r:id="rId47"/>
    <p:sldId id="299" r:id="rId48"/>
    <p:sldId id="332" r:id="rId49"/>
    <p:sldId id="333" r:id="rId50"/>
    <p:sldId id="297" r:id="rId51"/>
    <p:sldId id="300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0929"/>
  </p:normalViewPr>
  <p:slideViewPr>
    <p:cSldViewPr>
      <p:cViewPr varScale="1">
        <p:scale>
          <a:sx n="88" d="100"/>
          <a:sy n="88" d="100"/>
        </p:scale>
        <p:origin x="-135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9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3.wmf"/><Relationship Id="rId4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22.wmf"/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3.wmf"/><Relationship Id="rId7" Type="http://schemas.openxmlformats.org/officeDocument/2006/relationships/image" Target="../media/image44.wmf"/><Relationship Id="rId2" Type="http://schemas.openxmlformats.org/officeDocument/2006/relationships/image" Target="../media/image42.wmf"/><Relationship Id="rId1" Type="http://schemas.openxmlformats.org/officeDocument/2006/relationships/image" Target="../media/image47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9" Type="http://schemas.openxmlformats.org/officeDocument/2006/relationships/image" Target="../media/image4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3.wmf"/><Relationship Id="rId7" Type="http://schemas.openxmlformats.org/officeDocument/2006/relationships/image" Target="../media/image46.wmf"/><Relationship Id="rId2" Type="http://schemas.openxmlformats.org/officeDocument/2006/relationships/image" Target="../media/image42.wmf"/><Relationship Id="rId1" Type="http://schemas.openxmlformats.org/officeDocument/2006/relationships/image" Target="../media/image47.wmf"/><Relationship Id="rId6" Type="http://schemas.openxmlformats.org/officeDocument/2006/relationships/image" Target="../media/image45.wmf"/><Relationship Id="rId11" Type="http://schemas.openxmlformats.org/officeDocument/2006/relationships/image" Target="../media/image53.wmf"/><Relationship Id="rId5" Type="http://schemas.openxmlformats.org/officeDocument/2006/relationships/image" Target="../media/image44.wmf"/><Relationship Id="rId10" Type="http://schemas.openxmlformats.org/officeDocument/2006/relationships/image" Target="../media/image52.wmf"/><Relationship Id="rId4" Type="http://schemas.openxmlformats.org/officeDocument/2006/relationships/image" Target="../media/image51.wmf"/><Relationship Id="rId9" Type="http://schemas.openxmlformats.org/officeDocument/2006/relationships/image" Target="../media/image50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3.wmf"/><Relationship Id="rId7" Type="http://schemas.openxmlformats.org/officeDocument/2006/relationships/image" Target="../media/image46.wmf"/><Relationship Id="rId12" Type="http://schemas.openxmlformats.org/officeDocument/2006/relationships/image" Target="../media/image55.wmf"/><Relationship Id="rId2" Type="http://schemas.openxmlformats.org/officeDocument/2006/relationships/image" Target="../media/image42.wmf"/><Relationship Id="rId1" Type="http://schemas.openxmlformats.org/officeDocument/2006/relationships/image" Target="../media/image47.wmf"/><Relationship Id="rId6" Type="http://schemas.openxmlformats.org/officeDocument/2006/relationships/image" Target="../media/image45.wmf"/><Relationship Id="rId11" Type="http://schemas.openxmlformats.org/officeDocument/2006/relationships/image" Target="../media/image53.wmf"/><Relationship Id="rId5" Type="http://schemas.openxmlformats.org/officeDocument/2006/relationships/image" Target="../media/image44.wmf"/><Relationship Id="rId10" Type="http://schemas.openxmlformats.org/officeDocument/2006/relationships/image" Target="../media/image52.wmf"/><Relationship Id="rId4" Type="http://schemas.openxmlformats.org/officeDocument/2006/relationships/image" Target="../media/image54.wmf"/><Relationship Id="rId9" Type="http://schemas.openxmlformats.org/officeDocument/2006/relationships/image" Target="../media/image5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3.wmf"/><Relationship Id="rId7" Type="http://schemas.openxmlformats.org/officeDocument/2006/relationships/image" Target="../media/image46.wmf"/><Relationship Id="rId12" Type="http://schemas.openxmlformats.org/officeDocument/2006/relationships/image" Target="../media/image55.wmf"/><Relationship Id="rId2" Type="http://schemas.openxmlformats.org/officeDocument/2006/relationships/image" Target="../media/image42.wmf"/><Relationship Id="rId1" Type="http://schemas.openxmlformats.org/officeDocument/2006/relationships/image" Target="../media/image47.wmf"/><Relationship Id="rId6" Type="http://schemas.openxmlformats.org/officeDocument/2006/relationships/image" Target="../media/image45.wmf"/><Relationship Id="rId11" Type="http://schemas.openxmlformats.org/officeDocument/2006/relationships/image" Target="../media/image53.wmf"/><Relationship Id="rId5" Type="http://schemas.openxmlformats.org/officeDocument/2006/relationships/image" Target="../media/image44.wmf"/><Relationship Id="rId10" Type="http://schemas.openxmlformats.org/officeDocument/2006/relationships/image" Target="../media/image52.wmf"/><Relationship Id="rId4" Type="http://schemas.openxmlformats.org/officeDocument/2006/relationships/image" Target="../media/image56.wmf"/><Relationship Id="rId9" Type="http://schemas.openxmlformats.org/officeDocument/2006/relationships/image" Target="../media/image5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43.wmf"/><Relationship Id="rId3" Type="http://schemas.openxmlformats.org/officeDocument/2006/relationships/image" Target="../media/image44.wmf"/><Relationship Id="rId7" Type="http://schemas.openxmlformats.org/officeDocument/2006/relationships/image" Target="../media/image50.wmf"/><Relationship Id="rId12" Type="http://schemas.openxmlformats.org/officeDocument/2006/relationships/image" Target="../media/image42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49.wmf"/><Relationship Id="rId11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55.wmf"/><Relationship Id="rId4" Type="http://schemas.openxmlformats.org/officeDocument/2006/relationships/image" Target="../media/image45.wmf"/><Relationship Id="rId9" Type="http://schemas.openxmlformats.org/officeDocument/2006/relationships/image" Target="../media/image5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62.wmf"/><Relationship Id="rId2" Type="http://schemas.openxmlformats.org/officeDocument/2006/relationships/image" Target="../media/image44.wmf"/><Relationship Id="rId1" Type="http://schemas.openxmlformats.org/officeDocument/2006/relationships/image" Target="../media/image59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4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63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65.wmf"/><Relationship Id="rId2" Type="http://schemas.openxmlformats.org/officeDocument/2006/relationships/image" Target="../media/image44.wmf"/><Relationship Id="rId1" Type="http://schemas.openxmlformats.org/officeDocument/2006/relationships/image" Target="../media/image64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4.wmf"/><Relationship Id="rId7" Type="http://schemas.openxmlformats.org/officeDocument/2006/relationships/image" Target="../media/image50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image" Target="../media/image55.wmf"/><Relationship Id="rId4" Type="http://schemas.openxmlformats.org/officeDocument/2006/relationships/image" Target="../media/image45.wmf"/><Relationship Id="rId9" Type="http://schemas.openxmlformats.org/officeDocument/2006/relationships/image" Target="../media/image5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73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2.wmf"/><Relationship Id="rId5" Type="http://schemas.openxmlformats.org/officeDocument/2006/relationships/image" Target="../media/image49.wmf"/><Relationship Id="rId4" Type="http://schemas.openxmlformats.org/officeDocument/2006/relationships/image" Target="../media/image7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2.wmf"/><Relationship Id="rId5" Type="http://schemas.openxmlformats.org/officeDocument/2006/relationships/image" Target="../media/image49.wmf"/><Relationship Id="rId4" Type="http://schemas.openxmlformats.org/officeDocument/2006/relationships/image" Target="../media/image7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72.wmf"/><Relationship Id="rId5" Type="http://schemas.openxmlformats.org/officeDocument/2006/relationships/image" Target="../media/image49.wmf"/><Relationship Id="rId4" Type="http://schemas.openxmlformats.org/officeDocument/2006/relationships/image" Target="../media/image7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72.wmf"/><Relationship Id="rId5" Type="http://schemas.openxmlformats.org/officeDocument/2006/relationships/image" Target="../media/image49.wmf"/><Relationship Id="rId4" Type="http://schemas.openxmlformats.org/officeDocument/2006/relationships/image" Target="../media/image71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wmf"/><Relationship Id="rId1" Type="http://schemas.openxmlformats.org/officeDocument/2006/relationships/image" Target="../media/image3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7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72.wmf"/><Relationship Id="rId7" Type="http://schemas.openxmlformats.org/officeDocument/2006/relationships/image" Target="../media/image9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91.wmf"/><Relationship Id="rId5" Type="http://schemas.openxmlformats.org/officeDocument/2006/relationships/image" Target="../media/image89.wmf"/><Relationship Id="rId4" Type="http://schemas.openxmlformats.org/officeDocument/2006/relationships/image" Target="../media/image90.wmf"/><Relationship Id="rId9" Type="http://schemas.openxmlformats.org/officeDocument/2006/relationships/image" Target="../media/image94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93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92.wmf"/><Relationship Id="rId5" Type="http://schemas.openxmlformats.org/officeDocument/2006/relationships/image" Target="../media/image89.wmf"/><Relationship Id="rId4" Type="http://schemas.openxmlformats.org/officeDocument/2006/relationships/image" Target="../media/image95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image" Target="../media/image79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100.wmf"/><Relationship Id="rId9" Type="http://schemas.openxmlformats.org/officeDocument/2006/relationships/image" Target="../media/image103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103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72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83.wmf"/><Relationship Id="rId1" Type="http://schemas.openxmlformats.org/officeDocument/2006/relationships/image" Target="../media/image104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4" Type="http://schemas.openxmlformats.org/officeDocument/2006/relationships/image" Target="../media/image111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44.wmf"/><Relationship Id="rId1" Type="http://schemas.openxmlformats.org/officeDocument/2006/relationships/image" Target="../media/image112.wmf"/><Relationship Id="rId6" Type="http://schemas.openxmlformats.org/officeDocument/2006/relationships/image" Target="../media/image102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21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18.wmf"/><Relationship Id="rId1" Type="http://schemas.openxmlformats.org/officeDocument/2006/relationships/image" Target="../media/image122.wmf"/><Relationship Id="rId5" Type="http://schemas.openxmlformats.org/officeDocument/2006/relationships/image" Target="../media/image124.wmf"/><Relationship Id="rId4" Type="http://schemas.openxmlformats.org/officeDocument/2006/relationships/image" Target="../media/image11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5" Type="http://schemas.openxmlformats.org/officeDocument/2006/relationships/image" Target="../media/image118.wmf"/><Relationship Id="rId4" Type="http://schemas.openxmlformats.org/officeDocument/2006/relationships/image" Target="../media/image119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17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4" Type="http://schemas.openxmlformats.org/officeDocument/2006/relationships/image" Target="../media/image133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5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2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E743A0BE-530B-4D62-B00C-FEA1FF36E62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8D497509-EB70-473D-ACDB-B4CBE19F0F4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8351E7-2B4F-4372-82C0-3CF60C676D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6AC6D7-F600-47D0-927F-FD7F946413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77908A-B1DC-4ACA-9027-AF94D28D49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9DEDC-3F4E-4C79-A594-FDC4AB3EC2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35B7D-4C6B-42C9-86D8-DA2B06D3B5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E9CC7-9D6C-48AE-8F1A-74312FE68E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8F3EC2-8B7F-4362-986E-C5D7FC1A96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8AD13-4E59-4FAB-B84D-32E5940410D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2468E-A3AD-430C-9065-18D8835275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194D48-E2A7-44F7-A94A-D2895390BE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83756-4FC3-4E73-A91A-453C479EB8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4D86F243-F9AC-4528-9A2D-2DA183D1868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36.bin"/><Relationship Id="rId4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3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4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51.bin"/><Relationship Id="rId4" Type="http://schemas.openxmlformats.org/officeDocument/2006/relationships/oleObject" Target="../embeddings/oleObject50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5.bin"/><Relationship Id="rId5" Type="http://schemas.openxmlformats.org/officeDocument/2006/relationships/oleObject" Target="../embeddings/oleObject54.bin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5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3.bin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62.bin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1.bin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0.bin"/><Relationship Id="rId9" Type="http://schemas.openxmlformats.org/officeDocument/2006/relationships/oleObject" Target="../embeddings/oleObject6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3.bin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2.bin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1.bin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5.bin"/><Relationship Id="rId14" Type="http://schemas.openxmlformats.org/officeDocument/2006/relationships/oleObject" Target="../embeddings/oleObject8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oleObject" Target="../embeddings/oleObject91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5.bin"/><Relationship Id="rId12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4.bin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93.bin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2.bin"/><Relationship Id="rId9" Type="http://schemas.openxmlformats.org/officeDocument/2006/relationships/oleObject" Target="../embeddings/oleObject87.bin"/><Relationship Id="rId14" Type="http://schemas.openxmlformats.org/officeDocument/2006/relationships/oleObject" Target="../embeddings/oleObject9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8.bin"/><Relationship Id="rId12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7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7.bin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6.bin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5.bin"/><Relationship Id="rId9" Type="http://schemas.openxmlformats.org/officeDocument/2006/relationships/oleObject" Target="../embeddings/oleObject100.bin"/><Relationship Id="rId14" Type="http://schemas.openxmlformats.org/officeDocument/2006/relationships/oleObject" Target="../embeddings/oleObject10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oleObject" Target="../embeddings/oleObject118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2.bin"/><Relationship Id="rId12" Type="http://schemas.openxmlformats.org/officeDocument/2006/relationships/oleObject" Target="../embeddings/oleObject117.bin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1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11.bin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20.bin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09.bin"/><Relationship Id="rId9" Type="http://schemas.openxmlformats.org/officeDocument/2006/relationships/oleObject" Target="../embeddings/oleObject114.bin"/><Relationship Id="rId14" Type="http://schemas.openxmlformats.org/officeDocument/2006/relationships/oleObject" Target="../embeddings/oleObject11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26.bin"/><Relationship Id="rId5" Type="http://schemas.openxmlformats.org/officeDocument/2006/relationships/oleObject" Target="../embeddings/oleObject125.bin"/><Relationship Id="rId4" Type="http://schemas.openxmlformats.org/officeDocument/2006/relationships/oleObject" Target="../embeddings/oleObject124.bin"/><Relationship Id="rId9" Type="http://schemas.openxmlformats.org/officeDocument/2006/relationships/oleObject" Target="../embeddings/oleObject12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33.bin"/><Relationship Id="rId5" Type="http://schemas.openxmlformats.org/officeDocument/2006/relationships/oleObject" Target="../embeddings/oleObject132.bin"/><Relationship Id="rId4" Type="http://schemas.openxmlformats.org/officeDocument/2006/relationships/oleObject" Target="../embeddings/oleObject131.bin"/><Relationship Id="rId9" Type="http://schemas.openxmlformats.org/officeDocument/2006/relationships/oleObject" Target="../embeddings/oleObject13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40.bin"/><Relationship Id="rId5" Type="http://schemas.openxmlformats.org/officeDocument/2006/relationships/oleObject" Target="../embeddings/oleObject139.bin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38.bin"/><Relationship Id="rId9" Type="http://schemas.openxmlformats.org/officeDocument/2006/relationships/oleObject" Target="../embeddings/oleObject14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9.bin"/><Relationship Id="rId12" Type="http://schemas.openxmlformats.org/officeDocument/2006/relationships/oleObject" Target="../embeddings/oleObject1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48.bin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47.bin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6.bin"/><Relationship Id="rId9" Type="http://schemas.openxmlformats.org/officeDocument/2006/relationships/oleObject" Target="../embeddings/oleObject151.bin"/><Relationship Id="rId14" Type="http://schemas.openxmlformats.org/officeDocument/2006/relationships/oleObject" Target="../embeddings/oleObject156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oleObject" Target="../embeddings/oleObject167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61.bin"/><Relationship Id="rId12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60.bin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9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58.bin"/><Relationship Id="rId9" Type="http://schemas.openxmlformats.org/officeDocument/2006/relationships/oleObject" Target="../embeddings/oleObject163.bin"/><Relationship Id="rId14" Type="http://schemas.openxmlformats.org/officeDocument/2006/relationships/oleObject" Target="../embeddings/oleObject16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oleObject" Target="../embeddings/oleObject180.bin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4.bin"/><Relationship Id="rId12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73.bin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82.bin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1.bin"/><Relationship Id="rId9" Type="http://schemas.openxmlformats.org/officeDocument/2006/relationships/oleObject" Target="../embeddings/oleObject176.bin"/><Relationship Id="rId14" Type="http://schemas.openxmlformats.org/officeDocument/2006/relationships/oleObject" Target="../embeddings/oleObject18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oleObject" Target="../embeddings/oleObject193.bin"/><Relationship Id="rId18" Type="http://schemas.openxmlformats.org/officeDocument/2006/relationships/oleObject" Target="../embeddings/oleObject198.bin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201.bin"/><Relationship Id="rId7" Type="http://schemas.openxmlformats.org/officeDocument/2006/relationships/oleObject" Target="../embeddings/oleObject187.bin"/><Relationship Id="rId12" Type="http://schemas.openxmlformats.org/officeDocument/2006/relationships/oleObject" Target="../embeddings/oleObject192.bin"/><Relationship Id="rId17" Type="http://schemas.openxmlformats.org/officeDocument/2006/relationships/oleObject" Target="../embeddings/oleObject19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6.bin"/><Relationship Id="rId20" Type="http://schemas.openxmlformats.org/officeDocument/2006/relationships/oleObject" Target="../embeddings/oleObject200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86.bin"/><Relationship Id="rId11" Type="http://schemas.openxmlformats.org/officeDocument/2006/relationships/oleObject" Target="../embeddings/oleObject191.bin"/><Relationship Id="rId24" Type="http://schemas.openxmlformats.org/officeDocument/2006/relationships/oleObject" Target="../embeddings/oleObject204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5.bin"/><Relationship Id="rId23" Type="http://schemas.openxmlformats.org/officeDocument/2006/relationships/oleObject" Target="../embeddings/oleObject203.bin"/><Relationship Id="rId10" Type="http://schemas.openxmlformats.org/officeDocument/2006/relationships/oleObject" Target="../embeddings/oleObject190.bin"/><Relationship Id="rId19" Type="http://schemas.openxmlformats.org/officeDocument/2006/relationships/oleObject" Target="../embeddings/oleObject199.bin"/><Relationship Id="rId4" Type="http://schemas.openxmlformats.org/officeDocument/2006/relationships/oleObject" Target="../embeddings/oleObject184.bin"/><Relationship Id="rId9" Type="http://schemas.openxmlformats.org/officeDocument/2006/relationships/oleObject" Target="../embeddings/oleObject189.bin"/><Relationship Id="rId14" Type="http://schemas.openxmlformats.org/officeDocument/2006/relationships/oleObject" Target="../embeddings/oleObject194.bin"/><Relationship Id="rId22" Type="http://schemas.openxmlformats.org/officeDocument/2006/relationships/oleObject" Target="../embeddings/oleObject20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oleObject" Target="../embeddings/oleObject215.bin"/><Relationship Id="rId18" Type="http://schemas.openxmlformats.org/officeDocument/2006/relationships/oleObject" Target="../embeddings/oleObject220.bin"/><Relationship Id="rId3" Type="http://schemas.openxmlformats.org/officeDocument/2006/relationships/oleObject" Target="../embeddings/oleObject205.bin"/><Relationship Id="rId21" Type="http://schemas.openxmlformats.org/officeDocument/2006/relationships/oleObject" Target="../embeddings/oleObject223.bin"/><Relationship Id="rId7" Type="http://schemas.openxmlformats.org/officeDocument/2006/relationships/oleObject" Target="../embeddings/oleObject209.bin"/><Relationship Id="rId12" Type="http://schemas.openxmlformats.org/officeDocument/2006/relationships/oleObject" Target="../embeddings/oleObject214.bin"/><Relationship Id="rId1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8.bin"/><Relationship Id="rId20" Type="http://schemas.openxmlformats.org/officeDocument/2006/relationships/oleObject" Target="../embeddings/oleObject222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08.bin"/><Relationship Id="rId11" Type="http://schemas.openxmlformats.org/officeDocument/2006/relationships/oleObject" Target="../embeddings/oleObject213.bin"/><Relationship Id="rId24" Type="http://schemas.openxmlformats.org/officeDocument/2006/relationships/oleObject" Target="../embeddings/oleObject226.bin"/><Relationship Id="rId5" Type="http://schemas.openxmlformats.org/officeDocument/2006/relationships/oleObject" Target="../embeddings/oleObject207.bin"/><Relationship Id="rId15" Type="http://schemas.openxmlformats.org/officeDocument/2006/relationships/oleObject" Target="../embeddings/oleObject217.bin"/><Relationship Id="rId23" Type="http://schemas.openxmlformats.org/officeDocument/2006/relationships/oleObject" Target="../embeddings/oleObject225.bin"/><Relationship Id="rId10" Type="http://schemas.openxmlformats.org/officeDocument/2006/relationships/oleObject" Target="../embeddings/oleObject212.bin"/><Relationship Id="rId19" Type="http://schemas.openxmlformats.org/officeDocument/2006/relationships/oleObject" Target="../embeddings/oleObject221.bin"/><Relationship Id="rId4" Type="http://schemas.openxmlformats.org/officeDocument/2006/relationships/oleObject" Target="../embeddings/oleObject206.bin"/><Relationship Id="rId9" Type="http://schemas.openxmlformats.org/officeDocument/2006/relationships/oleObject" Target="../embeddings/oleObject211.bin"/><Relationship Id="rId14" Type="http://schemas.openxmlformats.org/officeDocument/2006/relationships/oleObject" Target="../embeddings/oleObject216.bin"/><Relationship Id="rId22" Type="http://schemas.openxmlformats.org/officeDocument/2006/relationships/oleObject" Target="../embeddings/oleObject22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30.bin"/><Relationship Id="rId5" Type="http://schemas.openxmlformats.org/officeDocument/2006/relationships/oleObject" Target="../embeddings/oleObject229.bin"/><Relationship Id="rId4" Type="http://schemas.openxmlformats.org/officeDocument/2006/relationships/oleObject" Target="../embeddings/oleObject22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oleObject" Target="../embeddings/oleObject232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oleObject" Target="../embeddings/oleObject23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13" Type="http://schemas.openxmlformats.org/officeDocument/2006/relationships/oleObject" Target="../embeddings/oleObject245.bin"/><Relationship Id="rId18" Type="http://schemas.openxmlformats.org/officeDocument/2006/relationships/oleObject" Target="../embeddings/oleObject250.bin"/><Relationship Id="rId3" Type="http://schemas.openxmlformats.org/officeDocument/2006/relationships/oleObject" Target="../embeddings/oleObject235.bin"/><Relationship Id="rId21" Type="http://schemas.openxmlformats.org/officeDocument/2006/relationships/oleObject" Target="../embeddings/oleObject253.bin"/><Relationship Id="rId7" Type="http://schemas.openxmlformats.org/officeDocument/2006/relationships/oleObject" Target="../embeddings/oleObject239.bin"/><Relationship Id="rId12" Type="http://schemas.openxmlformats.org/officeDocument/2006/relationships/oleObject" Target="../embeddings/oleObject244.bin"/><Relationship Id="rId17" Type="http://schemas.openxmlformats.org/officeDocument/2006/relationships/oleObject" Target="../embeddings/oleObject24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8.bin"/><Relationship Id="rId20" Type="http://schemas.openxmlformats.org/officeDocument/2006/relationships/oleObject" Target="../embeddings/oleObject252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238.bin"/><Relationship Id="rId11" Type="http://schemas.openxmlformats.org/officeDocument/2006/relationships/oleObject" Target="../embeddings/oleObject243.bin"/><Relationship Id="rId24" Type="http://schemas.openxmlformats.org/officeDocument/2006/relationships/oleObject" Target="../embeddings/oleObject256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7.bin"/><Relationship Id="rId23" Type="http://schemas.openxmlformats.org/officeDocument/2006/relationships/oleObject" Target="../embeddings/oleObject255.bin"/><Relationship Id="rId10" Type="http://schemas.openxmlformats.org/officeDocument/2006/relationships/oleObject" Target="../embeddings/oleObject242.bin"/><Relationship Id="rId19" Type="http://schemas.openxmlformats.org/officeDocument/2006/relationships/oleObject" Target="../embeddings/oleObject251.bin"/><Relationship Id="rId4" Type="http://schemas.openxmlformats.org/officeDocument/2006/relationships/oleObject" Target="../embeddings/oleObject236.bin"/><Relationship Id="rId9" Type="http://schemas.openxmlformats.org/officeDocument/2006/relationships/oleObject" Target="../embeddings/oleObject241.bin"/><Relationship Id="rId14" Type="http://schemas.openxmlformats.org/officeDocument/2006/relationships/oleObject" Target="../embeddings/oleObject246.bin"/><Relationship Id="rId22" Type="http://schemas.openxmlformats.org/officeDocument/2006/relationships/oleObject" Target="../embeddings/oleObject254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2.bin"/><Relationship Id="rId13" Type="http://schemas.openxmlformats.org/officeDocument/2006/relationships/oleObject" Target="../embeddings/oleObject267.bin"/><Relationship Id="rId18" Type="http://schemas.openxmlformats.org/officeDocument/2006/relationships/oleObject" Target="../embeddings/oleObject272.bin"/><Relationship Id="rId3" Type="http://schemas.openxmlformats.org/officeDocument/2006/relationships/oleObject" Target="../embeddings/oleObject257.bin"/><Relationship Id="rId21" Type="http://schemas.openxmlformats.org/officeDocument/2006/relationships/oleObject" Target="../embeddings/oleObject275.bin"/><Relationship Id="rId7" Type="http://schemas.openxmlformats.org/officeDocument/2006/relationships/oleObject" Target="../embeddings/oleObject261.bin"/><Relationship Id="rId12" Type="http://schemas.openxmlformats.org/officeDocument/2006/relationships/oleObject" Target="../embeddings/oleObject266.bin"/><Relationship Id="rId17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0.bin"/><Relationship Id="rId20" Type="http://schemas.openxmlformats.org/officeDocument/2006/relationships/oleObject" Target="../embeddings/oleObject274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260.bin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59.bin"/><Relationship Id="rId15" Type="http://schemas.openxmlformats.org/officeDocument/2006/relationships/oleObject" Target="../embeddings/oleObject269.bin"/><Relationship Id="rId23" Type="http://schemas.openxmlformats.org/officeDocument/2006/relationships/oleObject" Target="../embeddings/oleObject277.bin"/><Relationship Id="rId10" Type="http://schemas.openxmlformats.org/officeDocument/2006/relationships/oleObject" Target="../embeddings/oleObject264.bin"/><Relationship Id="rId19" Type="http://schemas.openxmlformats.org/officeDocument/2006/relationships/oleObject" Target="../embeddings/oleObject273.bin"/><Relationship Id="rId4" Type="http://schemas.openxmlformats.org/officeDocument/2006/relationships/oleObject" Target="../embeddings/oleObject258.bin"/><Relationship Id="rId9" Type="http://schemas.openxmlformats.org/officeDocument/2006/relationships/oleObject" Target="../embeddings/oleObject263.bin"/><Relationship Id="rId14" Type="http://schemas.openxmlformats.org/officeDocument/2006/relationships/oleObject" Target="../embeddings/oleObject268.bin"/><Relationship Id="rId22" Type="http://schemas.openxmlformats.org/officeDocument/2006/relationships/oleObject" Target="../embeddings/oleObject276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3.bin"/><Relationship Id="rId13" Type="http://schemas.openxmlformats.org/officeDocument/2006/relationships/oleObject" Target="../embeddings/oleObject288.bin"/><Relationship Id="rId18" Type="http://schemas.openxmlformats.org/officeDocument/2006/relationships/oleObject" Target="../embeddings/oleObject293.bin"/><Relationship Id="rId26" Type="http://schemas.openxmlformats.org/officeDocument/2006/relationships/oleObject" Target="../embeddings/oleObject301.bin"/><Relationship Id="rId3" Type="http://schemas.openxmlformats.org/officeDocument/2006/relationships/oleObject" Target="../embeddings/oleObject278.bin"/><Relationship Id="rId21" Type="http://schemas.openxmlformats.org/officeDocument/2006/relationships/oleObject" Target="../embeddings/oleObject296.bin"/><Relationship Id="rId34" Type="http://schemas.openxmlformats.org/officeDocument/2006/relationships/oleObject" Target="../embeddings/oleObject309.bin"/><Relationship Id="rId7" Type="http://schemas.openxmlformats.org/officeDocument/2006/relationships/oleObject" Target="../embeddings/oleObject282.bin"/><Relationship Id="rId12" Type="http://schemas.openxmlformats.org/officeDocument/2006/relationships/oleObject" Target="../embeddings/oleObject287.bin"/><Relationship Id="rId17" Type="http://schemas.openxmlformats.org/officeDocument/2006/relationships/oleObject" Target="../embeddings/oleObject292.bin"/><Relationship Id="rId25" Type="http://schemas.openxmlformats.org/officeDocument/2006/relationships/oleObject" Target="../embeddings/oleObject300.bin"/><Relationship Id="rId33" Type="http://schemas.openxmlformats.org/officeDocument/2006/relationships/oleObject" Target="../embeddings/oleObject30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1.bin"/><Relationship Id="rId20" Type="http://schemas.openxmlformats.org/officeDocument/2006/relationships/oleObject" Target="../embeddings/oleObject295.bin"/><Relationship Id="rId29" Type="http://schemas.openxmlformats.org/officeDocument/2006/relationships/oleObject" Target="../embeddings/oleObject304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81.bin"/><Relationship Id="rId11" Type="http://schemas.openxmlformats.org/officeDocument/2006/relationships/oleObject" Target="../embeddings/oleObject286.bin"/><Relationship Id="rId24" Type="http://schemas.openxmlformats.org/officeDocument/2006/relationships/oleObject" Target="../embeddings/oleObject299.bin"/><Relationship Id="rId32" Type="http://schemas.openxmlformats.org/officeDocument/2006/relationships/oleObject" Target="../embeddings/oleObject307.bin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90.bin"/><Relationship Id="rId23" Type="http://schemas.openxmlformats.org/officeDocument/2006/relationships/oleObject" Target="../embeddings/oleObject298.bin"/><Relationship Id="rId28" Type="http://schemas.openxmlformats.org/officeDocument/2006/relationships/oleObject" Target="../embeddings/oleObject303.bin"/><Relationship Id="rId10" Type="http://schemas.openxmlformats.org/officeDocument/2006/relationships/oleObject" Target="../embeddings/oleObject285.bin"/><Relationship Id="rId19" Type="http://schemas.openxmlformats.org/officeDocument/2006/relationships/oleObject" Target="../embeddings/oleObject294.bin"/><Relationship Id="rId31" Type="http://schemas.openxmlformats.org/officeDocument/2006/relationships/oleObject" Target="../embeddings/oleObject306.bin"/><Relationship Id="rId4" Type="http://schemas.openxmlformats.org/officeDocument/2006/relationships/oleObject" Target="../embeddings/oleObject279.bin"/><Relationship Id="rId9" Type="http://schemas.openxmlformats.org/officeDocument/2006/relationships/oleObject" Target="../embeddings/oleObject284.bin"/><Relationship Id="rId14" Type="http://schemas.openxmlformats.org/officeDocument/2006/relationships/oleObject" Target="../embeddings/oleObject289.bin"/><Relationship Id="rId22" Type="http://schemas.openxmlformats.org/officeDocument/2006/relationships/oleObject" Target="../embeddings/oleObject297.bin"/><Relationship Id="rId27" Type="http://schemas.openxmlformats.org/officeDocument/2006/relationships/oleObject" Target="../embeddings/oleObject302.bin"/><Relationship Id="rId30" Type="http://schemas.openxmlformats.org/officeDocument/2006/relationships/oleObject" Target="../embeddings/oleObject30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5.bin"/><Relationship Id="rId13" Type="http://schemas.openxmlformats.org/officeDocument/2006/relationships/oleObject" Target="../embeddings/oleObject320.bin"/><Relationship Id="rId18" Type="http://schemas.openxmlformats.org/officeDocument/2006/relationships/oleObject" Target="../embeddings/oleObject325.bin"/><Relationship Id="rId3" Type="http://schemas.openxmlformats.org/officeDocument/2006/relationships/oleObject" Target="../embeddings/oleObject310.bin"/><Relationship Id="rId7" Type="http://schemas.openxmlformats.org/officeDocument/2006/relationships/oleObject" Target="../embeddings/oleObject314.bin"/><Relationship Id="rId12" Type="http://schemas.openxmlformats.org/officeDocument/2006/relationships/oleObject" Target="../embeddings/oleObject319.bin"/><Relationship Id="rId17" Type="http://schemas.openxmlformats.org/officeDocument/2006/relationships/oleObject" Target="../embeddings/oleObject32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3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13.bin"/><Relationship Id="rId11" Type="http://schemas.openxmlformats.org/officeDocument/2006/relationships/oleObject" Target="../embeddings/oleObject318.bin"/><Relationship Id="rId5" Type="http://schemas.openxmlformats.org/officeDocument/2006/relationships/oleObject" Target="../embeddings/oleObject312.bin"/><Relationship Id="rId15" Type="http://schemas.openxmlformats.org/officeDocument/2006/relationships/oleObject" Target="../embeddings/oleObject322.bin"/><Relationship Id="rId10" Type="http://schemas.openxmlformats.org/officeDocument/2006/relationships/oleObject" Target="../embeddings/oleObject317.bin"/><Relationship Id="rId4" Type="http://schemas.openxmlformats.org/officeDocument/2006/relationships/oleObject" Target="../embeddings/oleObject311.bin"/><Relationship Id="rId9" Type="http://schemas.openxmlformats.org/officeDocument/2006/relationships/oleObject" Target="../embeddings/oleObject316.bin"/><Relationship Id="rId14" Type="http://schemas.openxmlformats.org/officeDocument/2006/relationships/oleObject" Target="../embeddings/oleObject321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4" Type="http://schemas.openxmlformats.org/officeDocument/2006/relationships/oleObject" Target="../embeddings/oleObject32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oleObject" Target="../embeddings/oleObject338.bin"/><Relationship Id="rId18" Type="http://schemas.openxmlformats.org/officeDocument/2006/relationships/oleObject" Target="../embeddings/oleObject343.bin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2.bin"/><Relationship Id="rId12" Type="http://schemas.openxmlformats.org/officeDocument/2006/relationships/oleObject" Target="../embeddings/oleObject337.bin"/><Relationship Id="rId17" Type="http://schemas.openxmlformats.org/officeDocument/2006/relationships/oleObject" Target="../embeddings/oleObject34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1.bin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31.bin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40.bin"/><Relationship Id="rId10" Type="http://schemas.openxmlformats.org/officeDocument/2006/relationships/oleObject" Target="../embeddings/oleObject335.bin"/><Relationship Id="rId4" Type="http://schemas.openxmlformats.org/officeDocument/2006/relationships/oleObject" Target="../embeddings/oleObject329.bin"/><Relationship Id="rId9" Type="http://schemas.openxmlformats.org/officeDocument/2006/relationships/oleObject" Target="../embeddings/oleObject334.bin"/><Relationship Id="rId14" Type="http://schemas.openxmlformats.org/officeDocument/2006/relationships/oleObject" Target="../embeddings/oleObject339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9.bin"/><Relationship Id="rId13" Type="http://schemas.openxmlformats.org/officeDocument/2006/relationships/oleObject" Target="../embeddings/oleObject354.bin"/><Relationship Id="rId3" Type="http://schemas.openxmlformats.org/officeDocument/2006/relationships/oleObject" Target="../embeddings/oleObject344.bin"/><Relationship Id="rId7" Type="http://schemas.openxmlformats.org/officeDocument/2006/relationships/oleObject" Target="../embeddings/oleObject348.bin"/><Relationship Id="rId12" Type="http://schemas.openxmlformats.org/officeDocument/2006/relationships/oleObject" Target="../embeddings/oleObject35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7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47.bin"/><Relationship Id="rId11" Type="http://schemas.openxmlformats.org/officeDocument/2006/relationships/oleObject" Target="../embeddings/oleObject352.bin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6.bin"/><Relationship Id="rId10" Type="http://schemas.openxmlformats.org/officeDocument/2006/relationships/oleObject" Target="../embeddings/oleObject351.bin"/><Relationship Id="rId4" Type="http://schemas.openxmlformats.org/officeDocument/2006/relationships/oleObject" Target="../embeddings/oleObject345.bin"/><Relationship Id="rId9" Type="http://schemas.openxmlformats.org/officeDocument/2006/relationships/oleObject" Target="../embeddings/oleObject350.bin"/><Relationship Id="rId14" Type="http://schemas.openxmlformats.org/officeDocument/2006/relationships/oleObject" Target="../embeddings/oleObject355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5" Type="http://schemas.openxmlformats.org/officeDocument/2006/relationships/oleObject" Target="../embeddings/oleObject360.bin"/><Relationship Id="rId4" Type="http://schemas.openxmlformats.org/officeDocument/2006/relationships/oleObject" Target="../embeddings/oleObject359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2.vml"/><Relationship Id="rId4" Type="http://schemas.openxmlformats.org/officeDocument/2006/relationships/oleObject" Target="../embeddings/oleObject362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366.bin"/><Relationship Id="rId5" Type="http://schemas.openxmlformats.org/officeDocument/2006/relationships/oleObject" Target="../embeddings/oleObject365.bin"/><Relationship Id="rId4" Type="http://schemas.openxmlformats.org/officeDocument/2006/relationships/oleObject" Target="../embeddings/oleObject364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2.bin"/><Relationship Id="rId3" Type="http://schemas.openxmlformats.org/officeDocument/2006/relationships/oleObject" Target="../embeddings/oleObject367.bin"/><Relationship Id="rId7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370.bin"/><Relationship Id="rId11" Type="http://schemas.openxmlformats.org/officeDocument/2006/relationships/oleObject" Target="../embeddings/oleObject375.bin"/><Relationship Id="rId5" Type="http://schemas.openxmlformats.org/officeDocument/2006/relationships/oleObject" Target="../embeddings/oleObject369.bin"/><Relationship Id="rId10" Type="http://schemas.openxmlformats.org/officeDocument/2006/relationships/oleObject" Target="../embeddings/oleObject374.bin"/><Relationship Id="rId4" Type="http://schemas.openxmlformats.org/officeDocument/2006/relationships/oleObject" Target="../embeddings/oleObject368.bin"/><Relationship Id="rId9" Type="http://schemas.openxmlformats.org/officeDocument/2006/relationships/oleObject" Target="../embeddings/oleObject373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1.bin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379.bin"/><Relationship Id="rId5" Type="http://schemas.openxmlformats.org/officeDocument/2006/relationships/oleObject" Target="../embeddings/oleObject378.bin"/><Relationship Id="rId4" Type="http://schemas.openxmlformats.org/officeDocument/2006/relationships/oleObject" Target="../embeddings/oleObject377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4" Type="http://schemas.openxmlformats.org/officeDocument/2006/relationships/oleObject" Target="../embeddings/oleObject383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5" Type="http://schemas.openxmlformats.org/officeDocument/2006/relationships/oleObject" Target="../embeddings/oleObject386.bin"/><Relationship Id="rId4" Type="http://schemas.openxmlformats.org/officeDocument/2006/relationships/oleObject" Target="../embeddings/oleObject385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4" Type="http://schemas.openxmlformats.org/officeDocument/2006/relationships/oleObject" Target="../embeddings/oleObject388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9.bin"/><Relationship Id="rId7" Type="http://schemas.openxmlformats.org/officeDocument/2006/relationships/oleObject" Target="../embeddings/oleObject3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392.bin"/><Relationship Id="rId5" Type="http://schemas.openxmlformats.org/officeDocument/2006/relationships/oleObject" Target="../embeddings/oleObject391.bin"/><Relationship Id="rId4" Type="http://schemas.openxmlformats.org/officeDocument/2006/relationships/oleObject" Target="../embeddings/oleObject390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4.bin"/><Relationship Id="rId7" Type="http://schemas.openxmlformats.org/officeDocument/2006/relationships/oleObject" Target="../embeddings/oleObject3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397.bin"/><Relationship Id="rId5" Type="http://schemas.openxmlformats.org/officeDocument/2006/relationships/oleObject" Target="../embeddings/oleObject396.bin"/><Relationship Id="rId4" Type="http://schemas.openxmlformats.org/officeDocument/2006/relationships/oleObject" Target="../embeddings/oleObject395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5" Type="http://schemas.openxmlformats.org/officeDocument/2006/relationships/oleObject" Target="../embeddings/oleObject401.bin"/><Relationship Id="rId4" Type="http://schemas.openxmlformats.org/officeDocument/2006/relationships/oleObject" Target="../embeddings/oleObject400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405.bin"/><Relationship Id="rId5" Type="http://schemas.openxmlformats.org/officeDocument/2006/relationships/oleObject" Target="../embeddings/oleObject404.bin"/><Relationship Id="rId4" Type="http://schemas.openxmlformats.org/officeDocument/2006/relationships/oleObject" Target="../embeddings/oleObject403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5" Type="http://schemas.openxmlformats.org/officeDocument/2006/relationships/oleObject" Target="../embeddings/oleObject408.bin"/><Relationship Id="rId4" Type="http://schemas.openxmlformats.org/officeDocument/2006/relationships/oleObject" Target="../embeddings/oleObject407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4" Type="http://schemas.openxmlformats.org/officeDocument/2006/relationships/oleObject" Target="../embeddings/oleObject410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5" Type="http://schemas.openxmlformats.org/officeDocument/2006/relationships/oleObject" Target="../embeddings/oleObject413.bin"/><Relationship Id="rId4" Type="http://schemas.openxmlformats.org/officeDocument/2006/relationships/oleObject" Target="../embeddings/oleObject412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4" Type="http://schemas.openxmlformats.org/officeDocument/2006/relationships/oleObject" Target="../embeddings/oleObject415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4" Type="http://schemas.openxmlformats.org/officeDocument/2006/relationships/oleObject" Target="../embeddings/oleObject417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4" Type="http://schemas.openxmlformats.org/officeDocument/2006/relationships/oleObject" Target="../embeddings/oleObject419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5" Type="http://schemas.openxmlformats.org/officeDocument/2006/relationships/oleObject" Target="../embeddings/oleObject422.bin"/><Relationship Id="rId4" Type="http://schemas.openxmlformats.org/officeDocument/2006/relationships/oleObject" Target="../embeddings/oleObject421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4" Type="http://schemas.openxmlformats.org/officeDocument/2006/relationships/oleObject" Target="../embeddings/oleObject4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Context-Free Languages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A67F-CDC7-4627-8CEE-3EF60104E3FC}" type="slidenum">
              <a:rPr lang="en-US"/>
              <a:pPr/>
              <a:t>2</a:t>
            </a:fld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35880" name="Oval 8"/>
          <p:cNvSpPr>
            <a:spLocks noChangeArrowheads="1"/>
          </p:cNvSpPr>
          <p:nvPr/>
        </p:nvSpPr>
        <p:spPr bwMode="auto">
          <a:xfrm>
            <a:off x="2133600" y="3886200"/>
            <a:ext cx="4876800" cy="228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5881" name="Text Box 9"/>
          <p:cNvSpPr txBox="1">
            <a:spLocks noChangeArrowheads="1"/>
          </p:cNvSpPr>
          <p:nvPr/>
        </p:nvSpPr>
        <p:spPr bwMode="auto">
          <a:xfrm>
            <a:off x="2743200" y="4267200"/>
            <a:ext cx="3641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 Languages</a:t>
            </a:r>
          </a:p>
        </p:txBody>
      </p:sp>
      <p:graphicFrame>
        <p:nvGraphicFramePr>
          <p:cNvPr id="335882" name="Object 10"/>
          <p:cNvGraphicFramePr>
            <a:graphicFrameLocks noChangeAspect="1"/>
          </p:cNvGraphicFramePr>
          <p:nvPr/>
        </p:nvGraphicFramePr>
        <p:xfrm>
          <a:off x="1447800" y="2819400"/>
          <a:ext cx="2578100" cy="704850"/>
        </p:xfrm>
        <a:graphic>
          <a:graphicData uri="http://schemas.openxmlformats.org/presentationml/2006/ole">
            <p:oleObj spid="_x0000_s335882" name="Equation" r:id="rId3" imgW="2184120" imgH="596880" progId="Equation.3">
              <p:embed/>
            </p:oleObj>
          </a:graphicData>
        </a:graphic>
      </p:graphicFrame>
      <p:graphicFrame>
        <p:nvGraphicFramePr>
          <p:cNvPr id="335883" name="Object 11"/>
          <p:cNvGraphicFramePr>
            <a:graphicFrameLocks noChangeAspect="1"/>
          </p:cNvGraphicFramePr>
          <p:nvPr/>
        </p:nvGraphicFramePr>
        <p:xfrm>
          <a:off x="5194300" y="2794000"/>
          <a:ext cx="1409700" cy="711200"/>
        </p:xfrm>
        <a:graphic>
          <a:graphicData uri="http://schemas.openxmlformats.org/presentationml/2006/ole">
            <p:oleObj spid="_x0000_s335883" name="Equation" r:id="rId4" imgW="1409400" imgH="711000" progId="Equation.3">
              <p:embed/>
            </p:oleObj>
          </a:graphicData>
        </a:graphic>
      </p:graphicFrame>
      <p:graphicFrame>
        <p:nvGraphicFramePr>
          <p:cNvPr id="335886" name="Object 14"/>
          <p:cNvGraphicFramePr>
            <a:graphicFrameLocks noChangeAspect="1"/>
          </p:cNvGraphicFramePr>
          <p:nvPr/>
        </p:nvGraphicFramePr>
        <p:xfrm>
          <a:off x="3124200" y="5105400"/>
          <a:ext cx="952500" cy="355600"/>
        </p:xfrm>
        <a:graphic>
          <a:graphicData uri="http://schemas.openxmlformats.org/presentationml/2006/ole">
            <p:oleObj spid="_x0000_s335886" name="Equation" r:id="rId5" imgW="952200" imgH="355320" progId="Equation.3">
              <p:embed/>
            </p:oleObj>
          </a:graphicData>
        </a:graphic>
      </p:graphicFrame>
      <p:graphicFrame>
        <p:nvGraphicFramePr>
          <p:cNvPr id="335887" name="Object 15"/>
          <p:cNvGraphicFramePr>
            <a:graphicFrameLocks noChangeAspect="1"/>
          </p:cNvGraphicFramePr>
          <p:nvPr/>
        </p:nvGraphicFramePr>
        <p:xfrm>
          <a:off x="4876800" y="5029200"/>
          <a:ext cx="1308100" cy="431800"/>
        </p:xfrm>
        <a:graphic>
          <a:graphicData uri="http://schemas.openxmlformats.org/presentationml/2006/ole">
            <p:oleObj spid="_x0000_s335887" name="Equation" r:id="rId6" imgW="13078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EA09-7FE8-4363-9130-722A76602073}" type="slidenum">
              <a:rPr lang="en-US"/>
              <a:pPr/>
              <a:t>3</a:t>
            </a:fld>
            <a:endParaRPr lang="en-US"/>
          </a:p>
        </p:txBody>
      </p:sp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36900" name="Oval 4"/>
          <p:cNvSpPr>
            <a:spLocks noChangeArrowheads="1"/>
          </p:cNvSpPr>
          <p:nvPr/>
        </p:nvSpPr>
        <p:spPr bwMode="auto">
          <a:xfrm>
            <a:off x="2133600" y="3886200"/>
            <a:ext cx="4876800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6901" name="Text Box 5"/>
          <p:cNvSpPr txBox="1">
            <a:spLocks noChangeArrowheads="1"/>
          </p:cNvSpPr>
          <p:nvPr/>
        </p:nvSpPr>
        <p:spPr bwMode="auto">
          <a:xfrm>
            <a:off x="2895600" y="4495800"/>
            <a:ext cx="3641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 Languages</a:t>
            </a:r>
          </a:p>
        </p:txBody>
      </p:sp>
      <p:graphicFrame>
        <p:nvGraphicFramePr>
          <p:cNvPr id="336902" name="Object 6"/>
          <p:cNvGraphicFramePr>
            <a:graphicFrameLocks noChangeAspect="1"/>
          </p:cNvGraphicFramePr>
          <p:nvPr/>
        </p:nvGraphicFramePr>
        <p:xfrm>
          <a:off x="1924050" y="2946400"/>
          <a:ext cx="1409700" cy="711200"/>
        </p:xfrm>
        <a:graphic>
          <a:graphicData uri="http://schemas.openxmlformats.org/presentationml/2006/ole">
            <p:oleObj spid="_x0000_s336902" name="Equation" r:id="rId3" imgW="1409400" imgH="711000" progId="Equation.3">
              <p:embed/>
            </p:oleObj>
          </a:graphicData>
        </a:graphic>
      </p:graphicFrame>
      <p:graphicFrame>
        <p:nvGraphicFramePr>
          <p:cNvPr id="336903" name="Object 7"/>
          <p:cNvGraphicFramePr>
            <a:graphicFrameLocks noChangeAspect="1"/>
          </p:cNvGraphicFramePr>
          <p:nvPr/>
        </p:nvGraphicFramePr>
        <p:xfrm>
          <a:off x="5194300" y="2794000"/>
          <a:ext cx="1409700" cy="711200"/>
        </p:xfrm>
        <a:graphic>
          <a:graphicData uri="http://schemas.openxmlformats.org/presentationml/2006/ole">
            <p:oleObj spid="_x0000_s336903" name="Equation" r:id="rId4" imgW="1409400" imgH="711000" progId="Equation.3">
              <p:embed/>
            </p:oleObj>
          </a:graphicData>
        </a:graphic>
      </p:graphicFrame>
      <p:sp>
        <p:nvSpPr>
          <p:cNvPr id="336904" name="Oval 8"/>
          <p:cNvSpPr>
            <a:spLocks noChangeArrowheads="1"/>
          </p:cNvSpPr>
          <p:nvPr/>
        </p:nvSpPr>
        <p:spPr bwMode="auto">
          <a:xfrm>
            <a:off x="685800" y="1219200"/>
            <a:ext cx="7848600" cy="510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6905" name="Text Box 9"/>
          <p:cNvSpPr txBox="1">
            <a:spLocks noChangeArrowheads="1"/>
          </p:cNvSpPr>
          <p:nvPr/>
        </p:nvSpPr>
        <p:spPr bwMode="auto">
          <a:xfrm>
            <a:off x="2133600" y="1905000"/>
            <a:ext cx="479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Context-Free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345AC-D802-42F8-8052-697D6D0AD15C}" type="slidenum">
              <a:rPr lang="en-US"/>
              <a:pPr/>
              <a:t>4</a:t>
            </a:fld>
            <a:endParaRPr lang="en-US"/>
          </a:p>
        </p:txBody>
      </p:sp>
      <p:sp>
        <p:nvSpPr>
          <p:cNvPr id="337923" name="Text Box 3"/>
          <p:cNvSpPr txBox="1">
            <a:spLocks noChangeArrowheads="1"/>
          </p:cNvSpPr>
          <p:nvPr/>
        </p:nvSpPr>
        <p:spPr bwMode="auto">
          <a:xfrm>
            <a:off x="2133600" y="609600"/>
            <a:ext cx="479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Context-Free Languages</a:t>
            </a:r>
          </a:p>
        </p:txBody>
      </p:sp>
      <p:sp>
        <p:nvSpPr>
          <p:cNvPr id="337924" name="Line 4"/>
          <p:cNvSpPr>
            <a:spLocks noChangeShapeType="1"/>
          </p:cNvSpPr>
          <p:nvPr/>
        </p:nvSpPr>
        <p:spPr bwMode="auto">
          <a:xfrm flipH="1">
            <a:off x="2514600" y="1371600"/>
            <a:ext cx="1219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7925" name="Line 5"/>
          <p:cNvSpPr>
            <a:spLocks noChangeShapeType="1"/>
          </p:cNvSpPr>
          <p:nvPr/>
        </p:nvSpPr>
        <p:spPr bwMode="auto">
          <a:xfrm>
            <a:off x="4953000" y="1371600"/>
            <a:ext cx="1447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7926" name="Text Box 6"/>
          <p:cNvSpPr txBox="1">
            <a:spLocks noChangeArrowheads="1"/>
          </p:cNvSpPr>
          <p:nvPr/>
        </p:nvSpPr>
        <p:spPr bwMode="auto">
          <a:xfrm>
            <a:off x="5638800" y="2743200"/>
            <a:ext cx="20224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Pushdown</a:t>
            </a:r>
          </a:p>
          <a:p>
            <a:r>
              <a:rPr lang="en-US"/>
              <a:t>Automata</a:t>
            </a:r>
          </a:p>
        </p:txBody>
      </p:sp>
      <p:sp>
        <p:nvSpPr>
          <p:cNvPr id="337927" name="Text Box 7"/>
          <p:cNvSpPr txBox="1">
            <a:spLocks noChangeArrowheads="1"/>
          </p:cNvSpPr>
          <p:nvPr/>
        </p:nvSpPr>
        <p:spPr bwMode="auto">
          <a:xfrm>
            <a:off x="304800" y="2667000"/>
            <a:ext cx="27574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Context-Free</a:t>
            </a:r>
          </a:p>
          <a:p>
            <a:r>
              <a:rPr lang="en-US"/>
              <a:t>Grammars</a:t>
            </a:r>
          </a:p>
        </p:txBody>
      </p:sp>
      <p:sp>
        <p:nvSpPr>
          <p:cNvPr id="337928" name="Rectangle 8"/>
          <p:cNvSpPr>
            <a:spLocks noChangeArrowheads="1"/>
          </p:cNvSpPr>
          <p:nvPr/>
        </p:nvSpPr>
        <p:spPr bwMode="auto">
          <a:xfrm>
            <a:off x="5334000" y="5105400"/>
            <a:ext cx="2286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7929" name="Rectangle 9"/>
          <p:cNvSpPr>
            <a:spLocks noChangeArrowheads="1"/>
          </p:cNvSpPr>
          <p:nvPr/>
        </p:nvSpPr>
        <p:spPr bwMode="auto">
          <a:xfrm>
            <a:off x="8001000" y="4953000"/>
            <a:ext cx="5334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30" name="Line 10"/>
          <p:cNvSpPr>
            <a:spLocks noChangeShapeType="1"/>
          </p:cNvSpPr>
          <p:nvPr/>
        </p:nvSpPr>
        <p:spPr bwMode="auto">
          <a:xfrm>
            <a:off x="8001000" y="5257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31" name="Line 11"/>
          <p:cNvSpPr>
            <a:spLocks noChangeShapeType="1"/>
          </p:cNvSpPr>
          <p:nvPr/>
        </p:nvSpPr>
        <p:spPr bwMode="auto">
          <a:xfrm>
            <a:off x="8001000" y="5562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33" name="Line 13"/>
          <p:cNvSpPr>
            <a:spLocks noChangeShapeType="1"/>
          </p:cNvSpPr>
          <p:nvPr/>
        </p:nvSpPr>
        <p:spPr bwMode="auto">
          <a:xfrm>
            <a:off x="8001000" y="586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34" name="Line 14"/>
          <p:cNvSpPr>
            <a:spLocks noChangeShapeType="1"/>
          </p:cNvSpPr>
          <p:nvPr/>
        </p:nvSpPr>
        <p:spPr bwMode="auto">
          <a:xfrm>
            <a:off x="8001000" y="6172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36" name="Line 16"/>
          <p:cNvSpPr>
            <a:spLocks noChangeShapeType="1"/>
          </p:cNvSpPr>
          <p:nvPr/>
        </p:nvSpPr>
        <p:spPr bwMode="auto">
          <a:xfrm>
            <a:off x="7620000" y="5638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37" name="Text Box 17"/>
          <p:cNvSpPr txBox="1">
            <a:spLocks noChangeArrowheads="1"/>
          </p:cNvSpPr>
          <p:nvPr/>
        </p:nvSpPr>
        <p:spPr bwMode="auto">
          <a:xfrm>
            <a:off x="7620000" y="43434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</a:t>
            </a:r>
          </a:p>
        </p:txBody>
      </p:sp>
      <p:sp>
        <p:nvSpPr>
          <p:cNvPr id="337938" name="Text Box 18"/>
          <p:cNvSpPr txBox="1">
            <a:spLocks noChangeArrowheads="1"/>
          </p:cNvSpPr>
          <p:nvPr/>
        </p:nvSpPr>
        <p:spPr bwMode="auto">
          <a:xfrm>
            <a:off x="5410200" y="5334000"/>
            <a:ext cx="2152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automaton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Context-Free Grammars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FA6D2-3ED4-4F74-9116-2AEE6F2EE4A8}" type="slidenum">
              <a:rPr lang="en-US"/>
              <a:pPr/>
              <a:t>6</a:t>
            </a:fld>
            <a:endParaRPr lang="en-US"/>
          </a:p>
        </p:txBody>
      </p:sp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39973" name="Text Box 5"/>
          <p:cNvSpPr txBox="1">
            <a:spLocks noChangeArrowheads="1"/>
          </p:cNvSpPr>
          <p:nvPr/>
        </p:nvSpPr>
        <p:spPr bwMode="auto">
          <a:xfrm>
            <a:off x="288925" y="1168400"/>
            <a:ext cx="561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:</a:t>
            </a:r>
          </a:p>
        </p:txBody>
      </p:sp>
      <p:graphicFrame>
        <p:nvGraphicFramePr>
          <p:cNvPr id="339974" name="Object 6"/>
          <p:cNvGraphicFramePr>
            <a:graphicFrameLocks noChangeAspect="1"/>
          </p:cNvGraphicFramePr>
          <p:nvPr/>
        </p:nvGraphicFramePr>
        <p:xfrm>
          <a:off x="6400800" y="1295400"/>
          <a:ext cx="1803400" cy="1193800"/>
        </p:xfrm>
        <a:graphic>
          <a:graphicData uri="http://schemas.openxmlformats.org/presentationml/2006/ole">
            <p:oleObj spid="_x0000_s339974" name="Equation" r:id="rId3" imgW="1803240" imgH="1193760" progId="Equation.3">
              <p:embed/>
            </p:oleObj>
          </a:graphicData>
        </a:graphic>
      </p:graphicFrame>
      <p:graphicFrame>
        <p:nvGraphicFramePr>
          <p:cNvPr id="339976" name="Object 8"/>
          <p:cNvGraphicFramePr>
            <a:graphicFrameLocks noChangeAspect="1"/>
          </p:cNvGraphicFramePr>
          <p:nvPr/>
        </p:nvGraphicFramePr>
        <p:xfrm>
          <a:off x="1879600" y="5410200"/>
          <a:ext cx="5524500" cy="430213"/>
        </p:xfrm>
        <a:graphic>
          <a:graphicData uri="http://schemas.openxmlformats.org/presentationml/2006/ole">
            <p:oleObj spid="_x0000_s339976" name="Equation" r:id="rId4" imgW="5524200" imgH="431640" progId="Equation.3">
              <p:embed/>
            </p:oleObj>
          </a:graphicData>
        </a:graphic>
      </p:graphicFrame>
      <p:graphicFrame>
        <p:nvGraphicFramePr>
          <p:cNvPr id="339978" name="Object 10"/>
          <p:cNvGraphicFramePr>
            <a:graphicFrameLocks noChangeAspect="1"/>
          </p:cNvGraphicFramePr>
          <p:nvPr/>
        </p:nvGraphicFramePr>
        <p:xfrm>
          <a:off x="5257800" y="1219200"/>
          <a:ext cx="393700" cy="419100"/>
        </p:xfrm>
        <a:graphic>
          <a:graphicData uri="http://schemas.openxmlformats.org/presentationml/2006/ole">
            <p:oleObj spid="_x0000_s339978" name="Equation" r:id="rId5" imgW="393480" imgH="419040" progId="Equation.3">
              <p:embed/>
            </p:oleObj>
          </a:graphicData>
        </a:graphic>
      </p:graphicFrame>
      <p:sp>
        <p:nvSpPr>
          <p:cNvPr id="339979" name="Text Box 11"/>
          <p:cNvSpPr txBox="1">
            <a:spLocks noChangeArrowheads="1"/>
          </p:cNvSpPr>
          <p:nvPr/>
        </p:nvSpPr>
        <p:spPr bwMode="auto">
          <a:xfrm>
            <a:off x="288925" y="4445000"/>
            <a:ext cx="2635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derivation: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7230-CEBB-4989-9594-B44CDB187EFA}" type="slidenum">
              <a:rPr lang="en-US"/>
              <a:pPr/>
              <a:t>7</a:t>
            </a:fld>
            <a:endParaRPr lang="en-US"/>
          </a:p>
        </p:txBody>
      </p:sp>
      <p:sp>
        <p:nvSpPr>
          <p:cNvPr id="388098" name="Rectangle 1026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sp>
        <p:nvSpPr>
          <p:cNvPr id="388099" name="Text Box 1027"/>
          <p:cNvSpPr txBox="1">
            <a:spLocks noChangeArrowheads="1"/>
          </p:cNvSpPr>
          <p:nvPr/>
        </p:nvSpPr>
        <p:spPr bwMode="auto">
          <a:xfrm>
            <a:off x="288925" y="1168400"/>
            <a:ext cx="561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:</a:t>
            </a:r>
          </a:p>
        </p:txBody>
      </p:sp>
      <p:graphicFrame>
        <p:nvGraphicFramePr>
          <p:cNvPr id="421888" name="Object 1024"/>
          <p:cNvGraphicFramePr>
            <a:graphicFrameLocks noChangeAspect="1"/>
          </p:cNvGraphicFramePr>
          <p:nvPr/>
        </p:nvGraphicFramePr>
        <p:xfrm>
          <a:off x="6400800" y="1295400"/>
          <a:ext cx="1803400" cy="1193800"/>
        </p:xfrm>
        <a:graphic>
          <a:graphicData uri="http://schemas.openxmlformats.org/presentationml/2006/ole">
            <p:oleObj spid="_x0000_s421888" name="Equation" r:id="rId3" imgW="1803240" imgH="1193760" progId="Equation.3">
              <p:embed/>
            </p:oleObj>
          </a:graphicData>
        </a:graphic>
      </p:graphicFrame>
      <p:graphicFrame>
        <p:nvGraphicFramePr>
          <p:cNvPr id="421889" name="Object 1025"/>
          <p:cNvGraphicFramePr>
            <a:graphicFrameLocks noChangeAspect="1"/>
          </p:cNvGraphicFramePr>
          <p:nvPr/>
        </p:nvGraphicFramePr>
        <p:xfrm>
          <a:off x="381000" y="5410200"/>
          <a:ext cx="8523288" cy="430213"/>
        </p:xfrm>
        <a:graphic>
          <a:graphicData uri="http://schemas.openxmlformats.org/presentationml/2006/ole">
            <p:oleObj spid="_x0000_s421889" name="Equation" r:id="rId4" imgW="8521560" imgH="431640" progId="Equation.3">
              <p:embed/>
            </p:oleObj>
          </a:graphicData>
        </a:graphic>
      </p:graphicFrame>
      <p:graphicFrame>
        <p:nvGraphicFramePr>
          <p:cNvPr id="421890" name="Object 1026"/>
          <p:cNvGraphicFramePr>
            <a:graphicFrameLocks noChangeAspect="1"/>
          </p:cNvGraphicFramePr>
          <p:nvPr/>
        </p:nvGraphicFramePr>
        <p:xfrm>
          <a:off x="5257800" y="1219200"/>
          <a:ext cx="393700" cy="419100"/>
        </p:xfrm>
        <a:graphic>
          <a:graphicData uri="http://schemas.openxmlformats.org/presentationml/2006/ole">
            <p:oleObj spid="_x0000_s421890" name="Equation" r:id="rId5" imgW="393480" imgH="419040" progId="Equation.3">
              <p:embed/>
            </p:oleObj>
          </a:graphicData>
        </a:graphic>
      </p:graphicFrame>
      <p:sp>
        <p:nvSpPr>
          <p:cNvPr id="388103" name="Text Box 1031"/>
          <p:cNvSpPr txBox="1">
            <a:spLocks noChangeArrowheads="1"/>
          </p:cNvSpPr>
          <p:nvPr/>
        </p:nvSpPr>
        <p:spPr bwMode="auto">
          <a:xfrm>
            <a:off x="288925" y="4445000"/>
            <a:ext cx="3906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Another derivation: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3893-6447-44BD-B29F-640F66141A2B}" type="slidenum">
              <a:rPr lang="en-US"/>
              <a:pPr/>
              <a:t>8</a:t>
            </a:fld>
            <a:endParaRPr lang="en-US"/>
          </a:p>
        </p:txBody>
      </p:sp>
      <p:graphicFrame>
        <p:nvGraphicFramePr>
          <p:cNvPr id="422912" name="Object 1024"/>
          <p:cNvGraphicFramePr>
            <a:graphicFrameLocks noChangeAspect="1"/>
          </p:cNvGraphicFramePr>
          <p:nvPr/>
        </p:nvGraphicFramePr>
        <p:xfrm>
          <a:off x="3651250" y="1079500"/>
          <a:ext cx="1803400" cy="1193800"/>
        </p:xfrm>
        <a:graphic>
          <a:graphicData uri="http://schemas.openxmlformats.org/presentationml/2006/ole">
            <p:oleObj spid="_x0000_s422912" name="Equation" r:id="rId3" imgW="1803240" imgH="1193760" progId="Equation.3">
              <p:embed/>
            </p:oleObj>
          </a:graphicData>
        </a:graphic>
      </p:graphicFrame>
      <p:graphicFrame>
        <p:nvGraphicFramePr>
          <p:cNvPr id="422913" name="Object 1025"/>
          <p:cNvGraphicFramePr>
            <a:graphicFrameLocks noChangeAspect="1"/>
          </p:cNvGraphicFramePr>
          <p:nvPr/>
        </p:nvGraphicFramePr>
        <p:xfrm>
          <a:off x="2590800" y="3733800"/>
          <a:ext cx="1460500" cy="533400"/>
        </p:xfrm>
        <a:graphic>
          <a:graphicData uri="http://schemas.openxmlformats.org/presentationml/2006/ole">
            <p:oleObj spid="_x0000_s422913" name="Equation" r:id="rId4" imgW="1460160" imgH="533160" progId="Equation.3">
              <p:embed/>
            </p:oleObj>
          </a:graphicData>
        </a:graphic>
      </p:graphicFrame>
      <p:sp>
        <p:nvSpPr>
          <p:cNvPr id="342025" name="Text Box 9"/>
          <p:cNvSpPr txBox="1">
            <a:spLocks noChangeArrowheads="1"/>
          </p:cNvSpPr>
          <p:nvPr/>
        </p:nvSpPr>
        <p:spPr bwMode="auto">
          <a:xfrm>
            <a:off x="5486400" y="5562600"/>
            <a:ext cx="1822450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(((( ))))</a:t>
            </a:r>
          </a:p>
        </p:txBody>
      </p:sp>
      <p:graphicFrame>
        <p:nvGraphicFramePr>
          <p:cNvPr id="422914" name="Object 1026"/>
          <p:cNvGraphicFramePr>
            <a:graphicFrameLocks noChangeAspect="1"/>
          </p:cNvGraphicFramePr>
          <p:nvPr/>
        </p:nvGraphicFramePr>
        <p:xfrm>
          <a:off x="4191000" y="3581400"/>
          <a:ext cx="2692400" cy="711200"/>
        </p:xfrm>
        <a:graphic>
          <a:graphicData uri="http://schemas.openxmlformats.org/presentationml/2006/ole">
            <p:oleObj spid="_x0000_s422914" name="Equation" r:id="rId5" imgW="2692080" imgH="711000" progId="Equation.3">
              <p:embed/>
            </p:oleObj>
          </a:graphicData>
        </a:graphic>
      </p:graphicFrame>
      <p:sp>
        <p:nvSpPr>
          <p:cNvPr id="342027" name="Text Box 11"/>
          <p:cNvSpPr txBox="1">
            <a:spLocks noChangeArrowheads="1"/>
          </p:cNvSpPr>
          <p:nvPr/>
        </p:nvSpPr>
        <p:spPr bwMode="auto">
          <a:xfrm>
            <a:off x="365125" y="5664200"/>
            <a:ext cx="4648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Describes parentheses: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E9AA-9542-4281-A2BE-7AB755F27287}" type="slidenum">
              <a:rPr lang="en-US"/>
              <a:pPr/>
              <a:t>9</a:t>
            </a:fld>
            <a:endParaRPr lang="en-US"/>
          </a:p>
        </p:txBody>
      </p:sp>
      <p:graphicFrame>
        <p:nvGraphicFramePr>
          <p:cNvPr id="423936" name="Object 1024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p:oleObj spid="_x0000_s423936" name="Equation" r:id="rId3" imgW="228600" imgH="520560" progId="Equation.3">
              <p:embed/>
            </p:oleObj>
          </a:graphicData>
        </a:graphic>
      </p:graphicFrame>
      <p:graphicFrame>
        <p:nvGraphicFramePr>
          <p:cNvPr id="423937" name="Object 1025"/>
          <p:cNvGraphicFramePr>
            <a:graphicFrameLocks noChangeAspect="1"/>
          </p:cNvGraphicFramePr>
          <p:nvPr/>
        </p:nvGraphicFramePr>
        <p:xfrm>
          <a:off x="6388100" y="1200150"/>
          <a:ext cx="1816100" cy="1943100"/>
        </p:xfrm>
        <a:graphic>
          <a:graphicData uri="http://schemas.openxmlformats.org/presentationml/2006/ole">
            <p:oleObj spid="_x0000_s423937" name="Equation" r:id="rId4" imgW="1815840" imgH="1942920" progId="Equation.3">
              <p:embed/>
            </p:oleObj>
          </a:graphicData>
        </a:graphic>
      </p:graphicFrame>
      <p:graphicFrame>
        <p:nvGraphicFramePr>
          <p:cNvPr id="423938" name="Object 1026"/>
          <p:cNvGraphicFramePr>
            <a:graphicFrameLocks noChangeAspect="1"/>
          </p:cNvGraphicFramePr>
          <p:nvPr/>
        </p:nvGraphicFramePr>
        <p:xfrm>
          <a:off x="1987550" y="5467350"/>
          <a:ext cx="5551488" cy="430213"/>
        </p:xfrm>
        <a:graphic>
          <a:graphicData uri="http://schemas.openxmlformats.org/presentationml/2006/ole">
            <p:oleObj spid="_x0000_s423938" name="Equation" r:id="rId5" imgW="5549760" imgH="431640" progId="Equation.3">
              <p:embed/>
            </p:oleObj>
          </a:graphicData>
        </a:graphic>
      </p:graphicFrame>
      <p:sp>
        <p:nvSpPr>
          <p:cNvPr id="343048" name="Text Box 8"/>
          <p:cNvSpPr txBox="1">
            <a:spLocks noChangeArrowheads="1"/>
          </p:cNvSpPr>
          <p:nvPr/>
        </p:nvSpPr>
        <p:spPr bwMode="auto">
          <a:xfrm>
            <a:off x="288925" y="1168400"/>
            <a:ext cx="561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:</a:t>
            </a:r>
          </a:p>
        </p:txBody>
      </p:sp>
      <p:graphicFrame>
        <p:nvGraphicFramePr>
          <p:cNvPr id="423939" name="Object 1027"/>
          <p:cNvGraphicFramePr>
            <a:graphicFrameLocks noChangeAspect="1"/>
          </p:cNvGraphicFramePr>
          <p:nvPr/>
        </p:nvGraphicFramePr>
        <p:xfrm>
          <a:off x="5257800" y="1219200"/>
          <a:ext cx="393700" cy="419100"/>
        </p:xfrm>
        <a:graphic>
          <a:graphicData uri="http://schemas.openxmlformats.org/presentationml/2006/ole">
            <p:oleObj spid="_x0000_s423939" name="Equation" r:id="rId6" imgW="393480" imgH="419040" progId="Equation.3">
              <p:embed/>
            </p:oleObj>
          </a:graphicData>
        </a:graphic>
      </p:graphicFrame>
      <p:sp>
        <p:nvSpPr>
          <p:cNvPr id="343050" name="Text Box 10"/>
          <p:cNvSpPr txBox="1">
            <a:spLocks noChangeArrowheads="1"/>
          </p:cNvSpPr>
          <p:nvPr/>
        </p:nvSpPr>
        <p:spPr bwMode="auto">
          <a:xfrm>
            <a:off x="288925" y="4445000"/>
            <a:ext cx="2635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derivation:</a:t>
            </a:r>
          </a:p>
        </p:txBody>
      </p:sp>
      <p:sp>
        <p:nvSpPr>
          <p:cNvPr id="343051" name="Rectangle 11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7107-DE9E-4A27-92D0-9B5C05B04C42}" type="slidenum">
              <a:rPr lang="en-US"/>
              <a:pPr/>
              <a:t>10</a:t>
            </a:fld>
            <a:endParaRPr lang="en-US"/>
          </a:p>
        </p:txBody>
      </p:sp>
      <p:graphicFrame>
        <p:nvGraphicFramePr>
          <p:cNvPr id="424960" name="Object 1024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p:oleObj spid="_x0000_s424960" name="Equation" r:id="rId3" imgW="228600" imgH="520560" progId="Equation.3">
              <p:embed/>
            </p:oleObj>
          </a:graphicData>
        </a:graphic>
      </p:graphicFrame>
      <p:graphicFrame>
        <p:nvGraphicFramePr>
          <p:cNvPr id="424961" name="Object 1025"/>
          <p:cNvGraphicFramePr>
            <a:graphicFrameLocks noChangeAspect="1"/>
          </p:cNvGraphicFramePr>
          <p:nvPr/>
        </p:nvGraphicFramePr>
        <p:xfrm>
          <a:off x="6388100" y="1200150"/>
          <a:ext cx="1816100" cy="1943100"/>
        </p:xfrm>
        <a:graphic>
          <a:graphicData uri="http://schemas.openxmlformats.org/presentationml/2006/ole">
            <p:oleObj spid="_x0000_s424961" name="Equation" r:id="rId4" imgW="1815840" imgH="1942920" progId="Equation.3">
              <p:embed/>
            </p:oleObj>
          </a:graphicData>
        </a:graphic>
      </p:graphicFrame>
      <p:graphicFrame>
        <p:nvGraphicFramePr>
          <p:cNvPr id="424962" name="Object 1026"/>
          <p:cNvGraphicFramePr>
            <a:graphicFrameLocks noChangeAspect="1"/>
          </p:cNvGraphicFramePr>
          <p:nvPr/>
        </p:nvGraphicFramePr>
        <p:xfrm>
          <a:off x="488950" y="5467350"/>
          <a:ext cx="8548688" cy="430213"/>
        </p:xfrm>
        <a:graphic>
          <a:graphicData uri="http://schemas.openxmlformats.org/presentationml/2006/ole">
            <p:oleObj spid="_x0000_s424962" name="Equation" r:id="rId5" imgW="8546760" imgH="431640" progId="Equation.3">
              <p:embed/>
            </p:oleObj>
          </a:graphicData>
        </a:graphic>
      </p:graphicFrame>
      <p:sp>
        <p:nvSpPr>
          <p:cNvPr id="389125" name="Text Box 1029"/>
          <p:cNvSpPr txBox="1">
            <a:spLocks noChangeArrowheads="1"/>
          </p:cNvSpPr>
          <p:nvPr/>
        </p:nvSpPr>
        <p:spPr bwMode="auto">
          <a:xfrm>
            <a:off x="288925" y="1168400"/>
            <a:ext cx="561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:</a:t>
            </a:r>
          </a:p>
        </p:txBody>
      </p:sp>
      <p:graphicFrame>
        <p:nvGraphicFramePr>
          <p:cNvPr id="424963" name="Object 1027"/>
          <p:cNvGraphicFramePr>
            <a:graphicFrameLocks noChangeAspect="1"/>
          </p:cNvGraphicFramePr>
          <p:nvPr/>
        </p:nvGraphicFramePr>
        <p:xfrm>
          <a:off x="5257800" y="1219200"/>
          <a:ext cx="393700" cy="419100"/>
        </p:xfrm>
        <a:graphic>
          <a:graphicData uri="http://schemas.openxmlformats.org/presentationml/2006/ole">
            <p:oleObj spid="_x0000_s424963" name="Equation" r:id="rId6" imgW="393480" imgH="419040" progId="Equation.3">
              <p:embed/>
            </p:oleObj>
          </a:graphicData>
        </a:graphic>
      </p:graphicFrame>
      <p:sp>
        <p:nvSpPr>
          <p:cNvPr id="389127" name="Text Box 1031"/>
          <p:cNvSpPr txBox="1">
            <a:spLocks noChangeArrowheads="1"/>
          </p:cNvSpPr>
          <p:nvPr/>
        </p:nvSpPr>
        <p:spPr bwMode="auto">
          <a:xfrm>
            <a:off x="288925" y="4445000"/>
            <a:ext cx="3906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Another derivation: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44C6-7894-4AA2-93C0-8FAB7EBDAE7D}" type="slidenum">
              <a:rPr lang="en-US"/>
              <a:pPr/>
              <a:t>11</a:t>
            </a:fld>
            <a:endParaRPr lang="en-US"/>
          </a:p>
        </p:txBody>
      </p:sp>
      <p:graphicFrame>
        <p:nvGraphicFramePr>
          <p:cNvPr id="425984" name="Object 1024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p:oleObj spid="_x0000_s425984" name="Equation" r:id="rId3" imgW="228600" imgH="520560" progId="Equation.3">
              <p:embed/>
            </p:oleObj>
          </a:graphicData>
        </a:graphic>
      </p:graphicFrame>
      <p:graphicFrame>
        <p:nvGraphicFramePr>
          <p:cNvPr id="425985" name="Object 1025"/>
          <p:cNvGraphicFramePr>
            <a:graphicFrameLocks noChangeAspect="1"/>
          </p:cNvGraphicFramePr>
          <p:nvPr/>
        </p:nvGraphicFramePr>
        <p:xfrm>
          <a:off x="3644900" y="1200150"/>
          <a:ext cx="1816100" cy="1943100"/>
        </p:xfrm>
        <a:graphic>
          <a:graphicData uri="http://schemas.openxmlformats.org/presentationml/2006/ole">
            <p:oleObj spid="_x0000_s425985" name="Equation" r:id="rId4" imgW="1815840" imgH="1942920" progId="Equation.3">
              <p:embed/>
            </p:oleObj>
          </a:graphicData>
        </a:graphic>
      </p:graphicFrame>
      <p:graphicFrame>
        <p:nvGraphicFramePr>
          <p:cNvPr id="425986" name="Object 1026"/>
          <p:cNvGraphicFramePr>
            <a:graphicFrameLocks noChangeAspect="1"/>
          </p:cNvGraphicFramePr>
          <p:nvPr/>
        </p:nvGraphicFramePr>
        <p:xfrm>
          <a:off x="2286000" y="4800600"/>
          <a:ext cx="1460500" cy="533400"/>
        </p:xfrm>
        <a:graphic>
          <a:graphicData uri="http://schemas.openxmlformats.org/presentationml/2006/ole">
            <p:oleObj spid="_x0000_s425986" name="Equation" r:id="rId5" imgW="1460160" imgH="533160" progId="Equation.3">
              <p:embed/>
            </p:oleObj>
          </a:graphicData>
        </a:graphic>
      </p:graphicFrame>
      <p:graphicFrame>
        <p:nvGraphicFramePr>
          <p:cNvPr id="425987" name="Object 1027"/>
          <p:cNvGraphicFramePr>
            <a:graphicFrameLocks noChangeAspect="1"/>
          </p:cNvGraphicFramePr>
          <p:nvPr/>
        </p:nvGraphicFramePr>
        <p:xfrm>
          <a:off x="3886200" y="4648200"/>
          <a:ext cx="4140200" cy="723900"/>
        </p:xfrm>
        <a:graphic>
          <a:graphicData uri="http://schemas.openxmlformats.org/presentationml/2006/ole">
            <p:oleObj spid="_x0000_s425987" name="Equation" r:id="rId6" imgW="4140000" imgH="723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51F27-8735-4724-9F81-58DDCE3BB08F}" type="slidenum">
              <a:rPr lang="en-US"/>
              <a:pPr/>
              <a:t>12</a:t>
            </a:fld>
            <a:endParaRPr lang="en-US"/>
          </a:p>
        </p:txBody>
      </p:sp>
      <p:graphicFrame>
        <p:nvGraphicFramePr>
          <p:cNvPr id="427008" name="Object 1024"/>
          <p:cNvGraphicFramePr>
            <a:graphicFrameLocks noChangeAspect="1"/>
          </p:cNvGraphicFramePr>
          <p:nvPr/>
        </p:nvGraphicFramePr>
        <p:xfrm>
          <a:off x="6318250" y="1200150"/>
          <a:ext cx="1803400" cy="1955800"/>
        </p:xfrm>
        <a:graphic>
          <a:graphicData uri="http://schemas.openxmlformats.org/presentationml/2006/ole">
            <p:oleObj spid="_x0000_s427008" name="Equation" r:id="rId3" imgW="1803240" imgH="1955520" progId="Equation.3">
              <p:embed/>
            </p:oleObj>
          </a:graphicData>
        </a:graphic>
      </p:graphicFrame>
      <p:graphicFrame>
        <p:nvGraphicFramePr>
          <p:cNvPr id="427009" name="Object 1025"/>
          <p:cNvGraphicFramePr>
            <a:graphicFrameLocks noChangeAspect="1"/>
          </p:cNvGraphicFramePr>
          <p:nvPr/>
        </p:nvGraphicFramePr>
        <p:xfrm>
          <a:off x="1625600" y="5410200"/>
          <a:ext cx="6110288" cy="431800"/>
        </p:xfrm>
        <a:graphic>
          <a:graphicData uri="http://schemas.openxmlformats.org/presentationml/2006/ole">
            <p:oleObj spid="_x0000_s427009" name="Equation" r:id="rId4" imgW="6108480" imgH="431640" progId="Equation.3">
              <p:embed/>
            </p:oleObj>
          </a:graphicData>
        </a:graphic>
      </p:graphicFrame>
      <p:sp>
        <p:nvSpPr>
          <p:cNvPr id="345096" name="Text Box 8"/>
          <p:cNvSpPr txBox="1">
            <a:spLocks noChangeArrowheads="1"/>
          </p:cNvSpPr>
          <p:nvPr/>
        </p:nvSpPr>
        <p:spPr bwMode="auto">
          <a:xfrm>
            <a:off x="288925" y="1168400"/>
            <a:ext cx="561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:</a:t>
            </a:r>
          </a:p>
        </p:txBody>
      </p:sp>
      <p:graphicFrame>
        <p:nvGraphicFramePr>
          <p:cNvPr id="427010" name="Object 1026"/>
          <p:cNvGraphicFramePr>
            <a:graphicFrameLocks noChangeAspect="1"/>
          </p:cNvGraphicFramePr>
          <p:nvPr/>
        </p:nvGraphicFramePr>
        <p:xfrm>
          <a:off x="5257800" y="1219200"/>
          <a:ext cx="393700" cy="419100"/>
        </p:xfrm>
        <a:graphic>
          <a:graphicData uri="http://schemas.openxmlformats.org/presentationml/2006/ole">
            <p:oleObj spid="_x0000_s427010" name="Equation" r:id="rId5" imgW="393480" imgH="419040" progId="Equation.3">
              <p:embed/>
            </p:oleObj>
          </a:graphicData>
        </a:graphic>
      </p:graphicFrame>
      <p:sp>
        <p:nvSpPr>
          <p:cNvPr id="345098" name="Text Box 10"/>
          <p:cNvSpPr txBox="1">
            <a:spLocks noChangeArrowheads="1"/>
          </p:cNvSpPr>
          <p:nvPr/>
        </p:nvSpPr>
        <p:spPr bwMode="auto">
          <a:xfrm>
            <a:off x="304800" y="4495800"/>
            <a:ext cx="2635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derivation:</a:t>
            </a:r>
          </a:p>
        </p:txBody>
      </p:sp>
      <p:sp>
        <p:nvSpPr>
          <p:cNvPr id="345099" name="Rectangle 11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609D-BD95-4772-B2D2-FD8D1A87D327}" type="slidenum">
              <a:rPr lang="en-US"/>
              <a:pPr/>
              <a:t>13</a:t>
            </a:fld>
            <a:endParaRPr lang="en-US"/>
          </a:p>
        </p:txBody>
      </p:sp>
      <p:graphicFrame>
        <p:nvGraphicFramePr>
          <p:cNvPr id="428032" name="Object 1024"/>
          <p:cNvGraphicFramePr>
            <a:graphicFrameLocks noChangeAspect="1"/>
          </p:cNvGraphicFramePr>
          <p:nvPr/>
        </p:nvGraphicFramePr>
        <p:xfrm>
          <a:off x="6318250" y="1200150"/>
          <a:ext cx="1803400" cy="1955800"/>
        </p:xfrm>
        <a:graphic>
          <a:graphicData uri="http://schemas.openxmlformats.org/presentationml/2006/ole">
            <p:oleObj spid="_x0000_s428032" name="Equation" r:id="rId3" imgW="1803240" imgH="1955520" progId="Equation.3">
              <p:embed/>
            </p:oleObj>
          </a:graphicData>
        </a:graphic>
      </p:graphicFrame>
      <p:graphicFrame>
        <p:nvGraphicFramePr>
          <p:cNvPr id="428033" name="Object 1025"/>
          <p:cNvGraphicFramePr>
            <a:graphicFrameLocks noChangeAspect="1"/>
          </p:cNvGraphicFramePr>
          <p:nvPr/>
        </p:nvGraphicFramePr>
        <p:xfrm>
          <a:off x="381000" y="5410200"/>
          <a:ext cx="8601075" cy="431800"/>
        </p:xfrm>
        <a:graphic>
          <a:graphicData uri="http://schemas.openxmlformats.org/presentationml/2006/ole">
            <p:oleObj spid="_x0000_s428033" name="Equation" r:id="rId4" imgW="8597880" imgH="431640" progId="Equation.3">
              <p:embed/>
            </p:oleObj>
          </a:graphicData>
        </a:graphic>
      </p:graphicFrame>
      <p:sp>
        <p:nvSpPr>
          <p:cNvPr id="390148" name="Text Box 1028"/>
          <p:cNvSpPr txBox="1">
            <a:spLocks noChangeArrowheads="1"/>
          </p:cNvSpPr>
          <p:nvPr/>
        </p:nvSpPr>
        <p:spPr bwMode="auto">
          <a:xfrm>
            <a:off x="288925" y="1168400"/>
            <a:ext cx="561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:</a:t>
            </a:r>
          </a:p>
        </p:txBody>
      </p:sp>
      <p:graphicFrame>
        <p:nvGraphicFramePr>
          <p:cNvPr id="428034" name="Object 1026"/>
          <p:cNvGraphicFramePr>
            <a:graphicFrameLocks noChangeAspect="1"/>
          </p:cNvGraphicFramePr>
          <p:nvPr/>
        </p:nvGraphicFramePr>
        <p:xfrm>
          <a:off x="5257800" y="1219200"/>
          <a:ext cx="393700" cy="419100"/>
        </p:xfrm>
        <a:graphic>
          <a:graphicData uri="http://schemas.openxmlformats.org/presentationml/2006/ole">
            <p:oleObj spid="_x0000_s428034" name="Equation" r:id="rId5" imgW="393480" imgH="419040" progId="Equation.3">
              <p:embed/>
            </p:oleObj>
          </a:graphicData>
        </a:graphic>
      </p:graphicFrame>
      <p:sp>
        <p:nvSpPr>
          <p:cNvPr id="390150" name="Text Box 1030"/>
          <p:cNvSpPr txBox="1">
            <a:spLocks noChangeArrowheads="1"/>
          </p:cNvSpPr>
          <p:nvPr/>
        </p:nvSpPr>
        <p:spPr bwMode="auto">
          <a:xfrm>
            <a:off x="304800" y="4495800"/>
            <a:ext cx="2635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derivation: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395B1-466C-436F-9DDF-1D3FCD1F39D1}" type="slidenum">
              <a:rPr lang="en-US"/>
              <a:pPr/>
              <a:t>14</a:t>
            </a:fld>
            <a:endParaRPr lang="en-US"/>
          </a:p>
        </p:txBody>
      </p:sp>
      <p:graphicFrame>
        <p:nvGraphicFramePr>
          <p:cNvPr id="429056" name="Object 1024"/>
          <p:cNvGraphicFramePr>
            <a:graphicFrameLocks noChangeAspect="1"/>
          </p:cNvGraphicFramePr>
          <p:nvPr/>
        </p:nvGraphicFramePr>
        <p:xfrm>
          <a:off x="3581400" y="152400"/>
          <a:ext cx="1803400" cy="1955800"/>
        </p:xfrm>
        <a:graphic>
          <a:graphicData uri="http://schemas.openxmlformats.org/presentationml/2006/ole">
            <p:oleObj spid="_x0000_s429056" name="Equation" r:id="rId3" imgW="1803240" imgH="1955520" progId="Equation.3">
              <p:embed/>
            </p:oleObj>
          </a:graphicData>
        </a:graphic>
      </p:graphicFrame>
      <p:graphicFrame>
        <p:nvGraphicFramePr>
          <p:cNvPr id="429057" name="Object 1025"/>
          <p:cNvGraphicFramePr>
            <a:graphicFrameLocks noChangeAspect="1"/>
          </p:cNvGraphicFramePr>
          <p:nvPr/>
        </p:nvGraphicFramePr>
        <p:xfrm>
          <a:off x="3048000" y="2819400"/>
          <a:ext cx="4762500" cy="2120900"/>
        </p:xfrm>
        <a:graphic>
          <a:graphicData uri="http://schemas.openxmlformats.org/presentationml/2006/ole">
            <p:oleObj spid="_x0000_s429057" name="Equation" r:id="rId4" imgW="4762440" imgH="2120760" progId="Equation.3">
              <p:embed/>
            </p:oleObj>
          </a:graphicData>
        </a:graphic>
      </p:graphicFrame>
      <p:sp>
        <p:nvSpPr>
          <p:cNvPr id="346119" name="Text Box 7"/>
          <p:cNvSpPr txBox="1">
            <a:spLocks noChangeArrowheads="1"/>
          </p:cNvSpPr>
          <p:nvPr/>
        </p:nvSpPr>
        <p:spPr bwMode="auto">
          <a:xfrm>
            <a:off x="3048000" y="5791200"/>
            <a:ext cx="3022600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() ((( ))) (( ))</a:t>
            </a:r>
          </a:p>
        </p:txBody>
      </p:sp>
      <p:graphicFrame>
        <p:nvGraphicFramePr>
          <p:cNvPr id="429058" name="Object 1026"/>
          <p:cNvGraphicFramePr>
            <a:graphicFrameLocks noChangeAspect="1"/>
          </p:cNvGraphicFramePr>
          <p:nvPr/>
        </p:nvGraphicFramePr>
        <p:xfrm>
          <a:off x="1447800" y="2819400"/>
          <a:ext cx="1460500" cy="533400"/>
        </p:xfrm>
        <a:graphic>
          <a:graphicData uri="http://schemas.openxmlformats.org/presentationml/2006/ole">
            <p:oleObj spid="_x0000_s429058" name="Equation" r:id="rId5" imgW="1460160" imgH="533160" progId="Equation.3">
              <p:embed/>
            </p:oleObj>
          </a:graphicData>
        </a:graphic>
      </p:graphicFrame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52400" y="4800600"/>
            <a:ext cx="26304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Describes </a:t>
            </a:r>
          </a:p>
          <a:p>
            <a:r>
              <a:rPr lang="en-US"/>
              <a:t>matched </a:t>
            </a:r>
          </a:p>
          <a:p>
            <a:r>
              <a:rPr lang="en-US"/>
              <a:t>parentheses: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9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9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D440-C40A-43E1-AF5A-D9344DDB2205}" type="slidenum">
              <a:rPr lang="en-US"/>
              <a:pPr/>
              <a:t>15</a:t>
            </a:fld>
            <a:endParaRPr lang="en-US"/>
          </a:p>
        </p:txBody>
      </p:sp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Definition: </a:t>
            </a:r>
            <a:r>
              <a:rPr lang="en-US">
                <a:solidFill>
                  <a:srgbClr val="FF0000"/>
                </a:solidFill>
              </a:rPr>
              <a:t>Context-Free Grammars</a:t>
            </a:r>
          </a:p>
        </p:txBody>
      </p:sp>
      <p:sp>
        <p:nvSpPr>
          <p:cNvPr id="349188" name="Text Box 4"/>
          <p:cNvSpPr txBox="1">
            <a:spLocks noChangeArrowheads="1"/>
          </p:cNvSpPr>
          <p:nvPr/>
        </p:nvSpPr>
        <p:spPr bwMode="auto">
          <a:xfrm>
            <a:off x="1066800" y="1371600"/>
            <a:ext cx="1898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</a:t>
            </a:r>
          </a:p>
        </p:txBody>
      </p:sp>
      <p:sp>
        <p:nvSpPr>
          <p:cNvPr id="349189" name="Text Box 5"/>
          <p:cNvSpPr txBox="1">
            <a:spLocks noChangeArrowheads="1"/>
          </p:cNvSpPr>
          <p:nvPr/>
        </p:nvSpPr>
        <p:spPr bwMode="auto">
          <a:xfrm>
            <a:off x="1828800" y="4267200"/>
            <a:ext cx="4886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Productions of the form:</a:t>
            </a:r>
          </a:p>
        </p:txBody>
      </p:sp>
      <p:graphicFrame>
        <p:nvGraphicFramePr>
          <p:cNvPr id="349191" name="Object 7"/>
          <p:cNvGraphicFramePr>
            <a:graphicFrameLocks noChangeAspect="1"/>
          </p:cNvGraphicFramePr>
          <p:nvPr/>
        </p:nvGraphicFramePr>
        <p:xfrm>
          <a:off x="3581400" y="4953000"/>
          <a:ext cx="1333500" cy="419100"/>
        </p:xfrm>
        <a:graphic>
          <a:graphicData uri="http://schemas.openxmlformats.org/presentationml/2006/ole">
            <p:oleObj spid="_x0000_s349191" name="Equation" r:id="rId3" imgW="1333440" imgH="419040" progId="Equation.3">
              <p:embed/>
            </p:oleObj>
          </a:graphicData>
        </a:graphic>
      </p:graphicFrame>
      <p:sp>
        <p:nvSpPr>
          <p:cNvPr id="349193" name="Text Box 9"/>
          <p:cNvSpPr txBox="1">
            <a:spLocks noChangeArrowheads="1"/>
          </p:cNvSpPr>
          <p:nvPr/>
        </p:nvSpPr>
        <p:spPr bwMode="auto">
          <a:xfrm>
            <a:off x="4724400" y="5410200"/>
            <a:ext cx="38814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variables </a:t>
            </a:r>
          </a:p>
          <a:p>
            <a:r>
              <a:rPr lang="en-US"/>
              <a:t>and terminals</a:t>
            </a:r>
          </a:p>
        </p:txBody>
      </p:sp>
      <p:graphicFrame>
        <p:nvGraphicFramePr>
          <p:cNvPr id="349194" name="Object 10"/>
          <p:cNvGraphicFramePr>
            <a:graphicFrameLocks noChangeAspect="1"/>
          </p:cNvGraphicFramePr>
          <p:nvPr/>
        </p:nvGraphicFramePr>
        <p:xfrm>
          <a:off x="3200400" y="1447800"/>
          <a:ext cx="3060700" cy="533400"/>
        </p:xfrm>
        <a:graphic>
          <a:graphicData uri="http://schemas.openxmlformats.org/presentationml/2006/ole">
            <p:oleObj spid="_x0000_s349194" name="Equation" r:id="rId4" imgW="3060360" imgH="533160" progId="Equation.3">
              <p:embed/>
            </p:oleObj>
          </a:graphicData>
        </a:graphic>
      </p:graphicFrame>
      <p:sp>
        <p:nvSpPr>
          <p:cNvPr id="349195" name="Text Box 11"/>
          <p:cNvSpPr txBox="1">
            <a:spLocks noChangeArrowheads="1"/>
          </p:cNvSpPr>
          <p:nvPr/>
        </p:nvSpPr>
        <p:spPr bwMode="auto">
          <a:xfrm>
            <a:off x="228600" y="2743200"/>
            <a:ext cx="1946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Variables</a:t>
            </a:r>
          </a:p>
        </p:txBody>
      </p:sp>
      <p:sp>
        <p:nvSpPr>
          <p:cNvPr id="349196" name="Text Box 12"/>
          <p:cNvSpPr txBox="1">
            <a:spLocks noChangeArrowheads="1"/>
          </p:cNvSpPr>
          <p:nvPr/>
        </p:nvSpPr>
        <p:spPr bwMode="auto">
          <a:xfrm>
            <a:off x="2819400" y="2743200"/>
            <a:ext cx="18399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Terminal</a:t>
            </a:r>
          </a:p>
          <a:p>
            <a:r>
              <a:rPr lang="en-US"/>
              <a:t>symbols</a:t>
            </a:r>
          </a:p>
        </p:txBody>
      </p:sp>
      <p:sp>
        <p:nvSpPr>
          <p:cNvPr id="349197" name="Text Box 13"/>
          <p:cNvSpPr txBox="1">
            <a:spLocks noChangeArrowheads="1"/>
          </p:cNvSpPr>
          <p:nvPr/>
        </p:nvSpPr>
        <p:spPr bwMode="auto">
          <a:xfrm>
            <a:off x="4953000" y="2743200"/>
            <a:ext cx="16827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Start</a:t>
            </a:r>
          </a:p>
          <a:p>
            <a:r>
              <a:rPr lang="en-US"/>
              <a:t>variable</a:t>
            </a:r>
          </a:p>
        </p:txBody>
      </p:sp>
      <p:sp>
        <p:nvSpPr>
          <p:cNvPr id="349198" name="Line 14"/>
          <p:cNvSpPr>
            <a:spLocks noChangeShapeType="1"/>
          </p:cNvSpPr>
          <p:nvPr/>
        </p:nvSpPr>
        <p:spPr bwMode="auto">
          <a:xfrm flipH="1">
            <a:off x="2057400" y="1905000"/>
            <a:ext cx="2209800" cy="914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9199" name="Line 15"/>
          <p:cNvSpPr>
            <a:spLocks noChangeShapeType="1"/>
          </p:cNvSpPr>
          <p:nvPr/>
        </p:nvSpPr>
        <p:spPr bwMode="auto">
          <a:xfrm flipH="1">
            <a:off x="3810000" y="1905000"/>
            <a:ext cx="990600" cy="914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9200" name="Line 16"/>
          <p:cNvSpPr>
            <a:spLocks noChangeShapeType="1"/>
          </p:cNvSpPr>
          <p:nvPr/>
        </p:nvSpPr>
        <p:spPr bwMode="auto">
          <a:xfrm flipH="1">
            <a:off x="5410200" y="1905000"/>
            <a:ext cx="0" cy="914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9202" name="Freeform 18"/>
          <p:cNvSpPr>
            <a:spLocks/>
          </p:cNvSpPr>
          <p:nvPr/>
        </p:nvSpPr>
        <p:spPr bwMode="auto">
          <a:xfrm>
            <a:off x="5867400" y="1905000"/>
            <a:ext cx="1993900" cy="2590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52" y="816"/>
              </a:cxn>
              <a:cxn ang="0">
                <a:pos x="624" y="1728"/>
              </a:cxn>
            </a:cxnLst>
            <a:rect l="0" t="0" r="r" b="b"/>
            <a:pathLst>
              <a:path w="1256" h="1728">
                <a:moveTo>
                  <a:pt x="0" y="0"/>
                </a:moveTo>
                <a:cubicBezTo>
                  <a:pt x="524" y="264"/>
                  <a:pt x="1048" y="528"/>
                  <a:pt x="1152" y="816"/>
                </a:cubicBezTo>
                <a:cubicBezTo>
                  <a:pt x="1256" y="1104"/>
                  <a:pt x="940" y="1416"/>
                  <a:pt x="624" y="17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9203" name="Text Box 19"/>
          <p:cNvSpPr txBox="1">
            <a:spLocks noChangeArrowheads="1"/>
          </p:cNvSpPr>
          <p:nvPr/>
        </p:nvSpPr>
        <p:spPr bwMode="auto">
          <a:xfrm>
            <a:off x="2057400" y="5410200"/>
            <a:ext cx="1747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DE917-B6E7-4DA4-86E3-6F7EC272089D}" type="slidenum">
              <a:rPr lang="en-US"/>
              <a:pPr/>
              <a:t>16</a:t>
            </a:fld>
            <a:endParaRPr lang="en-US"/>
          </a:p>
        </p:txBody>
      </p:sp>
      <p:sp>
        <p:nvSpPr>
          <p:cNvPr id="391170" name="Text Box 2050"/>
          <p:cNvSpPr txBox="1">
            <a:spLocks noChangeArrowheads="1"/>
          </p:cNvSpPr>
          <p:nvPr/>
        </p:nvSpPr>
        <p:spPr bwMode="auto">
          <a:xfrm>
            <a:off x="746125" y="13970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430080" name="Object 2048"/>
          <p:cNvGraphicFramePr>
            <a:graphicFrameLocks noChangeAspect="1"/>
          </p:cNvGraphicFramePr>
          <p:nvPr/>
        </p:nvGraphicFramePr>
        <p:xfrm>
          <a:off x="1524000" y="3657600"/>
          <a:ext cx="6019800" cy="1041400"/>
        </p:xfrm>
        <a:graphic>
          <a:graphicData uri="http://schemas.openxmlformats.org/presentationml/2006/ole">
            <p:oleObj spid="_x0000_s430080" name="Equation" r:id="rId3" imgW="4775040" imgH="825480" progId="Equation.3">
              <p:embed/>
            </p:oleObj>
          </a:graphicData>
        </a:graphic>
      </p:graphicFrame>
      <p:graphicFrame>
        <p:nvGraphicFramePr>
          <p:cNvPr id="430081" name="Object 2049"/>
          <p:cNvGraphicFramePr>
            <a:graphicFrameLocks noChangeAspect="1"/>
          </p:cNvGraphicFramePr>
          <p:nvPr/>
        </p:nvGraphicFramePr>
        <p:xfrm>
          <a:off x="2895600" y="1447800"/>
          <a:ext cx="3060700" cy="533400"/>
        </p:xfrm>
        <a:graphic>
          <a:graphicData uri="http://schemas.openxmlformats.org/presentationml/2006/ole">
            <p:oleObj spid="_x0000_s430081" name="Equation" r:id="rId4" imgW="306036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0351-CAF4-42DC-ACC1-7F857AE510A9}" type="slidenum">
              <a:rPr lang="en-US"/>
              <a:pPr/>
              <a:t>17</a:t>
            </a:fld>
            <a:endParaRPr lang="en-US"/>
          </a:p>
        </p:txBody>
      </p:sp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Definition: </a:t>
            </a:r>
            <a:r>
              <a:rPr lang="en-US">
                <a:solidFill>
                  <a:srgbClr val="33CC33"/>
                </a:solidFill>
              </a:rPr>
              <a:t>Context-Free Languages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language       is context-free</a:t>
            </a:r>
          </a:p>
          <a:p>
            <a:endParaRPr lang="en-US"/>
          </a:p>
          <a:p>
            <a:r>
              <a:rPr lang="en-US"/>
              <a:t>if and only if</a:t>
            </a:r>
          </a:p>
          <a:p>
            <a:endParaRPr lang="en-US"/>
          </a:p>
          <a:p>
            <a:r>
              <a:rPr lang="en-US"/>
              <a:t>there is a </a:t>
            </a:r>
            <a:r>
              <a:rPr lang="en-US">
                <a:solidFill>
                  <a:srgbClr val="FF0000"/>
                </a:solidFill>
              </a:rPr>
              <a:t>context-free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grammar</a:t>
            </a:r>
            <a:r>
              <a:rPr lang="en-US"/>
              <a:t>       </a:t>
            </a:r>
          </a:p>
          <a:p>
            <a:r>
              <a:rPr lang="en-US"/>
              <a:t>with </a:t>
            </a:r>
          </a:p>
        </p:txBody>
      </p:sp>
      <p:graphicFrame>
        <p:nvGraphicFramePr>
          <p:cNvPr id="350212" name="Object 4"/>
          <p:cNvGraphicFramePr>
            <a:graphicFrameLocks noChangeAspect="1"/>
          </p:cNvGraphicFramePr>
          <p:nvPr/>
        </p:nvGraphicFramePr>
        <p:xfrm>
          <a:off x="2514600" y="1524000"/>
          <a:ext cx="330200" cy="393700"/>
        </p:xfrm>
        <a:graphic>
          <a:graphicData uri="http://schemas.openxmlformats.org/presentationml/2006/ole">
            <p:oleObj spid="_x0000_s350212" name="Equation" r:id="rId3" imgW="330120" imgH="393480" progId="Equation.3">
              <p:embed/>
            </p:oleObj>
          </a:graphicData>
        </a:graphic>
      </p:graphicFrame>
      <p:graphicFrame>
        <p:nvGraphicFramePr>
          <p:cNvPr id="350213" name="Object 5"/>
          <p:cNvGraphicFramePr>
            <a:graphicFrameLocks noChangeAspect="1"/>
          </p:cNvGraphicFramePr>
          <p:nvPr/>
        </p:nvGraphicFramePr>
        <p:xfrm>
          <a:off x="6629400" y="3810000"/>
          <a:ext cx="393700" cy="419100"/>
        </p:xfrm>
        <a:graphic>
          <a:graphicData uri="http://schemas.openxmlformats.org/presentationml/2006/ole">
            <p:oleObj spid="_x0000_s350213" name="Equation" r:id="rId4" imgW="393480" imgH="419040" progId="Equation.3">
              <p:embed/>
            </p:oleObj>
          </a:graphicData>
        </a:graphic>
      </p:graphicFrame>
      <p:graphicFrame>
        <p:nvGraphicFramePr>
          <p:cNvPr id="350214" name="Object 6"/>
          <p:cNvGraphicFramePr>
            <a:graphicFrameLocks noChangeAspect="1"/>
          </p:cNvGraphicFramePr>
          <p:nvPr/>
        </p:nvGraphicFramePr>
        <p:xfrm>
          <a:off x="1371600" y="4343400"/>
          <a:ext cx="1879600" cy="533400"/>
        </p:xfrm>
        <a:graphic>
          <a:graphicData uri="http://schemas.openxmlformats.org/presentationml/2006/ole">
            <p:oleObj spid="_x0000_s350214" name="Equation" r:id="rId5" imgW="187956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86AF4-A872-4A30-8EC5-D5506374B137}" type="slidenum">
              <a:rPr lang="en-US"/>
              <a:pPr/>
              <a:t>18</a:t>
            </a:fld>
            <a:endParaRPr lang="en-US"/>
          </a:p>
        </p:txBody>
      </p:sp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Derivation Order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51236" name="Object 4"/>
          <p:cNvGraphicFramePr>
            <a:graphicFrameLocks noChangeAspect="1"/>
          </p:cNvGraphicFramePr>
          <p:nvPr/>
        </p:nvGraphicFramePr>
        <p:xfrm>
          <a:off x="152400" y="1066800"/>
          <a:ext cx="2260600" cy="531813"/>
        </p:xfrm>
        <a:graphic>
          <a:graphicData uri="http://schemas.openxmlformats.org/presentationml/2006/ole">
            <p:oleObj spid="_x0000_s351236" name="Equation" r:id="rId3" imgW="2260440" imgH="533160" progId="Equation.3">
              <p:embed/>
            </p:oleObj>
          </a:graphicData>
        </a:graphic>
      </p:graphicFrame>
      <p:graphicFrame>
        <p:nvGraphicFramePr>
          <p:cNvPr id="351239" name="Object 7"/>
          <p:cNvGraphicFramePr>
            <a:graphicFrameLocks noChangeAspect="1"/>
          </p:cNvGraphicFramePr>
          <p:nvPr/>
        </p:nvGraphicFramePr>
        <p:xfrm>
          <a:off x="3429000" y="1066800"/>
          <a:ext cx="2476500" cy="1295400"/>
        </p:xfrm>
        <a:graphic>
          <a:graphicData uri="http://schemas.openxmlformats.org/presentationml/2006/ole">
            <p:oleObj spid="_x0000_s351239" name="Equation" r:id="rId4" imgW="2476440" imgH="1295280" progId="Equation.3">
              <p:embed/>
            </p:oleObj>
          </a:graphicData>
        </a:graphic>
      </p:graphicFrame>
      <p:graphicFrame>
        <p:nvGraphicFramePr>
          <p:cNvPr id="351240" name="Object 8"/>
          <p:cNvGraphicFramePr>
            <a:graphicFrameLocks noChangeAspect="1"/>
          </p:cNvGraphicFramePr>
          <p:nvPr/>
        </p:nvGraphicFramePr>
        <p:xfrm>
          <a:off x="6858000" y="1066800"/>
          <a:ext cx="2260600" cy="1295400"/>
        </p:xfrm>
        <a:graphic>
          <a:graphicData uri="http://schemas.openxmlformats.org/presentationml/2006/ole">
            <p:oleObj spid="_x0000_s351240" name="Equation" r:id="rId5" imgW="2260440" imgH="1295280" progId="Equation.3">
              <p:embed/>
            </p:oleObj>
          </a:graphicData>
        </a:graphic>
      </p:graphicFrame>
      <p:grpSp>
        <p:nvGrpSpPr>
          <p:cNvPr id="351243" name="Group 11"/>
          <p:cNvGrpSpPr>
            <a:grpSpLocks/>
          </p:cNvGrpSpPr>
          <p:nvPr/>
        </p:nvGrpSpPr>
        <p:grpSpPr bwMode="auto">
          <a:xfrm>
            <a:off x="0" y="2590800"/>
            <a:ext cx="8637588" cy="1604963"/>
            <a:chOff x="0" y="1632"/>
            <a:chExt cx="5441" cy="1011"/>
          </a:xfrm>
        </p:grpSpPr>
        <p:graphicFrame>
          <p:nvGraphicFramePr>
            <p:cNvPr id="351237" name="Object 5"/>
            <p:cNvGraphicFramePr>
              <a:graphicFrameLocks noChangeAspect="1"/>
            </p:cNvGraphicFramePr>
            <p:nvPr/>
          </p:nvGraphicFramePr>
          <p:xfrm>
            <a:off x="536" y="2092"/>
            <a:ext cx="4905" cy="551"/>
          </p:xfrm>
          <a:graphic>
            <a:graphicData uri="http://schemas.openxmlformats.org/presentationml/2006/ole">
              <p:oleObj spid="_x0000_s351237" name="Equation" r:id="rId6" imgW="7785000" imgH="876240" progId="Equation.3">
                <p:embed/>
              </p:oleObj>
            </a:graphicData>
          </a:graphic>
        </p:graphicFrame>
        <p:sp>
          <p:nvSpPr>
            <p:cNvPr id="351241" name="Text Box 9"/>
            <p:cNvSpPr txBox="1">
              <a:spLocks noChangeArrowheads="1"/>
            </p:cNvSpPr>
            <p:nvPr/>
          </p:nvSpPr>
          <p:spPr bwMode="auto">
            <a:xfrm>
              <a:off x="0" y="1632"/>
              <a:ext cx="258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Leftmost derivation:</a:t>
              </a:r>
            </a:p>
          </p:txBody>
        </p:sp>
      </p:grpSp>
      <p:grpSp>
        <p:nvGrpSpPr>
          <p:cNvPr id="351244" name="Group 12"/>
          <p:cNvGrpSpPr>
            <a:grpSpLocks/>
          </p:cNvGrpSpPr>
          <p:nvPr/>
        </p:nvGrpSpPr>
        <p:grpSpPr bwMode="auto">
          <a:xfrm>
            <a:off x="0" y="4724400"/>
            <a:ext cx="8193088" cy="1624013"/>
            <a:chOff x="0" y="2976"/>
            <a:chExt cx="5161" cy="1023"/>
          </a:xfrm>
        </p:grpSpPr>
        <p:graphicFrame>
          <p:nvGraphicFramePr>
            <p:cNvPr id="351238" name="Object 6"/>
            <p:cNvGraphicFramePr>
              <a:graphicFrameLocks noChangeAspect="1"/>
            </p:cNvGraphicFramePr>
            <p:nvPr/>
          </p:nvGraphicFramePr>
          <p:xfrm>
            <a:off x="536" y="3448"/>
            <a:ext cx="4625" cy="551"/>
          </p:xfrm>
          <a:graphic>
            <a:graphicData uri="http://schemas.openxmlformats.org/presentationml/2006/ole">
              <p:oleObj spid="_x0000_s351238" name="Equation" r:id="rId7" imgW="7340400" imgH="876240" progId="Equation.3">
                <p:embed/>
              </p:oleObj>
            </a:graphicData>
          </a:graphic>
        </p:graphicFrame>
        <p:sp>
          <p:nvSpPr>
            <p:cNvPr id="351242" name="Text Box 10"/>
            <p:cNvSpPr txBox="1">
              <a:spLocks noChangeArrowheads="1"/>
            </p:cNvSpPr>
            <p:nvPr/>
          </p:nvSpPr>
          <p:spPr bwMode="auto">
            <a:xfrm>
              <a:off x="0" y="2976"/>
              <a:ext cx="269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Rightmost derivation: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A141-52C0-42BB-8F59-F4FC3E9946F3}" type="slidenum">
              <a:rPr lang="en-US"/>
              <a:pPr/>
              <a:t>19</a:t>
            </a:fld>
            <a:endParaRPr lang="en-US"/>
          </a:p>
        </p:txBody>
      </p:sp>
      <p:graphicFrame>
        <p:nvGraphicFramePr>
          <p:cNvPr id="431104" name="Object 1024"/>
          <p:cNvGraphicFramePr>
            <a:graphicFrameLocks noChangeAspect="1"/>
          </p:cNvGraphicFramePr>
          <p:nvPr/>
        </p:nvGraphicFramePr>
        <p:xfrm>
          <a:off x="3505200" y="152400"/>
          <a:ext cx="1993900" cy="2044700"/>
        </p:xfrm>
        <a:graphic>
          <a:graphicData uri="http://schemas.openxmlformats.org/presentationml/2006/ole">
            <p:oleObj spid="_x0000_s431104" name="Equation" r:id="rId3" imgW="1993680" imgH="2044440" progId="Equation.3">
              <p:embed/>
            </p:oleObj>
          </a:graphicData>
        </a:graphic>
      </p:graphicFrame>
      <p:grpSp>
        <p:nvGrpSpPr>
          <p:cNvPr id="386059" name="Group 1035"/>
          <p:cNvGrpSpPr>
            <a:grpSpLocks/>
          </p:cNvGrpSpPr>
          <p:nvPr/>
        </p:nvGrpSpPr>
        <p:grpSpPr bwMode="auto">
          <a:xfrm>
            <a:off x="0" y="2286000"/>
            <a:ext cx="8813800" cy="1981200"/>
            <a:chOff x="0" y="1440"/>
            <a:chExt cx="5552" cy="1248"/>
          </a:xfrm>
        </p:grpSpPr>
        <p:sp>
          <p:nvSpPr>
            <p:cNvPr id="386053" name="Text Box 1029"/>
            <p:cNvSpPr txBox="1">
              <a:spLocks noChangeArrowheads="1"/>
            </p:cNvSpPr>
            <p:nvPr/>
          </p:nvSpPr>
          <p:spPr bwMode="auto">
            <a:xfrm>
              <a:off x="0" y="1440"/>
              <a:ext cx="258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Leftmost derivation:</a:t>
              </a:r>
            </a:p>
          </p:txBody>
        </p:sp>
        <p:graphicFrame>
          <p:nvGraphicFramePr>
            <p:cNvPr id="431106" name="Object 1026"/>
            <p:cNvGraphicFramePr>
              <a:graphicFrameLocks noChangeAspect="1"/>
            </p:cNvGraphicFramePr>
            <p:nvPr/>
          </p:nvGraphicFramePr>
          <p:xfrm>
            <a:off x="48" y="1872"/>
            <a:ext cx="5504" cy="816"/>
          </p:xfrm>
          <a:graphic>
            <a:graphicData uri="http://schemas.openxmlformats.org/presentationml/2006/ole">
              <p:oleObj spid="_x0000_s431106" name="Equation" r:id="rId4" imgW="8737560" imgH="1295280" progId="Equation.3">
                <p:embed/>
              </p:oleObj>
            </a:graphicData>
          </a:graphic>
        </p:graphicFrame>
      </p:grpSp>
      <p:grpSp>
        <p:nvGrpSpPr>
          <p:cNvPr id="386060" name="Group 1036"/>
          <p:cNvGrpSpPr>
            <a:grpSpLocks/>
          </p:cNvGrpSpPr>
          <p:nvPr/>
        </p:nvGrpSpPr>
        <p:grpSpPr bwMode="auto">
          <a:xfrm>
            <a:off x="-76200" y="4648200"/>
            <a:ext cx="7061200" cy="1981200"/>
            <a:chOff x="-48" y="2928"/>
            <a:chExt cx="4448" cy="1248"/>
          </a:xfrm>
        </p:grpSpPr>
        <p:sp>
          <p:nvSpPr>
            <p:cNvPr id="386056" name="Text Box 1032"/>
            <p:cNvSpPr txBox="1">
              <a:spLocks noChangeArrowheads="1"/>
            </p:cNvSpPr>
            <p:nvPr/>
          </p:nvSpPr>
          <p:spPr bwMode="auto">
            <a:xfrm>
              <a:off x="-48" y="2928"/>
              <a:ext cx="269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Rightmost derivation:</a:t>
              </a:r>
            </a:p>
          </p:txBody>
        </p:sp>
        <p:graphicFrame>
          <p:nvGraphicFramePr>
            <p:cNvPr id="431105" name="Object 1025"/>
            <p:cNvGraphicFramePr>
              <a:graphicFrameLocks noChangeAspect="1"/>
            </p:cNvGraphicFramePr>
            <p:nvPr/>
          </p:nvGraphicFramePr>
          <p:xfrm>
            <a:off x="144" y="3360"/>
            <a:ext cx="4256" cy="816"/>
          </p:xfrm>
          <a:graphic>
            <a:graphicData uri="http://schemas.openxmlformats.org/presentationml/2006/ole">
              <p:oleObj spid="_x0000_s431105" name="Equation" r:id="rId5" imgW="6756120" imgH="12952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6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6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6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6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Derivation Trees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06EC-0AF1-4887-9846-FCA45DCA6076}" type="slidenum">
              <a:rPr lang="en-US"/>
              <a:pPr/>
              <a:t>21</a:t>
            </a:fld>
            <a:endParaRPr lang="en-US"/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53287" name="Object 7"/>
          <p:cNvGraphicFramePr>
            <a:graphicFrameLocks noChangeAspect="1"/>
          </p:cNvGraphicFramePr>
          <p:nvPr/>
        </p:nvGraphicFramePr>
        <p:xfrm>
          <a:off x="3810000" y="1447800"/>
          <a:ext cx="1714500" cy="419100"/>
        </p:xfrm>
        <a:graphic>
          <a:graphicData uri="http://schemas.openxmlformats.org/presentationml/2006/ole">
            <p:oleObj spid="_x0000_s353287" name="Equation" r:id="rId3" imgW="1714320" imgH="419040" progId="Equation.3">
              <p:embed/>
            </p:oleObj>
          </a:graphicData>
        </a:graphic>
      </p:graphicFrame>
      <p:graphicFrame>
        <p:nvGraphicFramePr>
          <p:cNvPr id="353297" name="Object 17"/>
          <p:cNvGraphicFramePr>
            <a:graphicFrameLocks noChangeAspect="1"/>
          </p:cNvGraphicFramePr>
          <p:nvPr/>
        </p:nvGraphicFramePr>
        <p:xfrm>
          <a:off x="438150" y="334963"/>
          <a:ext cx="1714500" cy="419100"/>
        </p:xfrm>
        <a:graphic>
          <a:graphicData uri="http://schemas.openxmlformats.org/presentationml/2006/ole">
            <p:oleObj spid="_x0000_s353297" name="Equation" r:id="rId4" imgW="1714320" imgH="419040" progId="Equation.3">
              <p:embed/>
            </p:oleObj>
          </a:graphicData>
        </a:graphic>
      </p:graphicFrame>
      <p:graphicFrame>
        <p:nvGraphicFramePr>
          <p:cNvPr id="353298" name="Object 18"/>
          <p:cNvGraphicFramePr>
            <a:graphicFrameLocks noChangeAspect="1"/>
          </p:cNvGraphicFramePr>
          <p:nvPr/>
        </p:nvGraphicFramePr>
        <p:xfrm>
          <a:off x="3384550" y="279400"/>
          <a:ext cx="2463800" cy="531813"/>
        </p:xfrm>
        <a:graphic>
          <a:graphicData uri="http://schemas.openxmlformats.org/presentationml/2006/ole">
            <p:oleObj spid="_x0000_s353298" name="Equation" r:id="rId5" imgW="2463480" imgH="533160" progId="Equation.3">
              <p:embed/>
            </p:oleObj>
          </a:graphicData>
        </a:graphic>
      </p:graphicFrame>
      <p:graphicFrame>
        <p:nvGraphicFramePr>
          <p:cNvPr id="353299" name="Object 19"/>
          <p:cNvGraphicFramePr>
            <a:graphicFrameLocks noChangeAspect="1"/>
          </p:cNvGraphicFramePr>
          <p:nvPr/>
        </p:nvGraphicFramePr>
        <p:xfrm>
          <a:off x="6826250" y="279400"/>
          <a:ext cx="2235200" cy="531813"/>
        </p:xfrm>
        <a:graphic>
          <a:graphicData uri="http://schemas.openxmlformats.org/presentationml/2006/ole">
            <p:oleObj spid="_x0000_s353299" name="Equation" r:id="rId6" imgW="2234880" imgH="533160" progId="Equation.3">
              <p:embed/>
            </p:oleObj>
          </a:graphicData>
        </a:graphic>
      </p:graphicFrame>
      <p:sp>
        <p:nvSpPr>
          <p:cNvPr id="353308" name="Oval 28"/>
          <p:cNvSpPr>
            <a:spLocks noChangeArrowheads="1"/>
          </p:cNvSpPr>
          <p:nvPr/>
        </p:nvSpPr>
        <p:spPr bwMode="auto">
          <a:xfrm>
            <a:off x="4191000" y="205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3309" name="Line 29"/>
          <p:cNvSpPr>
            <a:spLocks noChangeShapeType="1"/>
          </p:cNvSpPr>
          <p:nvPr/>
        </p:nvSpPr>
        <p:spPr bwMode="auto">
          <a:xfrm flipH="1">
            <a:off x="3048000" y="2590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3310" name="Line 30"/>
          <p:cNvSpPr>
            <a:spLocks noChangeShapeType="1"/>
          </p:cNvSpPr>
          <p:nvPr/>
        </p:nvSpPr>
        <p:spPr bwMode="auto">
          <a:xfrm>
            <a:off x="4724400" y="25908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53311" name="Object 31"/>
          <p:cNvGraphicFramePr>
            <a:graphicFrameLocks noChangeAspect="1"/>
          </p:cNvGraphicFramePr>
          <p:nvPr/>
        </p:nvGraphicFramePr>
        <p:xfrm>
          <a:off x="4356100" y="2127250"/>
          <a:ext cx="303213" cy="381000"/>
        </p:xfrm>
        <a:graphic>
          <a:graphicData uri="http://schemas.openxmlformats.org/presentationml/2006/ole">
            <p:oleObj spid="_x0000_s353311" name="Equation" r:id="rId7" imgW="304560" imgH="380880" progId="Equation.3">
              <p:embed/>
            </p:oleObj>
          </a:graphicData>
        </a:graphic>
      </p:graphicFrame>
      <p:sp>
        <p:nvSpPr>
          <p:cNvPr id="353312" name="Oval 32"/>
          <p:cNvSpPr>
            <a:spLocks noChangeArrowheads="1"/>
          </p:cNvSpPr>
          <p:nvPr/>
        </p:nvSpPr>
        <p:spPr bwMode="auto">
          <a:xfrm>
            <a:off x="26670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3313" name="Oval 33"/>
          <p:cNvSpPr>
            <a:spLocks noChangeArrowheads="1"/>
          </p:cNvSpPr>
          <p:nvPr/>
        </p:nvSpPr>
        <p:spPr bwMode="auto">
          <a:xfrm>
            <a:off x="58674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53314" name="Object 34"/>
          <p:cNvGraphicFramePr>
            <a:graphicFrameLocks noChangeAspect="1"/>
          </p:cNvGraphicFramePr>
          <p:nvPr/>
        </p:nvGraphicFramePr>
        <p:xfrm>
          <a:off x="6019800" y="3352800"/>
          <a:ext cx="330200" cy="368300"/>
        </p:xfrm>
        <a:graphic>
          <a:graphicData uri="http://schemas.openxmlformats.org/presentationml/2006/ole">
            <p:oleObj spid="_x0000_s353314" name="Equation" r:id="rId8" imgW="330120" imgH="368280" progId="Equation.3">
              <p:embed/>
            </p:oleObj>
          </a:graphicData>
        </a:graphic>
      </p:graphicFrame>
      <p:graphicFrame>
        <p:nvGraphicFramePr>
          <p:cNvPr id="353315" name="Object 35"/>
          <p:cNvGraphicFramePr>
            <a:graphicFrameLocks noChangeAspect="1"/>
          </p:cNvGraphicFramePr>
          <p:nvPr/>
        </p:nvGraphicFramePr>
        <p:xfrm>
          <a:off x="2743200" y="3352800"/>
          <a:ext cx="330200" cy="368300"/>
        </p:xfrm>
        <a:graphic>
          <a:graphicData uri="http://schemas.openxmlformats.org/presentationml/2006/ole">
            <p:oleObj spid="_x0000_s353315" name="Equation" r:id="rId9" imgW="33012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0C630-0CC1-4478-BDDF-0202BC338BAD}" type="slidenum">
              <a:rPr lang="en-US"/>
              <a:pPr/>
              <a:t>22</a:t>
            </a:fld>
            <a:endParaRPr lang="en-US"/>
          </a:p>
        </p:txBody>
      </p:sp>
      <p:graphicFrame>
        <p:nvGraphicFramePr>
          <p:cNvPr id="432128" name="Object 1024"/>
          <p:cNvGraphicFramePr>
            <a:graphicFrameLocks noChangeAspect="1"/>
          </p:cNvGraphicFramePr>
          <p:nvPr/>
        </p:nvGraphicFramePr>
        <p:xfrm>
          <a:off x="438150" y="334963"/>
          <a:ext cx="1714500" cy="419100"/>
        </p:xfrm>
        <a:graphic>
          <a:graphicData uri="http://schemas.openxmlformats.org/presentationml/2006/ole">
            <p:oleObj spid="_x0000_s432128" name="Equation" r:id="rId3" imgW="1714320" imgH="419040" progId="Equation.3">
              <p:embed/>
            </p:oleObj>
          </a:graphicData>
        </a:graphic>
      </p:graphicFrame>
      <p:graphicFrame>
        <p:nvGraphicFramePr>
          <p:cNvPr id="432129" name="Object 1025"/>
          <p:cNvGraphicFramePr>
            <a:graphicFrameLocks noChangeAspect="1"/>
          </p:cNvGraphicFramePr>
          <p:nvPr/>
        </p:nvGraphicFramePr>
        <p:xfrm>
          <a:off x="3384550" y="279400"/>
          <a:ext cx="2463800" cy="531813"/>
        </p:xfrm>
        <a:graphic>
          <a:graphicData uri="http://schemas.openxmlformats.org/presentationml/2006/ole">
            <p:oleObj spid="_x0000_s432129" name="Equation" r:id="rId4" imgW="2463480" imgH="533160" progId="Equation.3">
              <p:embed/>
            </p:oleObj>
          </a:graphicData>
        </a:graphic>
      </p:graphicFrame>
      <p:graphicFrame>
        <p:nvGraphicFramePr>
          <p:cNvPr id="432130" name="Object 1026"/>
          <p:cNvGraphicFramePr>
            <a:graphicFrameLocks noChangeAspect="1"/>
          </p:cNvGraphicFramePr>
          <p:nvPr/>
        </p:nvGraphicFramePr>
        <p:xfrm>
          <a:off x="6826250" y="279400"/>
          <a:ext cx="2235200" cy="531813"/>
        </p:xfrm>
        <a:graphic>
          <a:graphicData uri="http://schemas.openxmlformats.org/presentationml/2006/ole">
            <p:oleObj spid="_x0000_s432130" name="Equation" r:id="rId5" imgW="2234880" imgH="533160" progId="Equation.3">
              <p:embed/>
            </p:oleObj>
          </a:graphicData>
        </a:graphic>
      </p:graphicFrame>
      <p:graphicFrame>
        <p:nvGraphicFramePr>
          <p:cNvPr id="432131" name="Object 1027"/>
          <p:cNvGraphicFramePr>
            <a:graphicFrameLocks noChangeAspect="1"/>
          </p:cNvGraphicFramePr>
          <p:nvPr/>
        </p:nvGraphicFramePr>
        <p:xfrm>
          <a:off x="2819400" y="1447800"/>
          <a:ext cx="3556000" cy="419100"/>
        </p:xfrm>
        <a:graphic>
          <a:graphicData uri="http://schemas.openxmlformats.org/presentationml/2006/ole">
            <p:oleObj spid="_x0000_s432131" name="Equation" r:id="rId6" imgW="3555720" imgH="419040" progId="Equation.3">
              <p:embed/>
            </p:oleObj>
          </a:graphicData>
        </a:graphic>
      </p:graphicFrame>
      <p:sp>
        <p:nvSpPr>
          <p:cNvPr id="354339" name="Line 35"/>
          <p:cNvSpPr>
            <a:spLocks noChangeShapeType="1"/>
          </p:cNvSpPr>
          <p:nvPr/>
        </p:nvSpPr>
        <p:spPr bwMode="auto">
          <a:xfrm flipH="1">
            <a:off x="18288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40" name="Line 36"/>
          <p:cNvSpPr>
            <a:spLocks noChangeShapeType="1"/>
          </p:cNvSpPr>
          <p:nvPr/>
        </p:nvSpPr>
        <p:spPr bwMode="auto">
          <a:xfrm>
            <a:off x="2971800" y="3810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41" name="Oval 37"/>
          <p:cNvSpPr>
            <a:spLocks noChangeArrowheads="1"/>
          </p:cNvSpPr>
          <p:nvPr/>
        </p:nvSpPr>
        <p:spPr bwMode="auto">
          <a:xfrm>
            <a:off x="137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42" name="Oval 38"/>
          <p:cNvSpPr>
            <a:spLocks noChangeArrowheads="1"/>
          </p:cNvSpPr>
          <p:nvPr/>
        </p:nvSpPr>
        <p:spPr bwMode="auto">
          <a:xfrm>
            <a:off x="26670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43" name="Oval 39"/>
          <p:cNvSpPr>
            <a:spLocks noChangeArrowheads="1"/>
          </p:cNvSpPr>
          <p:nvPr/>
        </p:nvSpPr>
        <p:spPr bwMode="auto">
          <a:xfrm>
            <a:off x="3886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44" name="Line 40"/>
          <p:cNvSpPr>
            <a:spLocks noChangeShapeType="1"/>
          </p:cNvSpPr>
          <p:nvPr/>
        </p:nvSpPr>
        <p:spPr bwMode="auto">
          <a:xfrm>
            <a:off x="32004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2132" name="Object 1028"/>
          <p:cNvGraphicFramePr>
            <a:graphicFrameLocks noChangeAspect="1"/>
          </p:cNvGraphicFramePr>
          <p:nvPr/>
        </p:nvGraphicFramePr>
        <p:xfrm>
          <a:off x="1524000" y="4800600"/>
          <a:ext cx="265113" cy="279400"/>
        </p:xfrm>
        <a:graphic>
          <a:graphicData uri="http://schemas.openxmlformats.org/presentationml/2006/ole">
            <p:oleObj spid="_x0000_s432132" name="Equation" r:id="rId7" imgW="266400" imgH="279360" progId="Equation.3">
              <p:embed/>
            </p:oleObj>
          </a:graphicData>
        </a:graphic>
      </p:graphicFrame>
      <p:graphicFrame>
        <p:nvGraphicFramePr>
          <p:cNvPr id="432133" name="Object 1029"/>
          <p:cNvGraphicFramePr>
            <a:graphicFrameLocks noChangeAspect="1"/>
          </p:cNvGraphicFramePr>
          <p:nvPr/>
        </p:nvGraphicFramePr>
        <p:xfrm>
          <a:off x="2819400" y="4800600"/>
          <a:ext cx="265113" cy="279400"/>
        </p:xfrm>
        <a:graphic>
          <a:graphicData uri="http://schemas.openxmlformats.org/presentationml/2006/ole">
            <p:oleObj spid="_x0000_s432133" name="Equation" r:id="rId8" imgW="266400" imgH="279360" progId="Equation.3">
              <p:embed/>
            </p:oleObj>
          </a:graphicData>
        </a:graphic>
      </p:graphicFrame>
      <p:graphicFrame>
        <p:nvGraphicFramePr>
          <p:cNvPr id="432134" name="Object 1030"/>
          <p:cNvGraphicFramePr>
            <a:graphicFrameLocks noChangeAspect="1"/>
          </p:cNvGraphicFramePr>
          <p:nvPr/>
        </p:nvGraphicFramePr>
        <p:xfrm>
          <a:off x="4038600" y="4724400"/>
          <a:ext cx="330200" cy="368300"/>
        </p:xfrm>
        <a:graphic>
          <a:graphicData uri="http://schemas.openxmlformats.org/presentationml/2006/ole">
            <p:oleObj spid="_x0000_s432134" name="Equation" r:id="rId9" imgW="330120" imgH="368280" progId="Equation.3">
              <p:embed/>
            </p:oleObj>
          </a:graphicData>
        </a:graphic>
      </p:graphicFrame>
      <p:sp>
        <p:nvSpPr>
          <p:cNvPr id="354348" name="Oval 44"/>
          <p:cNvSpPr>
            <a:spLocks noChangeArrowheads="1"/>
          </p:cNvSpPr>
          <p:nvPr/>
        </p:nvSpPr>
        <p:spPr bwMode="auto">
          <a:xfrm>
            <a:off x="4191000" y="205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49" name="Line 45"/>
          <p:cNvSpPr>
            <a:spLocks noChangeShapeType="1"/>
          </p:cNvSpPr>
          <p:nvPr/>
        </p:nvSpPr>
        <p:spPr bwMode="auto">
          <a:xfrm flipH="1">
            <a:off x="3048000" y="2590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50" name="Line 46"/>
          <p:cNvSpPr>
            <a:spLocks noChangeShapeType="1"/>
          </p:cNvSpPr>
          <p:nvPr/>
        </p:nvSpPr>
        <p:spPr bwMode="auto">
          <a:xfrm>
            <a:off x="4724400" y="25908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2135" name="Object 1031"/>
          <p:cNvGraphicFramePr>
            <a:graphicFrameLocks noChangeAspect="1"/>
          </p:cNvGraphicFramePr>
          <p:nvPr/>
        </p:nvGraphicFramePr>
        <p:xfrm>
          <a:off x="4356100" y="2127250"/>
          <a:ext cx="303213" cy="381000"/>
        </p:xfrm>
        <a:graphic>
          <a:graphicData uri="http://schemas.openxmlformats.org/presentationml/2006/ole">
            <p:oleObj spid="_x0000_s432135" name="Equation" r:id="rId10" imgW="304560" imgH="380880" progId="Equation.3">
              <p:embed/>
            </p:oleObj>
          </a:graphicData>
        </a:graphic>
      </p:graphicFrame>
      <p:sp>
        <p:nvSpPr>
          <p:cNvPr id="354352" name="Oval 48"/>
          <p:cNvSpPr>
            <a:spLocks noChangeArrowheads="1"/>
          </p:cNvSpPr>
          <p:nvPr/>
        </p:nvSpPr>
        <p:spPr bwMode="auto">
          <a:xfrm>
            <a:off x="26670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53" name="Oval 49"/>
          <p:cNvSpPr>
            <a:spLocks noChangeArrowheads="1"/>
          </p:cNvSpPr>
          <p:nvPr/>
        </p:nvSpPr>
        <p:spPr bwMode="auto">
          <a:xfrm>
            <a:off x="58674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2136" name="Object 1032"/>
          <p:cNvGraphicFramePr>
            <a:graphicFrameLocks noChangeAspect="1"/>
          </p:cNvGraphicFramePr>
          <p:nvPr/>
        </p:nvGraphicFramePr>
        <p:xfrm>
          <a:off x="6019800" y="3352800"/>
          <a:ext cx="330200" cy="368300"/>
        </p:xfrm>
        <a:graphic>
          <a:graphicData uri="http://schemas.openxmlformats.org/presentationml/2006/ole">
            <p:oleObj spid="_x0000_s432136" name="Equation" r:id="rId11" imgW="330120" imgH="368280" progId="Equation.3">
              <p:embed/>
            </p:oleObj>
          </a:graphicData>
        </a:graphic>
      </p:graphicFrame>
      <p:graphicFrame>
        <p:nvGraphicFramePr>
          <p:cNvPr id="432137" name="Object 1033"/>
          <p:cNvGraphicFramePr>
            <a:graphicFrameLocks noChangeAspect="1"/>
          </p:cNvGraphicFramePr>
          <p:nvPr/>
        </p:nvGraphicFramePr>
        <p:xfrm>
          <a:off x="2743200" y="3352800"/>
          <a:ext cx="330200" cy="368300"/>
        </p:xfrm>
        <a:graphic>
          <a:graphicData uri="http://schemas.openxmlformats.org/presentationml/2006/ole">
            <p:oleObj spid="_x0000_s432137" name="Equation" r:id="rId12" imgW="33012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26A4-FDAD-474D-82D7-0F4BEAAE4E85}" type="slidenum">
              <a:rPr lang="en-US"/>
              <a:pPr/>
              <a:t>23</a:t>
            </a:fld>
            <a:endParaRPr lang="en-US"/>
          </a:p>
        </p:txBody>
      </p:sp>
      <p:graphicFrame>
        <p:nvGraphicFramePr>
          <p:cNvPr id="433152" name="Object 1024"/>
          <p:cNvGraphicFramePr>
            <a:graphicFrameLocks noChangeAspect="1"/>
          </p:cNvGraphicFramePr>
          <p:nvPr/>
        </p:nvGraphicFramePr>
        <p:xfrm>
          <a:off x="438150" y="334963"/>
          <a:ext cx="1714500" cy="419100"/>
        </p:xfrm>
        <a:graphic>
          <a:graphicData uri="http://schemas.openxmlformats.org/presentationml/2006/ole">
            <p:oleObj spid="_x0000_s433152" name="Equation" r:id="rId3" imgW="1714320" imgH="419040" progId="Equation.3">
              <p:embed/>
            </p:oleObj>
          </a:graphicData>
        </a:graphic>
      </p:graphicFrame>
      <p:graphicFrame>
        <p:nvGraphicFramePr>
          <p:cNvPr id="433153" name="Object 1025"/>
          <p:cNvGraphicFramePr>
            <a:graphicFrameLocks noChangeAspect="1"/>
          </p:cNvGraphicFramePr>
          <p:nvPr/>
        </p:nvGraphicFramePr>
        <p:xfrm>
          <a:off x="3384550" y="279400"/>
          <a:ext cx="2463800" cy="531813"/>
        </p:xfrm>
        <a:graphic>
          <a:graphicData uri="http://schemas.openxmlformats.org/presentationml/2006/ole">
            <p:oleObj spid="_x0000_s433153" name="Equation" r:id="rId4" imgW="2463480" imgH="533160" progId="Equation.3">
              <p:embed/>
            </p:oleObj>
          </a:graphicData>
        </a:graphic>
      </p:graphicFrame>
      <p:graphicFrame>
        <p:nvGraphicFramePr>
          <p:cNvPr id="433154" name="Object 1026"/>
          <p:cNvGraphicFramePr>
            <a:graphicFrameLocks noChangeAspect="1"/>
          </p:cNvGraphicFramePr>
          <p:nvPr/>
        </p:nvGraphicFramePr>
        <p:xfrm>
          <a:off x="6826250" y="279400"/>
          <a:ext cx="2235200" cy="531813"/>
        </p:xfrm>
        <a:graphic>
          <a:graphicData uri="http://schemas.openxmlformats.org/presentationml/2006/ole">
            <p:oleObj spid="_x0000_s433154" name="Equation" r:id="rId5" imgW="2234880" imgH="533160" progId="Equation.3">
              <p:embed/>
            </p:oleObj>
          </a:graphicData>
        </a:graphic>
      </p:graphicFrame>
      <p:graphicFrame>
        <p:nvGraphicFramePr>
          <p:cNvPr id="433155" name="Object 1027"/>
          <p:cNvGraphicFramePr>
            <a:graphicFrameLocks noChangeAspect="1"/>
          </p:cNvGraphicFramePr>
          <p:nvPr/>
        </p:nvGraphicFramePr>
        <p:xfrm>
          <a:off x="1828800" y="1447800"/>
          <a:ext cx="5651500" cy="428625"/>
        </p:xfrm>
        <a:graphic>
          <a:graphicData uri="http://schemas.openxmlformats.org/presentationml/2006/ole">
            <p:oleObj spid="_x0000_s433155" name="Equation" r:id="rId6" imgW="5651280" imgH="431640" progId="Equation.3">
              <p:embed/>
            </p:oleObj>
          </a:graphicData>
        </a:graphic>
      </p:graphicFrame>
      <p:sp>
        <p:nvSpPr>
          <p:cNvPr id="355357" name="Oval 29"/>
          <p:cNvSpPr>
            <a:spLocks noChangeArrowheads="1"/>
          </p:cNvSpPr>
          <p:nvPr/>
        </p:nvSpPr>
        <p:spPr bwMode="auto">
          <a:xfrm>
            <a:off x="4191000" y="205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58" name="Line 30"/>
          <p:cNvSpPr>
            <a:spLocks noChangeShapeType="1"/>
          </p:cNvSpPr>
          <p:nvPr/>
        </p:nvSpPr>
        <p:spPr bwMode="auto">
          <a:xfrm flipH="1">
            <a:off x="3048000" y="2590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59" name="Line 31"/>
          <p:cNvSpPr>
            <a:spLocks noChangeShapeType="1"/>
          </p:cNvSpPr>
          <p:nvPr/>
        </p:nvSpPr>
        <p:spPr bwMode="auto">
          <a:xfrm>
            <a:off x="4724400" y="25908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3156" name="Object 1028"/>
          <p:cNvGraphicFramePr>
            <a:graphicFrameLocks noChangeAspect="1"/>
          </p:cNvGraphicFramePr>
          <p:nvPr/>
        </p:nvGraphicFramePr>
        <p:xfrm>
          <a:off x="4356100" y="2127250"/>
          <a:ext cx="303213" cy="381000"/>
        </p:xfrm>
        <a:graphic>
          <a:graphicData uri="http://schemas.openxmlformats.org/presentationml/2006/ole">
            <p:oleObj spid="_x0000_s433156" name="Equation" r:id="rId7" imgW="304560" imgH="380880" progId="Equation.3">
              <p:embed/>
            </p:oleObj>
          </a:graphicData>
        </a:graphic>
      </p:graphicFrame>
      <p:sp>
        <p:nvSpPr>
          <p:cNvPr id="355361" name="Oval 33"/>
          <p:cNvSpPr>
            <a:spLocks noChangeArrowheads="1"/>
          </p:cNvSpPr>
          <p:nvPr/>
        </p:nvSpPr>
        <p:spPr bwMode="auto">
          <a:xfrm>
            <a:off x="26670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62" name="Oval 34"/>
          <p:cNvSpPr>
            <a:spLocks noChangeArrowheads="1"/>
          </p:cNvSpPr>
          <p:nvPr/>
        </p:nvSpPr>
        <p:spPr bwMode="auto">
          <a:xfrm>
            <a:off x="58674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3157" name="Object 1029"/>
          <p:cNvGraphicFramePr>
            <a:graphicFrameLocks noChangeAspect="1"/>
          </p:cNvGraphicFramePr>
          <p:nvPr/>
        </p:nvGraphicFramePr>
        <p:xfrm>
          <a:off x="6019800" y="3352800"/>
          <a:ext cx="330200" cy="368300"/>
        </p:xfrm>
        <a:graphic>
          <a:graphicData uri="http://schemas.openxmlformats.org/presentationml/2006/ole">
            <p:oleObj spid="_x0000_s433157" name="Equation" r:id="rId8" imgW="330120" imgH="368280" progId="Equation.3">
              <p:embed/>
            </p:oleObj>
          </a:graphicData>
        </a:graphic>
      </p:graphicFrame>
      <p:graphicFrame>
        <p:nvGraphicFramePr>
          <p:cNvPr id="433158" name="Object 1030"/>
          <p:cNvGraphicFramePr>
            <a:graphicFrameLocks noChangeAspect="1"/>
          </p:cNvGraphicFramePr>
          <p:nvPr/>
        </p:nvGraphicFramePr>
        <p:xfrm>
          <a:off x="2743200" y="3352800"/>
          <a:ext cx="330200" cy="368300"/>
        </p:xfrm>
        <a:graphic>
          <a:graphicData uri="http://schemas.openxmlformats.org/presentationml/2006/ole">
            <p:oleObj spid="_x0000_s433158" name="Equation" r:id="rId9" imgW="330120" imgH="368280" progId="Equation.3">
              <p:embed/>
            </p:oleObj>
          </a:graphicData>
        </a:graphic>
      </p:graphicFrame>
      <p:sp>
        <p:nvSpPr>
          <p:cNvPr id="355365" name="Line 37"/>
          <p:cNvSpPr>
            <a:spLocks noChangeShapeType="1"/>
          </p:cNvSpPr>
          <p:nvPr/>
        </p:nvSpPr>
        <p:spPr bwMode="auto">
          <a:xfrm flipH="1">
            <a:off x="18288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66" name="Line 38"/>
          <p:cNvSpPr>
            <a:spLocks noChangeShapeType="1"/>
          </p:cNvSpPr>
          <p:nvPr/>
        </p:nvSpPr>
        <p:spPr bwMode="auto">
          <a:xfrm>
            <a:off x="2971800" y="3810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67" name="Oval 39"/>
          <p:cNvSpPr>
            <a:spLocks noChangeArrowheads="1"/>
          </p:cNvSpPr>
          <p:nvPr/>
        </p:nvSpPr>
        <p:spPr bwMode="auto">
          <a:xfrm>
            <a:off x="137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68" name="Oval 40"/>
          <p:cNvSpPr>
            <a:spLocks noChangeArrowheads="1"/>
          </p:cNvSpPr>
          <p:nvPr/>
        </p:nvSpPr>
        <p:spPr bwMode="auto">
          <a:xfrm>
            <a:off x="26670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69" name="Oval 41"/>
          <p:cNvSpPr>
            <a:spLocks noChangeArrowheads="1"/>
          </p:cNvSpPr>
          <p:nvPr/>
        </p:nvSpPr>
        <p:spPr bwMode="auto">
          <a:xfrm>
            <a:off x="3886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5370" name="Line 42"/>
          <p:cNvSpPr>
            <a:spLocks noChangeShapeType="1"/>
          </p:cNvSpPr>
          <p:nvPr/>
        </p:nvSpPr>
        <p:spPr bwMode="auto">
          <a:xfrm>
            <a:off x="32004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3159" name="Object 1031"/>
          <p:cNvGraphicFramePr>
            <a:graphicFrameLocks noChangeAspect="1"/>
          </p:cNvGraphicFramePr>
          <p:nvPr/>
        </p:nvGraphicFramePr>
        <p:xfrm>
          <a:off x="1524000" y="4800600"/>
          <a:ext cx="265113" cy="279400"/>
        </p:xfrm>
        <a:graphic>
          <a:graphicData uri="http://schemas.openxmlformats.org/presentationml/2006/ole">
            <p:oleObj spid="_x0000_s433159" name="Equation" r:id="rId10" imgW="266400" imgH="279360" progId="Equation.3">
              <p:embed/>
            </p:oleObj>
          </a:graphicData>
        </a:graphic>
      </p:graphicFrame>
      <p:graphicFrame>
        <p:nvGraphicFramePr>
          <p:cNvPr id="433160" name="Object 1032"/>
          <p:cNvGraphicFramePr>
            <a:graphicFrameLocks noChangeAspect="1"/>
          </p:cNvGraphicFramePr>
          <p:nvPr/>
        </p:nvGraphicFramePr>
        <p:xfrm>
          <a:off x="2819400" y="4800600"/>
          <a:ext cx="265113" cy="279400"/>
        </p:xfrm>
        <a:graphic>
          <a:graphicData uri="http://schemas.openxmlformats.org/presentationml/2006/ole">
            <p:oleObj spid="_x0000_s433160" name="Equation" r:id="rId11" imgW="266400" imgH="279360" progId="Equation.3">
              <p:embed/>
            </p:oleObj>
          </a:graphicData>
        </a:graphic>
      </p:graphicFrame>
      <p:graphicFrame>
        <p:nvGraphicFramePr>
          <p:cNvPr id="433161" name="Object 1033"/>
          <p:cNvGraphicFramePr>
            <a:graphicFrameLocks noChangeAspect="1"/>
          </p:cNvGraphicFramePr>
          <p:nvPr/>
        </p:nvGraphicFramePr>
        <p:xfrm>
          <a:off x="4038600" y="4724400"/>
          <a:ext cx="330200" cy="368300"/>
        </p:xfrm>
        <a:graphic>
          <a:graphicData uri="http://schemas.openxmlformats.org/presentationml/2006/ole">
            <p:oleObj spid="_x0000_s433161" name="Equation" r:id="rId12" imgW="330120" imgH="368280" progId="Equation.3">
              <p:embed/>
            </p:oleObj>
          </a:graphicData>
        </a:graphic>
      </p:graphicFrame>
      <p:sp>
        <p:nvSpPr>
          <p:cNvPr id="355374" name="Oval 46"/>
          <p:cNvSpPr>
            <a:spLocks noChangeArrowheads="1"/>
          </p:cNvSpPr>
          <p:nvPr/>
        </p:nvSpPr>
        <p:spPr bwMode="auto">
          <a:xfrm>
            <a:off x="518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3162" name="Object 1034"/>
          <p:cNvGraphicFramePr>
            <a:graphicFrameLocks noChangeAspect="1"/>
          </p:cNvGraphicFramePr>
          <p:nvPr/>
        </p:nvGraphicFramePr>
        <p:xfrm>
          <a:off x="5334000" y="4724400"/>
          <a:ext cx="330200" cy="368300"/>
        </p:xfrm>
        <a:graphic>
          <a:graphicData uri="http://schemas.openxmlformats.org/presentationml/2006/ole">
            <p:oleObj spid="_x0000_s433162" name="Equation" r:id="rId13" imgW="330120" imgH="368280" progId="Equation.3">
              <p:embed/>
            </p:oleObj>
          </a:graphicData>
        </a:graphic>
      </p:graphicFrame>
      <p:sp>
        <p:nvSpPr>
          <p:cNvPr id="355376" name="Oval 48"/>
          <p:cNvSpPr>
            <a:spLocks noChangeArrowheads="1"/>
          </p:cNvSpPr>
          <p:nvPr/>
        </p:nvSpPr>
        <p:spPr bwMode="auto">
          <a:xfrm>
            <a:off x="6553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3163" name="Object 1035"/>
          <p:cNvGraphicFramePr>
            <a:graphicFrameLocks noChangeAspect="1"/>
          </p:cNvGraphicFramePr>
          <p:nvPr/>
        </p:nvGraphicFramePr>
        <p:xfrm>
          <a:off x="6743700" y="4713288"/>
          <a:ext cx="252413" cy="392112"/>
        </p:xfrm>
        <a:graphic>
          <a:graphicData uri="http://schemas.openxmlformats.org/presentationml/2006/ole">
            <p:oleObj spid="_x0000_s433163" name="Equation" r:id="rId14" imgW="253800" imgH="393480" progId="Equation.3">
              <p:embed/>
            </p:oleObj>
          </a:graphicData>
        </a:graphic>
      </p:graphicFrame>
      <p:sp>
        <p:nvSpPr>
          <p:cNvPr id="355378" name="Line 50"/>
          <p:cNvSpPr>
            <a:spLocks noChangeShapeType="1"/>
          </p:cNvSpPr>
          <p:nvPr/>
        </p:nvSpPr>
        <p:spPr bwMode="auto">
          <a:xfrm flipH="1">
            <a:off x="5562600" y="38100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5379" name="Line 51"/>
          <p:cNvSpPr>
            <a:spLocks noChangeShapeType="1"/>
          </p:cNvSpPr>
          <p:nvPr/>
        </p:nvSpPr>
        <p:spPr bwMode="auto">
          <a:xfrm>
            <a:off x="6400800" y="3733800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B6EEB-EC0A-4C0D-9D5E-4F07E17A34F1}" type="slidenum">
              <a:rPr lang="en-US"/>
              <a:pPr/>
              <a:t>24</a:t>
            </a:fld>
            <a:endParaRPr lang="en-US"/>
          </a:p>
        </p:txBody>
      </p:sp>
      <p:graphicFrame>
        <p:nvGraphicFramePr>
          <p:cNvPr id="434176" name="Object 1024"/>
          <p:cNvGraphicFramePr>
            <a:graphicFrameLocks noChangeAspect="1"/>
          </p:cNvGraphicFramePr>
          <p:nvPr/>
        </p:nvGraphicFramePr>
        <p:xfrm>
          <a:off x="438150" y="334963"/>
          <a:ext cx="1714500" cy="419100"/>
        </p:xfrm>
        <a:graphic>
          <a:graphicData uri="http://schemas.openxmlformats.org/presentationml/2006/ole">
            <p:oleObj spid="_x0000_s434176" name="Equation" r:id="rId3" imgW="1714320" imgH="419040" progId="Equation.3">
              <p:embed/>
            </p:oleObj>
          </a:graphicData>
        </a:graphic>
      </p:graphicFrame>
      <p:graphicFrame>
        <p:nvGraphicFramePr>
          <p:cNvPr id="434177" name="Object 1025"/>
          <p:cNvGraphicFramePr>
            <a:graphicFrameLocks noChangeAspect="1"/>
          </p:cNvGraphicFramePr>
          <p:nvPr/>
        </p:nvGraphicFramePr>
        <p:xfrm>
          <a:off x="3384550" y="279400"/>
          <a:ext cx="2463800" cy="531813"/>
        </p:xfrm>
        <a:graphic>
          <a:graphicData uri="http://schemas.openxmlformats.org/presentationml/2006/ole">
            <p:oleObj spid="_x0000_s434177" name="Equation" r:id="rId4" imgW="2463480" imgH="533160" progId="Equation.3">
              <p:embed/>
            </p:oleObj>
          </a:graphicData>
        </a:graphic>
      </p:graphicFrame>
      <p:graphicFrame>
        <p:nvGraphicFramePr>
          <p:cNvPr id="434178" name="Object 1026"/>
          <p:cNvGraphicFramePr>
            <a:graphicFrameLocks noChangeAspect="1"/>
          </p:cNvGraphicFramePr>
          <p:nvPr/>
        </p:nvGraphicFramePr>
        <p:xfrm>
          <a:off x="6826250" y="279400"/>
          <a:ext cx="2235200" cy="531813"/>
        </p:xfrm>
        <a:graphic>
          <a:graphicData uri="http://schemas.openxmlformats.org/presentationml/2006/ole">
            <p:oleObj spid="_x0000_s434178" name="Equation" r:id="rId5" imgW="2234880" imgH="533160" progId="Equation.3">
              <p:embed/>
            </p:oleObj>
          </a:graphicData>
        </a:graphic>
      </p:graphicFrame>
      <p:graphicFrame>
        <p:nvGraphicFramePr>
          <p:cNvPr id="434179" name="Object 1027"/>
          <p:cNvGraphicFramePr>
            <a:graphicFrameLocks noChangeAspect="1"/>
          </p:cNvGraphicFramePr>
          <p:nvPr/>
        </p:nvGraphicFramePr>
        <p:xfrm>
          <a:off x="685800" y="1371600"/>
          <a:ext cx="7443788" cy="430213"/>
        </p:xfrm>
        <a:graphic>
          <a:graphicData uri="http://schemas.openxmlformats.org/presentationml/2006/ole">
            <p:oleObj spid="_x0000_s434179" name="Equation" r:id="rId6" imgW="7441920" imgH="431640" progId="Equation.3">
              <p:embed/>
            </p:oleObj>
          </a:graphicData>
        </a:graphic>
      </p:graphicFrame>
      <p:sp>
        <p:nvSpPr>
          <p:cNvPr id="356358" name="Oval 6"/>
          <p:cNvSpPr>
            <a:spLocks noChangeArrowheads="1"/>
          </p:cNvSpPr>
          <p:nvPr/>
        </p:nvSpPr>
        <p:spPr bwMode="auto">
          <a:xfrm>
            <a:off x="4191000" y="205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59" name="Line 7"/>
          <p:cNvSpPr>
            <a:spLocks noChangeShapeType="1"/>
          </p:cNvSpPr>
          <p:nvPr/>
        </p:nvSpPr>
        <p:spPr bwMode="auto">
          <a:xfrm flipH="1">
            <a:off x="3048000" y="2590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60" name="Line 8"/>
          <p:cNvSpPr>
            <a:spLocks noChangeShapeType="1"/>
          </p:cNvSpPr>
          <p:nvPr/>
        </p:nvSpPr>
        <p:spPr bwMode="auto">
          <a:xfrm>
            <a:off x="4724400" y="25908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4180" name="Object 1028"/>
          <p:cNvGraphicFramePr>
            <a:graphicFrameLocks noChangeAspect="1"/>
          </p:cNvGraphicFramePr>
          <p:nvPr/>
        </p:nvGraphicFramePr>
        <p:xfrm>
          <a:off x="4356100" y="2127250"/>
          <a:ext cx="303213" cy="381000"/>
        </p:xfrm>
        <a:graphic>
          <a:graphicData uri="http://schemas.openxmlformats.org/presentationml/2006/ole">
            <p:oleObj spid="_x0000_s434180" name="Equation" r:id="rId7" imgW="304560" imgH="380880" progId="Equation.3">
              <p:embed/>
            </p:oleObj>
          </a:graphicData>
        </a:graphic>
      </p:graphicFrame>
      <p:sp>
        <p:nvSpPr>
          <p:cNvPr id="356362" name="Oval 10"/>
          <p:cNvSpPr>
            <a:spLocks noChangeArrowheads="1"/>
          </p:cNvSpPr>
          <p:nvPr/>
        </p:nvSpPr>
        <p:spPr bwMode="auto">
          <a:xfrm>
            <a:off x="26670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63" name="Oval 11"/>
          <p:cNvSpPr>
            <a:spLocks noChangeArrowheads="1"/>
          </p:cNvSpPr>
          <p:nvPr/>
        </p:nvSpPr>
        <p:spPr bwMode="auto">
          <a:xfrm>
            <a:off x="58674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4181" name="Object 1029"/>
          <p:cNvGraphicFramePr>
            <a:graphicFrameLocks noChangeAspect="1"/>
          </p:cNvGraphicFramePr>
          <p:nvPr/>
        </p:nvGraphicFramePr>
        <p:xfrm>
          <a:off x="6019800" y="3352800"/>
          <a:ext cx="330200" cy="368300"/>
        </p:xfrm>
        <a:graphic>
          <a:graphicData uri="http://schemas.openxmlformats.org/presentationml/2006/ole">
            <p:oleObj spid="_x0000_s434181" name="Equation" r:id="rId8" imgW="330120" imgH="368280" progId="Equation.3">
              <p:embed/>
            </p:oleObj>
          </a:graphicData>
        </a:graphic>
      </p:graphicFrame>
      <p:graphicFrame>
        <p:nvGraphicFramePr>
          <p:cNvPr id="434182" name="Object 1030"/>
          <p:cNvGraphicFramePr>
            <a:graphicFrameLocks noChangeAspect="1"/>
          </p:cNvGraphicFramePr>
          <p:nvPr/>
        </p:nvGraphicFramePr>
        <p:xfrm>
          <a:off x="2743200" y="3352800"/>
          <a:ext cx="330200" cy="368300"/>
        </p:xfrm>
        <a:graphic>
          <a:graphicData uri="http://schemas.openxmlformats.org/presentationml/2006/ole">
            <p:oleObj spid="_x0000_s434182" name="Equation" r:id="rId9" imgW="330120" imgH="368280" progId="Equation.3">
              <p:embed/>
            </p:oleObj>
          </a:graphicData>
        </a:graphic>
      </p:graphicFrame>
      <p:sp>
        <p:nvSpPr>
          <p:cNvPr id="356366" name="Line 14"/>
          <p:cNvSpPr>
            <a:spLocks noChangeShapeType="1"/>
          </p:cNvSpPr>
          <p:nvPr/>
        </p:nvSpPr>
        <p:spPr bwMode="auto">
          <a:xfrm flipH="1">
            <a:off x="18288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67" name="Line 15"/>
          <p:cNvSpPr>
            <a:spLocks noChangeShapeType="1"/>
          </p:cNvSpPr>
          <p:nvPr/>
        </p:nvSpPr>
        <p:spPr bwMode="auto">
          <a:xfrm>
            <a:off x="2971800" y="3810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68" name="Oval 16"/>
          <p:cNvSpPr>
            <a:spLocks noChangeArrowheads="1"/>
          </p:cNvSpPr>
          <p:nvPr/>
        </p:nvSpPr>
        <p:spPr bwMode="auto">
          <a:xfrm>
            <a:off x="137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69" name="Oval 17"/>
          <p:cNvSpPr>
            <a:spLocks noChangeArrowheads="1"/>
          </p:cNvSpPr>
          <p:nvPr/>
        </p:nvSpPr>
        <p:spPr bwMode="auto">
          <a:xfrm>
            <a:off x="26670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70" name="Oval 18"/>
          <p:cNvSpPr>
            <a:spLocks noChangeArrowheads="1"/>
          </p:cNvSpPr>
          <p:nvPr/>
        </p:nvSpPr>
        <p:spPr bwMode="auto">
          <a:xfrm>
            <a:off x="3886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71" name="Line 19"/>
          <p:cNvSpPr>
            <a:spLocks noChangeShapeType="1"/>
          </p:cNvSpPr>
          <p:nvPr/>
        </p:nvSpPr>
        <p:spPr bwMode="auto">
          <a:xfrm>
            <a:off x="32004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4183" name="Object 1031"/>
          <p:cNvGraphicFramePr>
            <a:graphicFrameLocks noChangeAspect="1"/>
          </p:cNvGraphicFramePr>
          <p:nvPr/>
        </p:nvGraphicFramePr>
        <p:xfrm>
          <a:off x="1524000" y="4800600"/>
          <a:ext cx="265113" cy="279400"/>
        </p:xfrm>
        <a:graphic>
          <a:graphicData uri="http://schemas.openxmlformats.org/presentationml/2006/ole">
            <p:oleObj spid="_x0000_s434183" name="Equation" r:id="rId10" imgW="266400" imgH="279360" progId="Equation.3">
              <p:embed/>
            </p:oleObj>
          </a:graphicData>
        </a:graphic>
      </p:graphicFrame>
      <p:graphicFrame>
        <p:nvGraphicFramePr>
          <p:cNvPr id="434184" name="Object 1032"/>
          <p:cNvGraphicFramePr>
            <a:graphicFrameLocks noChangeAspect="1"/>
          </p:cNvGraphicFramePr>
          <p:nvPr/>
        </p:nvGraphicFramePr>
        <p:xfrm>
          <a:off x="2819400" y="4800600"/>
          <a:ext cx="265113" cy="279400"/>
        </p:xfrm>
        <a:graphic>
          <a:graphicData uri="http://schemas.openxmlformats.org/presentationml/2006/ole">
            <p:oleObj spid="_x0000_s434184" name="Equation" r:id="rId11" imgW="266400" imgH="279360" progId="Equation.3">
              <p:embed/>
            </p:oleObj>
          </a:graphicData>
        </a:graphic>
      </p:graphicFrame>
      <p:graphicFrame>
        <p:nvGraphicFramePr>
          <p:cNvPr id="434185" name="Object 1033"/>
          <p:cNvGraphicFramePr>
            <a:graphicFrameLocks noChangeAspect="1"/>
          </p:cNvGraphicFramePr>
          <p:nvPr/>
        </p:nvGraphicFramePr>
        <p:xfrm>
          <a:off x="4038600" y="4724400"/>
          <a:ext cx="330200" cy="368300"/>
        </p:xfrm>
        <a:graphic>
          <a:graphicData uri="http://schemas.openxmlformats.org/presentationml/2006/ole">
            <p:oleObj spid="_x0000_s434185" name="Equation" r:id="rId12" imgW="330120" imgH="368280" progId="Equation.3">
              <p:embed/>
            </p:oleObj>
          </a:graphicData>
        </a:graphic>
      </p:graphicFrame>
      <p:sp>
        <p:nvSpPr>
          <p:cNvPr id="356375" name="Oval 23"/>
          <p:cNvSpPr>
            <a:spLocks noChangeArrowheads="1"/>
          </p:cNvSpPr>
          <p:nvPr/>
        </p:nvSpPr>
        <p:spPr bwMode="auto">
          <a:xfrm>
            <a:off x="518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4186" name="Object 1034"/>
          <p:cNvGraphicFramePr>
            <a:graphicFrameLocks noChangeAspect="1"/>
          </p:cNvGraphicFramePr>
          <p:nvPr/>
        </p:nvGraphicFramePr>
        <p:xfrm>
          <a:off x="5334000" y="4724400"/>
          <a:ext cx="330200" cy="368300"/>
        </p:xfrm>
        <a:graphic>
          <a:graphicData uri="http://schemas.openxmlformats.org/presentationml/2006/ole">
            <p:oleObj spid="_x0000_s434186" name="Equation" r:id="rId13" imgW="330120" imgH="368280" progId="Equation.3">
              <p:embed/>
            </p:oleObj>
          </a:graphicData>
        </a:graphic>
      </p:graphicFrame>
      <p:sp>
        <p:nvSpPr>
          <p:cNvPr id="356377" name="Oval 25"/>
          <p:cNvSpPr>
            <a:spLocks noChangeArrowheads="1"/>
          </p:cNvSpPr>
          <p:nvPr/>
        </p:nvSpPr>
        <p:spPr bwMode="auto">
          <a:xfrm>
            <a:off x="6553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4187" name="Object 1035"/>
          <p:cNvGraphicFramePr>
            <a:graphicFrameLocks noChangeAspect="1"/>
          </p:cNvGraphicFramePr>
          <p:nvPr/>
        </p:nvGraphicFramePr>
        <p:xfrm>
          <a:off x="6743700" y="4713288"/>
          <a:ext cx="252413" cy="392112"/>
        </p:xfrm>
        <a:graphic>
          <a:graphicData uri="http://schemas.openxmlformats.org/presentationml/2006/ole">
            <p:oleObj spid="_x0000_s434187" name="Equation" r:id="rId14" imgW="253800" imgH="393480" progId="Equation.3">
              <p:embed/>
            </p:oleObj>
          </a:graphicData>
        </a:graphic>
      </p:graphicFrame>
      <p:sp>
        <p:nvSpPr>
          <p:cNvPr id="356379" name="Line 27"/>
          <p:cNvSpPr>
            <a:spLocks noChangeShapeType="1"/>
          </p:cNvSpPr>
          <p:nvPr/>
        </p:nvSpPr>
        <p:spPr bwMode="auto">
          <a:xfrm flipH="1">
            <a:off x="5562600" y="38100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6380" name="Line 28"/>
          <p:cNvSpPr>
            <a:spLocks noChangeShapeType="1"/>
          </p:cNvSpPr>
          <p:nvPr/>
        </p:nvSpPr>
        <p:spPr bwMode="auto">
          <a:xfrm>
            <a:off x="6400800" y="3733800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81" name="Oval 29"/>
          <p:cNvSpPr>
            <a:spLocks noChangeArrowheads="1"/>
          </p:cNvSpPr>
          <p:nvPr/>
        </p:nvSpPr>
        <p:spPr bwMode="auto">
          <a:xfrm>
            <a:off x="38862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6382" name="Line 30"/>
          <p:cNvSpPr>
            <a:spLocks noChangeShapeType="1"/>
          </p:cNvSpPr>
          <p:nvPr/>
        </p:nvSpPr>
        <p:spPr bwMode="auto">
          <a:xfrm>
            <a:off x="4191000" y="525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34188" name="Object 1036"/>
          <p:cNvGraphicFramePr>
            <a:graphicFrameLocks noChangeAspect="1"/>
          </p:cNvGraphicFramePr>
          <p:nvPr/>
        </p:nvGraphicFramePr>
        <p:xfrm>
          <a:off x="4038600" y="6172200"/>
          <a:ext cx="303213" cy="381000"/>
        </p:xfrm>
        <a:graphic>
          <a:graphicData uri="http://schemas.openxmlformats.org/presentationml/2006/ole">
            <p:oleObj spid="_x0000_s434188" name="Equation" r:id="rId15" imgW="30456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6EBB-1E14-415E-A996-96F023E8B5E5}" type="slidenum">
              <a:rPr lang="en-US"/>
              <a:pPr/>
              <a:t>25</a:t>
            </a:fld>
            <a:endParaRPr lang="en-US"/>
          </a:p>
        </p:txBody>
      </p:sp>
      <p:graphicFrame>
        <p:nvGraphicFramePr>
          <p:cNvPr id="435200" name="Object 1024"/>
          <p:cNvGraphicFramePr>
            <a:graphicFrameLocks noChangeAspect="1"/>
          </p:cNvGraphicFramePr>
          <p:nvPr/>
        </p:nvGraphicFramePr>
        <p:xfrm>
          <a:off x="438150" y="334963"/>
          <a:ext cx="1714500" cy="419100"/>
        </p:xfrm>
        <a:graphic>
          <a:graphicData uri="http://schemas.openxmlformats.org/presentationml/2006/ole">
            <p:oleObj spid="_x0000_s435200" name="Equation" r:id="rId3" imgW="1714320" imgH="419040" progId="Equation.3">
              <p:embed/>
            </p:oleObj>
          </a:graphicData>
        </a:graphic>
      </p:graphicFrame>
      <p:graphicFrame>
        <p:nvGraphicFramePr>
          <p:cNvPr id="435201" name="Object 1025"/>
          <p:cNvGraphicFramePr>
            <a:graphicFrameLocks noChangeAspect="1"/>
          </p:cNvGraphicFramePr>
          <p:nvPr/>
        </p:nvGraphicFramePr>
        <p:xfrm>
          <a:off x="3384550" y="279400"/>
          <a:ext cx="2463800" cy="531813"/>
        </p:xfrm>
        <a:graphic>
          <a:graphicData uri="http://schemas.openxmlformats.org/presentationml/2006/ole">
            <p:oleObj spid="_x0000_s435201" name="Equation" r:id="rId4" imgW="2463480" imgH="533160" progId="Equation.3">
              <p:embed/>
            </p:oleObj>
          </a:graphicData>
        </a:graphic>
      </p:graphicFrame>
      <p:graphicFrame>
        <p:nvGraphicFramePr>
          <p:cNvPr id="435202" name="Object 1026"/>
          <p:cNvGraphicFramePr>
            <a:graphicFrameLocks noChangeAspect="1"/>
          </p:cNvGraphicFramePr>
          <p:nvPr/>
        </p:nvGraphicFramePr>
        <p:xfrm>
          <a:off x="6826250" y="279400"/>
          <a:ext cx="2235200" cy="531813"/>
        </p:xfrm>
        <a:graphic>
          <a:graphicData uri="http://schemas.openxmlformats.org/presentationml/2006/ole">
            <p:oleObj spid="_x0000_s435202" name="Equation" r:id="rId5" imgW="2234880" imgH="533160" progId="Equation.3">
              <p:embed/>
            </p:oleObj>
          </a:graphicData>
        </a:graphic>
      </p:graphicFrame>
      <p:graphicFrame>
        <p:nvGraphicFramePr>
          <p:cNvPr id="435203" name="Object 1027"/>
          <p:cNvGraphicFramePr>
            <a:graphicFrameLocks noChangeAspect="1"/>
          </p:cNvGraphicFramePr>
          <p:nvPr/>
        </p:nvGraphicFramePr>
        <p:xfrm>
          <a:off x="152400" y="1371600"/>
          <a:ext cx="8916988" cy="430213"/>
        </p:xfrm>
        <a:graphic>
          <a:graphicData uri="http://schemas.openxmlformats.org/presentationml/2006/ole">
            <p:oleObj spid="_x0000_s435203" name="Equation" r:id="rId6" imgW="8915400" imgH="431640" progId="Equation.3">
              <p:embed/>
            </p:oleObj>
          </a:graphicData>
        </a:graphic>
      </p:graphicFrame>
      <p:sp>
        <p:nvSpPr>
          <p:cNvPr id="357382" name="Oval 6"/>
          <p:cNvSpPr>
            <a:spLocks noChangeArrowheads="1"/>
          </p:cNvSpPr>
          <p:nvPr/>
        </p:nvSpPr>
        <p:spPr bwMode="auto">
          <a:xfrm>
            <a:off x="4191000" y="205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83" name="Line 7"/>
          <p:cNvSpPr>
            <a:spLocks noChangeShapeType="1"/>
          </p:cNvSpPr>
          <p:nvPr/>
        </p:nvSpPr>
        <p:spPr bwMode="auto">
          <a:xfrm flipH="1">
            <a:off x="3048000" y="2590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84" name="Line 8"/>
          <p:cNvSpPr>
            <a:spLocks noChangeShapeType="1"/>
          </p:cNvSpPr>
          <p:nvPr/>
        </p:nvSpPr>
        <p:spPr bwMode="auto">
          <a:xfrm>
            <a:off x="4724400" y="25908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5204" name="Object 1028"/>
          <p:cNvGraphicFramePr>
            <a:graphicFrameLocks noChangeAspect="1"/>
          </p:cNvGraphicFramePr>
          <p:nvPr/>
        </p:nvGraphicFramePr>
        <p:xfrm>
          <a:off x="4356100" y="2127250"/>
          <a:ext cx="303213" cy="381000"/>
        </p:xfrm>
        <a:graphic>
          <a:graphicData uri="http://schemas.openxmlformats.org/presentationml/2006/ole">
            <p:oleObj spid="_x0000_s435204" name="Equation" r:id="rId7" imgW="304560" imgH="380880" progId="Equation.3">
              <p:embed/>
            </p:oleObj>
          </a:graphicData>
        </a:graphic>
      </p:graphicFrame>
      <p:sp>
        <p:nvSpPr>
          <p:cNvPr id="357386" name="Oval 10"/>
          <p:cNvSpPr>
            <a:spLocks noChangeArrowheads="1"/>
          </p:cNvSpPr>
          <p:nvPr/>
        </p:nvSpPr>
        <p:spPr bwMode="auto">
          <a:xfrm>
            <a:off x="26670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87" name="Oval 11"/>
          <p:cNvSpPr>
            <a:spLocks noChangeArrowheads="1"/>
          </p:cNvSpPr>
          <p:nvPr/>
        </p:nvSpPr>
        <p:spPr bwMode="auto">
          <a:xfrm>
            <a:off x="58674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5205" name="Object 1029"/>
          <p:cNvGraphicFramePr>
            <a:graphicFrameLocks noChangeAspect="1"/>
          </p:cNvGraphicFramePr>
          <p:nvPr/>
        </p:nvGraphicFramePr>
        <p:xfrm>
          <a:off x="6019800" y="3352800"/>
          <a:ext cx="330200" cy="368300"/>
        </p:xfrm>
        <a:graphic>
          <a:graphicData uri="http://schemas.openxmlformats.org/presentationml/2006/ole">
            <p:oleObj spid="_x0000_s435205" name="Equation" r:id="rId8" imgW="330120" imgH="368280" progId="Equation.3">
              <p:embed/>
            </p:oleObj>
          </a:graphicData>
        </a:graphic>
      </p:graphicFrame>
      <p:graphicFrame>
        <p:nvGraphicFramePr>
          <p:cNvPr id="435206" name="Object 1030"/>
          <p:cNvGraphicFramePr>
            <a:graphicFrameLocks noChangeAspect="1"/>
          </p:cNvGraphicFramePr>
          <p:nvPr/>
        </p:nvGraphicFramePr>
        <p:xfrm>
          <a:off x="2743200" y="3352800"/>
          <a:ext cx="330200" cy="368300"/>
        </p:xfrm>
        <a:graphic>
          <a:graphicData uri="http://schemas.openxmlformats.org/presentationml/2006/ole">
            <p:oleObj spid="_x0000_s435206" name="Equation" r:id="rId9" imgW="330120" imgH="368280" progId="Equation.3">
              <p:embed/>
            </p:oleObj>
          </a:graphicData>
        </a:graphic>
      </p:graphicFrame>
      <p:sp>
        <p:nvSpPr>
          <p:cNvPr id="357390" name="Line 14"/>
          <p:cNvSpPr>
            <a:spLocks noChangeShapeType="1"/>
          </p:cNvSpPr>
          <p:nvPr/>
        </p:nvSpPr>
        <p:spPr bwMode="auto">
          <a:xfrm flipH="1">
            <a:off x="18288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91" name="Line 15"/>
          <p:cNvSpPr>
            <a:spLocks noChangeShapeType="1"/>
          </p:cNvSpPr>
          <p:nvPr/>
        </p:nvSpPr>
        <p:spPr bwMode="auto">
          <a:xfrm>
            <a:off x="2971800" y="3810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92" name="Oval 16"/>
          <p:cNvSpPr>
            <a:spLocks noChangeArrowheads="1"/>
          </p:cNvSpPr>
          <p:nvPr/>
        </p:nvSpPr>
        <p:spPr bwMode="auto">
          <a:xfrm>
            <a:off x="137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93" name="Oval 17"/>
          <p:cNvSpPr>
            <a:spLocks noChangeArrowheads="1"/>
          </p:cNvSpPr>
          <p:nvPr/>
        </p:nvSpPr>
        <p:spPr bwMode="auto">
          <a:xfrm>
            <a:off x="26670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94" name="Oval 18"/>
          <p:cNvSpPr>
            <a:spLocks noChangeArrowheads="1"/>
          </p:cNvSpPr>
          <p:nvPr/>
        </p:nvSpPr>
        <p:spPr bwMode="auto">
          <a:xfrm>
            <a:off x="3886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95" name="Line 19"/>
          <p:cNvSpPr>
            <a:spLocks noChangeShapeType="1"/>
          </p:cNvSpPr>
          <p:nvPr/>
        </p:nvSpPr>
        <p:spPr bwMode="auto">
          <a:xfrm>
            <a:off x="32004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5207" name="Object 1031"/>
          <p:cNvGraphicFramePr>
            <a:graphicFrameLocks noChangeAspect="1"/>
          </p:cNvGraphicFramePr>
          <p:nvPr/>
        </p:nvGraphicFramePr>
        <p:xfrm>
          <a:off x="1524000" y="4800600"/>
          <a:ext cx="265113" cy="279400"/>
        </p:xfrm>
        <a:graphic>
          <a:graphicData uri="http://schemas.openxmlformats.org/presentationml/2006/ole">
            <p:oleObj spid="_x0000_s435207" name="Equation" r:id="rId10" imgW="266400" imgH="279360" progId="Equation.3">
              <p:embed/>
            </p:oleObj>
          </a:graphicData>
        </a:graphic>
      </p:graphicFrame>
      <p:graphicFrame>
        <p:nvGraphicFramePr>
          <p:cNvPr id="435208" name="Object 1032"/>
          <p:cNvGraphicFramePr>
            <a:graphicFrameLocks noChangeAspect="1"/>
          </p:cNvGraphicFramePr>
          <p:nvPr/>
        </p:nvGraphicFramePr>
        <p:xfrm>
          <a:off x="2819400" y="4800600"/>
          <a:ext cx="265113" cy="279400"/>
        </p:xfrm>
        <a:graphic>
          <a:graphicData uri="http://schemas.openxmlformats.org/presentationml/2006/ole">
            <p:oleObj spid="_x0000_s435208" name="Equation" r:id="rId11" imgW="266400" imgH="279360" progId="Equation.3">
              <p:embed/>
            </p:oleObj>
          </a:graphicData>
        </a:graphic>
      </p:graphicFrame>
      <p:graphicFrame>
        <p:nvGraphicFramePr>
          <p:cNvPr id="435209" name="Object 1033"/>
          <p:cNvGraphicFramePr>
            <a:graphicFrameLocks noChangeAspect="1"/>
          </p:cNvGraphicFramePr>
          <p:nvPr/>
        </p:nvGraphicFramePr>
        <p:xfrm>
          <a:off x="4038600" y="4724400"/>
          <a:ext cx="330200" cy="368300"/>
        </p:xfrm>
        <a:graphic>
          <a:graphicData uri="http://schemas.openxmlformats.org/presentationml/2006/ole">
            <p:oleObj spid="_x0000_s435209" name="Equation" r:id="rId12" imgW="330120" imgH="368280" progId="Equation.3">
              <p:embed/>
            </p:oleObj>
          </a:graphicData>
        </a:graphic>
      </p:graphicFrame>
      <p:sp>
        <p:nvSpPr>
          <p:cNvPr id="357399" name="Oval 23"/>
          <p:cNvSpPr>
            <a:spLocks noChangeArrowheads="1"/>
          </p:cNvSpPr>
          <p:nvPr/>
        </p:nvSpPr>
        <p:spPr bwMode="auto">
          <a:xfrm>
            <a:off x="518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5210" name="Object 1034"/>
          <p:cNvGraphicFramePr>
            <a:graphicFrameLocks noChangeAspect="1"/>
          </p:cNvGraphicFramePr>
          <p:nvPr/>
        </p:nvGraphicFramePr>
        <p:xfrm>
          <a:off x="5334000" y="4724400"/>
          <a:ext cx="330200" cy="368300"/>
        </p:xfrm>
        <a:graphic>
          <a:graphicData uri="http://schemas.openxmlformats.org/presentationml/2006/ole">
            <p:oleObj spid="_x0000_s435210" name="Equation" r:id="rId13" imgW="330120" imgH="368280" progId="Equation.3">
              <p:embed/>
            </p:oleObj>
          </a:graphicData>
        </a:graphic>
      </p:graphicFrame>
      <p:sp>
        <p:nvSpPr>
          <p:cNvPr id="357401" name="Oval 25"/>
          <p:cNvSpPr>
            <a:spLocks noChangeArrowheads="1"/>
          </p:cNvSpPr>
          <p:nvPr/>
        </p:nvSpPr>
        <p:spPr bwMode="auto">
          <a:xfrm>
            <a:off x="6553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5211" name="Object 1035"/>
          <p:cNvGraphicFramePr>
            <a:graphicFrameLocks noChangeAspect="1"/>
          </p:cNvGraphicFramePr>
          <p:nvPr/>
        </p:nvGraphicFramePr>
        <p:xfrm>
          <a:off x="6743700" y="4713288"/>
          <a:ext cx="252413" cy="392112"/>
        </p:xfrm>
        <a:graphic>
          <a:graphicData uri="http://schemas.openxmlformats.org/presentationml/2006/ole">
            <p:oleObj spid="_x0000_s435211" name="Equation" r:id="rId14" imgW="253800" imgH="393480" progId="Equation.3">
              <p:embed/>
            </p:oleObj>
          </a:graphicData>
        </a:graphic>
      </p:graphicFrame>
      <p:sp>
        <p:nvSpPr>
          <p:cNvPr id="357403" name="Line 27"/>
          <p:cNvSpPr>
            <a:spLocks noChangeShapeType="1"/>
          </p:cNvSpPr>
          <p:nvPr/>
        </p:nvSpPr>
        <p:spPr bwMode="auto">
          <a:xfrm flipH="1">
            <a:off x="5562600" y="38100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7404" name="Line 28"/>
          <p:cNvSpPr>
            <a:spLocks noChangeShapeType="1"/>
          </p:cNvSpPr>
          <p:nvPr/>
        </p:nvSpPr>
        <p:spPr bwMode="auto">
          <a:xfrm>
            <a:off x="6400800" y="3733800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405" name="Oval 29"/>
          <p:cNvSpPr>
            <a:spLocks noChangeArrowheads="1"/>
          </p:cNvSpPr>
          <p:nvPr/>
        </p:nvSpPr>
        <p:spPr bwMode="auto">
          <a:xfrm>
            <a:off x="38862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406" name="Line 30"/>
          <p:cNvSpPr>
            <a:spLocks noChangeShapeType="1"/>
          </p:cNvSpPr>
          <p:nvPr/>
        </p:nvSpPr>
        <p:spPr bwMode="auto">
          <a:xfrm>
            <a:off x="4191000" y="525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35212" name="Object 1036"/>
          <p:cNvGraphicFramePr>
            <a:graphicFrameLocks noChangeAspect="1"/>
          </p:cNvGraphicFramePr>
          <p:nvPr/>
        </p:nvGraphicFramePr>
        <p:xfrm>
          <a:off x="4038600" y="6172200"/>
          <a:ext cx="303213" cy="381000"/>
        </p:xfrm>
        <a:graphic>
          <a:graphicData uri="http://schemas.openxmlformats.org/presentationml/2006/ole">
            <p:oleObj spid="_x0000_s435212" name="Equation" r:id="rId15" imgW="304560" imgH="380880" progId="Equation.3">
              <p:embed/>
            </p:oleObj>
          </a:graphicData>
        </a:graphic>
      </p:graphicFrame>
      <p:sp>
        <p:nvSpPr>
          <p:cNvPr id="357408" name="Oval 32"/>
          <p:cNvSpPr>
            <a:spLocks noChangeArrowheads="1"/>
          </p:cNvSpPr>
          <p:nvPr/>
        </p:nvSpPr>
        <p:spPr bwMode="auto">
          <a:xfrm>
            <a:off x="5181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409" name="Line 33"/>
          <p:cNvSpPr>
            <a:spLocks noChangeShapeType="1"/>
          </p:cNvSpPr>
          <p:nvPr/>
        </p:nvSpPr>
        <p:spPr bwMode="auto">
          <a:xfrm>
            <a:off x="5486400" y="525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35213" name="Object 1037"/>
          <p:cNvGraphicFramePr>
            <a:graphicFrameLocks noChangeAspect="1"/>
          </p:cNvGraphicFramePr>
          <p:nvPr/>
        </p:nvGraphicFramePr>
        <p:xfrm>
          <a:off x="5334000" y="6172200"/>
          <a:ext cx="303213" cy="381000"/>
        </p:xfrm>
        <a:graphic>
          <a:graphicData uri="http://schemas.openxmlformats.org/presentationml/2006/ole">
            <p:oleObj spid="_x0000_s435213" name="Equation" r:id="rId16" imgW="304560" imgH="380880" progId="Equation.3">
              <p:embed/>
            </p:oleObj>
          </a:graphicData>
        </a:graphic>
      </p:graphicFrame>
      <p:sp>
        <p:nvSpPr>
          <p:cNvPr id="357411" name="Text Box 35"/>
          <p:cNvSpPr txBox="1">
            <a:spLocks noChangeArrowheads="1"/>
          </p:cNvSpPr>
          <p:nvPr/>
        </p:nvSpPr>
        <p:spPr bwMode="auto">
          <a:xfrm>
            <a:off x="76200" y="2133600"/>
            <a:ext cx="356076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Derivation Tree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B729-FB94-4AB1-BE86-0FF432DCA6DA}" type="slidenum">
              <a:rPr lang="en-US"/>
              <a:pPr/>
              <a:t>26</a:t>
            </a:fld>
            <a:endParaRPr lang="en-US"/>
          </a:p>
        </p:txBody>
      </p:sp>
      <p:graphicFrame>
        <p:nvGraphicFramePr>
          <p:cNvPr id="436224" name="Object 2048"/>
          <p:cNvGraphicFramePr>
            <a:graphicFrameLocks noChangeAspect="1"/>
          </p:cNvGraphicFramePr>
          <p:nvPr/>
        </p:nvGraphicFramePr>
        <p:xfrm>
          <a:off x="152400" y="1371600"/>
          <a:ext cx="8916988" cy="430213"/>
        </p:xfrm>
        <a:graphic>
          <a:graphicData uri="http://schemas.openxmlformats.org/presentationml/2006/ole">
            <p:oleObj spid="_x0000_s436224" name="Equation" r:id="rId3" imgW="8915400" imgH="431640" progId="Equation.3">
              <p:embed/>
            </p:oleObj>
          </a:graphicData>
        </a:graphic>
      </p:graphicFrame>
      <p:sp>
        <p:nvSpPr>
          <p:cNvPr id="358434" name="Text Box 34"/>
          <p:cNvSpPr txBox="1">
            <a:spLocks noChangeArrowheads="1"/>
          </p:cNvSpPr>
          <p:nvPr/>
        </p:nvSpPr>
        <p:spPr bwMode="auto">
          <a:xfrm>
            <a:off x="7848600" y="3657600"/>
            <a:ext cx="1081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yield</a:t>
            </a:r>
          </a:p>
        </p:txBody>
      </p:sp>
      <p:graphicFrame>
        <p:nvGraphicFramePr>
          <p:cNvPr id="436225" name="Object 2049"/>
          <p:cNvGraphicFramePr>
            <a:graphicFrameLocks noChangeAspect="1"/>
          </p:cNvGraphicFramePr>
          <p:nvPr/>
        </p:nvGraphicFramePr>
        <p:xfrm>
          <a:off x="7724775" y="4483100"/>
          <a:ext cx="1346200" cy="1193800"/>
        </p:xfrm>
        <a:graphic>
          <a:graphicData uri="http://schemas.openxmlformats.org/presentationml/2006/ole">
            <p:oleObj spid="_x0000_s436225" name="Equation" r:id="rId4" imgW="1346040" imgH="1193760" progId="Equation.3">
              <p:embed/>
            </p:oleObj>
          </a:graphicData>
        </a:graphic>
      </p:graphicFrame>
      <p:sp>
        <p:nvSpPr>
          <p:cNvPr id="358438" name="Freeform 38"/>
          <p:cNvSpPr>
            <a:spLocks/>
          </p:cNvSpPr>
          <p:nvPr/>
        </p:nvSpPr>
        <p:spPr bwMode="auto">
          <a:xfrm>
            <a:off x="838200" y="4191000"/>
            <a:ext cx="6896100" cy="2667000"/>
          </a:xfrm>
          <a:custGeom>
            <a:avLst/>
            <a:gdLst/>
            <a:ahLst/>
            <a:cxnLst>
              <a:cxn ang="0">
                <a:pos x="288" y="224"/>
              </a:cxn>
              <a:cxn ang="0">
                <a:pos x="1584" y="224"/>
              </a:cxn>
              <a:cxn ang="0">
                <a:pos x="1776" y="848"/>
              </a:cxn>
              <a:cxn ang="0">
                <a:pos x="2304" y="1088"/>
              </a:cxn>
              <a:cxn ang="0">
                <a:pos x="3216" y="1040"/>
              </a:cxn>
              <a:cxn ang="0">
                <a:pos x="3408" y="608"/>
              </a:cxn>
              <a:cxn ang="0">
                <a:pos x="3552" y="128"/>
              </a:cxn>
              <a:cxn ang="0">
                <a:pos x="4128" y="128"/>
              </a:cxn>
              <a:cxn ang="0">
                <a:pos x="4272" y="896"/>
              </a:cxn>
              <a:cxn ang="0">
                <a:pos x="3696" y="1568"/>
              </a:cxn>
              <a:cxn ang="0">
                <a:pos x="3024" y="1952"/>
              </a:cxn>
              <a:cxn ang="0">
                <a:pos x="1824" y="1952"/>
              </a:cxn>
              <a:cxn ang="0">
                <a:pos x="1536" y="1232"/>
              </a:cxn>
              <a:cxn ang="0">
                <a:pos x="912" y="944"/>
              </a:cxn>
              <a:cxn ang="0">
                <a:pos x="144" y="944"/>
              </a:cxn>
              <a:cxn ang="0">
                <a:pos x="48" y="320"/>
              </a:cxn>
              <a:cxn ang="0">
                <a:pos x="288" y="224"/>
              </a:cxn>
            </a:cxnLst>
            <a:rect l="0" t="0" r="r" b="b"/>
            <a:pathLst>
              <a:path w="4344" h="2072">
                <a:moveTo>
                  <a:pt x="288" y="224"/>
                </a:moveTo>
                <a:cubicBezTo>
                  <a:pt x="544" y="208"/>
                  <a:pt x="1336" y="120"/>
                  <a:pt x="1584" y="224"/>
                </a:cubicBezTo>
                <a:cubicBezTo>
                  <a:pt x="1832" y="328"/>
                  <a:pt x="1656" y="704"/>
                  <a:pt x="1776" y="848"/>
                </a:cubicBezTo>
                <a:cubicBezTo>
                  <a:pt x="1896" y="992"/>
                  <a:pt x="2064" y="1056"/>
                  <a:pt x="2304" y="1088"/>
                </a:cubicBezTo>
                <a:cubicBezTo>
                  <a:pt x="2544" y="1120"/>
                  <a:pt x="3032" y="1120"/>
                  <a:pt x="3216" y="1040"/>
                </a:cubicBezTo>
                <a:cubicBezTo>
                  <a:pt x="3400" y="960"/>
                  <a:pt x="3352" y="760"/>
                  <a:pt x="3408" y="608"/>
                </a:cubicBezTo>
                <a:cubicBezTo>
                  <a:pt x="3464" y="456"/>
                  <a:pt x="3432" y="208"/>
                  <a:pt x="3552" y="128"/>
                </a:cubicBezTo>
                <a:cubicBezTo>
                  <a:pt x="3672" y="48"/>
                  <a:pt x="4008" y="0"/>
                  <a:pt x="4128" y="128"/>
                </a:cubicBezTo>
                <a:cubicBezTo>
                  <a:pt x="4248" y="256"/>
                  <a:pt x="4344" y="656"/>
                  <a:pt x="4272" y="896"/>
                </a:cubicBezTo>
                <a:cubicBezTo>
                  <a:pt x="4200" y="1136"/>
                  <a:pt x="3904" y="1392"/>
                  <a:pt x="3696" y="1568"/>
                </a:cubicBezTo>
                <a:cubicBezTo>
                  <a:pt x="3488" y="1744"/>
                  <a:pt x="3336" y="1888"/>
                  <a:pt x="3024" y="1952"/>
                </a:cubicBezTo>
                <a:cubicBezTo>
                  <a:pt x="2712" y="2016"/>
                  <a:pt x="2072" y="2072"/>
                  <a:pt x="1824" y="1952"/>
                </a:cubicBezTo>
                <a:cubicBezTo>
                  <a:pt x="1576" y="1832"/>
                  <a:pt x="1688" y="1400"/>
                  <a:pt x="1536" y="1232"/>
                </a:cubicBezTo>
                <a:cubicBezTo>
                  <a:pt x="1384" y="1064"/>
                  <a:pt x="1144" y="992"/>
                  <a:pt x="912" y="944"/>
                </a:cubicBezTo>
                <a:cubicBezTo>
                  <a:pt x="680" y="896"/>
                  <a:pt x="288" y="1048"/>
                  <a:pt x="144" y="944"/>
                </a:cubicBezTo>
                <a:cubicBezTo>
                  <a:pt x="0" y="840"/>
                  <a:pt x="24" y="440"/>
                  <a:pt x="48" y="320"/>
                </a:cubicBezTo>
                <a:cubicBezTo>
                  <a:pt x="72" y="200"/>
                  <a:pt x="32" y="240"/>
                  <a:pt x="288" y="224"/>
                </a:cubicBez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39" name="Oval 39"/>
          <p:cNvSpPr>
            <a:spLocks noChangeArrowheads="1"/>
          </p:cNvSpPr>
          <p:nvPr/>
        </p:nvSpPr>
        <p:spPr bwMode="auto">
          <a:xfrm>
            <a:off x="4191000" y="205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40" name="Line 40"/>
          <p:cNvSpPr>
            <a:spLocks noChangeShapeType="1"/>
          </p:cNvSpPr>
          <p:nvPr/>
        </p:nvSpPr>
        <p:spPr bwMode="auto">
          <a:xfrm flipH="1">
            <a:off x="3048000" y="2590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41" name="Line 41"/>
          <p:cNvSpPr>
            <a:spLocks noChangeShapeType="1"/>
          </p:cNvSpPr>
          <p:nvPr/>
        </p:nvSpPr>
        <p:spPr bwMode="auto">
          <a:xfrm>
            <a:off x="4724400" y="25908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6226" name="Object 2050"/>
          <p:cNvGraphicFramePr>
            <a:graphicFrameLocks noChangeAspect="1"/>
          </p:cNvGraphicFramePr>
          <p:nvPr/>
        </p:nvGraphicFramePr>
        <p:xfrm>
          <a:off x="4356100" y="2127250"/>
          <a:ext cx="303213" cy="381000"/>
        </p:xfrm>
        <a:graphic>
          <a:graphicData uri="http://schemas.openxmlformats.org/presentationml/2006/ole">
            <p:oleObj spid="_x0000_s436226" name="Equation" r:id="rId5" imgW="304560" imgH="380880" progId="Equation.3">
              <p:embed/>
            </p:oleObj>
          </a:graphicData>
        </a:graphic>
      </p:graphicFrame>
      <p:sp>
        <p:nvSpPr>
          <p:cNvPr id="358443" name="Oval 43"/>
          <p:cNvSpPr>
            <a:spLocks noChangeArrowheads="1"/>
          </p:cNvSpPr>
          <p:nvPr/>
        </p:nvSpPr>
        <p:spPr bwMode="auto">
          <a:xfrm>
            <a:off x="26670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44" name="Oval 44"/>
          <p:cNvSpPr>
            <a:spLocks noChangeArrowheads="1"/>
          </p:cNvSpPr>
          <p:nvPr/>
        </p:nvSpPr>
        <p:spPr bwMode="auto">
          <a:xfrm>
            <a:off x="5867400" y="3200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6227" name="Object 2051"/>
          <p:cNvGraphicFramePr>
            <a:graphicFrameLocks noChangeAspect="1"/>
          </p:cNvGraphicFramePr>
          <p:nvPr/>
        </p:nvGraphicFramePr>
        <p:xfrm>
          <a:off x="6019800" y="3352800"/>
          <a:ext cx="330200" cy="368300"/>
        </p:xfrm>
        <a:graphic>
          <a:graphicData uri="http://schemas.openxmlformats.org/presentationml/2006/ole">
            <p:oleObj spid="_x0000_s436227" name="Equation" r:id="rId6" imgW="330120" imgH="368280" progId="Equation.3">
              <p:embed/>
            </p:oleObj>
          </a:graphicData>
        </a:graphic>
      </p:graphicFrame>
      <p:graphicFrame>
        <p:nvGraphicFramePr>
          <p:cNvPr id="436228" name="Object 2052"/>
          <p:cNvGraphicFramePr>
            <a:graphicFrameLocks noChangeAspect="1"/>
          </p:cNvGraphicFramePr>
          <p:nvPr/>
        </p:nvGraphicFramePr>
        <p:xfrm>
          <a:off x="2743200" y="3352800"/>
          <a:ext cx="330200" cy="368300"/>
        </p:xfrm>
        <a:graphic>
          <a:graphicData uri="http://schemas.openxmlformats.org/presentationml/2006/ole">
            <p:oleObj spid="_x0000_s436228" name="Equation" r:id="rId7" imgW="330120" imgH="368280" progId="Equation.3">
              <p:embed/>
            </p:oleObj>
          </a:graphicData>
        </a:graphic>
      </p:graphicFrame>
      <p:sp>
        <p:nvSpPr>
          <p:cNvPr id="358447" name="Line 47"/>
          <p:cNvSpPr>
            <a:spLocks noChangeShapeType="1"/>
          </p:cNvSpPr>
          <p:nvPr/>
        </p:nvSpPr>
        <p:spPr bwMode="auto">
          <a:xfrm flipH="1">
            <a:off x="18288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48" name="Line 48"/>
          <p:cNvSpPr>
            <a:spLocks noChangeShapeType="1"/>
          </p:cNvSpPr>
          <p:nvPr/>
        </p:nvSpPr>
        <p:spPr bwMode="auto">
          <a:xfrm>
            <a:off x="2971800" y="3810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49" name="Oval 49"/>
          <p:cNvSpPr>
            <a:spLocks noChangeArrowheads="1"/>
          </p:cNvSpPr>
          <p:nvPr/>
        </p:nvSpPr>
        <p:spPr bwMode="auto">
          <a:xfrm>
            <a:off x="137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50" name="Oval 50"/>
          <p:cNvSpPr>
            <a:spLocks noChangeArrowheads="1"/>
          </p:cNvSpPr>
          <p:nvPr/>
        </p:nvSpPr>
        <p:spPr bwMode="auto">
          <a:xfrm>
            <a:off x="26670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51" name="Oval 51"/>
          <p:cNvSpPr>
            <a:spLocks noChangeArrowheads="1"/>
          </p:cNvSpPr>
          <p:nvPr/>
        </p:nvSpPr>
        <p:spPr bwMode="auto">
          <a:xfrm>
            <a:off x="3886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52" name="Line 52"/>
          <p:cNvSpPr>
            <a:spLocks noChangeShapeType="1"/>
          </p:cNvSpPr>
          <p:nvPr/>
        </p:nvSpPr>
        <p:spPr bwMode="auto">
          <a:xfrm>
            <a:off x="3200400" y="3733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6229" name="Object 2053"/>
          <p:cNvGraphicFramePr>
            <a:graphicFrameLocks noChangeAspect="1"/>
          </p:cNvGraphicFramePr>
          <p:nvPr/>
        </p:nvGraphicFramePr>
        <p:xfrm>
          <a:off x="1524000" y="4800600"/>
          <a:ext cx="265113" cy="279400"/>
        </p:xfrm>
        <a:graphic>
          <a:graphicData uri="http://schemas.openxmlformats.org/presentationml/2006/ole">
            <p:oleObj spid="_x0000_s436229" name="Equation" r:id="rId8" imgW="266400" imgH="279360" progId="Equation.3">
              <p:embed/>
            </p:oleObj>
          </a:graphicData>
        </a:graphic>
      </p:graphicFrame>
      <p:graphicFrame>
        <p:nvGraphicFramePr>
          <p:cNvPr id="436230" name="Object 2054"/>
          <p:cNvGraphicFramePr>
            <a:graphicFrameLocks noChangeAspect="1"/>
          </p:cNvGraphicFramePr>
          <p:nvPr/>
        </p:nvGraphicFramePr>
        <p:xfrm>
          <a:off x="2819400" y="4800600"/>
          <a:ext cx="265113" cy="279400"/>
        </p:xfrm>
        <a:graphic>
          <a:graphicData uri="http://schemas.openxmlformats.org/presentationml/2006/ole">
            <p:oleObj spid="_x0000_s436230" name="Equation" r:id="rId9" imgW="266400" imgH="279360" progId="Equation.3">
              <p:embed/>
            </p:oleObj>
          </a:graphicData>
        </a:graphic>
      </p:graphicFrame>
      <p:graphicFrame>
        <p:nvGraphicFramePr>
          <p:cNvPr id="436231" name="Object 2055"/>
          <p:cNvGraphicFramePr>
            <a:graphicFrameLocks noChangeAspect="1"/>
          </p:cNvGraphicFramePr>
          <p:nvPr/>
        </p:nvGraphicFramePr>
        <p:xfrm>
          <a:off x="4038600" y="4724400"/>
          <a:ext cx="330200" cy="368300"/>
        </p:xfrm>
        <a:graphic>
          <a:graphicData uri="http://schemas.openxmlformats.org/presentationml/2006/ole">
            <p:oleObj spid="_x0000_s436231" name="Equation" r:id="rId10" imgW="330120" imgH="368280" progId="Equation.3">
              <p:embed/>
            </p:oleObj>
          </a:graphicData>
        </a:graphic>
      </p:graphicFrame>
      <p:sp>
        <p:nvSpPr>
          <p:cNvPr id="358456" name="Oval 56"/>
          <p:cNvSpPr>
            <a:spLocks noChangeArrowheads="1"/>
          </p:cNvSpPr>
          <p:nvPr/>
        </p:nvSpPr>
        <p:spPr bwMode="auto">
          <a:xfrm>
            <a:off x="5181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6232" name="Object 2056"/>
          <p:cNvGraphicFramePr>
            <a:graphicFrameLocks noChangeAspect="1"/>
          </p:cNvGraphicFramePr>
          <p:nvPr/>
        </p:nvGraphicFramePr>
        <p:xfrm>
          <a:off x="5334000" y="4724400"/>
          <a:ext cx="330200" cy="368300"/>
        </p:xfrm>
        <a:graphic>
          <a:graphicData uri="http://schemas.openxmlformats.org/presentationml/2006/ole">
            <p:oleObj spid="_x0000_s436232" name="Equation" r:id="rId11" imgW="330120" imgH="368280" progId="Equation.3">
              <p:embed/>
            </p:oleObj>
          </a:graphicData>
        </a:graphic>
      </p:graphicFrame>
      <p:sp>
        <p:nvSpPr>
          <p:cNvPr id="358458" name="Oval 58"/>
          <p:cNvSpPr>
            <a:spLocks noChangeArrowheads="1"/>
          </p:cNvSpPr>
          <p:nvPr/>
        </p:nvSpPr>
        <p:spPr bwMode="auto">
          <a:xfrm>
            <a:off x="6553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6233" name="Object 2057"/>
          <p:cNvGraphicFramePr>
            <a:graphicFrameLocks noChangeAspect="1"/>
          </p:cNvGraphicFramePr>
          <p:nvPr/>
        </p:nvGraphicFramePr>
        <p:xfrm>
          <a:off x="6743700" y="4713288"/>
          <a:ext cx="252413" cy="392112"/>
        </p:xfrm>
        <a:graphic>
          <a:graphicData uri="http://schemas.openxmlformats.org/presentationml/2006/ole">
            <p:oleObj spid="_x0000_s436233" name="Equation" r:id="rId12" imgW="253800" imgH="393480" progId="Equation.3">
              <p:embed/>
            </p:oleObj>
          </a:graphicData>
        </a:graphic>
      </p:graphicFrame>
      <p:sp>
        <p:nvSpPr>
          <p:cNvPr id="358460" name="Line 60"/>
          <p:cNvSpPr>
            <a:spLocks noChangeShapeType="1"/>
          </p:cNvSpPr>
          <p:nvPr/>
        </p:nvSpPr>
        <p:spPr bwMode="auto">
          <a:xfrm flipH="1">
            <a:off x="5562600" y="38100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8461" name="Line 61"/>
          <p:cNvSpPr>
            <a:spLocks noChangeShapeType="1"/>
          </p:cNvSpPr>
          <p:nvPr/>
        </p:nvSpPr>
        <p:spPr bwMode="auto">
          <a:xfrm>
            <a:off x="6400800" y="3733800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62" name="Oval 62"/>
          <p:cNvSpPr>
            <a:spLocks noChangeArrowheads="1"/>
          </p:cNvSpPr>
          <p:nvPr/>
        </p:nvSpPr>
        <p:spPr bwMode="auto">
          <a:xfrm>
            <a:off x="38862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63" name="Line 63"/>
          <p:cNvSpPr>
            <a:spLocks noChangeShapeType="1"/>
          </p:cNvSpPr>
          <p:nvPr/>
        </p:nvSpPr>
        <p:spPr bwMode="auto">
          <a:xfrm>
            <a:off x="4191000" y="525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36234" name="Object 2058"/>
          <p:cNvGraphicFramePr>
            <a:graphicFrameLocks noChangeAspect="1"/>
          </p:cNvGraphicFramePr>
          <p:nvPr/>
        </p:nvGraphicFramePr>
        <p:xfrm>
          <a:off x="4038600" y="6172200"/>
          <a:ext cx="303213" cy="381000"/>
        </p:xfrm>
        <a:graphic>
          <a:graphicData uri="http://schemas.openxmlformats.org/presentationml/2006/ole">
            <p:oleObj spid="_x0000_s436234" name="Equation" r:id="rId13" imgW="304560" imgH="380880" progId="Equation.3">
              <p:embed/>
            </p:oleObj>
          </a:graphicData>
        </a:graphic>
      </p:graphicFrame>
      <p:sp>
        <p:nvSpPr>
          <p:cNvPr id="358465" name="Oval 65"/>
          <p:cNvSpPr>
            <a:spLocks noChangeArrowheads="1"/>
          </p:cNvSpPr>
          <p:nvPr/>
        </p:nvSpPr>
        <p:spPr bwMode="auto">
          <a:xfrm>
            <a:off x="5181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66" name="Line 66"/>
          <p:cNvSpPr>
            <a:spLocks noChangeShapeType="1"/>
          </p:cNvSpPr>
          <p:nvPr/>
        </p:nvSpPr>
        <p:spPr bwMode="auto">
          <a:xfrm>
            <a:off x="5486400" y="525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36235" name="Object 2059"/>
          <p:cNvGraphicFramePr>
            <a:graphicFrameLocks noChangeAspect="1"/>
          </p:cNvGraphicFramePr>
          <p:nvPr/>
        </p:nvGraphicFramePr>
        <p:xfrm>
          <a:off x="5334000" y="6172200"/>
          <a:ext cx="303213" cy="381000"/>
        </p:xfrm>
        <a:graphic>
          <a:graphicData uri="http://schemas.openxmlformats.org/presentationml/2006/ole">
            <p:oleObj spid="_x0000_s436235" name="Equation" r:id="rId14" imgW="304560" imgH="380880" progId="Equation.3">
              <p:embed/>
            </p:oleObj>
          </a:graphicData>
        </a:graphic>
      </p:graphicFrame>
      <p:sp>
        <p:nvSpPr>
          <p:cNvPr id="358468" name="Text Box 68"/>
          <p:cNvSpPr txBox="1">
            <a:spLocks noChangeArrowheads="1"/>
          </p:cNvSpPr>
          <p:nvPr/>
        </p:nvSpPr>
        <p:spPr bwMode="auto">
          <a:xfrm>
            <a:off x="76200" y="2133600"/>
            <a:ext cx="356076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Derivation Tree</a:t>
            </a:r>
          </a:p>
        </p:txBody>
      </p:sp>
      <p:graphicFrame>
        <p:nvGraphicFramePr>
          <p:cNvPr id="436236" name="Object 2060"/>
          <p:cNvGraphicFramePr>
            <a:graphicFrameLocks noChangeAspect="1"/>
          </p:cNvGraphicFramePr>
          <p:nvPr/>
        </p:nvGraphicFramePr>
        <p:xfrm>
          <a:off x="438150" y="334963"/>
          <a:ext cx="1714500" cy="419100"/>
        </p:xfrm>
        <a:graphic>
          <a:graphicData uri="http://schemas.openxmlformats.org/presentationml/2006/ole">
            <p:oleObj spid="_x0000_s436236" name="Equation" r:id="rId15" imgW="1714320" imgH="419040" progId="Equation.3">
              <p:embed/>
            </p:oleObj>
          </a:graphicData>
        </a:graphic>
      </p:graphicFrame>
      <p:graphicFrame>
        <p:nvGraphicFramePr>
          <p:cNvPr id="436237" name="Object 2061"/>
          <p:cNvGraphicFramePr>
            <a:graphicFrameLocks noChangeAspect="1"/>
          </p:cNvGraphicFramePr>
          <p:nvPr/>
        </p:nvGraphicFramePr>
        <p:xfrm>
          <a:off x="3384550" y="279400"/>
          <a:ext cx="2463800" cy="531813"/>
        </p:xfrm>
        <a:graphic>
          <a:graphicData uri="http://schemas.openxmlformats.org/presentationml/2006/ole">
            <p:oleObj spid="_x0000_s436237" name="Equation" r:id="rId16" imgW="2463480" imgH="533160" progId="Equation.3">
              <p:embed/>
            </p:oleObj>
          </a:graphicData>
        </a:graphic>
      </p:graphicFrame>
      <p:graphicFrame>
        <p:nvGraphicFramePr>
          <p:cNvPr id="436238" name="Object 2062"/>
          <p:cNvGraphicFramePr>
            <a:graphicFrameLocks noChangeAspect="1"/>
          </p:cNvGraphicFramePr>
          <p:nvPr/>
        </p:nvGraphicFramePr>
        <p:xfrm>
          <a:off x="6826250" y="279400"/>
          <a:ext cx="2235200" cy="531813"/>
        </p:xfrm>
        <a:graphic>
          <a:graphicData uri="http://schemas.openxmlformats.org/presentationml/2006/ole">
            <p:oleObj spid="_x0000_s436238" name="Equation" r:id="rId17" imgW="223488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B35-2422-4EB8-B56C-9603D1837FF0}" type="slidenum">
              <a:rPr lang="en-US"/>
              <a:pPr/>
              <a:t>27</a:t>
            </a:fld>
            <a:endParaRPr lang="en-US"/>
          </a:p>
        </p:txBody>
      </p:sp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Partial Derivation Trees 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437248" name="Object 0"/>
          <p:cNvGraphicFramePr>
            <a:graphicFrameLocks noChangeAspect="1"/>
          </p:cNvGraphicFramePr>
          <p:nvPr/>
        </p:nvGraphicFramePr>
        <p:xfrm>
          <a:off x="5181600" y="2895600"/>
          <a:ext cx="1714500" cy="419100"/>
        </p:xfrm>
        <a:graphic>
          <a:graphicData uri="http://schemas.openxmlformats.org/presentationml/2006/ole">
            <p:oleObj spid="_x0000_s437248" name="Equation" r:id="rId3" imgW="1714320" imgH="419040" progId="Equation.3">
              <p:embed/>
            </p:oleObj>
          </a:graphicData>
        </a:graphic>
      </p:graphicFrame>
      <p:sp>
        <p:nvSpPr>
          <p:cNvPr id="359451" name="Oval 27"/>
          <p:cNvSpPr>
            <a:spLocks noChangeArrowheads="1"/>
          </p:cNvSpPr>
          <p:nvPr/>
        </p:nvSpPr>
        <p:spPr bwMode="auto">
          <a:xfrm>
            <a:off x="56388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52" name="Line 28"/>
          <p:cNvSpPr>
            <a:spLocks noChangeShapeType="1"/>
          </p:cNvSpPr>
          <p:nvPr/>
        </p:nvSpPr>
        <p:spPr bwMode="auto">
          <a:xfrm flipH="1">
            <a:off x="4572000" y="42672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53" name="Line 29"/>
          <p:cNvSpPr>
            <a:spLocks noChangeShapeType="1"/>
          </p:cNvSpPr>
          <p:nvPr/>
        </p:nvSpPr>
        <p:spPr bwMode="auto">
          <a:xfrm>
            <a:off x="6172200" y="42672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7249" name="Object 1"/>
          <p:cNvGraphicFramePr>
            <a:graphicFrameLocks noChangeAspect="1"/>
          </p:cNvGraphicFramePr>
          <p:nvPr/>
        </p:nvGraphicFramePr>
        <p:xfrm>
          <a:off x="5803900" y="3803650"/>
          <a:ext cx="303213" cy="381000"/>
        </p:xfrm>
        <a:graphic>
          <a:graphicData uri="http://schemas.openxmlformats.org/presentationml/2006/ole">
            <p:oleObj spid="_x0000_s437249" name="Equation" r:id="rId4" imgW="304560" imgH="380880" progId="Equation.3">
              <p:embed/>
            </p:oleObj>
          </a:graphicData>
        </a:graphic>
      </p:graphicFrame>
      <p:sp>
        <p:nvSpPr>
          <p:cNvPr id="359455" name="Oval 31"/>
          <p:cNvSpPr>
            <a:spLocks noChangeArrowheads="1"/>
          </p:cNvSpPr>
          <p:nvPr/>
        </p:nvSpPr>
        <p:spPr bwMode="auto">
          <a:xfrm>
            <a:off x="4114800" y="5029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56" name="Oval 32"/>
          <p:cNvSpPr>
            <a:spLocks noChangeArrowheads="1"/>
          </p:cNvSpPr>
          <p:nvPr/>
        </p:nvSpPr>
        <p:spPr bwMode="auto">
          <a:xfrm>
            <a:off x="7086600" y="5029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7250" name="Object 2"/>
          <p:cNvGraphicFramePr>
            <a:graphicFrameLocks noChangeAspect="1"/>
          </p:cNvGraphicFramePr>
          <p:nvPr/>
        </p:nvGraphicFramePr>
        <p:xfrm>
          <a:off x="7239000" y="5181600"/>
          <a:ext cx="330200" cy="368300"/>
        </p:xfrm>
        <a:graphic>
          <a:graphicData uri="http://schemas.openxmlformats.org/presentationml/2006/ole">
            <p:oleObj spid="_x0000_s437250" name="Equation" r:id="rId5" imgW="330120" imgH="368280" progId="Equation.3">
              <p:embed/>
            </p:oleObj>
          </a:graphicData>
        </a:graphic>
      </p:graphicFrame>
      <p:graphicFrame>
        <p:nvGraphicFramePr>
          <p:cNvPr id="437251" name="Object 3"/>
          <p:cNvGraphicFramePr>
            <a:graphicFrameLocks noChangeAspect="1"/>
          </p:cNvGraphicFramePr>
          <p:nvPr/>
        </p:nvGraphicFramePr>
        <p:xfrm>
          <a:off x="4191000" y="5181600"/>
          <a:ext cx="330200" cy="368300"/>
        </p:xfrm>
        <a:graphic>
          <a:graphicData uri="http://schemas.openxmlformats.org/presentationml/2006/ole">
            <p:oleObj spid="_x0000_s437251" name="Equation" r:id="rId6" imgW="330120" imgH="368280" progId="Equation.3">
              <p:embed/>
            </p:oleObj>
          </a:graphicData>
        </a:graphic>
      </p:graphicFrame>
      <p:sp>
        <p:nvSpPr>
          <p:cNvPr id="359460" name="Text Box 36"/>
          <p:cNvSpPr txBox="1">
            <a:spLocks noChangeArrowheads="1"/>
          </p:cNvSpPr>
          <p:nvPr/>
        </p:nvSpPr>
        <p:spPr bwMode="auto">
          <a:xfrm>
            <a:off x="304800" y="3733800"/>
            <a:ext cx="4410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Partial derivation tree</a:t>
            </a:r>
          </a:p>
        </p:txBody>
      </p:sp>
      <p:graphicFrame>
        <p:nvGraphicFramePr>
          <p:cNvPr id="437252" name="Object 4"/>
          <p:cNvGraphicFramePr>
            <a:graphicFrameLocks noChangeAspect="1"/>
          </p:cNvGraphicFramePr>
          <p:nvPr/>
        </p:nvGraphicFramePr>
        <p:xfrm>
          <a:off x="381000" y="1066800"/>
          <a:ext cx="1714500" cy="419100"/>
        </p:xfrm>
        <a:graphic>
          <a:graphicData uri="http://schemas.openxmlformats.org/presentationml/2006/ole">
            <p:oleObj spid="_x0000_s437252" name="Equation" r:id="rId7" imgW="1714320" imgH="419040" progId="Equation.3">
              <p:embed/>
            </p:oleObj>
          </a:graphicData>
        </a:graphic>
      </p:graphicFrame>
      <p:graphicFrame>
        <p:nvGraphicFramePr>
          <p:cNvPr id="437253" name="Object 5"/>
          <p:cNvGraphicFramePr>
            <a:graphicFrameLocks noChangeAspect="1"/>
          </p:cNvGraphicFramePr>
          <p:nvPr/>
        </p:nvGraphicFramePr>
        <p:xfrm>
          <a:off x="3276600" y="1066800"/>
          <a:ext cx="2463800" cy="531813"/>
        </p:xfrm>
        <a:graphic>
          <a:graphicData uri="http://schemas.openxmlformats.org/presentationml/2006/ole">
            <p:oleObj spid="_x0000_s437253" name="Equation" r:id="rId8" imgW="2463480" imgH="533160" progId="Equation.3">
              <p:embed/>
            </p:oleObj>
          </a:graphicData>
        </a:graphic>
      </p:graphicFrame>
      <p:graphicFrame>
        <p:nvGraphicFramePr>
          <p:cNvPr id="437254" name="Object 6"/>
          <p:cNvGraphicFramePr>
            <a:graphicFrameLocks noChangeAspect="1"/>
          </p:cNvGraphicFramePr>
          <p:nvPr/>
        </p:nvGraphicFramePr>
        <p:xfrm>
          <a:off x="6705600" y="1143000"/>
          <a:ext cx="2235200" cy="531813"/>
        </p:xfrm>
        <a:graphic>
          <a:graphicData uri="http://schemas.openxmlformats.org/presentationml/2006/ole">
            <p:oleObj spid="_x0000_s437254" name="Equation" r:id="rId9" imgW="223488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AAC66-48AA-4135-8DF8-F4383A7C4EFD}" type="slidenum">
              <a:rPr lang="en-US"/>
              <a:pPr/>
              <a:t>28</a:t>
            </a:fld>
            <a:endParaRPr lang="en-US"/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438272" name="Object 0"/>
          <p:cNvGraphicFramePr>
            <a:graphicFrameLocks noChangeAspect="1"/>
          </p:cNvGraphicFramePr>
          <p:nvPr/>
        </p:nvGraphicFramePr>
        <p:xfrm>
          <a:off x="2590800" y="457200"/>
          <a:ext cx="3556000" cy="419100"/>
        </p:xfrm>
        <a:graphic>
          <a:graphicData uri="http://schemas.openxmlformats.org/presentationml/2006/ole">
            <p:oleObj spid="_x0000_s438272" name="Equation" r:id="rId3" imgW="3555720" imgH="419040" progId="Equation.3">
              <p:embed/>
            </p:oleObj>
          </a:graphicData>
        </a:graphic>
      </p:graphicFrame>
      <p:sp>
        <p:nvSpPr>
          <p:cNvPr id="360453" name="Oval 5"/>
          <p:cNvSpPr>
            <a:spLocks noChangeArrowheads="1"/>
          </p:cNvSpPr>
          <p:nvPr/>
        </p:nvSpPr>
        <p:spPr bwMode="auto">
          <a:xfrm>
            <a:off x="5410200" y="2362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54" name="Line 6"/>
          <p:cNvSpPr>
            <a:spLocks noChangeShapeType="1"/>
          </p:cNvSpPr>
          <p:nvPr/>
        </p:nvSpPr>
        <p:spPr bwMode="auto">
          <a:xfrm flipH="1">
            <a:off x="4267200" y="28956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55" name="Line 7"/>
          <p:cNvSpPr>
            <a:spLocks noChangeShapeType="1"/>
          </p:cNvSpPr>
          <p:nvPr/>
        </p:nvSpPr>
        <p:spPr bwMode="auto">
          <a:xfrm>
            <a:off x="5943600" y="28956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8273" name="Object 1"/>
          <p:cNvGraphicFramePr>
            <a:graphicFrameLocks noChangeAspect="1"/>
          </p:cNvGraphicFramePr>
          <p:nvPr/>
        </p:nvGraphicFramePr>
        <p:xfrm>
          <a:off x="5575300" y="2432050"/>
          <a:ext cx="303213" cy="381000"/>
        </p:xfrm>
        <a:graphic>
          <a:graphicData uri="http://schemas.openxmlformats.org/presentationml/2006/ole">
            <p:oleObj spid="_x0000_s438273" name="Equation" r:id="rId4" imgW="304560" imgH="380880" progId="Equation.3">
              <p:embed/>
            </p:oleObj>
          </a:graphicData>
        </a:graphic>
      </p:graphicFrame>
      <p:sp>
        <p:nvSpPr>
          <p:cNvPr id="360457" name="Oval 9"/>
          <p:cNvSpPr>
            <a:spLocks noChangeArrowheads="1"/>
          </p:cNvSpPr>
          <p:nvPr/>
        </p:nvSpPr>
        <p:spPr bwMode="auto">
          <a:xfrm>
            <a:off x="38862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58" name="Oval 10"/>
          <p:cNvSpPr>
            <a:spLocks noChangeArrowheads="1"/>
          </p:cNvSpPr>
          <p:nvPr/>
        </p:nvSpPr>
        <p:spPr bwMode="auto">
          <a:xfrm>
            <a:off x="70866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8274" name="Object 2"/>
          <p:cNvGraphicFramePr>
            <a:graphicFrameLocks noChangeAspect="1"/>
          </p:cNvGraphicFramePr>
          <p:nvPr/>
        </p:nvGraphicFramePr>
        <p:xfrm>
          <a:off x="7239000" y="3657600"/>
          <a:ext cx="330200" cy="368300"/>
        </p:xfrm>
        <a:graphic>
          <a:graphicData uri="http://schemas.openxmlformats.org/presentationml/2006/ole">
            <p:oleObj spid="_x0000_s438274" name="Equation" r:id="rId5" imgW="330120" imgH="368280" progId="Equation.3">
              <p:embed/>
            </p:oleObj>
          </a:graphicData>
        </a:graphic>
      </p:graphicFrame>
      <p:graphicFrame>
        <p:nvGraphicFramePr>
          <p:cNvPr id="438275" name="Object 3"/>
          <p:cNvGraphicFramePr>
            <a:graphicFrameLocks noChangeAspect="1"/>
          </p:cNvGraphicFramePr>
          <p:nvPr/>
        </p:nvGraphicFramePr>
        <p:xfrm>
          <a:off x="3962400" y="3657600"/>
          <a:ext cx="330200" cy="368300"/>
        </p:xfrm>
        <a:graphic>
          <a:graphicData uri="http://schemas.openxmlformats.org/presentationml/2006/ole">
            <p:oleObj spid="_x0000_s438275" name="Equation" r:id="rId6" imgW="330120" imgH="368280" progId="Equation.3">
              <p:embed/>
            </p:oleObj>
          </a:graphicData>
        </a:graphic>
      </p:graphicFrame>
      <p:sp>
        <p:nvSpPr>
          <p:cNvPr id="360461" name="Line 13"/>
          <p:cNvSpPr>
            <a:spLocks noChangeShapeType="1"/>
          </p:cNvSpPr>
          <p:nvPr/>
        </p:nvSpPr>
        <p:spPr bwMode="auto">
          <a:xfrm flipH="1">
            <a:off x="3048000" y="40386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2" name="Line 14"/>
          <p:cNvSpPr>
            <a:spLocks noChangeShapeType="1"/>
          </p:cNvSpPr>
          <p:nvPr/>
        </p:nvSpPr>
        <p:spPr bwMode="auto">
          <a:xfrm>
            <a:off x="4191000" y="4114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3" name="Oval 15"/>
          <p:cNvSpPr>
            <a:spLocks noChangeArrowheads="1"/>
          </p:cNvSpPr>
          <p:nvPr/>
        </p:nvSpPr>
        <p:spPr bwMode="auto">
          <a:xfrm>
            <a:off x="2590800" y="4953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4" name="Oval 16"/>
          <p:cNvSpPr>
            <a:spLocks noChangeArrowheads="1"/>
          </p:cNvSpPr>
          <p:nvPr/>
        </p:nvSpPr>
        <p:spPr bwMode="auto">
          <a:xfrm>
            <a:off x="3886200" y="4953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5" name="Oval 17"/>
          <p:cNvSpPr>
            <a:spLocks noChangeArrowheads="1"/>
          </p:cNvSpPr>
          <p:nvPr/>
        </p:nvSpPr>
        <p:spPr bwMode="auto">
          <a:xfrm>
            <a:off x="5105400" y="4953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6" name="Line 18"/>
          <p:cNvSpPr>
            <a:spLocks noChangeShapeType="1"/>
          </p:cNvSpPr>
          <p:nvPr/>
        </p:nvSpPr>
        <p:spPr bwMode="auto">
          <a:xfrm>
            <a:off x="4419600" y="40386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8276" name="Object 4"/>
          <p:cNvGraphicFramePr>
            <a:graphicFrameLocks noChangeAspect="1"/>
          </p:cNvGraphicFramePr>
          <p:nvPr/>
        </p:nvGraphicFramePr>
        <p:xfrm>
          <a:off x="2743200" y="5105400"/>
          <a:ext cx="265113" cy="279400"/>
        </p:xfrm>
        <a:graphic>
          <a:graphicData uri="http://schemas.openxmlformats.org/presentationml/2006/ole">
            <p:oleObj spid="_x0000_s438276" name="Equation" r:id="rId7" imgW="266400" imgH="279360" progId="Equation.3">
              <p:embed/>
            </p:oleObj>
          </a:graphicData>
        </a:graphic>
      </p:graphicFrame>
      <p:graphicFrame>
        <p:nvGraphicFramePr>
          <p:cNvPr id="438277" name="Object 5"/>
          <p:cNvGraphicFramePr>
            <a:graphicFrameLocks noChangeAspect="1"/>
          </p:cNvGraphicFramePr>
          <p:nvPr/>
        </p:nvGraphicFramePr>
        <p:xfrm>
          <a:off x="4038600" y="5105400"/>
          <a:ext cx="265113" cy="279400"/>
        </p:xfrm>
        <a:graphic>
          <a:graphicData uri="http://schemas.openxmlformats.org/presentationml/2006/ole">
            <p:oleObj spid="_x0000_s438277" name="Equation" r:id="rId8" imgW="266400" imgH="279360" progId="Equation.3">
              <p:embed/>
            </p:oleObj>
          </a:graphicData>
        </a:graphic>
      </p:graphicFrame>
      <p:graphicFrame>
        <p:nvGraphicFramePr>
          <p:cNvPr id="438278" name="Object 6"/>
          <p:cNvGraphicFramePr>
            <a:graphicFrameLocks noChangeAspect="1"/>
          </p:cNvGraphicFramePr>
          <p:nvPr/>
        </p:nvGraphicFramePr>
        <p:xfrm>
          <a:off x="5257800" y="5029200"/>
          <a:ext cx="330200" cy="368300"/>
        </p:xfrm>
        <a:graphic>
          <a:graphicData uri="http://schemas.openxmlformats.org/presentationml/2006/ole">
            <p:oleObj spid="_x0000_s438278" name="Equation" r:id="rId9" imgW="330120" imgH="368280" progId="Equation.3">
              <p:embed/>
            </p:oleObj>
          </a:graphicData>
        </a:graphic>
      </p:graphicFrame>
      <p:sp>
        <p:nvSpPr>
          <p:cNvPr id="360471" name="Text Box 23"/>
          <p:cNvSpPr txBox="1">
            <a:spLocks noChangeArrowheads="1"/>
          </p:cNvSpPr>
          <p:nvPr/>
        </p:nvSpPr>
        <p:spPr bwMode="auto">
          <a:xfrm>
            <a:off x="152400" y="2209800"/>
            <a:ext cx="4410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Partial derivation tree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4D7-59E9-4BEF-B146-28782724ADE3}" type="slidenum">
              <a:rPr lang="en-US"/>
              <a:pPr/>
              <a:t>29</a:t>
            </a:fld>
            <a:endParaRPr lang="en-US"/>
          </a:p>
        </p:txBody>
      </p:sp>
      <p:sp>
        <p:nvSpPr>
          <p:cNvPr id="387074" name="Rectangle 1026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graphicFrame>
        <p:nvGraphicFramePr>
          <p:cNvPr id="439296" name="Object 1024"/>
          <p:cNvGraphicFramePr>
            <a:graphicFrameLocks noChangeAspect="1"/>
          </p:cNvGraphicFramePr>
          <p:nvPr/>
        </p:nvGraphicFramePr>
        <p:xfrm>
          <a:off x="2590800" y="457200"/>
          <a:ext cx="3556000" cy="419100"/>
        </p:xfrm>
        <a:graphic>
          <a:graphicData uri="http://schemas.openxmlformats.org/presentationml/2006/ole">
            <p:oleObj spid="_x0000_s439296" name="Equation" r:id="rId3" imgW="3555720" imgH="419040" progId="Equation.3">
              <p:embed/>
            </p:oleObj>
          </a:graphicData>
        </a:graphic>
      </p:graphicFrame>
      <p:sp>
        <p:nvSpPr>
          <p:cNvPr id="387076" name="Oval 1028"/>
          <p:cNvSpPr>
            <a:spLocks noChangeArrowheads="1"/>
          </p:cNvSpPr>
          <p:nvPr/>
        </p:nvSpPr>
        <p:spPr bwMode="auto">
          <a:xfrm>
            <a:off x="5410200" y="2362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77" name="Line 1029"/>
          <p:cNvSpPr>
            <a:spLocks noChangeShapeType="1"/>
          </p:cNvSpPr>
          <p:nvPr/>
        </p:nvSpPr>
        <p:spPr bwMode="auto">
          <a:xfrm flipH="1">
            <a:off x="4267200" y="28956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78" name="Line 1030"/>
          <p:cNvSpPr>
            <a:spLocks noChangeShapeType="1"/>
          </p:cNvSpPr>
          <p:nvPr/>
        </p:nvSpPr>
        <p:spPr bwMode="auto">
          <a:xfrm>
            <a:off x="5943600" y="28956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9297" name="Object 1025"/>
          <p:cNvGraphicFramePr>
            <a:graphicFrameLocks noChangeAspect="1"/>
          </p:cNvGraphicFramePr>
          <p:nvPr/>
        </p:nvGraphicFramePr>
        <p:xfrm>
          <a:off x="5575300" y="2432050"/>
          <a:ext cx="303213" cy="381000"/>
        </p:xfrm>
        <a:graphic>
          <a:graphicData uri="http://schemas.openxmlformats.org/presentationml/2006/ole">
            <p:oleObj spid="_x0000_s439297" name="Equation" r:id="rId4" imgW="304560" imgH="380880" progId="Equation.3">
              <p:embed/>
            </p:oleObj>
          </a:graphicData>
        </a:graphic>
      </p:graphicFrame>
      <p:sp>
        <p:nvSpPr>
          <p:cNvPr id="387080" name="Oval 1032"/>
          <p:cNvSpPr>
            <a:spLocks noChangeArrowheads="1"/>
          </p:cNvSpPr>
          <p:nvPr/>
        </p:nvSpPr>
        <p:spPr bwMode="auto">
          <a:xfrm>
            <a:off x="38862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81" name="Oval 1033"/>
          <p:cNvSpPr>
            <a:spLocks noChangeArrowheads="1"/>
          </p:cNvSpPr>
          <p:nvPr/>
        </p:nvSpPr>
        <p:spPr bwMode="auto">
          <a:xfrm>
            <a:off x="70866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9298" name="Object 1026"/>
          <p:cNvGraphicFramePr>
            <a:graphicFrameLocks noChangeAspect="1"/>
          </p:cNvGraphicFramePr>
          <p:nvPr/>
        </p:nvGraphicFramePr>
        <p:xfrm>
          <a:off x="7239000" y="3657600"/>
          <a:ext cx="330200" cy="368300"/>
        </p:xfrm>
        <a:graphic>
          <a:graphicData uri="http://schemas.openxmlformats.org/presentationml/2006/ole">
            <p:oleObj spid="_x0000_s439298" name="Equation" r:id="rId5" imgW="330120" imgH="368280" progId="Equation.3">
              <p:embed/>
            </p:oleObj>
          </a:graphicData>
        </a:graphic>
      </p:graphicFrame>
      <p:graphicFrame>
        <p:nvGraphicFramePr>
          <p:cNvPr id="439299" name="Object 1027"/>
          <p:cNvGraphicFramePr>
            <a:graphicFrameLocks noChangeAspect="1"/>
          </p:cNvGraphicFramePr>
          <p:nvPr/>
        </p:nvGraphicFramePr>
        <p:xfrm>
          <a:off x="3962400" y="3657600"/>
          <a:ext cx="330200" cy="368300"/>
        </p:xfrm>
        <a:graphic>
          <a:graphicData uri="http://schemas.openxmlformats.org/presentationml/2006/ole">
            <p:oleObj spid="_x0000_s439299" name="Equation" r:id="rId6" imgW="330120" imgH="368280" progId="Equation.3">
              <p:embed/>
            </p:oleObj>
          </a:graphicData>
        </a:graphic>
      </p:graphicFrame>
      <p:sp>
        <p:nvSpPr>
          <p:cNvPr id="387084" name="Line 1036"/>
          <p:cNvSpPr>
            <a:spLocks noChangeShapeType="1"/>
          </p:cNvSpPr>
          <p:nvPr/>
        </p:nvSpPr>
        <p:spPr bwMode="auto">
          <a:xfrm flipH="1">
            <a:off x="3048000" y="40386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85" name="Line 1037"/>
          <p:cNvSpPr>
            <a:spLocks noChangeShapeType="1"/>
          </p:cNvSpPr>
          <p:nvPr/>
        </p:nvSpPr>
        <p:spPr bwMode="auto">
          <a:xfrm>
            <a:off x="4191000" y="4114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86" name="Oval 1038"/>
          <p:cNvSpPr>
            <a:spLocks noChangeArrowheads="1"/>
          </p:cNvSpPr>
          <p:nvPr/>
        </p:nvSpPr>
        <p:spPr bwMode="auto">
          <a:xfrm>
            <a:off x="2590800" y="4953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87" name="Oval 1039"/>
          <p:cNvSpPr>
            <a:spLocks noChangeArrowheads="1"/>
          </p:cNvSpPr>
          <p:nvPr/>
        </p:nvSpPr>
        <p:spPr bwMode="auto">
          <a:xfrm>
            <a:off x="3886200" y="4953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88" name="Oval 1040"/>
          <p:cNvSpPr>
            <a:spLocks noChangeArrowheads="1"/>
          </p:cNvSpPr>
          <p:nvPr/>
        </p:nvSpPr>
        <p:spPr bwMode="auto">
          <a:xfrm>
            <a:off x="5105400" y="4953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7089" name="Line 1041"/>
          <p:cNvSpPr>
            <a:spLocks noChangeShapeType="1"/>
          </p:cNvSpPr>
          <p:nvPr/>
        </p:nvSpPr>
        <p:spPr bwMode="auto">
          <a:xfrm>
            <a:off x="4419600" y="40386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9300" name="Object 1028"/>
          <p:cNvGraphicFramePr>
            <a:graphicFrameLocks noChangeAspect="1"/>
          </p:cNvGraphicFramePr>
          <p:nvPr/>
        </p:nvGraphicFramePr>
        <p:xfrm>
          <a:off x="2743200" y="5105400"/>
          <a:ext cx="265113" cy="279400"/>
        </p:xfrm>
        <a:graphic>
          <a:graphicData uri="http://schemas.openxmlformats.org/presentationml/2006/ole">
            <p:oleObj spid="_x0000_s439300" name="Equation" r:id="rId7" imgW="266400" imgH="279360" progId="Equation.3">
              <p:embed/>
            </p:oleObj>
          </a:graphicData>
        </a:graphic>
      </p:graphicFrame>
      <p:graphicFrame>
        <p:nvGraphicFramePr>
          <p:cNvPr id="439301" name="Object 1029"/>
          <p:cNvGraphicFramePr>
            <a:graphicFrameLocks noChangeAspect="1"/>
          </p:cNvGraphicFramePr>
          <p:nvPr/>
        </p:nvGraphicFramePr>
        <p:xfrm>
          <a:off x="4038600" y="5105400"/>
          <a:ext cx="265113" cy="279400"/>
        </p:xfrm>
        <a:graphic>
          <a:graphicData uri="http://schemas.openxmlformats.org/presentationml/2006/ole">
            <p:oleObj spid="_x0000_s439301" name="Equation" r:id="rId8" imgW="266400" imgH="279360" progId="Equation.3">
              <p:embed/>
            </p:oleObj>
          </a:graphicData>
        </a:graphic>
      </p:graphicFrame>
      <p:graphicFrame>
        <p:nvGraphicFramePr>
          <p:cNvPr id="439302" name="Object 1030"/>
          <p:cNvGraphicFramePr>
            <a:graphicFrameLocks noChangeAspect="1"/>
          </p:cNvGraphicFramePr>
          <p:nvPr/>
        </p:nvGraphicFramePr>
        <p:xfrm>
          <a:off x="5257800" y="5029200"/>
          <a:ext cx="330200" cy="368300"/>
        </p:xfrm>
        <a:graphic>
          <a:graphicData uri="http://schemas.openxmlformats.org/presentationml/2006/ole">
            <p:oleObj spid="_x0000_s439302" name="Equation" r:id="rId9" imgW="330120" imgH="368280" progId="Equation.3">
              <p:embed/>
            </p:oleObj>
          </a:graphicData>
        </a:graphic>
      </p:graphicFrame>
      <p:sp>
        <p:nvSpPr>
          <p:cNvPr id="387093" name="Freeform 1045"/>
          <p:cNvSpPr>
            <a:spLocks/>
          </p:cNvSpPr>
          <p:nvPr/>
        </p:nvSpPr>
        <p:spPr bwMode="auto">
          <a:xfrm>
            <a:off x="1892300" y="2908300"/>
            <a:ext cx="6299200" cy="3124200"/>
          </a:xfrm>
          <a:custGeom>
            <a:avLst/>
            <a:gdLst/>
            <a:ahLst/>
            <a:cxnLst>
              <a:cxn ang="0">
                <a:pos x="392" y="1048"/>
              </a:cxn>
              <a:cxn ang="0">
                <a:pos x="2456" y="1048"/>
              </a:cxn>
              <a:cxn ang="0">
                <a:pos x="3272" y="136"/>
              </a:cxn>
              <a:cxn ang="0">
                <a:pos x="3800" y="232"/>
              </a:cxn>
              <a:cxn ang="0">
                <a:pos x="3848" y="952"/>
              </a:cxn>
              <a:cxn ang="0">
                <a:pos x="3080" y="1288"/>
              </a:cxn>
              <a:cxn ang="0">
                <a:pos x="2408" y="1864"/>
              </a:cxn>
              <a:cxn ang="0">
                <a:pos x="728" y="1912"/>
              </a:cxn>
              <a:cxn ang="0">
                <a:pos x="104" y="1624"/>
              </a:cxn>
              <a:cxn ang="0">
                <a:pos x="392" y="1048"/>
              </a:cxn>
            </a:cxnLst>
            <a:rect l="0" t="0" r="r" b="b"/>
            <a:pathLst>
              <a:path w="3968" h="1968">
                <a:moveTo>
                  <a:pt x="392" y="1048"/>
                </a:moveTo>
                <a:cubicBezTo>
                  <a:pt x="784" y="952"/>
                  <a:pt x="1976" y="1200"/>
                  <a:pt x="2456" y="1048"/>
                </a:cubicBezTo>
                <a:cubicBezTo>
                  <a:pt x="2936" y="896"/>
                  <a:pt x="3048" y="272"/>
                  <a:pt x="3272" y="136"/>
                </a:cubicBezTo>
                <a:cubicBezTo>
                  <a:pt x="3496" y="0"/>
                  <a:pt x="3704" y="96"/>
                  <a:pt x="3800" y="232"/>
                </a:cubicBezTo>
                <a:cubicBezTo>
                  <a:pt x="3896" y="368"/>
                  <a:pt x="3968" y="776"/>
                  <a:pt x="3848" y="952"/>
                </a:cubicBezTo>
                <a:cubicBezTo>
                  <a:pt x="3728" y="1128"/>
                  <a:pt x="3320" y="1136"/>
                  <a:pt x="3080" y="1288"/>
                </a:cubicBezTo>
                <a:cubicBezTo>
                  <a:pt x="2840" y="1440"/>
                  <a:pt x="2800" y="1760"/>
                  <a:pt x="2408" y="1864"/>
                </a:cubicBezTo>
                <a:cubicBezTo>
                  <a:pt x="2016" y="1968"/>
                  <a:pt x="1112" y="1952"/>
                  <a:pt x="728" y="1912"/>
                </a:cubicBezTo>
                <a:cubicBezTo>
                  <a:pt x="344" y="1872"/>
                  <a:pt x="168" y="1768"/>
                  <a:pt x="104" y="1624"/>
                </a:cubicBezTo>
                <a:cubicBezTo>
                  <a:pt x="40" y="1480"/>
                  <a:pt x="0" y="1144"/>
                  <a:pt x="392" y="1048"/>
                </a:cubicBez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7094" name="Text Box 1046"/>
          <p:cNvSpPr txBox="1">
            <a:spLocks noChangeArrowheads="1"/>
          </p:cNvSpPr>
          <p:nvPr/>
        </p:nvSpPr>
        <p:spPr bwMode="auto">
          <a:xfrm>
            <a:off x="152400" y="2209800"/>
            <a:ext cx="4410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Partial derivation tree</a:t>
            </a:r>
          </a:p>
        </p:txBody>
      </p:sp>
      <p:sp>
        <p:nvSpPr>
          <p:cNvPr id="387095" name="Text Box 1047"/>
          <p:cNvSpPr txBox="1">
            <a:spLocks noChangeArrowheads="1"/>
          </p:cNvSpPr>
          <p:nvPr/>
        </p:nvSpPr>
        <p:spPr bwMode="auto">
          <a:xfrm>
            <a:off x="6553200" y="76200"/>
            <a:ext cx="20701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sentential</a:t>
            </a:r>
          </a:p>
          <a:p>
            <a:r>
              <a:rPr lang="en-US"/>
              <a:t>form</a:t>
            </a:r>
          </a:p>
        </p:txBody>
      </p:sp>
      <p:sp>
        <p:nvSpPr>
          <p:cNvPr id="387096" name="Text Box 1048"/>
          <p:cNvSpPr txBox="1">
            <a:spLocks noChangeArrowheads="1"/>
          </p:cNvSpPr>
          <p:nvPr/>
        </p:nvSpPr>
        <p:spPr bwMode="auto">
          <a:xfrm>
            <a:off x="7620000" y="4648200"/>
            <a:ext cx="1081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yield</a:t>
            </a:r>
          </a:p>
        </p:txBody>
      </p:sp>
      <p:graphicFrame>
        <p:nvGraphicFramePr>
          <p:cNvPr id="439303" name="Object 1031"/>
          <p:cNvGraphicFramePr>
            <a:graphicFrameLocks noChangeAspect="1"/>
          </p:cNvGraphicFramePr>
          <p:nvPr/>
        </p:nvGraphicFramePr>
        <p:xfrm>
          <a:off x="7639050" y="5391150"/>
          <a:ext cx="1168400" cy="419100"/>
        </p:xfrm>
        <a:graphic>
          <a:graphicData uri="http://schemas.openxmlformats.org/presentationml/2006/ole">
            <p:oleObj spid="_x0000_s439303" name="Equation" r:id="rId10" imgW="116820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EC1F-9B38-40AB-B590-5B45C75AA4E8}" type="slidenum">
              <a:rPr lang="en-US"/>
              <a:pPr/>
              <a:t>30</a:t>
            </a:fld>
            <a:endParaRPr lang="en-US"/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440320" name="Object 0"/>
          <p:cNvGraphicFramePr>
            <a:graphicFrameLocks noChangeAspect="1"/>
          </p:cNvGraphicFramePr>
          <p:nvPr/>
        </p:nvGraphicFramePr>
        <p:xfrm>
          <a:off x="76200" y="1371600"/>
          <a:ext cx="8359775" cy="430213"/>
        </p:xfrm>
        <a:graphic>
          <a:graphicData uri="http://schemas.openxmlformats.org/presentationml/2006/ole">
            <p:oleObj spid="_x0000_s440320" name="Equation" r:id="rId3" imgW="8356320" imgH="431640" progId="Equation.3">
              <p:embed/>
            </p:oleObj>
          </a:graphicData>
        </a:graphic>
      </p:graphicFrame>
      <p:graphicFrame>
        <p:nvGraphicFramePr>
          <p:cNvPr id="440321" name="Object 1"/>
          <p:cNvGraphicFramePr>
            <a:graphicFrameLocks noChangeAspect="1"/>
          </p:cNvGraphicFramePr>
          <p:nvPr/>
        </p:nvGraphicFramePr>
        <p:xfrm>
          <a:off x="76200" y="2895600"/>
          <a:ext cx="7913688" cy="428625"/>
        </p:xfrm>
        <a:graphic>
          <a:graphicData uri="http://schemas.openxmlformats.org/presentationml/2006/ole">
            <p:oleObj spid="_x0000_s440321" name="Equation" r:id="rId4" imgW="7912080" imgH="431640" progId="Equation.3">
              <p:embed/>
            </p:oleObj>
          </a:graphicData>
        </a:graphic>
      </p:graphicFrame>
      <p:grpSp>
        <p:nvGrpSpPr>
          <p:cNvPr id="361510" name="Group 38"/>
          <p:cNvGrpSpPr>
            <a:grpSpLocks/>
          </p:cNvGrpSpPr>
          <p:nvPr/>
        </p:nvGrpSpPr>
        <p:grpSpPr bwMode="auto">
          <a:xfrm>
            <a:off x="3429000" y="3581400"/>
            <a:ext cx="4267200" cy="3200400"/>
            <a:chOff x="1632" y="1392"/>
            <a:chExt cx="3648" cy="2880"/>
          </a:xfrm>
        </p:grpSpPr>
        <p:sp>
          <p:nvSpPr>
            <p:cNvPr id="361478" name="Oval 6"/>
            <p:cNvSpPr>
              <a:spLocks noChangeArrowheads="1"/>
            </p:cNvSpPr>
            <p:nvPr/>
          </p:nvSpPr>
          <p:spPr bwMode="auto">
            <a:xfrm>
              <a:off x="3408" y="139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79" name="Line 7"/>
            <p:cNvSpPr>
              <a:spLocks noChangeShapeType="1"/>
            </p:cNvSpPr>
            <p:nvPr/>
          </p:nvSpPr>
          <p:spPr bwMode="auto">
            <a:xfrm flipH="1">
              <a:off x="2688" y="1728"/>
              <a:ext cx="76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80" name="Line 8"/>
            <p:cNvSpPr>
              <a:spLocks noChangeShapeType="1"/>
            </p:cNvSpPr>
            <p:nvPr/>
          </p:nvSpPr>
          <p:spPr bwMode="auto">
            <a:xfrm>
              <a:off x="3744" y="1728"/>
              <a:ext cx="81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0322" name="Object 2"/>
            <p:cNvGraphicFramePr>
              <a:graphicFrameLocks noChangeAspect="1"/>
            </p:cNvGraphicFramePr>
            <p:nvPr/>
          </p:nvGraphicFramePr>
          <p:xfrm>
            <a:off x="3512" y="1436"/>
            <a:ext cx="191" cy="240"/>
          </p:xfrm>
          <a:graphic>
            <a:graphicData uri="http://schemas.openxmlformats.org/presentationml/2006/ole">
              <p:oleObj spid="_x0000_s440322" name="Equation" r:id="rId5" imgW="304560" imgH="380880" progId="Equation.3">
                <p:embed/>
              </p:oleObj>
            </a:graphicData>
          </a:graphic>
        </p:graphicFrame>
        <p:sp>
          <p:nvSpPr>
            <p:cNvPr id="361482" name="Oval 10"/>
            <p:cNvSpPr>
              <a:spLocks noChangeArrowheads="1"/>
            </p:cNvSpPr>
            <p:nvPr/>
          </p:nvSpPr>
          <p:spPr bwMode="auto">
            <a:xfrm>
              <a:off x="2448" y="211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83" name="Oval 11"/>
            <p:cNvSpPr>
              <a:spLocks noChangeArrowheads="1"/>
            </p:cNvSpPr>
            <p:nvPr/>
          </p:nvSpPr>
          <p:spPr bwMode="auto">
            <a:xfrm>
              <a:off x="4464" y="211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0323" name="Object 3"/>
            <p:cNvGraphicFramePr>
              <a:graphicFrameLocks noChangeAspect="1"/>
            </p:cNvGraphicFramePr>
            <p:nvPr/>
          </p:nvGraphicFramePr>
          <p:xfrm>
            <a:off x="4560" y="2208"/>
            <a:ext cx="208" cy="232"/>
          </p:xfrm>
          <a:graphic>
            <a:graphicData uri="http://schemas.openxmlformats.org/presentationml/2006/ole">
              <p:oleObj spid="_x0000_s440323" name="Equation" r:id="rId6" imgW="330120" imgH="368280" progId="Equation.3">
                <p:embed/>
              </p:oleObj>
            </a:graphicData>
          </a:graphic>
        </p:graphicFrame>
        <p:graphicFrame>
          <p:nvGraphicFramePr>
            <p:cNvPr id="440324" name="Object 4"/>
            <p:cNvGraphicFramePr>
              <a:graphicFrameLocks noChangeAspect="1"/>
            </p:cNvGraphicFramePr>
            <p:nvPr/>
          </p:nvGraphicFramePr>
          <p:xfrm>
            <a:off x="2496" y="2208"/>
            <a:ext cx="208" cy="232"/>
          </p:xfrm>
          <a:graphic>
            <a:graphicData uri="http://schemas.openxmlformats.org/presentationml/2006/ole">
              <p:oleObj spid="_x0000_s440324" name="Equation" r:id="rId7" imgW="330120" imgH="368280" progId="Equation.3">
                <p:embed/>
              </p:oleObj>
            </a:graphicData>
          </a:graphic>
        </p:graphicFrame>
        <p:sp>
          <p:nvSpPr>
            <p:cNvPr id="361486" name="Line 14"/>
            <p:cNvSpPr>
              <a:spLocks noChangeShapeType="1"/>
            </p:cNvSpPr>
            <p:nvPr/>
          </p:nvSpPr>
          <p:spPr bwMode="auto">
            <a:xfrm flipH="1">
              <a:off x="1920" y="2448"/>
              <a:ext cx="57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87" name="Line 15"/>
            <p:cNvSpPr>
              <a:spLocks noChangeShapeType="1"/>
            </p:cNvSpPr>
            <p:nvPr/>
          </p:nvSpPr>
          <p:spPr bwMode="auto">
            <a:xfrm>
              <a:off x="2640" y="249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88" name="Oval 16"/>
            <p:cNvSpPr>
              <a:spLocks noChangeArrowheads="1"/>
            </p:cNvSpPr>
            <p:nvPr/>
          </p:nvSpPr>
          <p:spPr bwMode="auto">
            <a:xfrm>
              <a:off x="1632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89" name="Oval 17"/>
            <p:cNvSpPr>
              <a:spLocks noChangeArrowheads="1"/>
            </p:cNvSpPr>
            <p:nvPr/>
          </p:nvSpPr>
          <p:spPr bwMode="auto">
            <a:xfrm>
              <a:off x="2448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90" name="Oval 18"/>
            <p:cNvSpPr>
              <a:spLocks noChangeArrowheads="1"/>
            </p:cNvSpPr>
            <p:nvPr/>
          </p:nvSpPr>
          <p:spPr bwMode="auto">
            <a:xfrm>
              <a:off x="3216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491" name="Line 19"/>
            <p:cNvSpPr>
              <a:spLocks noChangeShapeType="1"/>
            </p:cNvSpPr>
            <p:nvPr/>
          </p:nvSpPr>
          <p:spPr bwMode="auto">
            <a:xfrm>
              <a:off x="2784" y="2448"/>
              <a:ext cx="57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0325" name="Object 5"/>
            <p:cNvGraphicFramePr>
              <a:graphicFrameLocks noChangeAspect="1"/>
            </p:cNvGraphicFramePr>
            <p:nvPr/>
          </p:nvGraphicFramePr>
          <p:xfrm>
            <a:off x="1728" y="3120"/>
            <a:ext cx="167" cy="176"/>
          </p:xfrm>
          <a:graphic>
            <a:graphicData uri="http://schemas.openxmlformats.org/presentationml/2006/ole">
              <p:oleObj spid="_x0000_s440325" name="Equation" r:id="rId8" imgW="266400" imgH="279360" progId="Equation.3">
                <p:embed/>
              </p:oleObj>
            </a:graphicData>
          </a:graphic>
        </p:graphicFrame>
        <p:graphicFrame>
          <p:nvGraphicFramePr>
            <p:cNvPr id="440326" name="Object 6"/>
            <p:cNvGraphicFramePr>
              <a:graphicFrameLocks noChangeAspect="1"/>
            </p:cNvGraphicFramePr>
            <p:nvPr/>
          </p:nvGraphicFramePr>
          <p:xfrm>
            <a:off x="2544" y="3120"/>
            <a:ext cx="167" cy="176"/>
          </p:xfrm>
          <a:graphic>
            <a:graphicData uri="http://schemas.openxmlformats.org/presentationml/2006/ole">
              <p:oleObj spid="_x0000_s440326" name="Equation" r:id="rId9" imgW="266400" imgH="279360" progId="Equation.3">
                <p:embed/>
              </p:oleObj>
            </a:graphicData>
          </a:graphic>
        </p:graphicFrame>
        <p:graphicFrame>
          <p:nvGraphicFramePr>
            <p:cNvPr id="440327" name="Object 7"/>
            <p:cNvGraphicFramePr>
              <a:graphicFrameLocks noChangeAspect="1"/>
            </p:cNvGraphicFramePr>
            <p:nvPr/>
          </p:nvGraphicFramePr>
          <p:xfrm>
            <a:off x="3312" y="3072"/>
            <a:ext cx="208" cy="232"/>
          </p:xfrm>
          <a:graphic>
            <a:graphicData uri="http://schemas.openxmlformats.org/presentationml/2006/ole">
              <p:oleObj spid="_x0000_s440327" name="Equation" r:id="rId10" imgW="330120" imgH="368280" progId="Equation.3">
                <p:embed/>
              </p:oleObj>
            </a:graphicData>
          </a:graphic>
        </p:graphicFrame>
        <p:sp>
          <p:nvSpPr>
            <p:cNvPr id="361495" name="Oval 23"/>
            <p:cNvSpPr>
              <a:spLocks noChangeArrowheads="1"/>
            </p:cNvSpPr>
            <p:nvPr/>
          </p:nvSpPr>
          <p:spPr bwMode="auto">
            <a:xfrm>
              <a:off x="4032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0328" name="Object 8"/>
            <p:cNvGraphicFramePr>
              <a:graphicFrameLocks noChangeAspect="1"/>
            </p:cNvGraphicFramePr>
            <p:nvPr/>
          </p:nvGraphicFramePr>
          <p:xfrm>
            <a:off x="4128" y="3072"/>
            <a:ext cx="208" cy="232"/>
          </p:xfrm>
          <a:graphic>
            <a:graphicData uri="http://schemas.openxmlformats.org/presentationml/2006/ole">
              <p:oleObj spid="_x0000_s440328" name="Equation" r:id="rId11" imgW="330120" imgH="368280" progId="Equation.3">
                <p:embed/>
              </p:oleObj>
            </a:graphicData>
          </a:graphic>
        </p:graphicFrame>
        <p:sp>
          <p:nvSpPr>
            <p:cNvPr id="361497" name="Oval 25"/>
            <p:cNvSpPr>
              <a:spLocks noChangeArrowheads="1"/>
            </p:cNvSpPr>
            <p:nvPr/>
          </p:nvSpPr>
          <p:spPr bwMode="auto">
            <a:xfrm>
              <a:off x="4896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0329" name="Object 9"/>
            <p:cNvGraphicFramePr>
              <a:graphicFrameLocks noChangeAspect="1"/>
            </p:cNvGraphicFramePr>
            <p:nvPr/>
          </p:nvGraphicFramePr>
          <p:xfrm>
            <a:off x="5016" y="3065"/>
            <a:ext cx="159" cy="247"/>
          </p:xfrm>
          <a:graphic>
            <a:graphicData uri="http://schemas.openxmlformats.org/presentationml/2006/ole">
              <p:oleObj spid="_x0000_s440329" name="Equation" r:id="rId12" imgW="253800" imgH="393480" progId="Equation.3">
                <p:embed/>
              </p:oleObj>
            </a:graphicData>
          </a:graphic>
        </p:graphicFrame>
        <p:sp>
          <p:nvSpPr>
            <p:cNvPr id="361499" name="Line 27"/>
            <p:cNvSpPr>
              <a:spLocks noChangeShapeType="1"/>
            </p:cNvSpPr>
            <p:nvPr/>
          </p:nvSpPr>
          <p:spPr bwMode="auto">
            <a:xfrm flipH="1">
              <a:off x="4272" y="2496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1500" name="Line 28"/>
            <p:cNvSpPr>
              <a:spLocks noChangeShapeType="1"/>
            </p:cNvSpPr>
            <p:nvPr/>
          </p:nvSpPr>
          <p:spPr bwMode="auto">
            <a:xfrm>
              <a:off x="4800" y="2448"/>
              <a:ext cx="2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501" name="Oval 29"/>
            <p:cNvSpPr>
              <a:spLocks noChangeArrowheads="1"/>
            </p:cNvSpPr>
            <p:nvPr/>
          </p:nvSpPr>
          <p:spPr bwMode="auto">
            <a:xfrm>
              <a:off x="3216" y="388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502" name="Line 30"/>
            <p:cNvSpPr>
              <a:spLocks noChangeShapeType="1"/>
            </p:cNvSpPr>
            <p:nvPr/>
          </p:nvSpPr>
          <p:spPr bwMode="auto">
            <a:xfrm>
              <a:off x="3408" y="340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0330" name="Object 10"/>
            <p:cNvGraphicFramePr>
              <a:graphicFrameLocks noChangeAspect="1"/>
            </p:cNvGraphicFramePr>
            <p:nvPr/>
          </p:nvGraphicFramePr>
          <p:xfrm>
            <a:off x="3312" y="3984"/>
            <a:ext cx="191" cy="240"/>
          </p:xfrm>
          <a:graphic>
            <a:graphicData uri="http://schemas.openxmlformats.org/presentationml/2006/ole">
              <p:oleObj spid="_x0000_s440330" name="Equation" r:id="rId13" imgW="304560" imgH="380880" progId="Equation.3">
                <p:embed/>
              </p:oleObj>
            </a:graphicData>
          </a:graphic>
        </p:graphicFrame>
        <p:sp>
          <p:nvSpPr>
            <p:cNvPr id="361504" name="Oval 32"/>
            <p:cNvSpPr>
              <a:spLocks noChangeArrowheads="1"/>
            </p:cNvSpPr>
            <p:nvPr/>
          </p:nvSpPr>
          <p:spPr bwMode="auto">
            <a:xfrm>
              <a:off x="4032" y="388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1505" name="Line 33"/>
            <p:cNvSpPr>
              <a:spLocks noChangeShapeType="1"/>
            </p:cNvSpPr>
            <p:nvPr/>
          </p:nvSpPr>
          <p:spPr bwMode="auto">
            <a:xfrm>
              <a:off x="4224" y="340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0331" name="Object 11"/>
            <p:cNvGraphicFramePr>
              <a:graphicFrameLocks noChangeAspect="1"/>
            </p:cNvGraphicFramePr>
            <p:nvPr/>
          </p:nvGraphicFramePr>
          <p:xfrm>
            <a:off x="4128" y="3984"/>
            <a:ext cx="191" cy="240"/>
          </p:xfrm>
          <a:graphic>
            <a:graphicData uri="http://schemas.openxmlformats.org/presentationml/2006/ole">
              <p:oleObj spid="_x0000_s440331" name="Equation" r:id="rId14" imgW="304560" imgH="380880" progId="Equation.3">
                <p:embed/>
              </p:oleObj>
            </a:graphicData>
          </a:graphic>
        </p:graphicFrame>
      </p:grpSp>
      <p:sp>
        <p:nvSpPr>
          <p:cNvPr id="361507" name="Text Box 35"/>
          <p:cNvSpPr txBox="1">
            <a:spLocks noChangeArrowheads="1"/>
          </p:cNvSpPr>
          <p:nvPr/>
        </p:nvSpPr>
        <p:spPr bwMode="auto">
          <a:xfrm>
            <a:off x="0" y="3810000"/>
            <a:ext cx="4360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Same derivation tree</a:t>
            </a:r>
          </a:p>
        </p:txBody>
      </p:sp>
      <p:sp>
        <p:nvSpPr>
          <p:cNvPr id="361509" name="Text Box 37"/>
          <p:cNvSpPr txBox="1">
            <a:spLocks noChangeArrowheads="1"/>
          </p:cNvSpPr>
          <p:nvPr/>
        </p:nvSpPr>
        <p:spPr bwMode="auto">
          <a:xfrm>
            <a:off x="0" y="76200"/>
            <a:ext cx="8515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Sometimes, derivation order doesn’t matter</a:t>
            </a:r>
          </a:p>
        </p:txBody>
      </p:sp>
      <p:sp>
        <p:nvSpPr>
          <p:cNvPr id="361511" name="Text Box 39"/>
          <p:cNvSpPr txBox="1">
            <a:spLocks noChangeArrowheads="1"/>
          </p:cNvSpPr>
          <p:nvPr/>
        </p:nvSpPr>
        <p:spPr bwMode="auto">
          <a:xfrm>
            <a:off x="76200" y="762000"/>
            <a:ext cx="2071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Leftmost:</a:t>
            </a:r>
          </a:p>
        </p:txBody>
      </p:sp>
      <p:sp>
        <p:nvSpPr>
          <p:cNvPr id="361512" name="Text Box 40"/>
          <p:cNvSpPr txBox="1">
            <a:spLocks noChangeArrowheads="1"/>
          </p:cNvSpPr>
          <p:nvPr/>
        </p:nvSpPr>
        <p:spPr bwMode="auto">
          <a:xfrm>
            <a:off x="0" y="2209800"/>
            <a:ext cx="2239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Rightmost: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Ambiguity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DB42-8526-43CF-BFB9-0CC539B44B49}" type="slidenum">
              <a:rPr lang="en-US"/>
              <a:pPr/>
              <a:t>32</a:t>
            </a:fld>
            <a:endParaRPr lang="en-US"/>
          </a:p>
        </p:txBody>
      </p:sp>
      <p:graphicFrame>
        <p:nvGraphicFramePr>
          <p:cNvPr id="441344" name="Object 1024"/>
          <p:cNvGraphicFramePr>
            <a:graphicFrameLocks noChangeAspect="1"/>
          </p:cNvGraphicFramePr>
          <p:nvPr/>
        </p:nvGraphicFramePr>
        <p:xfrm>
          <a:off x="838200" y="127000"/>
          <a:ext cx="6110288" cy="544513"/>
        </p:xfrm>
        <a:graphic>
          <a:graphicData uri="http://schemas.openxmlformats.org/presentationml/2006/ole">
            <p:oleObj spid="_x0000_s441344" name="Equation" r:id="rId3" imgW="6108480" imgH="545760" progId="Equation.3">
              <p:embed/>
            </p:oleObj>
          </a:graphicData>
        </a:graphic>
      </p:graphicFrame>
      <p:graphicFrame>
        <p:nvGraphicFramePr>
          <p:cNvPr id="441345" name="Object 1025"/>
          <p:cNvGraphicFramePr>
            <a:graphicFrameLocks noChangeAspect="1"/>
          </p:cNvGraphicFramePr>
          <p:nvPr/>
        </p:nvGraphicFramePr>
        <p:xfrm>
          <a:off x="838200" y="990600"/>
          <a:ext cx="1676400" cy="341313"/>
        </p:xfrm>
        <a:graphic>
          <a:graphicData uri="http://schemas.openxmlformats.org/presentationml/2006/ole">
            <p:oleObj spid="_x0000_s441345" name="Equation" r:id="rId4" imgW="1676160" imgH="342720" progId="Equation.3">
              <p:embed/>
            </p:oleObj>
          </a:graphicData>
        </a:graphic>
      </p:graphicFrame>
      <p:sp>
        <p:nvSpPr>
          <p:cNvPr id="365572" name="Oval 4"/>
          <p:cNvSpPr>
            <a:spLocks noChangeArrowheads="1"/>
          </p:cNvSpPr>
          <p:nvPr/>
        </p:nvSpPr>
        <p:spPr bwMode="auto">
          <a:xfrm>
            <a:off x="12954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1346" name="Object 1026"/>
          <p:cNvGraphicFramePr>
            <a:graphicFrameLocks noChangeAspect="1"/>
          </p:cNvGraphicFramePr>
          <p:nvPr/>
        </p:nvGraphicFramePr>
        <p:xfrm>
          <a:off x="1360488" y="2362200"/>
          <a:ext cx="354012" cy="368300"/>
        </p:xfrm>
        <a:graphic>
          <a:graphicData uri="http://schemas.openxmlformats.org/presentationml/2006/ole">
            <p:oleObj spid="_x0000_s441346" name="Equation" r:id="rId5" imgW="355320" imgH="368280" progId="Equation.3">
              <p:embed/>
            </p:oleObj>
          </a:graphicData>
        </a:graphic>
      </p:graphicFrame>
      <p:sp>
        <p:nvSpPr>
          <p:cNvPr id="365576" name="Oval 8"/>
          <p:cNvSpPr>
            <a:spLocks noChangeArrowheads="1"/>
          </p:cNvSpPr>
          <p:nvPr/>
        </p:nvSpPr>
        <p:spPr bwMode="auto">
          <a:xfrm>
            <a:off x="2438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1347" name="Object 1027"/>
          <p:cNvGraphicFramePr>
            <a:graphicFrameLocks noChangeAspect="1"/>
          </p:cNvGraphicFramePr>
          <p:nvPr/>
        </p:nvGraphicFramePr>
        <p:xfrm>
          <a:off x="2514600" y="3581400"/>
          <a:ext cx="354013" cy="368300"/>
        </p:xfrm>
        <a:graphic>
          <a:graphicData uri="http://schemas.openxmlformats.org/presentationml/2006/ole">
            <p:oleObj spid="_x0000_s441347" name="Equation" r:id="rId6" imgW="355320" imgH="368280" progId="Equation.3">
              <p:embed/>
            </p:oleObj>
          </a:graphicData>
        </a:graphic>
      </p:graphicFrame>
      <p:sp>
        <p:nvSpPr>
          <p:cNvPr id="365578" name="Oval 10"/>
          <p:cNvSpPr>
            <a:spLocks noChangeArrowheads="1"/>
          </p:cNvSpPr>
          <p:nvPr/>
        </p:nvSpPr>
        <p:spPr bwMode="auto">
          <a:xfrm>
            <a:off x="152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1348" name="Object 1028"/>
          <p:cNvGraphicFramePr>
            <a:graphicFrameLocks noChangeAspect="1"/>
          </p:cNvGraphicFramePr>
          <p:nvPr/>
        </p:nvGraphicFramePr>
        <p:xfrm>
          <a:off x="217488" y="3581400"/>
          <a:ext cx="354012" cy="368300"/>
        </p:xfrm>
        <a:graphic>
          <a:graphicData uri="http://schemas.openxmlformats.org/presentationml/2006/ole">
            <p:oleObj spid="_x0000_s441348" name="Equation" r:id="rId7" imgW="355320" imgH="368280" progId="Equation.3">
              <p:embed/>
            </p:oleObj>
          </a:graphicData>
        </a:graphic>
      </p:graphicFrame>
      <p:sp>
        <p:nvSpPr>
          <p:cNvPr id="365580" name="Oval 12"/>
          <p:cNvSpPr>
            <a:spLocks noChangeArrowheads="1"/>
          </p:cNvSpPr>
          <p:nvPr/>
        </p:nvSpPr>
        <p:spPr bwMode="auto">
          <a:xfrm>
            <a:off x="1295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5581" name="Oval 13"/>
          <p:cNvSpPr>
            <a:spLocks noChangeArrowheads="1"/>
          </p:cNvSpPr>
          <p:nvPr/>
        </p:nvSpPr>
        <p:spPr bwMode="auto">
          <a:xfrm>
            <a:off x="37338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1349" name="Object 1029"/>
          <p:cNvGraphicFramePr>
            <a:graphicFrameLocks noChangeAspect="1"/>
          </p:cNvGraphicFramePr>
          <p:nvPr/>
        </p:nvGraphicFramePr>
        <p:xfrm>
          <a:off x="3798888" y="4953000"/>
          <a:ext cx="354012" cy="368300"/>
        </p:xfrm>
        <a:graphic>
          <a:graphicData uri="http://schemas.openxmlformats.org/presentationml/2006/ole">
            <p:oleObj spid="_x0000_s441349" name="Equation" r:id="rId8" imgW="355320" imgH="368280" progId="Equation.3">
              <p:embed/>
            </p:oleObj>
          </a:graphicData>
        </a:graphic>
      </p:graphicFrame>
      <p:sp>
        <p:nvSpPr>
          <p:cNvPr id="365583" name="Oval 15"/>
          <p:cNvSpPr>
            <a:spLocks noChangeArrowheads="1"/>
          </p:cNvSpPr>
          <p:nvPr/>
        </p:nvSpPr>
        <p:spPr bwMode="auto">
          <a:xfrm>
            <a:off x="1295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1350" name="Object 1030"/>
          <p:cNvGraphicFramePr>
            <a:graphicFrameLocks noChangeAspect="1"/>
          </p:cNvGraphicFramePr>
          <p:nvPr/>
        </p:nvGraphicFramePr>
        <p:xfrm>
          <a:off x="1360488" y="4953000"/>
          <a:ext cx="354012" cy="368300"/>
        </p:xfrm>
        <a:graphic>
          <a:graphicData uri="http://schemas.openxmlformats.org/presentationml/2006/ole">
            <p:oleObj spid="_x0000_s441350" name="Equation" r:id="rId9" imgW="355320" imgH="368280" progId="Equation.3">
              <p:embed/>
            </p:oleObj>
          </a:graphicData>
        </a:graphic>
      </p:graphicFrame>
      <p:sp>
        <p:nvSpPr>
          <p:cNvPr id="365585" name="Oval 17"/>
          <p:cNvSpPr>
            <a:spLocks noChangeArrowheads="1"/>
          </p:cNvSpPr>
          <p:nvPr/>
        </p:nvSpPr>
        <p:spPr bwMode="auto">
          <a:xfrm>
            <a:off x="25146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5586" name="Oval 18"/>
          <p:cNvSpPr>
            <a:spLocks noChangeArrowheads="1"/>
          </p:cNvSpPr>
          <p:nvPr/>
        </p:nvSpPr>
        <p:spPr bwMode="auto">
          <a:xfrm>
            <a:off x="152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5587" name="Oval 19"/>
          <p:cNvSpPr>
            <a:spLocks noChangeArrowheads="1"/>
          </p:cNvSpPr>
          <p:nvPr/>
        </p:nvSpPr>
        <p:spPr bwMode="auto">
          <a:xfrm>
            <a:off x="12954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5588" name="Oval 20"/>
          <p:cNvSpPr>
            <a:spLocks noChangeArrowheads="1"/>
          </p:cNvSpPr>
          <p:nvPr/>
        </p:nvSpPr>
        <p:spPr bwMode="auto">
          <a:xfrm>
            <a:off x="37338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1351" name="Object 1031"/>
          <p:cNvGraphicFramePr>
            <a:graphicFrameLocks noChangeAspect="1"/>
          </p:cNvGraphicFramePr>
          <p:nvPr/>
        </p:nvGraphicFramePr>
        <p:xfrm>
          <a:off x="1524000" y="3581400"/>
          <a:ext cx="290513" cy="290513"/>
        </p:xfrm>
        <a:graphic>
          <a:graphicData uri="http://schemas.openxmlformats.org/presentationml/2006/ole">
            <p:oleObj spid="_x0000_s441351" name="Equation" r:id="rId10" imgW="291960" imgH="291960" progId="Equation.3">
              <p:embed/>
            </p:oleObj>
          </a:graphicData>
        </a:graphic>
      </p:graphicFrame>
      <p:graphicFrame>
        <p:nvGraphicFramePr>
          <p:cNvPr id="441352" name="Object 1032"/>
          <p:cNvGraphicFramePr>
            <a:graphicFrameLocks noChangeAspect="1"/>
          </p:cNvGraphicFramePr>
          <p:nvPr/>
        </p:nvGraphicFramePr>
        <p:xfrm>
          <a:off x="304800" y="5029200"/>
          <a:ext cx="265113" cy="279400"/>
        </p:xfrm>
        <a:graphic>
          <a:graphicData uri="http://schemas.openxmlformats.org/presentationml/2006/ole">
            <p:oleObj spid="_x0000_s441352" name="Equation" r:id="rId11" imgW="266400" imgH="279360" progId="Equation.3">
              <p:embed/>
            </p:oleObj>
          </a:graphicData>
        </a:graphic>
      </p:graphicFrame>
      <p:graphicFrame>
        <p:nvGraphicFramePr>
          <p:cNvPr id="441353" name="Object 1033"/>
          <p:cNvGraphicFramePr>
            <a:graphicFrameLocks noChangeAspect="1"/>
          </p:cNvGraphicFramePr>
          <p:nvPr/>
        </p:nvGraphicFramePr>
        <p:xfrm>
          <a:off x="1447800" y="6248400"/>
          <a:ext cx="265113" cy="279400"/>
        </p:xfrm>
        <a:graphic>
          <a:graphicData uri="http://schemas.openxmlformats.org/presentationml/2006/ole">
            <p:oleObj spid="_x0000_s441353" name="Equation" r:id="rId12" imgW="266400" imgH="279360" progId="Equation.3">
              <p:embed/>
            </p:oleObj>
          </a:graphicData>
        </a:graphic>
      </p:graphicFrame>
      <p:graphicFrame>
        <p:nvGraphicFramePr>
          <p:cNvPr id="441354" name="Object 1034"/>
          <p:cNvGraphicFramePr>
            <a:graphicFrameLocks noChangeAspect="1"/>
          </p:cNvGraphicFramePr>
          <p:nvPr/>
        </p:nvGraphicFramePr>
        <p:xfrm>
          <a:off x="3886200" y="6172200"/>
          <a:ext cx="265113" cy="279400"/>
        </p:xfrm>
        <a:graphic>
          <a:graphicData uri="http://schemas.openxmlformats.org/presentationml/2006/ole">
            <p:oleObj spid="_x0000_s441354" name="Equation" r:id="rId13" imgW="266400" imgH="279360" progId="Equation.3">
              <p:embed/>
            </p:oleObj>
          </a:graphicData>
        </a:graphic>
      </p:graphicFrame>
      <p:graphicFrame>
        <p:nvGraphicFramePr>
          <p:cNvPr id="441355" name="Object 1035"/>
          <p:cNvGraphicFramePr>
            <a:graphicFrameLocks noChangeAspect="1"/>
          </p:cNvGraphicFramePr>
          <p:nvPr/>
        </p:nvGraphicFramePr>
        <p:xfrm>
          <a:off x="2667000" y="5029200"/>
          <a:ext cx="214313" cy="239713"/>
        </p:xfrm>
        <a:graphic>
          <a:graphicData uri="http://schemas.openxmlformats.org/presentationml/2006/ole">
            <p:oleObj spid="_x0000_s441355" name="Equation" r:id="rId14" imgW="215640" imgH="241200" progId="Equation.3">
              <p:embed/>
            </p:oleObj>
          </a:graphicData>
        </a:graphic>
      </p:graphicFrame>
      <p:sp>
        <p:nvSpPr>
          <p:cNvPr id="365595" name="Line 27"/>
          <p:cNvSpPr>
            <a:spLocks noChangeShapeType="1"/>
          </p:cNvSpPr>
          <p:nvPr/>
        </p:nvSpPr>
        <p:spPr bwMode="auto">
          <a:xfrm flipH="1">
            <a:off x="6858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5596" name="Line 28"/>
          <p:cNvSpPr>
            <a:spLocks noChangeShapeType="1"/>
          </p:cNvSpPr>
          <p:nvPr/>
        </p:nvSpPr>
        <p:spPr bwMode="auto">
          <a:xfrm>
            <a:off x="18288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5597" name="Line 29"/>
          <p:cNvSpPr>
            <a:spLocks noChangeShapeType="1"/>
          </p:cNvSpPr>
          <p:nvPr/>
        </p:nvSpPr>
        <p:spPr bwMode="auto">
          <a:xfrm>
            <a:off x="16002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5598" name="Line 30"/>
          <p:cNvSpPr>
            <a:spLocks noChangeShapeType="1"/>
          </p:cNvSpPr>
          <p:nvPr/>
        </p:nvSpPr>
        <p:spPr bwMode="auto">
          <a:xfrm>
            <a:off x="457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5599" name="Line 31"/>
          <p:cNvSpPr>
            <a:spLocks noChangeShapeType="1"/>
          </p:cNvSpPr>
          <p:nvPr/>
        </p:nvSpPr>
        <p:spPr bwMode="auto">
          <a:xfrm flipH="1">
            <a:off x="17526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5600" name="Line 32"/>
          <p:cNvSpPr>
            <a:spLocks noChangeShapeType="1"/>
          </p:cNvSpPr>
          <p:nvPr/>
        </p:nvSpPr>
        <p:spPr bwMode="auto">
          <a:xfrm>
            <a:off x="28194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5601" name="Line 33"/>
          <p:cNvSpPr>
            <a:spLocks noChangeShapeType="1"/>
          </p:cNvSpPr>
          <p:nvPr/>
        </p:nvSpPr>
        <p:spPr bwMode="auto">
          <a:xfrm>
            <a:off x="29718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5602" name="Line 34"/>
          <p:cNvSpPr>
            <a:spLocks noChangeShapeType="1"/>
          </p:cNvSpPr>
          <p:nvPr/>
        </p:nvSpPr>
        <p:spPr bwMode="auto">
          <a:xfrm>
            <a:off x="16002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5633" name="Line 65"/>
          <p:cNvSpPr>
            <a:spLocks noChangeShapeType="1"/>
          </p:cNvSpPr>
          <p:nvPr/>
        </p:nvSpPr>
        <p:spPr bwMode="auto">
          <a:xfrm>
            <a:off x="40386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41356" name="Object 1036"/>
          <p:cNvGraphicFramePr>
            <a:graphicFrameLocks noChangeAspect="1"/>
          </p:cNvGraphicFramePr>
          <p:nvPr/>
        </p:nvGraphicFramePr>
        <p:xfrm>
          <a:off x="2286000" y="2133600"/>
          <a:ext cx="6324600" cy="1244600"/>
        </p:xfrm>
        <a:graphic>
          <a:graphicData uri="http://schemas.openxmlformats.org/presentationml/2006/ole">
            <p:oleObj spid="_x0000_s441356" name="Equation" r:id="rId15" imgW="6578280" imgH="1295280" progId="Equation.3">
              <p:embed/>
            </p:oleObj>
          </a:graphicData>
        </a:graphic>
      </p:graphicFrame>
      <p:sp>
        <p:nvSpPr>
          <p:cNvPr id="365635" name="Text Box 67"/>
          <p:cNvSpPr txBox="1">
            <a:spLocks noChangeArrowheads="1"/>
          </p:cNvSpPr>
          <p:nvPr/>
        </p:nvSpPr>
        <p:spPr bwMode="auto">
          <a:xfrm>
            <a:off x="4800600" y="3733800"/>
            <a:ext cx="3868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leftmost derivation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0ADF-040E-49AF-8371-D6FFDBA90DF8}" type="slidenum">
              <a:rPr lang="en-US"/>
              <a:pPr/>
              <a:t>33</a:t>
            </a:fld>
            <a:endParaRPr lang="en-US"/>
          </a:p>
        </p:txBody>
      </p:sp>
      <p:graphicFrame>
        <p:nvGraphicFramePr>
          <p:cNvPr id="442368" name="Object 1024"/>
          <p:cNvGraphicFramePr>
            <a:graphicFrameLocks noChangeAspect="1"/>
          </p:cNvGraphicFramePr>
          <p:nvPr/>
        </p:nvGraphicFramePr>
        <p:xfrm>
          <a:off x="838200" y="127000"/>
          <a:ext cx="6110288" cy="544513"/>
        </p:xfrm>
        <a:graphic>
          <a:graphicData uri="http://schemas.openxmlformats.org/presentationml/2006/ole">
            <p:oleObj spid="_x0000_s442368" name="Equation" r:id="rId3" imgW="6108480" imgH="545760" progId="Equation.3">
              <p:embed/>
            </p:oleObj>
          </a:graphicData>
        </a:graphic>
      </p:graphicFrame>
      <p:graphicFrame>
        <p:nvGraphicFramePr>
          <p:cNvPr id="442369" name="Object 1025"/>
          <p:cNvGraphicFramePr>
            <a:graphicFrameLocks noChangeAspect="1"/>
          </p:cNvGraphicFramePr>
          <p:nvPr/>
        </p:nvGraphicFramePr>
        <p:xfrm>
          <a:off x="838200" y="990600"/>
          <a:ext cx="1676400" cy="341313"/>
        </p:xfrm>
        <a:graphic>
          <a:graphicData uri="http://schemas.openxmlformats.org/presentationml/2006/ole">
            <p:oleObj spid="_x0000_s442369" name="Equation" r:id="rId4" imgW="1676160" imgH="342720" progId="Equation.3">
              <p:embed/>
            </p:oleObj>
          </a:graphicData>
        </a:graphic>
      </p:graphicFrame>
      <p:sp>
        <p:nvSpPr>
          <p:cNvPr id="369668" name="Oval 1028"/>
          <p:cNvSpPr>
            <a:spLocks noChangeArrowheads="1"/>
          </p:cNvSpPr>
          <p:nvPr/>
        </p:nvSpPr>
        <p:spPr bwMode="auto">
          <a:xfrm>
            <a:off x="73914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2370" name="Object 1026"/>
          <p:cNvGraphicFramePr>
            <a:graphicFrameLocks noChangeAspect="1"/>
          </p:cNvGraphicFramePr>
          <p:nvPr/>
        </p:nvGraphicFramePr>
        <p:xfrm>
          <a:off x="7456488" y="2362200"/>
          <a:ext cx="354012" cy="368300"/>
        </p:xfrm>
        <a:graphic>
          <a:graphicData uri="http://schemas.openxmlformats.org/presentationml/2006/ole">
            <p:oleObj spid="_x0000_s442370" name="Equation" r:id="rId5" imgW="355320" imgH="368280" progId="Equation.3">
              <p:embed/>
            </p:oleObj>
          </a:graphicData>
        </a:graphic>
      </p:graphicFrame>
      <p:sp>
        <p:nvSpPr>
          <p:cNvPr id="369670" name="Oval 1030"/>
          <p:cNvSpPr>
            <a:spLocks noChangeArrowheads="1"/>
          </p:cNvSpPr>
          <p:nvPr/>
        </p:nvSpPr>
        <p:spPr bwMode="auto">
          <a:xfrm>
            <a:off x="8534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2371" name="Object 1027"/>
          <p:cNvGraphicFramePr>
            <a:graphicFrameLocks noChangeAspect="1"/>
          </p:cNvGraphicFramePr>
          <p:nvPr/>
        </p:nvGraphicFramePr>
        <p:xfrm>
          <a:off x="8610600" y="3581400"/>
          <a:ext cx="354013" cy="368300"/>
        </p:xfrm>
        <a:graphic>
          <a:graphicData uri="http://schemas.openxmlformats.org/presentationml/2006/ole">
            <p:oleObj spid="_x0000_s442371" name="Equation" r:id="rId6" imgW="355320" imgH="368280" progId="Equation.3">
              <p:embed/>
            </p:oleObj>
          </a:graphicData>
        </a:graphic>
      </p:graphicFrame>
      <p:sp>
        <p:nvSpPr>
          <p:cNvPr id="369672" name="Oval 1032"/>
          <p:cNvSpPr>
            <a:spLocks noChangeArrowheads="1"/>
          </p:cNvSpPr>
          <p:nvPr/>
        </p:nvSpPr>
        <p:spPr bwMode="auto">
          <a:xfrm>
            <a:off x="6248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2372" name="Object 1028"/>
          <p:cNvGraphicFramePr>
            <a:graphicFrameLocks noChangeAspect="1"/>
          </p:cNvGraphicFramePr>
          <p:nvPr/>
        </p:nvGraphicFramePr>
        <p:xfrm>
          <a:off x="6313488" y="3581400"/>
          <a:ext cx="354012" cy="368300"/>
        </p:xfrm>
        <a:graphic>
          <a:graphicData uri="http://schemas.openxmlformats.org/presentationml/2006/ole">
            <p:oleObj spid="_x0000_s442372" name="Equation" r:id="rId7" imgW="355320" imgH="368280" progId="Equation.3">
              <p:embed/>
            </p:oleObj>
          </a:graphicData>
        </a:graphic>
      </p:graphicFrame>
      <p:sp>
        <p:nvSpPr>
          <p:cNvPr id="369674" name="Oval 1034"/>
          <p:cNvSpPr>
            <a:spLocks noChangeArrowheads="1"/>
          </p:cNvSpPr>
          <p:nvPr/>
        </p:nvSpPr>
        <p:spPr bwMode="auto">
          <a:xfrm>
            <a:off x="7391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9675" name="Oval 1035"/>
          <p:cNvSpPr>
            <a:spLocks noChangeArrowheads="1"/>
          </p:cNvSpPr>
          <p:nvPr/>
        </p:nvSpPr>
        <p:spPr bwMode="auto">
          <a:xfrm>
            <a:off x="50292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9676" name="Oval 1036"/>
          <p:cNvSpPr>
            <a:spLocks noChangeArrowheads="1"/>
          </p:cNvSpPr>
          <p:nvPr/>
        </p:nvSpPr>
        <p:spPr bwMode="auto">
          <a:xfrm>
            <a:off x="7467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2373" name="Object 1029"/>
          <p:cNvGraphicFramePr>
            <a:graphicFrameLocks noChangeAspect="1"/>
          </p:cNvGraphicFramePr>
          <p:nvPr/>
        </p:nvGraphicFramePr>
        <p:xfrm>
          <a:off x="6400800" y="4953000"/>
          <a:ext cx="290513" cy="290513"/>
        </p:xfrm>
        <a:graphic>
          <a:graphicData uri="http://schemas.openxmlformats.org/presentationml/2006/ole">
            <p:oleObj spid="_x0000_s442373" name="Equation" r:id="rId8" imgW="291960" imgH="291960" progId="Equation.3">
              <p:embed/>
            </p:oleObj>
          </a:graphicData>
        </a:graphic>
      </p:graphicFrame>
      <p:graphicFrame>
        <p:nvGraphicFramePr>
          <p:cNvPr id="442374" name="Object 1030"/>
          <p:cNvGraphicFramePr>
            <a:graphicFrameLocks noChangeAspect="1"/>
          </p:cNvGraphicFramePr>
          <p:nvPr/>
        </p:nvGraphicFramePr>
        <p:xfrm>
          <a:off x="5181600" y="6248400"/>
          <a:ext cx="265113" cy="279400"/>
        </p:xfrm>
        <a:graphic>
          <a:graphicData uri="http://schemas.openxmlformats.org/presentationml/2006/ole">
            <p:oleObj spid="_x0000_s442374" name="Equation" r:id="rId9" imgW="266400" imgH="279360" progId="Equation.3">
              <p:embed/>
            </p:oleObj>
          </a:graphicData>
        </a:graphic>
      </p:graphicFrame>
      <p:graphicFrame>
        <p:nvGraphicFramePr>
          <p:cNvPr id="442375" name="Object 1031"/>
          <p:cNvGraphicFramePr>
            <a:graphicFrameLocks noChangeAspect="1"/>
          </p:cNvGraphicFramePr>
          <p:nvPr/>
        </p:nvGraphicFramePr>
        <p:xfrm>
          <a:off x="7620000" y="6172200"/>
          <a:ext cx="265113" cy="279400"/>
        </p:xfrm>
        <a:graphic>
          <a:graphicData uri="http://schemas.openxmlformats.org/presentationml/2006/ole">
            <p:oleObj spid="_x0000_s442375" name="Equation" r:id="rId10" imgW="266400" imgH="279360" progId="Equation.3">
              <p:embed/>
            </p:oleObj>
          </a:graphicData>
        </a:graphic>
      </p:graphicFrame>
      <p:graphicFrame>
        <p:nvGraphicFramePr>
          <p:cNvPr id="442376" name="Object 1032"/>
          <p:cNvGraphicFramePr>
            <a:graphicFrameLocks noChangeAspect="1"/>
          </p:cNvGraphicFramePr>
          <p:nvPr/>
        </p:nvGraphicFramePr>
        <p:xfrm>
          <a:off x="7620000" y="3581400"/>
          <a:ext cx="214313" cy="239713"/>
        </p:xfrm>
        <a:graphic>
          <a:graphicData uri="http://schemas.openxmlformats.org/presentationml/2006/ole">
            <p:oleObj spid="_x0000_s442376" name="Equation" r:id="rId11" imgW="215640" imgH="241200" progId="Equation.3">
              <p:embed/>
            </p:oleObj>
          </a:graphicData>
        </a:graphic>
      </p:graphicFrame>
      <p:sp>
        <p:nvSpPr>
          <p:cNvPr id="369681" name="Line 1041"/>
          <p:cNvSpPr>
            <a:spLocks noChangeShapeType="1"/>
          </p:cNvSpPr>
          <p:nvPr/>
        </p:nvSpPr>
        <p:spPr bwMode="auto">
          <a:xfrm flipH="1">
            <a:off x="67818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82" name="Line 1042"/>
          <p:cNvSpPr>
            <a:spLocks noChangeShapeType="1"/>
          </p:cNvSpPr>
          <p:nvPr/>
        </p:nvSpPr>
        <p:spPr bwMode="auto">
          <a:xfrm>
            <a:off x="79248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9683" name="Line 1043"/>
          <p:cNvSpPr>
            <a:spLocks noChangeShapeType="1"/>
          </p:cNvSpPr>
          <p:nvPr/>
        </p:nvSpPr>
        <p:spPr bwMode="auto">
          <a:xfrm>
            <a:off x="76962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84" name="Line 1044"/>
          <p:cNvSpPr>
            <a:spLocks noChangeShapeType="1"/>
          </p:cNvSpPr>
          <p:nvPr/>
        </p:nvSpPr>
        <p:spPr bwMode="auto">
          <a:xfrm>
            <a:off x="8839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85" name="Line 1045"/>
          <p:cNvSpPr>
            <a:spLocks noChangeShapeType="1"/>
          </p:cNvSpPr>
          <p:nvPr/>
        </p:nvSpPr>
        <p:spPr bwMode="auto">
          <a:xfrm flipH="1">
            <a:off x="54864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86" name="Line 1046"/>
          <p:cNvSpPr>
            <a:spLocks noChangeShapeType="1"/>
          </p:cNvSpPr>
          <p:nvPr/>
        </p:nvSpPr>
        <p:spPr bwMode="auto">
          <a:xfrm>
            <a:off x="6553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87" name="Line 1047"/>
          <p:cNvSpPr>
            <a:spLocks noChangeShapeType="1"/>
          </p:cNvSpPr>
          <p:nvPr/>
        </p:nvSpPr>
        <p:spPr bwMode="auto">
          <a:xfrm>
            <a:off x="67056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88" name="Line 1048"/>
          <p:cNvSpPr>
            <a:spLocks noChangeShapeType="1"/>
          </p:cNvSpPr>
          <p:nvPr/>
        </p:nvSpPr>
        <p:spPr bwMode="auto">
          <a:xfrm>
            <a:off x="53340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89" name="Line 1049"/>
          <p:cNvSpPr>
            <a:spLocks noChangeShapeType="1"/>
          </p:cNvSpPr>
          <p:nvPr/>
        </p:nvSpPr>
        <p:spPr bwMode="auto">
          <a:xfrm>
            <a:off x="77724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9690" name="Oval 1050"/>
          <p:cNvSpPr>
            <a:spLocks noChangeArrowheads="1"/>
          </p:cNvSpPr>
          <p:nvPr/>
        </p:nvSpPr>
        <p:spPr bwMode="auto">
          <a:xfrm>
            <a:off x="74676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2377" name="Object 1033"/>
          <p:cNvGraphicFramePr>
            <a:graphicFrameLocks noChangeAspect="1"/>
          </p:cNvGraphicFramePr>
          <p:nvPr/>
        </p:nvGraphicFramePr>
        <p:xfrm>
          <a:off x="7532688" y="4953000"/>
          <a:ext cx="354012" cy="368300"/>
        </p:xfrm>
        <a:graphic>
          <a:graphicData uri="http://schemas.openxmlformats.org/presentationml/2006/ole">
            <p:oleObj spid="_x0000_s442377" name="Equation" r:id="rId12" imgW="355320" imgH="368280" progId="Equation.3">
              <p:embed/>
            </p:oleObj>
          </a:graphicData>
        </a:graphic>
      </p:graphicFrame>
      <p:sp>
        <p:nvSpPr>
          <p:cNvPr id="369692" name="Oval 1052"/>
          <p:cNvSpPr>
            <a:spLocks noChangeArrowheads="1"/>
          </p:cNvSpPr>
          <p:nvPr/>
        </p:nvSpPr>
        <p:spPr bwMode="auto">
          <a:xfrm>
            <a:off x="50292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2378" name="Object 1034"/>
          <p:cNvGraphicFramePr>
            <a:graphicFrameLocks noChangeAspect="1"/>
          </p:cNvGraphicFramePr>
          <p:nvPr/>
        </p:nvGraphicFramePr>
        <p:xfrm>
          <a:off x="5094288" y="4953000"/>
          <a:ext cx="354012" cy="368300"/>
        </p:xfrm>
        <a:graphic>
          <a:graphicData uri="http://schemas.openxmlformats.org/presentationml/2006/ole">
            <p:oleObj spid="_x0000_s442378" name="Equation" r:id="rId13" imgW="355320" imgH="368280" progId="Equation.3">
              <p:embed/>
            </p:oleObj>
          </a:graphicData>
        </a:graphic>
      </p:graphicFrame>
      <p:sp>
        <p:nvSpPr>
          <p:cNvPr id="369694" name="Oval 1054"/>
          <p:cNvSpPr>
            <a:spLocks noChangeArrowheads="1"/>
          </p:cNvSpPr>
          <p:nvPr/>
        </p:nvSpPr>
        <p:spPr bwMode="auto">
          <a:xfrm>
            <a:off x="6248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9695" name="Oval 1055"/>
          <p:cNvSpPr>
            <a:spLocks noChangeArrowheads="1"/>
          </p:cNvSpPr>
          <p:nvPr/>
        </p:nvSpPr>
        <p:spPr bwMode="auto">
          <a:xfrm>
            <a:off x="8534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2379" name="Object 1035"/>
          <p:cNvGraphicFramePr>
            <a:graphicFrameLocks noChangeAspect="1"/>
          </p:cNvGraphicFramePr>
          <p:nvPr/>
        </p:nvGraphicFramePr>
        <p:xfrm>
          <a:off x="8686800" y="4953000"/>
          <a:ext cx="265113" cy="279400"/>
        </p:xfrm>
        <a:graphic>
          <a:graphicData uri="http://schemas.openxmlformats.org/presentationml/2006/ole">
            <p:oleObj spid="_x0000_s442379" name="Equation" r:id="rId14" imgW="266400" imgH="279360" progId="Equation.3">
              <p:embed/>
            </p:oleObj>
          </a:graphicData>
        </a:graphic>
      </p:graphicFrame>
      <p:graphicFrame>
        <p:nvGraphicFramePr>
          <p:cNvPr id="442380" name="Object 1036"/>
          <p:cNvGraphicFramePr>
            <a:graphicFrameLocks noChangeAspect="1"/>
          </p:cNvGraphicFramePr>
          <p:nvPr/>
        </p:nvGraphicFramePr>
        <p:xfrm>
          <a:off x="0" y="2133600"/>
          <a:ext cx="7162800" cy="1265238"/>
        </p:xfrm>
        <a:graphic>
          <a:graphicData uri="http://schemas.openxmlformats.org/presentationml/2006/ole">
            <p:oleObj spid="_x0000_s442380" name="Equation" r:id="rId15" imgW="7327800" imgH="1295280" progId="Equation.3">
              <p:embed/>
            </p:oleObj>
          </a:graphicData>
        </a:graphic>
      </p:graphicFrame>
      <p:sp>
        <p:nvSpPr>
          <p:cNvPr id="369698" name="Text Box 1058"/>
          <p:cNvSpPr txBox="1">
            <a:spLocks noChangeArrowheads="1"/>
          </p:cNvSpPr>
          <p:nvPr/>
        </p:nvSpPr>
        <p:spPr bwMode="auto">
          <a:xfrm>
            <a:off x="685800" y="3733800"/>
            <a:ext cx="3868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leftmost derivation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2710-2AD1-43BA-94A3-8419BF5724A8}" type="slidenum">
              <a:rPr lang="en-US"/>
              <a:pPr/>
              <a:t>34</a:t>
            </a:fld>
            <a:endParaRPr lang="en-US"/>
          </a:p>
        </p:txBody>
      </p:sp>
      <p:graphicFrame>
        <p:nvGraphicFramePr>
          <p:cNvPr id="443392" name="Object 1024"/>
          <p:cNvGraphicFramePr>
            <a:graphicFrameLocks noChangeAspect="1"/>
          </p:cNvGraphicFramePr>
          <p:nvPr/>
        </p:nvGraphicFramePr>
        <p:xfrm>
          <a:off x="838200" y="127000"/>
          <a:ext cx="6110288" cy="544513"/>
        </p:xfrm>
        <a:graphic>
          <a:graphicData uri="http://schemas.openxmlformats.org/presentationml/2006/ole">
            <p:oleObj spid="_x0000_s443392" name="Equation" r:id="rId3" imgW="6108480" imgH="545760" progId="Equation.3">
              <p:embed/>
            </p:oleObj>
          </a:graphicData>
        </a:graphic>
      </p:graphicFrame>
      <p:graphicFrame>
        <p:nvGraphicFramePr>
          <p:cNvPr id="443393" name="Object 1025"/>
          <p:cNvGraphicFramePr>
            <a:graphicFrameLocks noChangeAspect="1"/>
          </p:cNvGraphicFramePr>
          <p:nvPr/>
        </p:nvGraphicFramePr>
        <p:xfrm>
          <a:off x="3581400" y="990600"/>
          <a:ext cx="1676400" cy="341313"/>
        </p:xfrm>
        <a:graphic>
          <a:graphicData uri="http://schemas.openxmlformats.org/presentationml/2006/ole">
            <p:oleObj spid="_x0000_s443393" name="Equation" r:id="rId4" imgW="1676160" imgH="342720" progId="Equation.3">
              <p:embed/>
            </p:oleObj>
          </a:graphicData>
        </a:graphic>
      </p:graphicFrame>
      <p:grpSp>
        <p:nvGrpSpPr>
          <p:cNvPr id="366663" name="Group 71"/>
          <p:cNvGrpSpPr>
            <a:grpSpLocks/>
          </p:cNvGrpSpPr>
          <p:nvPr/>
        </p:nvGrpSpPr>
        <p:grpSpPr bwMode="auto">
          <a:xfrm>
            <a:off x="0" y="1828800"/>
            <a:ext cx="9144000" cy="4800600"/>
            <a:chOff x="0" y="1152"/>
            <a:chExt cx="5760" cy="3024"/>
          </a:xfrm>
        </p:grpSpPr>
        <p:sp>
          <p:nvSpPr>
            <p:cNvPr id="366594" name="Oval 2"/>
            <p:cNvSpPr>
              <a:spLocks noChangeArrowheads="1"/>
            </p:cNvSpPr>
            <p:nvPr/>
          </p:nvSpPr>
          <p:spPr bwMode="auto">
            <a:xfrm>
              <a:off x="4656" y="139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394" name="Object 1026"/>
            <p:cNvGraphicFramePr>
              <a:graphicFrameLocks noChangeAspect="1"/>
            </p:cNvGraphicFramePr>
            <p:nvPr/>
          </p:nvGraphicFramePr>
          <p:xfrm>
            <a:off x="4697" y="1488"/>
            <a:ext cx="223" cy="232"/>
          </p:xfrm>
          <a:graphic>
            <a:graphicData uri="http://schemas.openxmlformats.org/presentationml/2006/ole">
              <p:oleObj spid="_x0000_s443394" name="Equation" r:id="rId5" imgW="355320" imgH="368280" progId="Equation.3">
                <p:embed/>
              </p:oleObj>
            </a:graphicData>
          </a:graphic>
        </p:graphicFrame>
        <p:sp>
          <p:nvSpPr>
            <p:cNvPr id="366596" name="Oval 4"/>
            <p:cNvSpPr>
              <a:spLocks noChangeArrowheads="1"/>
            </p:cNvSpPr>
            <p:nvPr/>
          </p:nvSpPr>
          <p:spPr bwMode="auto">
            <a:xfrm>
              <a:off x="5376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395" name="Object 1027"/>
            <p:cNvGraphicFramePr>
              <a:graphicFrameLocks noChangeAspect="1"/>
            </p:cNvGraphicFramePr>
            <p:nvPr/>
          </p:nvGraphicFramePr>
          <p:xfrm>
            <a:off x="5424" y="2256"/>
            <a:ext cx="223" cy="232"/>
          </p:xfrm>
          <a:graphic>
            <a:graphicData uri="http://schemas.openxmlformats.org/presentationml/2006/ole">
              <p:oleObj spid="_x0000_s443395" name="Equation" r:id="rId6" imgW="355320" imgH="368280" progId="Equation.3">
                <p:embed/>
              </p:oleObj>
            </a:graphicData>
          </a:graphic>
        </p:graphicFrame>
        <p:sp>
          <p:nvSpPr>
            <p:cNvPr id="366598" name="Oval 6"/>
            <p:cNvSpPr>
              <a:spLocks noChangeArrowheads="1"/>
            </p:cNvSpPr>
            <p:nvPr/>
          </p:nvSpPr>
          <p:spPr bwMode="auto">
            <a:xfrm>
              <a:off x="3936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396" name="Object 1028"/>
            <p:cNvGraphicFramePr>
              <a:graphicFrameLocks noChangeAspect="1"/>
            </p:cNvGraphicFramePr>
            <p:nvPr/>
          </p:nvGraphicFramePr>
          <p:xfrm>
            <a:off x="3977" y="2256"/>
            <a:ext cx="223" cy="232"/>
          </p:xfrm>
          <a:graphic>
            <a:graphicData uri="http://schemas.openxmlformats.org/presentationml/2006/ole">
              <p:oleObj spid="_x0000_s443396" name="Equation" r:id="rId7" imgW="355320" imgH="368280" progId="Equation.3">
                <p:embed/>
              </p:oleObj>
            </a:graphicData>
          </a:graphic>
        </p:graphicFrame>
        <p:sp>
          <p:nvSpPr>
            <p:cNvPr id="366600" name="Oval 8"/>
            <p:cNvSpPr>
              <a:spLocks noChangeArrowheads="1"/>
            </p:cNvSpPr>
            <p:nvPr/>
          </p:nvSpPr>
          <p:spPr bwMode="auto">
            <a:xfrm>
              <a:off x="4656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07" name="Oval 15"/>
            <p:cNvSpPr>
              <a:spLocks noChangeArrowheads="1"/>
            </p:cNvSpPr>
            <p:nvPr/>
          </p:nvSpPr>
          <p:spPr bwMode="auto">
            <a:xfrm>
              <a:off x="3168" y="379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08" name="Oval 16"/>
            <p:cNvSpPr>
              <a:spLocks noChangeArrowheads="1"/>
            </p:cNvSpPr>
            <p:nvPr/>
          </p:nvSpPr>
          <p:spPr bwMode="auto">
            <a:xfrm>
              <a:off x="4704" y="379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397" name="Object 1029"/>
            <p:cNvGraphicFramePr>
              <a:graphicFrameLocks noChangeAspect="1"/>
            </p:cNvGraphicFramePr>
            <p:nvPr/>
          </p:nvGraphicFramePr>
          <p:xfrm>
            <a:off x="4032" y="3120"/>
            <a:ext cx="183" cy="183"/>
          </p:xfrm>
          <a:graphic>
            <a:graphicData uri="http://schemas.openxmlformats.org/presentationml/2006/ole">
              <p:oleObj spid="_x0000_s443397" name="Equation" r:id="rId8" imgW="291960" imgH="291960" progId="Equation.3">
                <p:embed/>
              </p:oleObj>
            </a:graphicData>
          </a:graphic>
        </p:graphicFrame>
        <p:graphicFrame>
          <p:nvGraphicFramePr>
            <p:cNvPr id="443398" name="Object 1030"/>
            <p:cNvGraphicFramePr>
              <a:graphicFrameLocks noChangeAspect="1"/>
            </p:cNvGraphicFramePr>
            <p:nvPr/>
          </p:nvGraphicFramePr>
          <p:xfrm>
            <a:off x="3264" y="3936"/>
            <a:ext cx="167" cy="176"/>
          </p:xfrm>
          <a:graphic>
            <a:graphicData uri="http://schemas.openxmlformats.org/presentationml/2006/ole">
              <p:oleObj spid="_x0000_s443398" name="Equation" r:id="rId9" imgW="266400" imgH="279360" progId="Equation.3">
                <p:embed/>
              </p:oleObj>
            </a:graphicData>
          </a:graphic>
        </p:graphicFrame>
        <p:graphicFrame>
          <p:nvGraphicFramePr>
            <p:cNvPr id="443399" name="Object 1031"/>
            <p:cNvGraphicFramePr>
              <a:graphicFrameLocks noChangeAspect="1"/>
            </p:cNvGraphicFramePr>
            <p:nvPr/>
          </p:nvGraphicFramePr>
          <p:xfrm>
            <a:off x="4800" y="3888"/>
            <a:ext cx="167" cy="176"/>
          </p:xfrm>
          <a:graphic>
            <a:graphicData uri="http://schemas.openxmlformats.org/presentationml/2006/ole">
              <p:oleObj spid="_x0000_s443399" name="Equation" r:id="rId10" imgW="266400" imgH="279360" progId="Equation.3">
                <p:embed/>
              </p:oleObj>
            </a:graphicData>
          </a:graphic>
        </p:graphicFrame>
        <p:graphicFrame>
          <p:nvGraphicFramePr>
            <p:cNvPr id="443400" name="Object 1032"/>
            <p:cNvGraphicFramePr>
              <a:graphicFrameLocks noChangeAspect="1"/>
            </p:cNvGraphicFramePr>
            <p:nvPr/>
          </p:nvGraphicFramePr>
          <p:xfrm>
            <a:off x="4800" y="2256"/>
            <a:ext cx="135" cy="151"/>
          </p:xfrm>
          <a:graphic>
            <a:graphicData uri="http://schemas.openxmlformats.org/presentationml/2006/ole">
              <p:oleObj spid="_x0000_s443400" name="Equation" r:id="rId11" imgW="215640" imgH="241200" progId="Equation.3">
                <p:embed/>
              </p:oleObj>
            </a:graphicData>
          </a:graphic>
        </p:graphicFrame>
        <p:sp>
          <p:nvSpPr>
            <p:cNvPr id="366614" name="Line 22"/>
            <p:cNvSpPr>
              <a:spLocks noChangeShapeType="1"/>
            </p:cNvSpPr>
            <p:nvPr/>
          </p:nvSpPr>
          <p:spPr bwMode="auto">
            <a:xfrm flipH="1">
              <a:off x="4272" y="1680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15" name="Line 23"/>
            <p:cNvSpPr>
              <a:spLocks noChangeShapeType="1"/>
            </p:cNvSpPr>
            <p:nvPr/>
          </p:nvSpPr>
          <p:spPr bwMode="auto">
            <a:xfrm>
              <a:off x="4992" y="1680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16" name="Line 24"/>
            <p:cNvSpPr>
              <a:spLocks noChangeShapeType="1"/>
            </p:cNvSpPr>
            <p:nvPr/>
          </p:nvSpPr>
          <p:spPr bwMode="auto">
            <a:xfrm>
              <a:off x="4848" y="17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17" name="Line 25"/>
            <p:cNvSpPr>
              <a:spLocks noChangeShapeType="1"/>
            </p:cNvSpPr>
            <p:nvPr/>
          </p:nvSpPr>
          <p:spPr bwMode="auto">
            <a:xfrm>
              <a:off x="5568" y="25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18" name="Line 26"/>
            <p:cNvSpPr>
              <a:spLocks noChangeShapeType="1"/>
            </p:cNvSpPr>
            <p:nvPr/>
          </p:nvSpPr>
          <p:spPr bwMode="auto">
            <a:xfrm flipH="1">
              <a:off x="3456" y="2496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19" name="Line 27"/>
            <p:cNvSpPr>
              <a:spLocks noChangeShapeType="1"/>
            </p:cNvSpPr>
            <p:nvPr/>
          </p:nvSpPr>
          <p:spPr bwMode="auto">
            <a:xfrm>
              <a:off x="4128" y="25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20" name="Line 28"/>
            <p:cNvSpPr>
              <a:spLocks noChangeShapeType="1"/>
            </p:cNvSpPr>
            <p:nvPr/>
          </p:nvSpPr>
          <p:spPr bwMode="auto">
            <a:xfrm>
              <a:off x="4224" y="2496"/>
              <a:ext cx="57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21" name="Line 29"/>
            <p:cNvSpPr>
              <a:spLocks noChangeShapeType="1"/>
            </p:cNvSpPr>
            <p:nvPr/>
          </p:nvSpPr>
          <p:spPr bwMode="auto">
            <a:xfrm>
              <a:off x="3360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22" name="Line 30"/>
            <p:cNvSpPr>
              <a:spLocks noChangeShapeType="1"/>
            </p:cNvSpPr>
            <p:nvPr/>
          </p:nvSpPr>
          <p:spPr bwMode="auto">
            <a:xfrm>
              <a:off x="4896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23" name="Oval 31"/>
            <p:cNvSpPr>
              <a:spLocks noChangeArrowheads="1"/>
            </p:cNvSpPr>
            <p:nvPr/>
          </p:nvSpPr>
          <p:spPr bwMode="auto">
            <a:xfrm>
              <a:off x="4704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1" name="Object 1033"/>
            <p:cNvGraphicFramePr>
              <a:graphicFrameLocks noChangeAspect="1"/>
            </p:cNvGraphicFramePr>
            <p:nvPr/>
          </p:nvGraphicFramePr>
          <p:xfrm>
            <a:off x="4745" y="3120"/>
            <a:ext cx="223" cy="232"/>
          </p:xfrm>
          <a:graphic>
            <a:graphicData uri="http://schemas.openxmlformats.org/presentationml/2006/ole">
              <p:oleObj spid="_x0000_s443401" name="Equation" r:id="rId12" imgW="355320" imgH="368280" progId="Equation.3">
                <p:embed/>
              </p:oleObj>
            </a:graphicData>
          </a:graphic>
        </p:graphicFrame>
        <p:sp>
          <p:nvSpPr>
            <p:cNvPr id="366625" name="Oval 33"/>
            <p:cNvSpPr>
              <a:spLocks noChangeArrowheads="1"/>
            </p:cNvSpPr>
            <p:nvPr/>
          </p:nvSpPr>
          <p:spPr bwMode="auto">
            <a:xfrm>
              <a:off x="3168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2" name="Object 1034"/>
            <p:cNvGraphicFramePr>
              <a:graphicFrameLocks noChangeAspect="1"/>
            </p:cNvGraphicFramePr>
            <p:nvPr/>
          </p:nvGraphicFramePr>
          <p:xfrm>
            <a:off x="3209" y="3120"/>
            <a:ext cx="223" cy="232"/>
          </p:xfrm>
          <a:graphic>
            <a:graphicData uri="http://schemas.openxmlformats.org/presentationml/2006/ole">
              <p:oleObj spid="_x0000_s443402" name="Equation" r:id="rId13" imgW="355320" imgH="368280" progId="Equation.3">
                <p:embed/>
              </p:oleObj>
            </a:graphicData>
          </a:graphic>
        </p:graphicFrame>
        <p:sp>
          <p:nvSpPr>
            <p:cNvPr id="366627" name="Oval 35"/>
            <p:cNvSpPr>
              <a:spLocks noChangeArrowheads="1"/>
            </p:cNvSpPr>
            <p:nvPr/>
          </p:nvSpPr>
          <p:spPr bwMode="auto">
            <a:xfrm>
              <a:off x="3936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28" name="Oval 36"/>
            <p:cNvSpPr>
              <a:spLocks noChangeArrowheads="1"/>
            </p:cNvSpPr>
            <p:nvPr/>
          </p:nvSpPr>
          <p:spPr bwMode="auto">
            <a:xfrm>
              <a:off x="5376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3" name="Object 1035"/>
            <p:cNvGraphicFramePr>
              <a:graphicFrameLocks noChangeAspect="1"/>
            </p:cNvGraphicFramePr>
            <p:nvPr/>
          </p:nvGraphicFramePr>
          <p:xfrm>
            <a:off x="5472" y="3120"/>
            <a:ext cx="167" cy="176"/>
          </p:xfrm>
          <a:graphic>
            <a:graphicData uri="http://schemas.openxmlformats.org/presentationml/2006/ole">
              <p:oleObj spid="_x0000_s443403" name="Equation" r:id="rId14" imgW="266400" imgH="279360" progId="Equation.3">
                <p:embed/>
              </p:oleObj>
            </a:graphicData>
          </a:graphic>
        </p:graphicFrame>
        <p:sp>
          <p:nvSpPr>
            <p:cNvPr id="366630" name="Oval 38"/>
            <p:cNvSpPr>
              <a:spLocks noChangeArrowheads="1"/>
            </p:cNvSpPr>
            <p:nvPr/>
          </p:nvSpPr>
          <p:spPr bwMode="auto">
            <a:xfrm>
              <a:off x="720" y="139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4" name="Object 1036"/>
            <p:cNvGraphicFramePr>
              <a:graphicFrameLocks noChangeAspect="1"/>
            </p:cNvGraphicFramePr>
            <p:nvPr/>
          </p:nvGraphicFramePr>
          <p:xfrm>
            <a:off x="761" y="1488"/>
            <a:ext cx="223" cy="232"/>
          </p:xfrm>
          <a:graphic>
            <a:graphicData uri="http://schemas.openxmlformats.org/presentationml/2006/ole">
              <p:oleObj spid="_x0000_s443404" name="Equation" r:id="rId15" imgW="355320" imgH="368280" progId="Equation.3">
                <p:embed/>
              </p:oleObj>
            </a:graphicData>
          </a:graphic>
        </p:graphicFrame>
        <p:sp>
          <p:nvSpPr>
            <p:cNvPr id="366632" name="Oval 40"/>
            <p:cNvSpPr>
              <a:spLocks noChangeArrowheads="1"/>
            </p:cNvSpPr>
            <p:nvPr/>
          </p:nvSpPr>
          <p:spPr bwMode="auto">
            <a:xfrm>
              <a:off x="1440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5" name="Object 1037"/>
            <p:cNvGraphicFramePr>
              <a:graphicFrameLocks noChangeAspect="1"/>
            </p:cNvGraphicFramePr>
            <p:nvPr/>
          </p:nvGraphicFramePr>
          <p:xfrm>
            <a:off x="1488" y="2256"/>
            <a:ext cx="223" cy="232"/>
          </p:xfrm>
          <a:graphic>
            <a:graphicData uri="http://schemas.openxmlformats.org/presentationml/2006/ole">
              <p:oleObj spid="_x0000_s443405" name="Equation" r:id="rId16" imgW="355320" imgH="368280" progId="Equation.3">
                <p:embed/>
              </p:oleObj>
            </a:graphicData>
          </a:graphic>
        </p:graphicFrame>
        <p:sp>
          <p:nvSpPr>
            <p:cNvPr id="366634" name="Oval 42"/>
            <p:cNvSpPr>
              <a:spLocks noChangeArrowheads="1"/>
            </p:cNvSpPr>
            <p:nvPr/>
          </p:nvSpPr>
          <p:spPr bwMode="auto">
            <a:xfrm>
              <a:off x="0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6" name="Object 1038"/>
            <p:cNvGraphicFramePr>
              <a:graphicFrameLocks noChangeAspect="1"/>
            </p:cNvGraphicFramePr>
            <p:nvPr/>
          </p:nvGraphicFramePr>
          <p:xfrm>
            <a:off x="41" y="2256"/>
            <a:ext cx="223" cy="232"/>
          </p:xfrm>
          <a:graphic>
            <a:graphicData uri="http://schemas.openxmlformats.org/presentationml/2006/ole">
              <p:oleObj spid="_x0000_s443406" name="Equation" r:id="rId17" imgW="355320" imgH="368280" progId="Equation.3">
                <p:embed/>
              </p:oleObj>
            </a:graphicData>
          </a:graphic>
        </p:graphicFrame>
        <p:sp>
          <p:nvSpPr>
            <p:cNvPr id="366636" name="Oval 44"/>
            <p:cNvSpPr>
              <a:spLocks noChangeArrowheads="1"/>
            </p:cNvSpPr>
            <p:nvPr/>
          </p:nvSpPr>
          <p:spPr bwMode="auto">
            <a:xfrm>
              <a:off x="720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37" name="Oval 45"/>
            <p:cNvSpPr>
              <a:spLocks noChangeArrowheads="1"/>
            </p:cNvSpPr>
            <p:nvPr/>
          </p:nvSpPr>
          <p:spPr bwMode="auto">
            <a:xfrm>
              <a:off x="2256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7" name="Object 1039"/>
            <p:cNvGraphicFramePr>
              <a:graphicFrameLocks noChangeAspect="1"/>
            </p:cNvGraphicFramePr>
            <p:nvPr/>
          </p:nvGraphicFramePr>
          <p:xfrm>
            <a:off x="2297" y="3120"/>
            <a:ext cx="223" cy="232"/>
          </p:xfrm>
          <a:graphic>
            <a:graphicData uri="http://schemas.openxmlformats.org/presentationml/2006/ole">
              <p:oleObj spid="_x0000_s443407" name="Equation" r:id="rId18" imgW="355320" imgH="368280" progId="Equation.3">
                <p:embed/>
              </p:oleObj>
            </a:graphicData>
          </a:graphic>
        </p:graphicFrame>
        <p:sp>
          <p:nvSpPr>
            <p:cNvPr id="366639" name="Oval 47"/>
            <p:cNvSpPr>
              <a:spLocks noChangeArrowheads="1"/>
            </p:cNvSpPr>
            <p:nvPr/>
          </p:nvSpPr>
          <p:spPr bwMode="auto">
            <a:xfrm>
              <a:off x="720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8" name="Object 1040"/>
            <p:cNvGraphicFramePr>
              <a:graphicFrameLocks noChangeAspect="1"/>
            </p:cNvGraphicFramePr>
            <p:nvPr/>
          </p:nvGraphicFramePr>
          <p:xfrm>
            <a:off x="761" y="3120"/>
            <a:ext cx="223" cy="232"/>
          </p:xfrm>
          <a:graphic>
            <a:graphicData uri="http://schemas.openxmlformats.org/presentationml/2006/ole">
              <p:oleObj spid="_x0000_s443408" name="Equation" r:id="rId19" imgW="355320" imgH="368280" progId="Equation.3">
                <p:embed/>
              </p:oleObj>
            </a:graphicData>
          </a:graphic>
        </p:graphicFrame>
        <p:sp>
          <p:nvSpPr>
            <p:cNvPr id="366641" name="Oval 49"/>
            <p:cNvSpPr>
              <a:spLocks noChangeArrowheads="1"/>
            </p:cNvSpPr>
            <p:nvPr/>
          </p:nvSpPr>
          <p:spPr bwMode="auto">
            <a:xfrm>
              <a:off x="1488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42" name="Oval 50"/>
            <p:cNvSpPr>
              <a:spLocks noChangeArrowheads="1"/>
            </p:cNvSpPr>
            <p:nvPr/>
          </p:nvSpPr>
          <p:spPr bwMode="auto">
            <a:xfrm>
              <a:off x="0" y="3024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43" name="Oval 51"/>
            <p:cNvSpPr>
              <a:spLocks noChangeArrowheads="1"/>
            </p:cNvSpPr>
            <p:nvPr/>
          </p:nvSpPr>
          <p:spPr bwMode="auto">
            <a:xfrm>
              <a:off x="720" y="379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44" name="Oval 52"/>
            <p:cNvSpPr>
              <a:spLocks noChangeArrowheads="1"/>
            </p:cNvSpPr>
            <p:nvPr/>
          </p:nvSpPr>
          <p:spPr bwMode="auto">
            <a:xfrm>
              <a:off x="2256" y="379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3409" name="Object 1041"/>
            <p:cNvGraphicFramePr>
              <a:graphicFrameLocks noChangeAspect="1"/>
            </p:cNvGraphicFramePr>
            <p:nvPr/>
          </p:nvGraphicFramePr>
          <p:xfrm>
            <a:off x="864" y="2256"/>
            <a:ext cx="183" cy="183"/>
          </p:xfrm>
          <a:graphic>
            <a:graphicData uri="http://schemas.openxmlformats.org/presentationml/2006/ole">
              <p:oleObj spid="_x0000_s443409" name="Equation" r:id="rId20" imgW="291960" imgH="291960" progId="Equation.3">
                <p:embed/>
              </p:oleObj>
            </a:graphicData>
          </a:graphic>
        </p:graphicFrame>
        <p:graphicFrame>
          <p:nvGraphicFramePr>
            <p:cNvPr id="443410" name="Object 1042"/>
            <p:cNvGraphicFramePr>
              <a:graphicFrameLocks noChangeAspect="1"/>
            </p:cNvGraphicFramePr>
            <p:nvPr/>
          </p:nvGraphicFramePr>
          <p:xfrm>
            <a:off x="96" y="3168"/>
            <a:ext cx="167" cy="176"/>
          </p:xfrm>
          <a:graphic>
            <a:graphicData uri="http://schemas.openxmlformats.org/presentationml/2006/ole">
              <p:oleObj spid="_x0000_s443410" name="Equation" r:id="rId21" imgW="266400" imgH="279360" progId="Equation.3">
                <p:embed/>
              </p:oleObj>
            </a:graphicData>
          </a:graphic>
        </p:graphicFrame>
        <p:graphicFrame>
          <p:nvGraphicFramePr>
            <p:cNvPr id="443411" name="Object 1043"/>
            <p:cNvGraphicFramePr>
              <a:graphicFrameLocks noChangeAspect="1"/>
            </p:cNvGraphicFramePr>
            <p:nvPr/>
          </p:nvGraphicFramePr>
          <p:xfrm>
            <a:off x="816" y="3936"/>
            <a:ext cx="167" cy="176"/>
          </p:xfrm>
          <a:graphic>
            <a:graphicData uri="http://schemas.openxmlformats.org/presentationml/2006/ole">
              <p:oleObj spid="_x0000_s443411" name="Equation" r:id="rId22" imgW="266400" imgH="279360" progId="Equation.3">
                <p:embed/>
              </p:oleObj>
            </a:graphicData>
          </a:graphic>
        </p:graphicFrame>
        <p:graphicFrame>
          <p:nvGraphicFramePr>
            <p:cNvPr id="443412" name="Object 1044"/>
            <p:cNvGraphicFramePr>
              <a:graphicFrameLocks noChangeAspect="1"/>
            </p:cNvGraphicFramePr>
            <p:nvPr/>
          </p:nvGraphicFramePr>
          <p:xfrm>
            <a:off x="2352" y="3888"/>
            <a:ext cx="167" cy="176"/>
          </p:xfrm>
          <a:graphic>
            <a:graphicData uri="http://schemas.openxmlformats.org/presentationml/2006/ole">
              <p:oleObj spid="_x0000_s443412" name="Equation" r:id="rId23" imgW="266400" imgH="279360" progId="Equation.3">
                <p:embed/>
              </p:oleObj>
            </a:graphicData>
          </a:graphic>
        </p:graphicFrame>
        <p:graphicFrame>
          <p:nvGraphicFramePr>
            <p:cNvPr id="443413" name="Object 1045"/>
            <p:cNvGraphicFramePr>
              <a:graphicFrameLocks noChangeAspect="1"/>
            </p:cNvGraphicFramePr>
            <p:nvPr/>
          </p:nvGraphicFramePr>
          <p:xfrm>
            <a:off x="1584" y="3168"/>
            <a:ext cx="135" cy="151"/>
          </p:xfrm>
          <a:graphic>
            <a:graphicData uri="http://schemas.openxmlformats.org/presentationml/2006/ole">
              <p:oleObj spid="_x0000_s443413" name="Equation" r:id="rId24" imgW="215640" imgH="241200" progId="Equation.3">
                <p:embed/>
              </p:oleObj>
            </a:graphicData>
          </a:graphic>
        </p:graphicFrame>
        <p:sp>
          <p:nvSpPr>
            <p:cNvPr id="366650" name="Line 58"/>
            <p:cNvSpPr>
              <a:spLocks noChangeShapeType="1"/>
            </p:cNvSpPr>
            <p:nvPr/>
          </p:nvSpPr>
          <p:spPr bwMode="auto">
            <a:xfrm flipH="1">
              <a:off x="336" y="1680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51" name="Line 59"/>
            <p:cNvSpPr>
              <a:spLocks noChangeShapeType="1"/>
            </p:cNvSpPr>
            <p:nvPr/>
          </p:nvSpPr>
          <p:spPr bwMode="auto">
            <a:xfrm>
              <a:off x="1056" y="1680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6652" name="Line 60"/>
            <p:cNvSpPr>
              <a:spLocks noChangeShapeType="1"/>
            </p:cNvSpPr>
            <p:nvPr/>
          </p:nvSpPr>
          <p:spPr bwMode="auto">
            <a:xfrm>
              <a:off x="912" y="17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53" name="Line 61"/>
            <p:cNvSpPr>
              <a:spLocks noChangeShapeType="1"/>
            </p:cNvSpPr>
            <p:nvPr/>
          </p:nvSpPr>
          <p:spPr bwMode="auto">
            <a:xfrm>
              <a:off x="192" y="25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54" name="Line 62"/>
            <p:cNvSpPr>
              <a:spLocks noChangeShapeType="1"/>
            </p:cNvSpPr>
            <p:nvPr/>
          </p:nvSpPr>
          <p:spPr bwMode="auto">
            <a:xfrm flipH="1">
              <a:off x="1008" y="2496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55" name="Line 63"/>
            <p:cNvSpPr>
              <a:spLocks noChangeShapeType="1"/>
            </p:cNvSpPr>
            <p:nvPr/>
          </p:nvSpPr>
          <p:spPr bwMode="auto">
            <a:xfrm>
              <a:off x="1680" y="25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56" name="Line 64"/>
            <p:cNvSpPr>
              <a:spLocks noChangeShapeType="1"/>
            </p:cNvSpPr>
            <p:nvPr/>
          </p:nvSpPr>
          <p:spPr bwMode="auto">
            <a:xfrm>
              <a:off x="1776" y="2496"/>
              <a:ext cx="57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57" name="Line 65"/>
            <p:cNvSpPr>
              <a:spLocks noChangeShapeType="1"/>
            </p:cNvSpPr>
            <p:nvPr/>
          </p:nvSpPr>
          <p:spPr bwMode="auto">
            <a:xfrm>
              <a:off x="912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58" name="Line 66"/>
            <p:cNvSpPr>
              <a:spLocks noChangeShapeType="1"/>
            </p:cNvSpPr>
            <p:nvPr/>
          </p:nvSpPr>
          <p:spPr bwMode="auto">
            <a:xfrm>
              <a:off x="2448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6662" name="Text Box 70"/>
            <p:cNvSpPr txBox="1">
              <a:spLocks noChangeArrowheads="1"/>
            </p:cNvSpPr>
            <p:nvPr/>
          </p:nvSpPr>
          <p:spPr bwMode="auto">
            <a:xfrm>
              <a:off x="1536" y="1152"/>
              <a:ext cx="260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Two derivation trees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9AC3-C7F7-47F7-A0B5-1534F60038D6}" type="slidenum">
              <a:rPr lang="en-US"/>
              <a:pPr/>
              <a:t>35</a:t>
            </a:fld>
            <a:endParaRPr lang="en-US"/>
          </a:p>
        </p:txBody>
      </p:sp>
      <p:sp>
        <p:nvSpPr>
          <p:cNvPr id="367618" name="Text Box 2"/>
          <p:cNvSpPr txBox="1">
            <a:spLocks noChangeArrowheads="1"/>
          </p:cNvSpPr>
          <p:nvPr/>
        </p:nvSpPr>
        <p:spPr bwMode="auto">
          <a:xfrm>
            <a:off x="76200" y="228600"/>
            <a:ext cx="2693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grammar</a:t>
            </a:r>
          </a:p>
        </p:txBody>
      </p:sp>
      <p:graphicFrame>
        <p:nvGraphicFramePr>
          <p:cNvPr id="444416" name="Object 1024"/>
          <p:cNvGraphicFramePr>
            <a:graphicFrameLocks noChangeAspect="1"/>
          </p:cNvGraphicFramePr>
          <p:nvPr/>
        </p:nvGraphicFramePr>
        <p:xfrm>
          <a:off x="2895600" y="304800"/>
          <a:ext cx="6110288" cy="544513"/>
        </p:xfrm>
        <a:graphic>
          <a:graphicData uri="http://schemas.openxmlformats.org/presentationml/2006/ole">
            <p:oleObj spid="_x0000_s444416" name="Equation" r:id="rId3" imgW="6108480" imgH="545760" progId="Equation.3">
              <p:embed/>
            </p:oleObj>
          </a:graphicData>
        </a:graphic>
      </p:graphicFrame>
      <p:sp>
        <p:nvSpPr>
          <p:cNvPr id="367622" name="Text Box 6"/>
          <p:cNvSpPr txBox="1">
            <a:spLocks noChangeArrowheads="1"/>
          </p:cNvSpPr>
          <p:nvPr/>
        </p:nvSpPr>
        <p:spPr bwMode="auto">
          <a:xfrm>
            <a:off x="152400" y="914400"/>
            <a:ext cx="3182938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</a:t>
            </a:r>
            <a:r>
              <a:rPr lang="en-US" sz="4000">
                <a:solidFill>
                  <a:srgbClr val="FF0000"/>
                </a:solidFill>
              </a:rPr>
              <a:t>ambiguous:</a:t>
            </a:r>
          </a:p>
        </p:txBody>
      </p:sp>
      <p:grpSp>
        <p:nvGrpSpPr>
          <p:cNvPr id="367687" name="Group 71"/>
          <p:cNvGrpSpPr>
            <a:grpSpLocks/>
          </p:cNvGrpSpPr>
          <p:nvPr/>
        </p:nvGrpSpPr>
        <p:grpSpPr bwMode="auto">
          <a:xfrm>
            <a:off x="1066800" y="3276600"/>
            <a:ext cx="7115175" cy="3124200"/>
            <a:chOff x="702" y="2574"/>
            <a:chExt cx="4098" cy="1485"/>
          </a:xfrm>
        </p:grpSpPr>
        <p:sp>
          <p:nvSpPr>
            <p:cNvPr id="367628" name="Oval 12"/>
            <p:cNvSpPr>
              <a:spLocks noChangeArrowheads="1"/>
            </p:cNvSpPr>
            <p:nvPr/>
          </p:nvSpPr>
          <p:spPr bwMode="auto">
            <a:xfrm>
              <a:off x="4110" y="2574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18" name="Object 1026"/>
            <p:cNvGraphicFramePr>
              <a:graphicFrameLocks noChangeAspect="1"/>
            </p:cNvGraphicFramePr>
            <p:nvPr/>
          </p:nvGraphicFramePr>
          <p:xfrm>
            <a:off x="4136" y="2624"/>
            <a:ext cx="139" cy="122"/>
          </p:xfrm>
          <a:graphic>
            <a:graphicData uri="http://schemas.openxmlformats.org/presentationml/2006/ole">
              <p:oleObj spid="_x0000_s444418" name="Equation" r:id="rId4" imgW="355320" imgH="368280" progId="Equation.3">
                <p:embed/>
              </p:oleObj>
            </a:graphicData>
          </a:graphic>
        </p:graphicFrame>
        <p:sp>
          <p:nvSpPr>
            <p:cNvPr id="367630" name="Oval 14"/>
            <p:cNvSpPr>
              <a:spLocks noChangeArrowheads="1"/>
            </p:cNvSpPr>
            <p:nvPr/>
          </p:nvSpPr>
          <p:spPr bwMode="auto">
            <a:xfrm>
              <a:off x="4560" y="2976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19" name="Object 1027"/>
            <p:cNvGraphicFramePr>
              <a:graphicFrameLocks noChangeAspect="1"/>
            </p:cNvGraphicFramePr>
            <p:nvPr/>
          </p:nvGraphicFramePr>
          <p:xfrm>
            <a:off x="4590" y="3026"/>
            <a:ext cx="139" cy="122"/>
          </p:xfrm>
          <a:graphic>
            <a:graphicData uri="http://schemas.openxmlformats.org/presentationml/2006/ole">
              <p:oleObj spid="_x0000_s444419" name="Equation" r:id="rId5" imgW="355320" imgH="368280" progId="Equation.3">
                <p:embed/>
              </p:oleObj>
            </a:graphicData>
          </a:graphic>
        </p:graphicFrame>
        <p:sp>
          <p:nvSpPr>
            <p:cNvPr id="367632" name="Oval 16"/>
            <p:cNvSpPr>
              <a:spLocks noChangeArrowheads="1"/>
            </p:cNvSpPr>
            <p:nvPr/>
          </p:nvSpPr>
          <p:spPr bwMode="auto">
            <a:xfrm>
              <a:off x="3660" y="2976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20" name="Object 1028"/>
            <p:cNvGraphicFramePr>
              <a:graphicFrameLocks noChangeAspect="1"/>
            </p:cNvGraphicFramePr>
            <p:nvPr/>
          </p:nvGraphicFramePr>
          <p:xfrm>
            <a:off x="3686" y="3026"/>
            <a:ext cx="139" cy="122"/>
          </p:xfrm>
          <a:graphic>
            <a:graphicData uri="http://schemas.openxmlformats.org/presentationml/2006/ole">
              <p:oleObj spid="_x0000_s444420" name="Equation" r:id="rId6" imgW="355320" imgH="368280" progId="Equation.3">
                <p:embed/>
              </p:oleObj>
            </a:graphicData>
          </a:graphic>
        </p:graphicFrame>
        <p:sp>
          <p:nvSpPr>
            <p:cNvPr id="367634" name="Oval 18"/>
            <p:cNvSpPr>
              <a:spLocks noChangeArrowheads="1"/>
            </p:cNvSpPr>
            <p:nvPr/>
          </p:nvSpPr>
          <p:spPr bwMode="auto">
            <a:xfrm>
              <a:off x="4110" y="2976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35" name="Oval 19"/>
            <p:cNvSpPr>
              <a:spLocks noChangeArrowheads="1"/>
            </p:cNvSpPr>
            <p:nvPr/>
          </p:nvSpPr>
          <p:spPr bwMode="auto">
            <a:xfrm>
              <a:off x="3180" y="3831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36" name="Oval 20"/>
            <p:cNvSpPr>
              <a:spLocks noChangeArrowheads="1"/>
            </p:cNvSpPr>
            <p:nvPr/>
          </p:nvSpPr>
          <p:spPr bwMode="auto">
            <a:xfrm>
              <a:off x="4140" y="3831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21" name="Object 1029"/>
            <p:cNvGraphicFramePr>
              <a:graphicFrameLocks noChangeAspect="1"/>
            </p:cNvGraphicFramePr>
            <p:nvPr/>
          </p:nvGraphicFramePr>
          <p:xfrm>
            <a:off x="3720" y="3479"/>
            <a:ext cx="114" cy="96"/>
          </p:xfrm>
          <a:graphic>
            <a:graphicData uri="http://schemas.openxmlformats.org/presentationml/2006/ole">
              <p:oleObj spid="_x0000_s444421" name="Equation" r:id="rId7" imgW="291960" imgH="291960" progId="Equation.3">
                <p:embed/>
              </p:oleObj>
            </a:graphicData>
          </a:graphic>
        </p:graphicFrame>
        <p:graphicFrame>
          <p:nvGraphicFramePr>
            <p:cNvPr id="444422" name="Object 1030"/>
            <p:cNvGraphicFramePr>
              <a:graphicFrameLocks noChangeAspect="1"/>
            </p:cNvGraphicFramePr>
            <p:nvPr/>
          </p:nvGraphicFramePr>
          <p:xfrm>
            <a:off x="3240" y="3906"/>
            <a:ext cx="104" cy="92"/>
          </p:xfrm>
          <a:graphic>
            <a:graphicData uri="http://schemas.openxmlformats.org/presentationml/2006/ole">
              <p:oleObj spid="_x0000_s444422" name="Equation" r:id="rId8" imgW="266400" imgH="279360" progId="Equation.3">
                <p:embed/>
              </p:oleObj>
            </a:graphicData>
          </a:graphic>
        </p:graphicFrame>
        <p:graphicFrame>
          <p:nvGraphicFramePr>
            <p:cNvPr id="444423" name="Object 1031"/>
            <p:cNvGraphicFramePr>
              <a:graphicFrameLocks noChangeAspect="1"/>
            </p:cNvGraphicFramePr>
            <p:nvPr/>
          </p:nvGraphicFramePr>
          <p:xfrm>
            <a:off x="4200" y="3881"/>
            <a:ext cx="104" cy="92"/>
          </p:xfrm>
          <a:graphic>
            <a:graphicData uri="http://schemas.openxmlformats.org/presentationml/2006/ole">
              <p:oleObj spid="_x0000_s444423" name="Equation" r:id="rId9" imgW="266400" imgH="279360" progId="Equation.3">
                <p:embed/>
              </p:oleObj>
            </a:graphicData>
          </a:graphic>
        </p:graphicFrame>
        <p:graphicFrame>
          <p:nvGraphicFramePr>
            <p:cNvPr id="444424" name="Object 1032"/>
            <p:cNvGraphicFramePr>
              <a:graphicFrameLocks noChangeAspect="1"/>
            </p:cNvGraphicFramePr>
            <p:nvPr/>
          </p:nvGraphicFramePr>
          <p:xfrm>
            <a:off x="4200" y="3026"/>
            <a:ext cx="84" cy="79"/>
          </p:xfrm>
          <a:graphic>
            <a:graphicData uri="http://schemas.openxmlformats.org/presentationml/2006/ole">
              <p:oleObj spid="_x0000_s444424" name="Equation" r:id="rId10" imgW="215640" imgH="241200" progId="Equation.3">
                <p:embed/>
              </p:oleObj>
            </a:graphicData>
          </a:graphic>
        </p:graphicFrame>
        <p:sp>
          <p:nvSpPr>
            <p:cNvPr id="367641" name="Line 25"/>
            <p:cNvSpPr>
              <a:spLocks noChangeShapeType="1"/>
            </p:cNvSpPr>
            <p:nvPr/>
          </p:nvSpPr>
          <p:spPr bwMode="auto">
            <a:xfrm flipH="1">
              <a:off x="3870" y="2725"/>
              <a:ext cx="27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42" name="Line 26"/>
            <p:cNvSpPr>
              <a:spLocks noChangeShapeType="1"/>
            </p:cNvSpPr>
            <p:nvPr/>
          </p:nvSpPr>
          <p:spPr bwMode="auto">
            <a:xfrm>
              <a:off x="4320" y="2725"/>
              <a:ext cx="30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43" name="Line 27"/>
            <p:cNvSpPr>
              <a:spLocks noChangeShapeType="1"/>
            </p:cNvSpPr>
            <p:nvPr/>
          </p:nvSpPr>
          <p:spPr bwMode="auto">
            <a:xfrm>
              <a:off x="4230" y="2775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44" name="Line 28"/>
            <p:cNvSpPr>
              <a:spLocks noChangeShapeType="1"/>
            </p:cNvSpPr>
            <p:nvPr/>
          </p:nvSpPr>
          <p:spPr bwMode="auto">
            <a:xfrm>
              <a:off x="4680" y="3177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45" name="Line 29"/>
            <p:cNvSpPr>
              <a:spLocks noChangeShapeType="1"/>
            </p:cNvSpPr>
            <p:nvPr/>
          </p:nvSpPr>
          <p:spPr bwMode="auto">
            <a:xfrm flipH="1">
              <a:off x="3360" y="3152"/>
              <a:ext cx="33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46" name="Line 30"/>
            <p:cNvSpPr>
              <a:spLocks noChangeShapeType="1"/>
            </p:cNvSpPr>
            <p:nvPr/>
          </p:nvSpPr>
          <p:spPr bwMode="auto">
            <a:xfrm>
              <a:off x="3780" y="3177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47" name="Line 31"/>
            <p:cNvSpPr>
              <a:spLocks noChangeShapeType="1"/>
            </p:cNvSpPr>
            <p:nvPr/>
          </p:nvSpPr>
          <p:spPr bwMode="auto">
            <a:xfrm>
              <a:off x="3840" y="3152"/>
              <a:ext cx="36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48" name="Line 32"/>
            <p:cNvSpPr>
              <a:spLocks noChangeShapeType="1"/>
            </p:cNvSpPr>
            <p:nvPr/>
          </p:nvSpPr>
          <p:spPr bwMode="auto">
            <a:xfrm>
              <a:off x="3300" y="3630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49" name="Line 33"/>
            <p:cNvSpPr>
              <a:spLocks noChangeShapeType="1"/>
            </p:cNvSpPr>
            <p:nvPr/>
          </p:nvSpPr>
          <p:spPr bwMode="auto">
            <a:xfrm>
              <a:off x="4260" y="3630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50" name="Oval 34"/>
            <p:cNvSpPr>
              <a:spLocks noChangeArrowheads="1"/>
            </p:cNvSpPr>
            <p:nvPr/>
          </p:nvSpPr>
          <p:spPr bwMode="auto">
            <a:xfrm>
              <a:off x="4140" y="3429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25" name="Object 1033"/>
            <p:cNvGraphicFramePr>
              <a:graphicFrameLocks noChangeAspect="1"/>
            </p:cNvGraphicFramePr>
            <p:nvPr/>
          </p:nvGraphicFramePr>
          <p:xfrm>
            <a:off x="4166" y="3479"/>
            <a:ext cx="139" cy="121"/>
          </p:xfrm>
          <a:graphic>
            <a:graphicData uri="http://schemas.openxmlformats.org/presentationml/2006/ole">
              <p:oleObj spid="_x0000_s444425" name="Equation" r:id="rId11" imgW="355320" imgH="368280" progId="Equation.3">
                <p:embed/>
              </p:oleObj>
            </a:graphicData>
          </a:graphic>
        </p:graphicFrame>
        <p:sp>
          <p:nvSpPr>
            <p:cNvPr id="367652" name="Oval 36"/>
            <p:cNvSpPr>
              <a:spLocks noChangeArrowheads="1"/>
            </p:cNvSpPr>
            <p:nvPr/>
          </p:nvSpPr>
          <p:spPr bwMode="auto">
            <a:xfrm>
              <a:off x="3180" y="3429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26" name="Object 1034"/>
            <p:cNvGraphicFramePr>
              <a:graphicFrameLocks noChangeAspect="1"/>
            </p:cNvGraphicFramePr>
            <p:nvPr/>
          </p:nvGraphicFramePr>
          <p:xfrm>
            <a:off x="3206" y="3479"/>
            <a:ext cx="139" cy="121"/>
          </p:xfrm>
          <a:graphic>
            <a:graphicData uri="http://schemas.openxmlformats.org/presentationml/2006/ole">
              <p:oleObj spid="_x0000_s444426" name="Equation" r:id="rId12" imgW="355320" imgH="368280" progId="Equation.3">
                <p:embed/>
              </p:oleObj>
            </a:graphicData>
          </a:graphic>
        </p:graphicFrame>
        <p:sp>
          <p:nvSpPr>
            <p:cNvPr id="367654" name="Oval 38"/>
            <p:cNvSpPr>
              <a:spLocks noChangeArrowheads="1"/>
            </p:cNvSpPr>
            <p:nvPr/>
          </p:nvSpPr>
          <p:spPr bwMode="auto">
            <a:xfrm>
              <a:off x="3660" y="3429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55" name="Oval 39"/>
            <p:cNvSpPr>
              <a:spLocks noChangeArrowheads="1"/>
            </p:cNvSpPr>
            <p:nvPr/>
          </p:nvSpPr>
          <p:spPr bwMode="auto">
            <a:xfrm>
              <a:off x="4560" y="3429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27" name="Object 1035"/>
            <p:cNvGraphicFramePr>
              <a:graphicFrameLocks noChangeAspect="1"/>
            </p:cNvGraphicFramePr>
            <p:nvPr/>
          </p:nvGraphicFramePr>
          <p:xfrm>
            <a:off x="4620" y="3479"/>
            <a:ext cx="104" cy="92"/>
          </p:xfrm>
          <a:graphic>
            <a:graphicData uri="http://schemas.openxmlformats.org/presentationml/2006/ole">
              <p:oleObj spid="_x0000_s444427" name="Equation" r:id="rId13" imgW="266400" imgH="279360" progId="Equation.3">
                <p:embed/>
              </p:oleObj>
            </a:graphicData>
          </a:graphic>
        </p:graphicFrame>
        <p:sp>
          <p:nvSpPr>
            <p:cNvPr id="367657" name="Oval 41"/>
            <p:cNvSpPr>
              <a:spLocks noChangeArrowheads="1"/>
            </p:cNvSpPr>
            <p:nvPr/>
          </p:nvSpPr>
          <p:spPr bwMode="auto">
            <a:xfrm>
              <a:off x="1152" y="2601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28" name="Object 1036"/>
            <p:cNvGraphicFramePr>
              <a:graphicFrameLocks noChangeAspect="1"/>
            </p:cNvGraphicFramePr>
            <p:nvPr/>
          </p:nvGraphicFramePr>
          <p:xfrm>
            <a:off x="1178" y="2651"/>
            <a:ext cx="139" cy="122"/>
          </p:xfrm>
          <a:graphic>
            <a:graphicData uri="http://schemas.openxmlformats.org/presentationml/2006/ole">
              <p:oleObj spid="_x0000_s444428" name="Equation" r:id="rId14" imgW="355320" imgH="368280" progId="Equation.3">
                <p:embed/>
              </p:oleObj>
            </a:graphicData>
          </a:graphic>
        </p:graphicFrame>
        <p:sp>
          <p:nvSpPr>
            <p:cNvPr id="367659" name="Oval 43"/>
            <p:cNvSpPr>
              <a:spLocks noChangeArrowheads="1"/>
            </p:cNvSpPr>
            <p:nvPr/>
          </p:nvSpPr>
          <p:spPr bwMode="auto">
            <a:xfrm>
              <a:off x="1602" y="3003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29" name="Object 1037"/>
            <p:cNvGraphicFramePr>
              <a:graphicFrameLocks noChangeAspect="1"/>
            </p:cNvGraphicFramePr>
            <p:nvPr/>
          </p:nvGraphicFramePr>
          <p:xfrm>
            <a:off x="1632" y="3053"/>
            <a:ext cx="139" cy="122"/>
          </p:xfrm>
          <a:graphic>
            <a:graphicData uri="http://schemas.openxmlformats.org/presentationml/2006/ole">
              <p:oleObj spid="_x0000_s444429" name="Equation" r:id="rId15" imgW="355320" imgH="368280" progId="Equation.3">
                <p:embed/>
              </p:oleObj>
            </a:graphicData>
          </a:graphic>
        </p:graphicFrame>
        <p:sp>
          <p:nvSpPr>
            <p:cNvPr id="367661" name="Oval 45"/>
            <p:cNvSpPr>
              <a:spLocks noChangeArrowheads="1"/>
            </p:cNvSpPr>
            <p:nvPr/>
          </p:nvSpPr>
          <p:spPr bwMode="auto">
            <a:xfrm>
              <a:off x="702" y="3003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30" name="Object 1038"/>
            <p:cNvGraphicFramePr>
              <a:graphicFrameLocks noChangeAspect="1"/>
            </p:cNvGraphicFramePr>
            <p:nvPr/>
          </p:nvGraphicFramePr>
          <p:xfrm>
            <a:off x="728" y="3053"/>
            <a:ext cx="139" cy="122"/>
          </p:xfrm>
          <a:graphic>
            <a:graphicData uri="http://schemas.openxmlformats.org/presentationml/2006/ole">
              <p:oleObj spid="_x0000_s444430" name="Equation" r:id="rId16" imgW="355320" imgH="368280" progId="Equation.3">
                <p:embed/>
              </p:oleObj>
            </a:graphicData>
          </a:graphic>
        </p:graphicFrame>
        <p:sp>
          <p:nvSpPr>
            <p:cNvPr id="367663" name="Oval 47"/>
            <p:cNvSpPr>
              <a:spLocks noChangeArrowheads="1"/>
            </p:cNvSpPr>
            <p:nvPr/>
          </p:nvSpPr>
          <p:spPr bwMode="auto">
            <a:xfrm>
              <a:off x="1152" y="3003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64" name="Oval 48"/>
            <p:cNvSpPr>
              <a:spLocks noChangeArrowheads="1"/>
            </p:cNvSpPr>
            <p:nvPr/>
          </p:nvSpPr>
          <p:spPr bwMode="auto">
            <a:xfrm>
              <a:off x="2112" y="3456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31" name="Object 1039"/>
            <p:cNvGraphicFramePr>
              <a:graphicFrameLocks noChangeAspect="1"/>
            </p:cNvGraphicFramePr>
            <p:nvPr/>
          </p:nvGraphicFramePr>
          <p:xfrm>
            <a:off x="2138" y="3506"/>
            <a:ext cx="139" cy="121"/>
          </p:xfrm>
          <a:graphic>
            <a:graphicData uri="http://schemas.openxmlformats.org/presentationml/2006/ole">
              <p:oleObj spid="_x0000_s444431" name="Equation" r:id="rId17" imgW="355320" imgH="368280" progId="Equation.3">
                <p:embed/>
              </p:oleObj>
            </a:graphicData>
          </a:graphic>
        </p:graphicFrame>
        <p:sp>
          <p:nvSpPr>
            <p:cNvPr id="367666" name="Oval 50"/>
            <p:cNvSpPr>
              <a:spLocks noChangeArrowheads="1"/>
            </p:cNvSpPr>
            <p:nvPr/>
          </p:nvSpPr>
          <p:spPr bwMode="auto">
            <a:xfrm>
              <a:off x="1152" y="3456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32" name="Object 1040"/>
            <p:cNvGraphicFramePr>
              <a:graphicFrameLocks noChangeAspect="1"/>
            </p:cNvGraphicFramePr>
            <p:nvPr/>
          </p:nvGraphicFramePr>
          <p:xfrm>
            <a:off x="1178" y="3506"/>
            <a:ext cx="139" cy="121"/>
          </p:xfrm>
          <a:graphic>
            <a:graphicData uri="http://schemas.openxmlformats.org/presentationml/2006/ole">
              <p:oleObj spid="_x0000_s444432" name="Equation" r:id="rId18" imgW="355320" imgH="368280" progId="Equation.3">
                <p:embed/>
              </p:oleObj>
            </a:graphicData>
          </a:graphic>
        </p:graphicFrame>
        <p:sp>
          <p:nvSpPr>
            <p:cNvPr id="367668" name="Oval 52"/>
            <p:cNvSpPr>
              <a:spLocks noChangeArrowheads="1"/>
            </p:cNvSpPr>
            <p:nvPr/>
          </p:nvSpPr>
          <p:spPr bwMode="auto">
            <a:xfrm>
              <a:off x="1632" y="3456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69" name="Oval 53"/>
            <p:cNvSpPr>
              <a:spLocks noChangeArrowheads="1"/>
            </p:cNvSpPr>
            <p:nvPr/>
          </p:nvSpPr>
          <p:spPr bwMode="auto">
            <a:xfrm>
              <a:off x="702" y="3456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70" name="Oval 54"/>
            <p:cNvSpPr>
              <a:spLocks noChangeArrowheads="1"/>
            </p:cNvSpPr>
            <p:nvPr/>
          </p:nvSpPr>
          <p:spPr bwMode="auto">
            <a:xfrm>
              <a:off x="1152" y="3858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71" name="Oval 55"/>
            <p:cNvSpPr>
              <a:spLocks noChangeArrowheads="1"/>
            </p:cNvSpPr>
            <p:nvPr/>
          </p:nvSpPr>
          <p:spPr bwMode="auto">
            <a:xfrm>
              <a:off x="2112" y="3858"/>
              <a:ext cx="240" cy="2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44433" name="Object 1041"/>
            <p:cNvGraphicFramePr>
              <a:graphicFrameLocks noChangeAspect="1"/>
            </p:cNvGraphicFramePr>
            <p:nvPr/>
          </p:nvGraphicFramePr>
          <p:xfrm>
            <a:off x="1242" y="3053"/>
            <a:ext cx="114" cy="96"/>
          </p:xfrm>
          <a:graphic>
            <a:graphicData uri="http://schemas.openxmlformats.org/presentationml/2006/ole">
              <p:oleObj spid="_x0000_s444433" name="Equation" r:id="rId19" imgW="291960" imgH="291960" progId="Equation.3">
                <p:embed/>
              </p:oleObj>
            </a:graphicData>
          </a:graphic>
        </p:graphicFrame>
        <p:graphicFrame>
          <p:nvGraphicFramePr>
            <p:cNvPr id="444434" name="Object 1042"/>
            <p:cNvGraphicFramePr>
              <a:graphicFrameLocks noChangeAspect="1"/>
            </p:cNvGraphicFramePr>
            <p:nvPr/>
          </p:nvGraphicFramePr>
          <p:xfrm>
            <a:off x="762" y="3531"/>
            <a:ext cx="104" cy="92"/>
          </p:xfrm>
          <a:graphic>
            <a:graphicData uri="http://schemas.openxmlformats.org/presentationml/2006/ole">
              <p:oleObj spid="_x0000_s444434" name="Equation" r:id="rId20" imgW="266400" imgH="279360" progId="Equation.3">
                <p:embed/>
              </p:oleObj>
            </a:graphicData>
          </a:graphic>
        </p:graphicFrame>
        <p:graphicFrame>
          <p:nvGraphicFramePr>
            <p:cNvPr id="444435" name="Object 1043"/>
            <p:cNvGraphicFramePr>
              <a:graphicFrameLocks noChangeAspect="1"/>
            </p:cNvGraphicFramePr>
            <p:nvPr/>
          </p:nvGraphicFramePr>
          <p:xfrm>
            <a:off x="1212" y="3933"/>
            <a:ext cx="104" cy="92"/>
          </p:xfrm>
          <a:graphic>
            <a:graphicData uri="http://schemas.openxmlformats.org/presentationml/2006/ole">
              <p:oleObj spid="_x0000_s444435" name="Equation" r:id="rId21" imgW="266400" imgH="279360" progId="Equation.3">
                <p:embed/>
              </p:oleObj>
            </a:graphicData>
          </a:graphic>
        </p:graphicFrame>
        <p:graphicFrame>
          <p:nvGraphicFramePr>
            <p:cNvPr id="444436" name="Object 1044"/>
            <p:cNvGraphicFramePr>
              <a:graphicFrameLocks noChangeAspect="1"/>
            </p:cNvGraphicFramePr>
            <p:nvPr/>
          </p:nvGraphicFramePr>
          <p:xfrm>
            <a:off x="2172" y="3908"/>
            <a:ext cx="104" cy="92"/>
          </p:xfrm>
          <a:graphic>
            <a:graphicData uri="http://schemas.openxmlformats.org/presentationml/2006/ole">
              <p:oleObj spid="_x0000_s444436" name="Equation" r:id="rId22" imgW="266400" imgH="279360" progId="Equation.3">
                <p:embed/>
              </p:oleObj>
            </a:graphicData>
          </a:graphic>
        </p:graphicFrame>
        <p:graphicFrame>
          <p:nvGraphicFramePr>
            <p:cNvPr id="444437" name="Object 1045"/>
            <p:cNvGraphicFramePr>
              <a:graphicFrameLocks noChangeAspect="1"/>
            </p:cNvGraphicFramePr>
            <p:nvPr/>
          </p:nvGraphicFramePr>
          <p:xfrm>
            <a:off x="1692" y="3531"/>
            <a:ext cx="84" cy="79"/>
          </p:xfrm>
          <a:graphic>
            <a:graphicData uri="http://schemas.openxmlformats.org/presentationml/2006/ole">
              <p:oleObj spid="_x0000_s444437" name="Equation" r:id="rId23" imgW="215640" imgH="241200" progId="Equation.3">
                <p:embed/>
              </p:oleObj>
            </a:graphicData>
          </a:graphic>
        </p:graphicFrame>
        <p:sp>
          <p:nvSpPr>
            <p:cNvPr id="367677" name="Line 61"/>
            <p:cNvSpPr>
              <a:spLocks noChangeShapeType="1"/>
            </p:cNvSpPr>
            <p:nvPr/>
          </p:nvSpPr>
          <p:spPr bwMode="auto">
            <a:xfrm flipH="1">
              <a:off x="912" y="2752"/>
              <a:ext cx="27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78" name="Line 62"/>
            <p:cNvSpPr>
              <a:spLocks noChangeShapeType="1"/>
            </p:cNvSpPr>
            <p:nvPr/>
          </p:nvSpPr>
          <p:spPr bwMode="auto">
            <a:xfrm>
              <a:off x="1362" y="2752"/>
              <a:ext cx="30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7679" name="Line 63"/>
            <p:cNvSpPr>
              <a:spLocks noChangeShapeType="1"/>
            </p:cNvSpPr>
            <p:nvPr/>
          </p:nvSpPr>
          <p:spPr bwMode="auto">
            <a:xfrm>
              <a:off x="1272" y="2802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80" name="Line 64"/>
            <p:cNvSpPr>
              <a:spLocks noChangeShapeType="1"/>
            </p:cNvSpPr>
            <p:nvPr/>
          </p:nvSpPr>
          <p:spPr bwMode="auto">
            <a:xfrm>
              <a:off x="822" y="3204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81" name="Line 65"/>
            <p:cNvSpPr>
              <a:spLocks noChangeShapeType="1"/>
            </p:cNvSpPr>
            <p:nvPr/>
          </p:nvSpPr>
          <p:spPr bwMode="auto">
            <a:xfrm flipH="1">
              <a:off x="1332" y="3179"/>
              <a:ext cx="33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82" name="Line 66"/>
            <p:cNvSpPr>
              <a:spLocks noChangeShapeType="1"/>
            </p:cNvSpPr>
            <p:nvPr/>
          </p:nvSpPr>
          <p:spPr bwMode="auto">
            <a:xfrm>
              <a:off x="1752" y="3204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83" name="Line 67"/>
            <p:cNvSpPr>
              <a:spLocks noChangeShapeType="1"/>
            </p:cNvSpPr>
            <p:nvPr/>
          </p:nvSpPr>
          <p:spPr bwMode="auto">
            <a:xfrm>
              <a:off x="1812" y="3179"/>
              <a:ext cx="36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84" name="Line 68"/>
            <p:cNvSpPr>
              <a:spLocks noChangeShapeType="1"/>
            </p:cNvSpPr>
            <p:nvPr/>
          </p:nvSpPr>
          <p:spPr bwMode="auto">
            <a:xfrm>
              <a:off x="1272" y="3657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7685" name="Line 69"/>
            <p:cNvSpPr>
              <a:spLocks noChangeShapeType="1"/>
            </p:cNvSpPr>
            <p:nvPr/>
          </p:nvSpPr>
          <p:spPr bwMode="auto">
            <a:xfrm>
              <a:off x="2232" y="3657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67688" name="Text Box 72"/>
          <p:cNvSpPr txBox="1">
            <a:spLocks noChangeArrowheads="1"/>
          </p:cNvSpPr>
          <p:nvPr/>
        </p:nvSpPr>
        <p:spPr bwMode="auto">
          <a:xfrm>
            <a:off x="455613" y="2057400"/>
            <a:ext cx="1435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</a:t>
            </a:r>
          </a:p>
        </p:txBody>
      </p:sp>
      <p:graphicFrame>
        <p:nvGraphicFramePr>
          <p:cNvPr id="444417" name="Object 1025"/>
          <p:cNvGraphicFramePr>
            <a:graphicFrameLocks noChangeAspect="1"/>
          </p:cNvGraphicFramePr>
          <p:nvPr/>
        </p:nvGraphicFramePr>
        <p:xfrm>
          <a:off x="1903413" y="2197100"/>
          <a:ext cx="1676400" cy="341313"/>
        </p:xfrm>
        <a:graphic>
          <a:graphicData uri="http://schemas.openxmlformats.org/presentationml/2006/ole">
            <p:oleObj spid="_x0000_s444417" name="Equation" r:id="rId24" imgW="1676160" imgH="342720" progId="Equation.3">
              <p:embed/>
            </p:oleObj>
          </a:graphicData>
        </a:graphic>
      </p:graphicFrame>
      <p:sp>
        <p:nvSpPr>
          <p:cNvPr id="367690" name="Text Box 74"/>
          <p:cNvSpPr txBox="1">
            <a:spLocks noChangeArrowheads="1"/>
          </p:cNvSpPr>
          <p:nvPr/>
        </p:nvSpPr>
        <p:spPr bwMode="auto">
          <a:xfrm>
            <a:off x="3733800" y="2057400"/>
            <a:ext cx="4816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has two derivation trees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1CB6-D802-4E4F-B929-CDA8E05DEF71}" type="slidenum">
              <a:rPr lang="en-US"/>
              <a:pPr/>
              <a:t>36</a:t>
            </a:fld>
            <a:endParaRPr lang="en-US"/>
          </a:p>
        </p:txBody>
      </p:sp>
      <p:sp>
        <p:nvSpPr>
          <p:cNvPr id="368645" name="Text Box 5"/>
          <p:cNvSpPr txBox="1">
            <a:spLocks noChangeArrowheads="1"/>
          </p:cNvSpPr>
          <p:nvPr/>
        </p:nvSpPr>
        <p:spPr bwMode="auto">
          <a:xfrm>
            <a:off x="227013" y="2057400"/>
            <a:ext cx="1435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</a:t>
            </a:r>
          </a:p>
        </p:txBody>
      </p:sp>
      <p:graphicFrame>
        <p:nvGraphicFramePr>
          <p:cNvPr id="445440" name="Object 1024"/>
          <p:cNvGraphicFramePr>
            <a:graphicFrameLocks noChangeAspect="1"/>
          </p:cNvGraphicFramePr>
          <p:nvPr/>
        </p:nvGraphicFramePr>
        <p:xfrm>
          <a:off x="1674813" y="2197100"/>
          <a:ext cx="1676400" cy="341313"/>
        </p:xfrm>
        <a:graphic>
          <a:graphicData uri="http://schemas.openxmlformats.org/presentationml/2006/ole">
            <p:oleObj spid="_x0000_s445440" name="Equation" r:id="rId3" imgW="1676160" imgH="342720" progId="Equation.3">
              <p:embed/>
            </p:oleObj>
          </a:graphicData>
        </a:graphic>
      </p:graphicFrame>
      <p:sp>
        <p:nvSpPr>
          <p:cNvPr id="368647" name="Text Box 7"/>
          <p:cNvSpPr txBox="1">
            <a:spLocks noChangeArrowheads="1"/>
          </p:cNvSpPr>
          <p:nvPr/>
        </p:nvSpPr>
        <p:spPr bwMode="auto">
          <a:xfrm>
            <a:off x="3505200" y="2057400"/>
            <a:ext cx="5637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has two leftmost derivations</a:t>
            </a:r>
          </a:p>
        </p:txBody>
      </p:sp>
      <p:graphicFrame>
        <p:nvGraphicFramePr>
          <p:cNvPr id="445441" name="Object 1025"/>
          <p:cNvGraphicFramePr>
            <a:graphicFrameLocks noChangeAspect="1"/>
          </p:cNvGraphicFramePr>
          <p:nvPr/>
        </p:nvGraphicFramePr>
        <p:xfrm>
          <a:off x="685800" y="5410200"/>
          <a:ext cx="7329488" cy="1295400"/>
        </p:xfrm>
        <a:graphic>
          <a:graphicData uri="http://schemas.openxmlformats.org/presentationml/2006/ole">
            <p:oleObj spid="_x0000_s445441" name="Equation" r:id="rId4" imgW="7327800" imgH="1295280" progId="Equation.3">
              <p:embed/>
            </p:oleObj>
          </a:graphicData>
        </a:graphic>
      </p:graphicFrame>
      <p:graphicFrame>
        <p:nvGraphicFramePr>
          <p:cNvPr id="445442" name="Object 1026"/>
          <p:cNvGraphicFramePr>
            <a:graphicFrameLocks noChangeAspect="1"/>
          </p:cNvGraphicFramePr>
          <p:nvPr/>
        </p:nvGraphicFramePr>
        <p:xfrm>
          <a:off x="685800" y="3276600"/>
          <a:ext cx="6580188" cy="1295400"/>
        </p:xfrm>
        <a:graphic>
          <a:graphicData uri="http://schemas.openxmlformats.org/presentationml/2006/ole">
            <p:oleObj spid="_x0000_s445442" name="Equation" r:id="rId5" imgW="6578280" imgH="1295280" progId="Equation.3">
              <p:embed/>
            </p:oleObj>
          </a:graphicData>
        </a:graphic>
      </p:graphicFrame>
      <p:sp>
        <p:nvSpPr>
          <p:cNvPr id="368653" name="Text Box 13"/>
          <p:cNvSpPr txBox="1">
            <a:spLocks noChangeArrowheads="1"/>
          </p:cNvSpPr>
          <p:nvPr/>
        </p:nvSpPr>
        <p:spPr bwMode="auto">
          <a:xfrm>
            <a:off x="76200" y="228600"/>
            <a:ext cx="2693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grammar</a:t>
            </a:r>
          </a:p>
        </p:txBody>
      </p:sp>
      <p:graphicFrame>
        <p:nvGraphicFramePr>
          <p:cNvPr id="445443" name="Object 1027"/>
          <p:cNvGraphicFramePr>
            <a:graphicFrameLocks noChangeAspect="1"/>
          </p:cNvGraphicFramePr>
          <p:nvPr/>
        </p:nvGraphicFramePr>
        <p:xfrm>
          <a:off x="2895600" y="304800"/>
          <a:ext cx="6110288" cy="544513"/>
        </p:xfrm>
        <a:graphic>
          <a:graphicData uri="http://schemas.openxmlformats.org/presentationml/2006/ole">
            <p:oleObj spid="_x0000_s445443" name="Equation" r:id="rId6" imgW="6108480" imgH="545760" progId="Equation.3">
              <p:embed/>
            </p:oleObj>
          </a:graphicData>
        </a:graphic>
      </p:graphicFrame>
      <p:sp>
        <p:nvSpPr>
          <p:cNvPr id="368655" name="Text Box 15"/>
          <p:cNvSpPr txBox="1">
            <a:spLocks noChangeArrowheads="1"/>
          </p:cNvSpPr>
          <p:nvPr/>
        </p:nvSpPr>
        <p:spPr bwMode="auto">
          <a:xfrm>
            <a:off x="152400" y="914400"/>
            <a:ext cx="3182938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</a:t>
            </a:r>
            <a:r>
              <a:rPr lang="en-US" sz="4000">
                <a:solidFill>
                  <a:srgbClr val="FF0000"/>
                </a:solidFill>
              </a:rPr>
              <a:t>ambiguous: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95F57-139A-46EA-A8BB-59C85DA2CC18}" type="slidenum">
              <a:rPr lang="en-US"/>
              <a:pPr/>
              <a:t>37</a:t>
            </a:fld>
            <a:endParaRPr lang="en-US"/>
          </a:p>
        </p:txBody>
      </p:sp>
      <p:sp>
        <p:nvSpPr>
          <p:cNvPr id="370690" name="Text Box 2"/>
          <p:cNvSpPr txBox="1">
            <a:spLocks noChangeArrowheads="1"/>
          </p:cNvSpPr>
          <p:nvPr/>
        </p:nvSpPr>
        <p:spPr bwMode="auto">
          <a:xfrm>
            <a:off x="212725" y="204788"/>
            <a:ext cx="245427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Definition:</a:t>
            </a:r>
          </a:p>
        </p:txBody>
      </p:sp>
      <p:sp>
        <p:nvSpPr>
          <p:cNvPr id="370691" name="Text Box 3"/>
          <p:cNvSpPr txBox="1">
            <a:spLocks noChangeArrowheads="1"/>
          </p:cNvSpPr>
          <p:nvPr/>
        </p:nvSpPr>
        <p:spPr bwMode="auto">
          <a:xfrm>
            <a:off x="762000" y="1143000"/>
            <a:ext cx="8239125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   is </a:t>
            </a:r>
            <a:r>
              <a:rPr lang="en-US" b="1">
                <a:solidFill>
                  <a:srgbClr val="FF0000"/>
                </a:solidFill>
              </a:rPr>
              <a:t>ambiguous</a:t>
            </a:r>
          </a:p>
          <a:p>
            <a:endParaRPr lang="en-US"/>
          </a:p>
          <a:p>
            <a:r>
              <a:rPr lang="en-US"/>
              <a:t>if some string                   has:</a:t>
            </a:r>
          </a:p>
          <a:p>
            <a:endParaRPr lang="en-US"/>
          </a:p>
          <a:p>
            <a:r>
              <a:rPr lang="en-US"/>
              <a:t>       two or more derivation trees</a:t>
            </a:r>
          </a:p>
        </p:txBody>
      </p:sp>
      <p:graphicFrame>
        <p:nvGraphicFramePr>
          <p:cNvPr id="446464" name="Object 1024"/>
          <p:cNvGraphicFramePr>
            <a:graphicFrameLocks noChangeAspect="1"/>
          </p:cNvGraphicFramePr>
          <p:nvPr/>
        </p:nvGraphicFramePr>
        <p:xfrm>
          <a:off x="5854700" y="1200150"/>
          <a:ext cx="393700" cy="419100"/>
        </p:xfrm>
        <a:graphic>
          <a:graphicData uri="http://schemas.openxmlformats.org/presentationml/2006/ole">
            <p:oleObj spid="_x0000_s446464" name="Equation" r:id="rId3" imgW="393480" imgH="419040" progId="Equation.3">
              <p:embed/>
            </p:oleObj>
          </a:graphicData>
        </a:graphic>
      </p:graphicFrame>
      <p:graphicFrame>
        <p:nvGraphicFramePr>
          <p:cNvPr id="446465" name="Object 1025"/>
          <p:cNvGraphicFramePr>
            <a:graphicFrameLocks noChangeAspect="1"/>
          </p:cNvGraphicFramePr>
          <p:nvPr/>
        </p:nvGraphicFramePr>
        <p:xfrm>
          <a:off x="3644900" y="2336800"/>
          <a:ext cx="1879600" cy="531813"/>
        </p:xfrm>
        <a:graphic>
          <a:graphicData uri="http://schemas.openxmlformats.org/presentationml/2006/ole">
            <p:oleObj spid="_x0000_s446465" name="Equation" r:id="rId4" imgW="187956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E0990-25FF-47EC-A1D7-0D82AAD4B63B}" type="slidenum">
              <a:rPr lang="en-US"/>
              <a:pPr/>
              <a:t>38</a:t>
            </a:fld>
            <a:endParaRPr lang="en-US"/>
          </a:p>
        </p:txBody>
      </p:sp>
      <p:sp>
        <p:nvSpPr>
          <p:cNvPr id="371714" name="Text Box 2"/>
          <p:cNvSpPr txBox="1">
            <a:spLocks noChangeArrowheads="1"/>
          </p:cNvSpPr>
          <p:nvPr/>
        </p:nvSpPr>
        <p:spPr bwMode="auto">
          <a:xfrm>
            <a:off x="212725" y="254000"/>
            <a:ext cx="3168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 other words:</a:t>
            </a:r>
          </a:p>
        </p:txBody>
      </p:sp>
      <p:sp>
        <p:nvSpPr>
          <p:cNvPr id="371715" name="Text Box 3"/>
          <p:cNvSpPr txBox="1">
            <a:spLocks noChangeArrowheads="1"/>
          </p:cNvSpPr>
          <p:nvPr/>
        </p:nvSpPr>
        <p:spPr bwMode="auto">
          <a:xfrm>
            <a:off x="762000" y="1143000"/>
            <a:ext cx="8239125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context-free grammar        is </a:t>
            </a:r>
            <a:r>
              <a:rPr lang="en-US" b="1">
                <a:solidFill>
                  <a:srgbClr val="FF0000"/>
                </a:solidFill>
              </a:rPr>
              <a:t>ambiguous</a:t>
            </a:r>
          </a:p>
          <a:p>
            <a:endParaRPr lang="en-US"/>
          </a:p>
          <a:p>
            <a:r>
              <a:rPr lang="en-US"/>
              <a:t>if some string                   has:</a:t>
            </a:r>
          </a:p>
          <a:p>
            <a:endParaRPr lang="en-US"/>
          </a:p>
          <a:p>
            <a:r>
              <a:rPr lang="en-US"/>
              <a:t>       two or more leftmost derivations</a:t>
            </a:r>
          </a:p>
        </p:txBody>
      </p:sp>
      <p:graphicFrame>
        <p:nvGraphicFramePr>
          <p:cNvPr id="447488" name="Object 1024"/>
          <p:cNvGraphicFramePr>
            <a:graphicFrameLocks noChangeAspect="1"/>
          </p:cNvGraphicFramePr>
          <p:nvPr/>
        </p:nvGraphicFramePr>
        <p:xfrm>
          <a:off x="5854700" y="1200150"/>
          <a:ext cx="393700" cy="419100"/>
        </p:xfrm>
        <a:graphic>
          <a:graphicData uri="http://schemas.openxmlformats.org/presentationml/2006/ole">
            <p:oleObj spid="_x0000_s447488" name="Equation" r:id="rId3" imgW="393480" imgH="419040" progId="Equation.3">
              <p:embed/>
            </p:oleObj>
          </a:graphicData>
        </a:graphic>
      </p:graphicFrame>
      <p:graphicFrame>
        <p:nvGraphicFramePr>
          <p:cNvPr id="447489" name="Object 1025"/>
          <p:cNvGraphicFramePr>
            <a:graphicFrameLocks noChangeAspect="1"/>
          </p:cNvGraphicFramePr>
          <p:nvPr/>
        </p:nvGraphicFramePr>
        <p:xfrm>
          <a:off x="3644900" y="2336800"/>
          <a:ext cx="1879600" cy="531813"/>
        </p:xfrm>
        <a:graphic>
          <a:graphicData uri="http://schemas.openxmlformats.org/presentationml/2006/ole">
            <p:oleObj spid="_x0000_s447489" name="Equation" r:id="rId4" imgW="1879560" imgH="533160" progId="Equation.3">
              <p:embed/>
            </p:oleObj>
          </a:graphicData>
        </a:graphic>
      </p:graphicFrame>
      <p:sp>
        <p:nvSpPr>
          <p:cNvPr id="371718" name="Text Box 6"/>
          <p:cNvSpPr txBox="1">
            <a:spLocks noChangeArrowheads="1"/>
          </p:cNvSpPr>
          <p:nvPr/>
        </p:nvSpPr>
        <p:spPr bwMode="auto">
          <a:xfrm>
            <a:off x="3657600" y="4191000"/>
            <a:ext cx="2887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(or rightmost)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67A-21C6-4E02-B22D-44CF050633B2}" type="slidenum">
              <a:rPr lang="en-US"/>
              <a:pPr/>
              <a:t>39</a:t>
            </a:fld>
            <a:endParaRPr lang="en-US"/>
          </a:p>
        </p:txBody>
      </p:sp>
      <p:sp>
        <p:nvSpPr>
          <p:cNvPr id="372738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6554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Why do we care about ambiguity?</a:t>
            </a:r>
          </a:p>
        </p:txBody>
      </p:sp>
      <p:sp>
        <p:nvSpPr>
          <p:cNvPr id="372739" name="Oval 3"/>
          <p:cNvSpPr>
            <a:spLocks noChangeArrowheads="1"/>
          </p:cNvSpPr>
          <p:nvPr/>
        </p:nvSpPr>
        <p:spPr bwMode="auto">
          <a:xfrm>
            <a:off x="73914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12" name="Object 1024"/>
          <p:cNvGraphicFramePr>
            <a:graphicFrameLocks noChangeAspect="1"/>
          </p:cNvGraphicFramePr>
          <p:nvPr/>
        </p:nvGraphicFramePr>
        <p:xfrm>
          <a:off x="7456488" y="2362200"/>
          <a:ext cx="354012" cy="368300"/>
        </p:xfrm>
        <a:graphic>
          <a:graphicData uri="http://schemas.openxmlformats.org/presentationml/2006/ole">
            <p:oleObj spid="_x0000_s448512" name="Equation" r:id="rId3" imgW="355320" imgH="368280" progId="Equation.3">
              <p:embed/>
            </p:oleObj>
          </a:graphicData>
        </a:graphic>
      </p:graphicFrame>
      <p:sp>
        <p:nvSpPr>
          <p:cNvPr id="372741" name="Oval 5"/>
          <p:cNvSpPr>
            <a:spLocks noChangeArrowheads="1"/>
          </p:cNvSpPr>
          <p:nvPr/>
        </p:nvSpPr>
        <p:spPr bwMode="auto">
          <a:xfrm>
            <a:off x="8534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13" name="Object 1025"/>
          <p:cNvGraphicFramePr>
            <a:graphicFrameLocks noChangeAspect="1"/>
          </p:cNvGraphicFramePr>
          <p:nvPr/>
        </p:nvGraphicFramePr>
        <p:xfrm>
          <a:off x="8610600" y="3581400"/>
          <a:ext cx="354013" cy="368300"/>
        </p:xfrm>
        <a:graphic>
          <a:graphicData uri="http://schemas.openxmlformats.org/presentationml/2006/ole">
            <p:oleObj spid="_x0000_s448513" name="Equation" r:id="rId4" imgW="355320" imgH="368280" progId="Equation.3">
              <p:embed/>
            </p:oleObj>
          </a:graphicData>
        </a:graphic>
      </p:graphicFrame>
      <p:sp>
        <p:nvSpPr>
          <p:cNvPr id="372743" name="Oval 7"/>
          <p:cNvSpPr>
            <a:spLocks noChangeArrowheads="1"/>
          </p:cNvSpPr>
          <p:nvPr/>
        </p:nvSpPr>
        <p:spPr bwMode="auto">
          <a:xfrm>
            <a:off x="6248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14" name="Object 1026"/>
          <p:cNvGraphicFramePr>
            <a:graphicFrameLocks noChangeAspect="1"/>
          </p:cNvGraphicFramePr>
          <p:nvPr/>
        </p:nvGraphicFramePr>
        <p:xfrm>
          <a:off x="6313488" y="3581400"/>
          <a:ext cx="354012" cy="368300"/>
        </p:xfrm>
        <a:graphic>
          <a:graphicData uri="http://schemas.openxmlformats.org/presentationml/2006/ole">
            <p:oleObj spid="_x0000_s448514" name="Equation" r:id="rId5" imgW="355320" imgH="368280" progId="Equation.3">
              <p:embed/>
            </p:oleObj>
          </a:graphicData>
        </a:graphic>
      </p:graphicFrame>
      <p:sp>
        <p:nvSpPr>
          <p:cNvPr id="372745" name="Oval 9"/>
          <p:cNvSpPr>
            <a:spLocks noChangeArrowheads="1"/>
          </p:cNvSpPr>
          <p:nvPr/>
        </p:nvSpPr>
        <p:spPr bwMode="auto">
          <a:xfrm>
            <a:off x="7391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46" name="Oval 10"/>
          <p:cNvSpPr>
            <a:spLocks noChangeArrowheads="1"/>
          </p:cNvSpPr>
          <p:nvPr/>
        </p:nvSpPr>
        <p:spPr bwMode="auto">
          <a:xfrm>
            <a:off x="50292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47" name="Oval 11"/>
          <p:cNvSpPr>
            <a:spLocks noChangeArrowheads="1"/>
          </p:cNvSpPr>
          <p:nvPr/>
        </p:nvSpPr>
        <p:spPr bwMode="auto">
          <a:xfrm>
            <a:off x="7467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15" name="Object 1027"/>
          <p:cNvGraphicFramePr>
            <a:graphicFrameLocks noChangeAspect="1"/>
          </p:cNvGraphicFramePr>
          <p:nvPr/>
        </p:nvGraphicFramePr>
        <p:xfrm>
          <a:off x="6400800" y="4953000"/>
          <a:ext cx="290513" cy="290513"/>
        </p:xfrm>
        <a:graphic>
          <a:graphicData uri="http://schemas.openxmlformats.org/presentationml/2006/ole">
            <p:oleObj spid="_x0000_s448515" name="Equation" r:id="rId6" imgW="291960" imgH="291960" progId="Equation.3">
              <p:embed/>
            </p:oleObj>
          </a:graphicData>
        </a:graphic>
      </p:graphicFrame>
      <p:graphicFrame>
        <p:nvGraphicFramePr>
          <p:cNvPr id="448516" name="Object 1028"/>
          <p:cNvGraphicFramePr>
            <a:graphicFrameLocks noChangeAspect="1"/>
          </p:cNvGraphicFramePr>
          <p:nvPr/>
        </p:nvGraphicFramePr>
        <p:xfrm>
          <a:off x="5181600" y="6248400"/>
          <a:ext cx="265113" cy="279400"/>
        </p:xfrm>
        <a:graphic>
          <a:graphicData uri="http://schemas.openxmlformats.org/presentationml/2006/ole">
            <p:oleObj spid="_x0000_s448516" name="Equation" r:id="rId7" imgW="266400" imgH="279360" progId="Equation.3">
              <p:embed/>
            </p:oleObj>
          </a:graphicData>
        </a:graphic>
      </p:graphicFrame>
      <p:graphicFrame>
        <p:nvGraphicFramePr>
          <p:cNvPr id="448517" name="Object 1029"/>
          <p:cNvGraphicFramePr>
            <a:graphicFrameLocks noChangeAspect="1"/>
          </p:cNvGraphicFramePr>
          <p:nvPr/>
        </p:nvGraphicFramePr>
        <p:xfrm>
          <a:off x="7620000" y="6172200"/>
          <a:ext cx="265113" cy="279400"/>
        </p:xfrm>
        <a:graphic>
          <a:graphicData uri="http://schemas.openxmlformats.org/presentationml/2006/ole">
            <p:oleObj spid="_x0000_s448517" name="Equation" r:id="rId8" imgW="266400" imgH="279360" progId="Equation.3">
              <p:embed/>
            </p:oleObj>
          </a:graphicData>
        </a:graphic>
      </p:graphicFrame>
      <p:graphicFrame>
        <p:nvGraphicFramePr>
          <p:cNvPr id="448518" name="Object 1030"/>
          <p:cNvGraphicFramePr>
            <a:graphicFrameLocks noChangeAspect="1"/>
          </p:cNvGraphicFramePr>
          <p:nvPr/>
        </p:nvGraphicFramePr>
        <p:xfrm>
          <a:off x="7620000" y="3581400"/>
          <a:ext cx="214313" cy="239713"/>
        </p:xfrm>
        <a:graphic>
          <a:graphicData uri="http://schemas.openxmlformats.org/presentationml/2006/ole">
            <p:oleObj spid="_x0000_s448518" name="Equation" r:id="rId9" imgW="215640" imgH="241200" progId="Equation.3">
              <p:embed/>
            </p:oleObj>
          </a:graphicData>
        </a:graphic>
      </p:graphicFrame>
      <p:sp>
        <p:nvSpPr>
          <p:cNvPr id="372752" name="Line 16"/>
          <p:cNvSpPr>
            <a:spLocks noChangeShapeType="1"/>
          </p:cNvSpPr>
          <p:nvPr/>
        </p:nvSpPr>
        <p:spPr bwMode="auto">
          <a:xfrm flipH="1">
            <a:off x="67818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53" name="Line 17"/>
          <p:cNvSpPr>
            <a:spLocks noChangeShapeType="1"/>
          </p:cNvSpPr>
          <p:nvPr/>
        </p:nvSpPr>
        <p:spPr bwMode="auto">
          <a:xfrm>
            <a:off x="79248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54" name="Line 18"/>
          <p:cNvSpPr>
            <a:spLocks noChangeShapeType="1"/>
          </p:cNvSpPr>
          <p:nvPr/>
        </p:nvSpPr>
        <p:spPr bwMode="auto">
          <a:xfrm>
            <a:off x="76962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55" name="Line 19"/>
          <p:cNvSpPr>
            <a:spLocks noChangeShapeType="1"/>
          </p:cNvSpPr>
          <p:nvPr/>
        </p:nvSpPr>
        <p:spPr bwMode="auto">
          <a:xfrm>
            <a:off x="8839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56" name="Line 20"/>
          <p:cNvSpPr>
            <a:spLocks noChangeShapeType="1"/>
          </p:cNvSpPr>
          <p:nvPr/>
        </p:nvSpPr>
        <p:spPr bwMode="auto">
          <a:xfrm flipH="1">
            <a:off x="54864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57" name="Line 21"/>
          <p:cNvSpPr>
            <a:spLocks noChangeShapeType="1"/>
          </p:cNvSpPr>
          <p:nvPr/>
        </p:nvSpPr>
        <p:spPr bwMode="auto">
          <a:xfrm>
            <a:off x="6553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58" name="Line 22"/>
          <p:cNvSpPr>
            <a:spLocks noChangeShapeType="1"/>
          </p:cNvSpPr>
          <p:nvPr/>
        </p:nvSpPr>
        <p:spPr bwMode="auto">
          <a:xfrm>
            <a:off x="67056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59" name="Line 23"/>
          <p:cNvSpPr>
            <a:spLocks noChangeShapeType="1"/>
          </p:cNvSpPr>
          <p:nvPr/>
        </p:nvSpPr>
        <p:spPr bwMode="auto">
          <a:xfrm>
            <a:off x="53340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60" name="Line 24"/>
          <p:cNvSpPr>
            <a:spLocks noChangeShapeType="1"/>
          </p:cNvSpPr>
          <p:nvPr/>
        </p:nvSpPr>
        <p:spPr bwMode="auto">
          <a:xfrm>
            <a:off x="77724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61" name="Oval 25"/>
          <p:cNvSpPr>
            <a:spLocks noChangeArrowheads="1"/>
          </p:cNvSpPr>
          <p:nvPr/>
        </p:nvSpPr>
        <p:spPr bwMode="auto">
          <a:xfrm>
            <a:off x="74676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19" name="Object 1031"/>
          <p:cNvGraphicFramePr>
            <a:graphicFrameLocks noChangeAspect="1"/>
          </p:cNvGraphicFramePr>
          <p:nvPr/>
        </p:nvGraphicFramePr>
        <p:xfrm>
          <a:off x="7532688" y="4953000"/>
          <a:ext cx="354012" cy="368300"/>
        </p:xfrm>
        <a:graphic>
          <a:graphicData uri="http://schemas.openxmlformats.org/presentationml/2006/ole">
            <p:oleObj spid="_x0000_s448519" name="Equation" r:id="rId10" imgW="355320" imgH="368280" progId="Equation.3">
              <p:embed/>
            </p:oleObj>
          </a:graphicData>
        </a:graphic>
      </p:graphicFrame>
      <p:sp>
        <p:nvSpPr>
          <p:cNvPr id="372763" name="Oval 27"/>
          <p:cNvSpPr>
            <a:spLocks noChangeArrowheads="1"/>
          </p:cNvSpPr>
          <p:nvPr/>
        </p:nvSpPr>
        <p:spPr bwMode="auto">
          <a:xfrm>
            <a:off x="50292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0" name="Object 1032"/>
          <p:cNvGraphicFramePr>
            <a:graphicFrameLocks noChangeAspect="1"/>
          </p:cNvGraphicFramePr>
          <p:nvPr/>
        </p:nvGraphicFramePr>
        <p:xfrm>
          <a:off x="5094288" y="4953000"/>
          <a:ext cx="354012" cy="368300"/>
        </p:xfrm>
        <a:graphic>
          <a:graphicData uri="http://schemas.openxmlformats.org/presentationml/2006/ole">
            <p:oleObj spid="_x0000_s448520" name="Equation" r:id="rId11" imgW="355320" imgH="368280" progId="Equation.3">
              <p:embed/>
            </p:oleObj>
          </a:graphicData>
        </a:graphic>
      </p:graphicFrame>
      <p:sp>
        <p:nvSpPr>
          <p:cNvPr id="372765" name="Oval 29"/>
          <p:cNvSpPr>
            <a:spLocks noChangeArrowheads="1"/>
          </p:cNvSpPr>
          <p:nvPr/>
        </p:nvSpPr>
        <p:spPr bwMode="auto">
          <a:xfrm>
            <a:off x="6248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66" name="Oval 30"/>
          <p:cNvSpPr>
            <a:spLocks noChangeArrowheads="1"/>
          </p:cNvSpPr>
          <p:nvPr/>
        </p:nvSpPr>
        <p:spPr bwMode="auto">
          <a:xfrm>
            <a:off x="8534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1" name="Object 1033"/>
          <p:cNvGraphicFramePr>
            <a:graphicFrameLocks noChangeAspect="1"/>
          </p:cNvGraphicFramePr>
          <p:nvPr/>
        </p:nvGraphicFramePr>
        <p:xfrm>
          <a:off x="8686800" y="4953000"/>
          <a:ext cx="265113" cy="279400"/>
        </p:xfrm>
        <a:graphic>
          <a:graphicData uri="http://schemas.openxmlformats.org/presentationml/2006/ole">
            <p:oleObj spid="_x0000_s448521" name="Equation" r:id="rId12" imgW="266400" imgH="279360" progId="Equation.3">
              <p:embed/>
            </p:oleObj>
          </a:graphicData>
        </a:graphic>
      </p:graphicFrame>
      <p:sp>
        <p:nvSpPr>
          <p:cNvPr id="372768" name="Oval 32"/>
          <p:cNvSpPr>
            <a:spLocks noChangeArrowheads="1"/>
          </p:cNvSpPr>
          <p:nvPr/>
        </p:nvSpPr>
        <p:spPr bwMode="auto">
          <a:xfrm>
            <a:off x="11430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2" name="Object 1034"/>
          <p:cNvGraphicFramePr>
            <a:graphicFrameLocks noChangeAspect="1"/>
          </p:cNvGraphicFramePr>
          <p:nvPr/>
        </p:nvGraphicFramePr>
        <p:xfrm>
          <a:off x="1208088" y="2362200"/>
          <a:ext cx="354012" cy="368300"/>
        </p:xfrm>
        <a:graphic>
          <a:graphicData uri="http://schemas.openxmlformats.org/presentationml/2006/ole">
            <p:oleObj spid="_x0000_s448522" name="Equation" r:id="rId13" imgW="355320" imgH="368280" progId="Equation.3">
              <p:embed/>
            </p:oleObj>
          </a:graphicData>
        </a:graphic>
      </p:graphicFrame>
      <p:sp>
        <p:nvSpPr>
          <p:cNvPr id="372770" name="Oval 34"/>
          <p:cNvSpPr>
            <a:spLocks noChangeArrowheads="1"/>
          </p:cNvSpPr>
          <p:nvPr/>
        </p:nvSpPr>
        <p:spPr bwMode="auto">
          <a:xfrm>
            <a:off x="22860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3" name="Object 1035"/>
          <p:cNvGraphicFramePr>
            <a:graphicFrameLocks noChangeAspect="1"/>
          </p:cNvGraphicFramePr>
          <p:nvPr/>
        </p:nvGraphicFramePr>
        <p:xfrm>
          <a:off x="2362200" y="3581400"/>
          <a:ext cx="354013" cy="368300"/>
        </p:xfrm>
        <a:graphic>
          <a:graphicData uri="http://schemas.openxmlformats.org/presentationml/2006/ole">
            <p:oleObj spid="_x0000_s448523" name="Equation" r:id="rId14" imgW="355320" imgH="368280" progId="Equation.3">
              <p:embed/>
            </p:oleObj>
          </a:graphicData>
        </a:graphic>
      </p:graphicFrame>
      <p:sp>
        <p:nvSpPr>
          <p:cNvPr id="372772" name="Oval 36"/>
          <p:cNvSpPr>
            <a:spLocks noChangeArrowheads="1"/>
          </p:cNvSpPr>
          <p:nvPr/>
        </p:nvSpPr>
        <p:spPr bwMode="auto">
          <a:xfrm>
            <a:off x="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4" name="Object 1036"/>
          <p:cNvGraphicFramePr>
            <a:graphicFrameLocks noChangeAspect="1"/>
          </p:cNvGraphicFramePr>
          <p:nvPr/>
        </p:nvGraphicFramePr>
        <p:xfrm>
          <a:off x="65088" y="3581400"/>
          <a:ext cx="354012" cy="368300"/>
        </p:xfrm>
        <a:graphic>
          <a:graphicData uri="http://schemas.openxmlformats.org/presentationml/2006/ole">
            <p:oleObj spid="_x0000_s448524" name="Equation" r:id="rId15" imgW="355320" imgH="368280" progId="Equation.3">
              <p:embed/>
            </p:oleObj>
          </a:graphicData>
        </a:graphic>
      </p:graphicFrame>
      <p:sp>
        <p:nvSpPr>
          <p:cNvPr id="372774" name="Oval 38"/>
          <p:cNvSpPr>
            <a:spLocks noChangeArrowheads="1"/>
          </p:cNvSpPr>
          <p:nvPr/>
        </p:nvSpPr>
        <p:spPr bwMode="auto">
          <a:xfrm>
            <a:off x="11430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75" name="Oval 39"/>
          <p:cNvSpPr>
            <a:spLocks noChangeArrowheads="1"/>
          </p:cNvSpPr>
          <p:nvPr/>
        </p:nvSpPr>
        <p:spPr bwMode="auto">
          <a:xfrm>
            <a:off x="3581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5" name="Object 1037"/>
          <p:cNvGraphicFramePr>
            <a:graphicFrameLocks noChangeAspect="1"/>
          </p:cNvGraphicFramePr>
          <p:nvPr/>
        </p:nvGraphicFramePr>
        <p:xfrm>
          <a:off x="3646488" y="4953000"/>
          <a:ext cx="354012" cy="368300"/>
        </p:xfrm>
        <a:graphic>
          <a:graphicData uri="http://schemas.openxmlformats.org/presentationml/2006/ole">
            <p:oleObj spid="_x0000_s448525" name="Equation" r:id="rId16" imgW="355320" imgH="368280" progId="Equation.3">
              <p:embed/>
            </p:oleObj>
          </a:graphicData>
        </a:graphic>
      </p:graphicFrame>
      <p:sp>
        <p:nvSpPr>
          <p:cNvPr id="372777" name="Oval 41"/>
          <p:cNvSpPr>
            <a:spLocks noChangeArrowheads="1"/>
          </p:cNvSpPr>
          <p:nvPr/>
        </p:nvSpPr>
        <p:spPr bwMode="auto">
          <a:xfrm>
            <a:off x="11430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6" name="Object 1038"/>
          <p:cNvGraphicFramePr>
            <a:graphicFrameLocks noChangeAspect="1"/>
          </p:cNvGraphicFramePr>
          <p:nvPr/>
        </p:nvGraphicFramePr>
        <p:xfrm>
          <a:off x="1208088" y="4953000"/>
          <a:ext cx="354012" cy="368300"/>
        </p:xfrm>
        <a:graphic>
          <a:graphicData uri="http://schemas.openxmlformats.org/presentationml/2006/ole">
            <p:oleObj spid="_x0000_s448526" name="Equation" r:id="rId17" imgW="355320" imgH="368280" progId="Equation.3">
              <p:embed/>
            </p:oleObj>
          </a:graphicData>
        </a:graphic>
      </p:graphicFrame>
      <p:sp>
        <p:nvSpPr>
          <p:cNvPr id="372779" name="Oval 43"/>
          <p:cNvSpPr>
            <a:spLocks noChangeArrowheads="1"/>
          </p:cNvSpPr>
          <p:nvPr/>
        </p:nvSpPr>
        <p:spPr bwMode="auto">
          <a:xfrm>
            <a:off x="23622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80" name="Oval 44"/>
          <p:cNvSpPr>
            <a:spLocks noChangeArrowheads="1"/>
          </p:cNvSpPr>
          <p:nvPr/>
        </p:nvSpPr>
        <p:spPr bwMode="auto">
          <a:xfrm>
            <a:off x="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81" name="Oval 45"/>
          <p:cNvSpPr>
            <a:spLocks noChangeArrowheads="1"/>
          </p:cNvSpPr>
          <p:nvPr/>
        </p:nvSpPr>
        <p:spPr bwMode="auto">
          <a:xfrm>
            <a:off x="1143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82" name="Oval 46"/>
          <p:cNvSpPr>
            <a:spLocks noChangeArrowheads="1"/>
          </p:cNvSpPr>
          <p:nvPr/>
        </p:nvSpPr>
        <p:spPr bwMode="auto">
          <a:xfrm>
            <a:off x="35814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8527" name="Object 1039"/>
          <p:cNvGraphicFramePr>
            <a:graphicFrameLocks noChangeAspect="1"/>
          </p:cNvGraphicFramePr>
          <p:nvPr/>
        </p:nvGraphicFramePr>
        <p:xfrm>
          <a:off x="1371600" y="3581400"/>
          <a:ext cx="290513" cy="290513"/>
        </p:xfrm>
        <a:graphic>
          <a:graphicData uri="http://schemas.openxmlformats.org/presentationml/2006/ole">
            <p:oleObj spid="_x0000_s448527" name="Equation" r:id="rId18" imgW="291960" imgH="291960" progId="Equation.3">
              <p:embed/>
            </p:oleObj>
          </a:graphicData>
        </a:graphic>
      </p:graphicFrame>
      <p:graphicFrame>
        <p:nvGraphicFramePr>
          <p:cNvPr id="448528" name="Object 1040"/>
          <p:cNvGraphicFramePr>
            <a:graphicFrameLocks noChangeAspect="1"/>
          </p:cNvGraphicFramePr>
          <p:nvPr/>
        </p:nvGraphicFramePr>
        <p:xfrm>
          <a:off x="152400" y="5029200"/>
          <a:ext cx="265113" cy="279400"/>
        </p:xfrm>
        <a:graphic>
          <a:graphicData uri="http://schemas.openxmlformats.org/presentationml/2006/ole">
            <p:oleObj spid="_x0000_s448528" name="Equation" r:id="rId19" imgW="266400" imgH="279360" progId="Equation.3">
              <p:embed/>
            </p:oleObj>
          </a:graphicData>
        </a:graphic>
      </p:graphicFrame>
      <p:graphicFrame>
        <p:nvGraphicFramePr>
          <p:cNvPr id="448529" name="Object 1041"/>
          <p:cNvGraphicFramePr>
            <a:graphicFrameLocks noChangeAspect="1"/>
          </p:cNvGraphicFramePr>
          <p:nvPr/>
        </p:nvGraphicFramePr>
        <p:xfrm>
          <a:off x="1295400" y="6248400"/>
          <a:ext cx="265113" cy="279400"/>
        </p:xfrm>
        <a:graphic>
          <a:graphicData uri="http://schemas.openxmlformats.org/presentationml/2006/ole">
            <p:oleObj spid="_x0000_s448529" name="Equation" r:id="rId20" imgW="266400" imgH="279360" progId="Equation.3">
              <p:embed/>
            </p:oleObj>
          </a:graphicData>
        </a:graphic>
      </p:graphicFrame>
      <p:graphicFrame>
        <p:nvGraphicFramePr>
          <p:cNvPr id="448530" name="Object 1042"/>
          <p:cNvGraphicFramePr>
            <a:graphicFrameLocks noChangeAspect="1"/>
          </p:cNvGraphicFramePr>
          <p:nvPr/>
        </p:nvGraphicFramePr>
        <p:xfrm>
          <a:off x="3733800" y="6172200"/>
          <a:ext cx="265113" cy="279400"/>
        </p:xfrm>
        <a:graphic>
          <a:graphicData uri="http://schemas.openxmlformats.org/presentationml/2006/ole">
            <p:oleObj spid="_x0000_s448530" name="Equation" r:id="rId21" imgW="266400" imgH="279360" progId="Equation.3">
              <p:embed/>
            </p:oleObj>
          </a:graphicData>
        </a:graphic>
      </p:graphicFrame>
      <p:graphicFrame>
        <p:nvGraphicFramePr>
          <p:cNvPr id="448531" name="Object 1043"/>
          <p:cNvGraphicFramePr>
            <a:graphicFrameLocks noChangeAspect="1"/>
          </p:cNvGraphicFramePr>
          <p:nvPr/>
        </p:nvGraphicFramePr>
        <p:xfrm>
          <a:off x="2514600" y="5029200"/>
          <a:ext cx="214313" cy="239713"/>
        </p:xfrm>
        <a:graphic>
          <a:graphicData uri="http://schemas.openxmlformats.org/presentationml/2006/ole">
            <p:oleObj spid="_x0000_s448531" name="Equation" r:id="rId22" imgW="215640" imgH="241200" progId="Equation.3">
              <p:embed/>
            </p:oleObj>
          </a:graphicData>
        </a:graphic>
      </p:graphicFrame>
      <p:sp>
        <p:nvSpPr>
          <p:cNvPr id="372788" name="Line 52"/>
          <p:cNvSpPr>
            <a:spLocks noChangeShapeType="1"/>
          </p:cNvSpPr>
          <p:nvPr/>
        </p:nvSpPr>
        <p:spPr bwMode="auto">
          <a:xfrm flipH="1">
            <a:off x="5334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89" name="Line 53"/>
          <p:cNvSpPr>
            <a:spLocks noChangeShapeType="1"/>
          </p:cNvSpPr>
          <p:nvPr/>
        </p:nvSpPr>
        <p:spPr bwMode="auto">
          <a:xfrm>
            <a:off x="16764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2790" name="Line 54"/>
          <p:cNvSpPr>
            <a:spLocks noChangeShapeType="1"/>
          </p:cNvSpPr>
          <p:nvPr/>
        </p:nvSpPr>
        <p:spPr bwMode="auto">
          <a:xfrm>
            <a:off x="14478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91" name="Line 55"/>
          <p:cNvSpPr>
            <a:spLocks noChangeShapeType="1"/>
          </p:cNvSpPr>
          <p:nvPr/>
        </p:nvSpPr>
        <p:spPr bwMode="auto">
          <a:xfrm>
            <a:off x="3048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92" name="Line 56"/>
          <p:cNvSpPr>
            <a:spLocks noChangeShapeType="1"/>
          </p:cNvSpPr>
          <p:nvPr/>
        </p:nvSpPr>
        <p:spPr bwMode="auto">
          <a:xfrm flipH="1">
            <a:off x="16002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93" name="Line 57"/>
          <p:cNvSpPr>
            <a:spLocks noChangeShapeType="1"/>
          </p:cNvSpPr>
          <p:nvPr/>
        </p:nvSpPr>
        <p:spPr bwMode="auto">
          <a:xfrm>
            <a:off x="26670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94" name="Line 58"/>
          <p:cNvSpPr>
            <a:spLocks noChangeShapeType="1"/>
          </p:cNvSpPr>
          <p:nvPr/>
        </p:nvSpPr>
        <p:spPr bwMode="auto">
          <a:xfrm>
            <a:off x="28194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95" name="Line 59"/>
          <p:cNvSpPr>
            <a:spLocks noChangeShapeType="1"/>
          </p:cNvSpPr>
          <p:nvPr/>
        </p:nvSpPr>
        <p:spPr bwMode="auto">
          <a:xfrm>
            <a:off x="14478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2796" name="Line 60"/>
          <p:cNvSpPr>
            <a:spLocks noChangeShapeType="1"/>
          </p:cNvSpPr>
          <p:nvPr/>
        </p:nvSpPr>
        <p:spPr bwMode="auto">
          <a:xfrm>
            <a:off x="38862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48532" name="Object 1044"/>
          <p:cNvGraphicFramePr>
            <a:graphicFrameLocks noChangeAspect="1"/>
          </p:cNvGraphicFramePr>
          <p:nvPr/>
        </p:nvGraphicFramePr>
        <p:xfrm>
          <a:off x="3581400" y="1206500"/>
          <a:ext cx="1676400" cy="341313"/>
        </p:xfrm>
        <a:graphic>
          <a:graphicData uri="http://schemas.openxmlformats.org/presentationml/2006/ole">
            <p:oleObj spid="_x0000_s448532" name="Equation" r:id="rId23" imgW="1676160" imgH="342720" progId="Equation.3">
              <p:embed/>
            </p:oleObj>
          </a:graphicData>
        </a:graphic>
      </p:graphicFrame>
      <p:sp>
        <p:nvSpPr>
          <p:cNvPr id="372800" name="Text Box 64"/>
          <p:cNvSpPr txBox="1">
            <a:spLocks noChangeArrowheads="1"/>
          </p:cNvSpPr>
          <p:nvPr/>
        </p:nvSpPr>
        <p:spPr bwMode="auto">
          <a:xfrm>
            <a:off x="3321050" y="1924050"/>
            <a:ext cx="102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</a:t>
            </a:r>
          </a:p>
        </p:txBody>
      </p:sp>
      <p:graphicFrame>
        <p:nvGraphicFramePr>
          <p:cNvPr id="448533" name="Object 1045"/>
          <p:cNvGraphicFramePr>
            <a:graphicFrameLocks noChangeAspect="1"/>
          </p:cNvGraphicFramePr>
          <p:nvPr/>
        </p:nvGraphicFramePr>
        <p:xfrm>
          <a:off x="4495800" y="1981200"/>
          <a:ext cx="1041400" cy="419100"/>
        </p:xfrm>
        <a:graphic>
          <a:graphicData uri="http://schemas.openxmlformats.org/presentationml/2006/ole">
            <p:oleObj spid="_x0000_s448533" name="Equation" r:id="rId24" imgW="1041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C82-650B-4725-90BE-F31AC7CBC578}" type="slidenum">
              <a:rPr lang="en-US"/>
              <a:pPr/>
              <a:t>40</a:t>
            </a:fld>
            <a:endParaRPr lang="en-US"/>
          </a:p>
        </p:txBody>
      </p:sp>
      <p:sp>
        <p:nvSpPr>
          <p:cNvPr id="373764" name="Oval 4"/>
          <p:cNvSpPr>
            <a:spLocks noChangeArrowheads="1"/>
          </p:cNvSpPr>
          <p:nvPr/>
        </p:nvSpPr>
        <p:spPr bwMode="auto">
          <a:xfrm>
            <a:off x="73914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36" name="Object 1024"/>
          <p:cNvGraphicFramePr>
            <a:graphicFrameLocks noChangeAspect="1"/>
          </p:cNvGraphicFramePr>
          <p:nvPr/>
        </p:nvGraphicFramePr>
        <p:xfrm>
          <a:off x="7456488" y="2362200"/>
          <a:ext cx="354012" cy="368300"/>
        </p:xfrm>
        <a:graphic>
          <a:graphicData uri="http://schemas.openxmlformats.org/presentationml/2006/ole">
            <p:oleObj spid="_x0000_s449536" name="Equation" r:id="rId3" imgW="355320" imgH="368280" progId="Equation.3">
              <p:embed/>
            </p:oleObj>
          </a:graphicData>
        </a:graphic>
      </p:graphicFrame>
      <p:sp>
        <p:nvSpPr>
          <p:cNvPr id="373766" name="Oval 6"/>
          <p:cNvSpPr>
            <a:spLocks noChangeArrowheads="1"/>
          </p:cNvSpPr>
          <p:nvPr/>
        </p:nvSpPr>
        <p:spPr bwMode="auto">
          <a:xfrm>
            <a:off x="8534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37" name="Object 1025"/>
          <p:cNvGraphicFramePr>
            <a:graphicFrameLocks noChangeAspect="1"/>
          </p:cNvGraphicFramePr>
          <p:nvPr/>
        </p:nvGraphicFramePr>
        <p:xfrm>
          <a:off x="8610600" y="3581400"/>
          <a:ext cx="354013" cy="368300"/>
        </p:xfrm>
        <a:graphic>
          <a:graphicData uri="http://schemas.openxmlformats.org/presentationml/2006/ole">
            <p:oleObj spid="_x0000_s449537" name="Equation" r:id="rId4" imgW="355320" imgH="368280" progId="Equation.3">
              <p:embed/>
            </p:oleObj>
          </a:graphicData>
        </a:graphic>
      </p:graphicFrame>
      <p:sp>
        <p:nvSpPr>
          <p:cNvPr id="373768" name="Oval 8"/>
          <p:cNvSpPr>
            <a:spLocks noChangeArrowheads="1"/>
          </p:cNvSpPr>
          <p:nvPr/>
        </p:nvSpPr>
        <p:spPr bwMode="auto">
          <a:xfrm>
            <a:off x="6248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38" name="Object 1026"/>
          <p:cNvGraphicFramePr>
            <a:graphicFrameLocks noChangeAspect="1"/>
          </p:cNvGraphicFramePr>
          <p:nvPr/>
        </p:nvGraphicFramePr>
        <p:xfrm>
          <a:off x="6313488" y="3581400"/>
          <a:ext cx="354012" cy="368300"/>
        </p:xfrm>
        <a:graphic>
          <a:graphicData uri="http://schemas.openxmlformats.org/presentationml/2006/ole">
            <p:oleObj spid="_x0000_s449538" name="Equation" r:id="rId5" imgW="355320" imgH="368280" progId="Equation.3">
              <p:embed/>
            </p:oleObj>
          </a:graphicData>
        </a:graphic>
      </p:graphicFrame>
      <p:sp>
        <p:nvSpPr>
          <p:cNvPr id="373770" name="Oval 10"/>
          <p:cNvSpPr>
            <a:spLocks noChangeArrowheads="1"/>
          </p:cNvSpPr>
          <p:nvPr/>
        </p:nvSpPr>
        <p:spPr bwMode="auto">
          <a:xfrm>
            <a:off x="7391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771" name="Oval 11"/>
          <p:cNvSpPr>
            <a:spLocks noChangeArrowheads="1"/>
          </p:cNvSpPr>
          <p:nvPr/>
        </p:nvSpPr>
        <p:spPr bwMode="auto">
          <a:xfrm>
            <a:off x="50292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772" name="Oval 12"/>
          <p:cNvSpPr>
            <a:spLocks noChangeArrowheads="1"/>
          </p:cNvSpPr>
          <p:nvPr/>
        </p:nvSpPr>
        <p:spPr bwMode="auto">
          <a:xfrm>
            <a:off x="7467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39" name="Object 1027"/>
          <p:cNvGraphicFramePr>
            <a:graphicFrameLocks noChangeAspect="1"/>
          </p:cNvGraphicFramePr>
          <p:nvPr/>
        </p:nvGraphicFramePr>
        <p:xfrm>
          <a:off x="6400800" y="4953000"/>
          <a:ext cx="290513" cy="290513"/>
        </p:xfrm>
        <a:graphic>
          <a:graphicData uri="http://schemas.openxmlformats.org/presentationml/2006/ole">
            <p:oleObj spid="_x0000_s449539" name="Equation" r:id="rId6" imgW="291960" imgH="291960" progId="Equation.3">
              <p:embed/>
            </p:oleObj>
          </a:graphicData>
        </a:graphic>
      </p:graphicFrame>
      <p:graphicFrame>
        <p:nvGraphicFramePr>
          <p:cNvPr id="449540" name="Object 1028"/>
          <p:cNvGraphicFramePr>
            <a:graphicFrameLocks noChangeAspect="1"/>
          </p:cNvGraphicFramePr>
          <p:nvPr/>
        </p:nvGraphicFramePr>
        <p:xfrm>
          <a:off x="7620000" y="3581400"/>
          <a:ext cx="214313" cy="239713"/>
        </p:xfrm>
        <a:graphic>
          <a:graphicData uri="http://schemas.openxmlformats.org/presentationml/2006/ole">
            <p:oleObj spid="_x0000_s449540" name="Equation" r:id="rId7" imgW="215640" imgH="241200" progId="Equation.3">
              <p:embed/>
            </p:oleObj>
          </a:graphicData>
        </a:graphic>
      </p:graphicFrame>
      <p:sp>
        <p:nvSpPr>
          <p:cNvPr id="373777" name="Line 17"/>
          <p:cNvSpPr>
            <a:spLocks noChangeShapeType="1"/>
          </p:cNvSpPr>
          <p:nvPr/>
        </p:nvSpPr>
        <p:spPr bwMode="auto">
          <a:xfrm flipH="1">
            <a:off x="67818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78" name="Line 18"/>
          <p:cNvSpPr>
            <a:spLocks noChangeShapeType="1"/>
          </p:cNvSpPr>
          <p:nvPr/>
        </p:nvSpPr>
        <p:spPr bwMode="auto">
          <a:xfrm>
            <a:off x="79248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779" name="Line 19"/>
          <p:cNvSpPr>
            <a:spLocks noChangeShapeType="1"/>
          </p:cNvSpPr>
          <p:nvPr/>
        </p:nvSpPr>
        <p:spPr bwMode="auto">
          <a:xfrm>
            <a:off x="76962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80" name="Line 20"/>
          <p:cNvSpPr>
            <a:spLocks noChangeShapeType="1"/>
          </p:cNvSpPr>
          <p:nvPr/>
        </p:nvSpPr>
        <p:spPr bwMode="auto">
          <a:xfrm>
            <a:off x="8839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81" name="Line 21"/>
          <p:cNvSpPr>
            <a:spLocks noChangeShapeType="1"/>
          </p:cNvSpPr>
          <p:nvPr/>
        </p:nvSpPr>
        <p:spPr bwMode="auto">
          <a:xfrm flipH="1">
            <a:off x="54864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82" name="Line 22"/>
          <p:cNvSpPr>
            <a:spLocks noChangeShapeType="1"/>
          </p:cNvSpPr>
          <p:nvPr/>
        </p:nvSpPr>
        <p:spPr bwMode="auto">
          <a:xfrm>
            <a:off x="6553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83" name="Line 23"/>
          <p:cNvSpPr>
            <a:spLocks noChangeShapeType="1"/>
          </p:cNvSpPr>
          <p:nvPr/>
        </p:nvSpPr>
        <p:spPr bwMode="auto">
          <a:xfrm>
            <a:off x="67056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84" name="Line 24"/>
          <p:cNvSpPr>
            <a:spLocks noChangeShapeType="1"/>
          </p:cNvSpPr>
          <p:nvPr/>
        </p:nvSpPr>
        <p:spPr bwMode="auto">
          <a:xfrm>
            <a:off x="53340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85" name="Line 25"/>
          <p:cNvSpPr>
            <a:spLocks noChangeShapeType="1"/>
          </p:cNvSpPr>
          <p:nvPr/>
        </p:nvSpPr>
        <p:spPr bwMode="auto">
          <a:xfrm>
            <a:off x="77724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786" name="Oval 26"/>
          <p:cNvSpPr>
            <a:spLocks noChangeArrowheads="1"/>
          </p:cNvSpPr>
          <p:nvPr/>
        </p:nvSpPr>
        <p:spPr bwMode="auto">
          <a:xfrm>
            <a:off x="74676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1" name="Object 1029"/>
          <p:cNvGraphicFramePr>
            <a:graphicFrameLocks noChangeAspect="1"/>
          </p:cNvGraphicFramePr>
          <p:nvPr/>
        </p:nvGraphicFramePr>
        <p:xfrm>
          <a:off x="7532688" y="4953000"/>
          <a:ext cx="354012" cy="368300"/>
        </p:xfrm>
        <a:graphic>
          <a:graphicData uri="http://schemas.openxmlformats.org/presentationml/2006/ole">
            <p:oleObj spid="_x0000_s449541" name="Equation" r:id="rId8" imgW="355320" imgH="368280" progId="Equation.3">
              <p:embed/>
            </p:oleObj>
          </a:graphicData>
        </a:graphic>
      </p:graphicFrame>
      <p:sp>
        <p:nvSpPr>
          <p:cNvPr id="373788" name="Oval 28"/>
          <p:cNvSpPr>
            <a:spLocks noChangeArrowheads="1"/>
          </p:cNvSpPr>
          <p:nvPr/>
        </p:nvSpPr>
        <p:spPr bwMode="auto">
          <a:xfrm>
            <a:off x="50292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2" name="Object 1030"/>
          <p:cNvGraphicFramePr>
            <a:graphicFrameLocks noChangeAspect="1"/>
          </p:cNvGraphicFramePr>
          <p:nvPr/>
        </p:nvGraphicFramePr>
        <p:xfrm>
          <a:off x="5094288" y="4953000"/>
          <a:ext cx="354012" cy="368300"/>
        </p:xfrm>
        <a:graphic>
          <a:graphicData uri="http://schemas.openxmlformats.org/presentationml/2006/ole">
            <p:oleObj spid="_x0000_s449542" name="Equation" r:id="rId9" imgW="355320" imgH="368280" progId="Equation.3">
              <p:embed/>
            </p:oleObj>
          </a:graphicData>
        </a:graphic>
      </p:graphicFrame>
      <p:sp>
        <p:nvSpPr>
          <p:cNvPr id="373790" name="Oval 30"/>
          <p:cNvSpPr>
            <a:spLocks noChangeArrowheads="1"/>
          </p:cNvSpPr>
          <p:nvPr/>
        </p:nvSpPr>
        <p:spPr bwMode="auto">
          <a:xfrm>
            <a:off x="6248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791" name="Oval 31"/>
          <p:cNvSpPr>
            <a:spLocks noChangeArrowheads="1"/>
          </p:cNvSpPr>
          <p:nvPr/>
        </p:nvSpPr>
        <p:spPr bwMode="auto">
          <a:xfrm>
            <a:off x="8534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793" name="Oval 33"/>
          <p:cNvSpPr>
            <a:spLocks noChangeArrowheads="1"/>
          </p:cNvSpPr>
          <p:nvPr/>
        </p:nvSpPr>
        <p:spPr bwMode="auto">
          <a:xfrm>
            <a:off x="11430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3" name="Object 1031"/>
          <p:cNvGraphicFramePr>
            <a:graphicFrameLocks noChangeAspect="1"/>
          </p:cNvGraphicFramePr>
          <p:nvPr/>
        </p:nvGraphicFramePr>
        <p:xfrm>
          <a:off x="1208088" y="2362200"/>
          <a:ext cx="354012" cy="368300"/>
        </p:xfrm>
        <a:graphic>
          <a:graphicData uri="http://schemas.openxmlformats.org/presentationml/2006/ole">
            <p:oleObj spid="_x0000_s449543" name="Equation" r:id="rId10" imgW="355320" imgH="368280" progId="Equation.3">
              <p:embed/>
            </p:oleObj>
          </a:graphicData>
        </a:graphic>
      </p:graphicFrame>
      <p:sp>
        <p:nvSpPr>
          <p:cNvPr id="373795" name="Oval 35"/>
          <p:cNvSpPr>
            <a:spLocks noChangeArrowheads="1"/>
          </p:cNvSpPr>
          <p:nvPr/>
        </p:nvSpPr>
        <p:spPr bwMode="auto">
          <a:xfrm>
            <a:off x="22860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4" name="Object 1032"/>
          <p:cNvGraphicFramePr>
            <a:graphicFrameLocks noChangeAspect="1"/>
          </p:cNvGraphicFramePr>
          <p:nvPr/>
        </p:nvGraphicFramePr>
        <p:xfrm>
          <a:off x="2362200" y="3581400"/>
          <a:ext cx="354013" cy="368300"/>
        </p:xfrm>
        <a:graphic>
          <a:graphicData uri="http://schemas.openxmlformats.org/presentationml/2006/ole">
            <p:oleObj spid="_x0000_s449544" name="Equation" r:id="rId11" imgW="355320" imgH="368280" progId="Equation.3">
              <p:embed/>
            </p:oleObj>
          </a:graphicData>
        </a:graphic>
      </p:graphicFrame>
      <p:sp>
        <p:nvSpPr>
          <p:cNvPr id="373797" name="Oval 37"/>
          <p:cNvSpPr>
            <a:spLocks noChangeArrowheads="1"/>
          </p:cNvSpPr>
          <p:nvPr/>
        </p:nvSpPr>
        <p:spPr bwMode="auto">
          <a:xfrm>
            <a:off x="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5" name="Object 1033"/>
          <p:cNvGraphicFramePr>
            <a:graphicFrameLocks noChangeAspect="1"/>
          </p:cNvGraphicFramePr>
          <p:nvPr/>
        </p:nvGraphicFramePr>
        <p:xfrm>
          <a:off x="65088" y="3581400"/>
          <a:ext cx="354012" cy="368300"/>
        </p:xfrm>
        <a:graphic>
          <a:graphicData uri="http://schemas.openxmlformats.org/presentationml/2006/ole">
            <p:oleObj spid="_x0000_s449545" name="Equation" r:id="rId12" imgW="355320" imgH="368280" progId="Equation.3">
              <p:embed/>
            </p:oleObj>
          </a:graphicData>
        </a:graphic>
      </p:graphicFrame>
      <p:sp>
        <p:nvSpPr>
          <p:cNvPr id="373799" name="Oval 39"/>
          <p:cNvSpPr>
            <a:spLocks noChangeArrowheads="1"/>
          </p:cNvSpPr>
          <p:nvPr/>
        </p:nvSpPr>
        <p:spPr bwMode="auto">
          <a:xfrm>
            <a:off x="11430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800" name="Oval 40"/>
          <p:cNvSpPr>
            <a:spLocks noChangeArrowheads="1"/>
          </p:cNvSpPr>
          <p:nvPr/>
        </p:nvSpPr>
        <p:spPr bwMode="auto">
          <a:xfrm>
            <a:off x="3581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6" name="Object 1034"/>
          <p:cNvGraphicFramePr>
            <a:graphicFrameLocks noChangeAspect="1"/>
          </p:cNvGraphicFramePr>
          <p:nvPr/>
        </p:nvGraphicFramePr>
        <p:xfrm>
          <a:off x="3646488" y="4953000"/>
          <a:ext cx="354012" cy="368300"/>
        </p:xfrm>
        <a:graphic>
          <a:graphicData uri="http://schemas.openxmlformats.org/presentationml/2006/ole">
            <p:oleObj spid="_x0000_s449546" name="Equation" r:id="rId13" imgW="355320" imgH="368280" progId="Equation.3">
              <p:embed/>
            </p:oleObj>
          </a:graphicData>
        </a:graphic>
      </p:graphicFrame>
      <p:sp>
        <p:nvSpPr>
          <p:cNvPr id="373802" name="Oval 42"/>
          <p:cNvSpPr>
            <a:spLocks noChangeArrowheads="1"/>
          </p:cNvSpPr>
          <p:nvPr/>
        </p:nvSpPr>
        <p:spPr bwMode="auto">
          <a:xfrm>
            <a:off x="11430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7" name="Object 1035"/>
          <p:cNvGraphicFramePr>
            <a:graphicFrameLocks noChangeAspect="1"/>
          </p:cNvGraphicFramePr>
          <p:nvPr/>
        </p:nvGraphicFramePr>
        <p:xfrm>
          <a:off x="1208088" y="4953000"/>
          <a:ext cx="354012" cy="368300"/>
        </p:xfrm>
        <a:graphic>
          <a:graphicData uri="http://schemas.openxmlformats.org/presentationml/2006/ole">
            <p:oleObj spid="_x0000_s449547" name="Equation" r:id="rId14" imgW="355320" imgH="368280" progId="Equation.3">
              <p:embed/>
            </p:oleObj>
          </a:graphicData>
        </a:graphic>
      </p:graphicFrame>
      <p:sp>
        <p:nvSpPr>
          <p:cNvPr id="373804" name="Oval 44"/>
          <p:cNvSpPr>
            <a:spLocks noChangeArrowheads="1"/>
          </p:cNvSpPr>
          <p:nvPr/>
        </p:nvSpPr>
        <p:spPr bwMode="auto">
          <a:xfrm>
            <a:off x="23622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805" name="Oval 45"/>
          <p:cNvSpPr>
            <a:spLocks noChangeArrowheads="1"/>
          </p:cNvSpPr>
          <p:nvPr/>
        </p:nvSpPr>
        <p:spPr bwMode="auto">
          <a:xfrm>
            <a:off x="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806" name="Oval 46"/>
          <p:cNvSpPr>
            <a:spLocks noChangeArrowheads="1"/>
          </p:cNvSpPr>
          <p:nvPr/>
        </p:nvSpPr>
        <p:spPr bwMode="auto">
          <a:xfrm>
            <a:off x="1143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807" name="Oval 47"/>
          <p:cNvSpPr>
            <a:spLocks noChangeArrowheads="1"/>
          </p:cNvSpPr>
          <p:nvPr/>
        </p:nvSpPr>
        <p:spPr bwMode="auto">
          <a:xfrm>
            <a:off x="35814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49548" name="Object 1036"/>
          <p:cNvGraphicFramePr>
            <a:graphicFrameLocks noChangeAspect="1"/>
          </p:cNvGraphicFramePr>
          <p:nvPr/>
        </p:nvGraphicFramePr>
        <p:xfrm>
          <a:off x="1371600" y="3581400"/>
          <a:ext cx="290513" cy="290513"/>
        </p:xfrm>
        <a:graphic>
          <a:graphicData uri="http://schemas.openxmlformats.org/presentationml/2006/ole">
            <p:oleObj spid="_x0000_s449548" name="Equation" r:id="rId15" imgW="291960" imgH="291960" progId="Equation.3">
              <p:embed/>
            </p:oleObj>
          </a:graphicData>
        </a:graphic>
      </p:graphicFrame>
      <p:graphicFrame>
        <p:nvGraphicFramePr>
          <p:cNvPr id="449549" name="Object 1037"/>
          <p:cNvGraphicFramePr>
            <a:graphicFrameLocks noChangeAspect="1"/>
          </p:cNvGraphicFramePr>
          <p:nvPr/>
        </p:nvGraphicFramePr>
        <p:xfrm>
          <a:off x="2514600" y="5029200"/>
          <a:ext cx="214313" cy="239713"/>
        </p:xfrm>
        <a:graphic>
          <a:graphicData uri="http://schemas.openxmlformats.org/presentationml/2006/ole">
            <p:oleObj spid="_x0000_s449549" name="Equation" r:id="rId16" imgW="215640" imgH="241200" progId="Equation.3">
              <p:embed/>
            </p:oleObj>
          </a:graphicData>
        </a:graphic>
      </p:graphicFrame>
      <p:sp>
        <p:nvSpPr>
          <p:cNvPr id="373813" name="Line 53"/>
          <p:cNvSpPr>
            <a:spLocks noChangeShapeType="1"/>
          </p:cNvSpPr>
          <p:nvPr/>
        </p:nvSpPr>
        <p:spPr bwMode="auto">
          <a:xfrm flipH="1">
            <a:off x="5334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814" name="Line 54"/>
          <p:cNvSpPr>
            <a:spLocks noChangeShapeType="1"/>
          </p:cNvSpPr>
          <p:nvPr/>
        </p:nvSpPr>
        <p:spPr bwMode="auto">
          <a:xfrm>
            <a:off x="16764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3815" name="Line 55"/>
          <p:cNvSpPr>
            <a:spLocks noChangeShapeType="1"/>
          </p:cNvSpPr>
          <p:nvPr/>
        </p:nvSpPr>
        <p:spPr bwMode="auto">
          <a:xfrm>
            <a:off x="14478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816" name="Line 56"/>
          <p:cNvSpPr>
            <a:spLocks noChangeShapeType="1"/>
          </p:cNvSpPr>
          <p:nvPr/>
        </p:nvSpPr>
        <p:spPr bwMode="auto">
          <a:xfrm>
            <a:off x="3048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817" name="Line 57"/>
          <p:cNvSpPr>
            <a:spLocks noChangeShapeType="1"/>
          </p:cNvSpPr>
          <p:nvPr/>
        </p:nvSpPr>
        <p:spPr bwMode="auto">
          <a:xfrm flipH="1">
            <a:off x="16002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818" name="Line 58"/>
          <p:cNvSpPr>
            <a:spLocks noChangeShapeType="1"/>
          </p:cNvSpPr>
          <p:nvPr/>
        </p:nvSpPr>
        <p:spPr bwMode="auto">
          <a:xfrm>
            <a:off x="26670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819" name="Line 59"/>
          <p:cNvSpPr>
            <a:spLocks noChangeShapeType="1"/>
          </p:cNvSpPr>
          <p:nvPr/>
        </p:nvSpPr>
        <p:spPr bwMode="auto">
          <a:xfrm>
            <a:off x="28194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820" name="Line 60"/>
          <p:cNvSpPr>
            <a:spLocks noChangeShapeType="1"/>
          </p:cNvSpPr>
          <p:nvPr/>
        </p:nvSpPr>
        <p:spPr bwMode="auto">
          <a:xfrm>
            <a:off x="14478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3821" name="Line 61"/>
          <p:cNvSpPr>
            <a:spLocks noChangeShapeType="1"/>
          </p:cNvSpPr>
          <p:nvPr/>
        </p:nvSpPr>
        <p:spPr bwMode="auto">
          <a:xfrm>
            <a:off x="38862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49550" name="Object 1038"/>
          <p:cNvGraphicFramePr>
            <a:graphicFrameLocks noChangeAspect="1"/>
          </p:cNvGraphicFramePr>
          <p:nvPr/>
        </p:nvGraphicFramePr>
        <p:xfrm>
          <a:off x="3810000" y="1276350"/>
          <a:ext cx="1625600" cy="406400"/>
        </p:xfrm>
        <a:graphic>
          <a:graphicData uri="http://schemas.openxmlformats.org/presentationml/2006/ole">
            <p:oleObj spid="_x0000_s449550" name="Equation" r:id="rId17" imgW="1625400" imgH="406080" progId="Equation.3">
              <p:embed/>
            </p:oleObj>
          </a:graphicData>
        </a:graphic>
      </p:graphicFrame>
      <p:graphicFrame>
        <p:nvGraphicFramePr>
          <p:cNvPr id="449551" name="Object 1039"/>
          <p:cNvGraphicFramePr>
            <a:graphicFrameLocks noChangeAspect="1"/>
          </p:cNvGraphicFramePr>
          <p:nvPr/>
        </p:nvGraphicFramePr>
        <p:xfrm>
          <a:off x="152400" y="4953000"/>
          <a:ext cx="252413" cy="368300"/>
        </p:xfrm>
        <a:graphic>
          <a:graphicData uri="http://schemas.openxmlformats.org/presentationml/2006/ole">
            <p:oleObj spid="_x0000_s449551" name="Equation" r:id="rId18" imgW="253800" imgH="368280" progId="Equation.3">
              <p:embed/>
            </p:oleObj>
          </a:graphicData>
        </a:graphic>
      </p:graphicFrame>
      <p:graphicFrame>
        <p:nvGraphicFramePr>
          <p:cNvPr id="449552" name="Object 1040"/>
          <p:cNvGraphicFramePr>
            <a:graphicFrameLocks noChangeAspect="1"/>
          </p:cNvGraphicFramePr>
          <p:nvPr/>
        </p:nvGraphicFramePr>
        <p:xfrm>
          <a:off x="1295400" y="6096000"/>
          <a:ext cx="252413" cy="368300"/>
        </p:xfrm>
        <a:graphic>
          <a:graphicData uri="http://schemas.openxmlformats.org/presentationml/2006/ole">
            <p:oleObj spid="_x0000_s449552" name="Equation" r:id="rId19" imgW="253800" imgH="368280" progId="Equation.3">
              <p:embed/>
            </p:oleObj>
          </a:graphicData>
        </a:graphic>
      </p:graphicFrame>
      <p:graphicFrame>
        <p:nvGraphicFramePr>
          <p:cNvPr id="449553" name="Object 1041"/>
          <p:cNvGraphicFramePr>
            <a:graphicFrameLocks noChangeAspect="1"/>
          </p:cNvGraphicFramePr>
          <p:nvPr/>
        </p:nvGraphicFramePr>
        <p:xfrm>
          <a:off x="3733800" y="6096000"/>
          <a:ext cx="252413" cy="368300"/>
        </p:xfrm>
        <a:graphic>
          <a:graphicData uri="http://schemas.openxmlformats.org/presentationml/2006/ole">
            <p:oleObj spid="_x0000_s449553" name="Equation" r:id="rId20" imgW="253800" imgH="368280" progId="Equation.3">
              <p:embed/>
            </p:oleObj>
          </a:graphicData>
        </a:graphic>
      </p:graphicFrame>
      <p:graphicFrame>
        <p:nvGraphicFramePr>
          <p:cNvPr id="449554" name="Object 1042"/>
          <p:cNvGraphicFramePr>
            <a:graphicFrameLocks noChangeAspect="1"/>
          </p:cNvGraphicFramePr>
          <p:nvPr/>
        </p:nvGraphicFramePr>
        <p:xfrm>
          <a:off x="5181600" y="6096000"/>
          <a:ext cx="252413" cy="368300"/>
        </p:xfrm>
        <a:graphic>
          <a:graphicData uri="http://schemas.openxmlformats.org/presentationml/2006/ole">
            <p:oleObj spid="_x0000_s449554" name="Equation" r:id="rId21" imgW="253800" imgH="368280" progId="Equation.3">
              <p:embed/>
            </p:oleObj>
          </a:graphicData>
        </a:graphic>
      </p:graphicFrame>
      <p:graphicFrame>
        <p:nvGraphicFramePr>
          <p:cNvPr id="449555" name="Object 1043"/>
          <p:cNvGraphicFramePr>
            <a:graphicFrameLocks noChangeAspect="1"/>
          </p:cNvGraphicFramePr>
          <p:nvPr/>
        </p:nvGraphicFramePr>
        <p:xfrm>
          <a:off x="7620000" y="6096000"/>
          <a:ext cx="252413" cy="368300"/>
        </p:xfrm>
        <a:graphic>
          <a:graphicData uri="http://schemas.openxmlformats.org/presentationml/2006/ole">
            <p:oleObj spid="_x0000_s449555" name="Equation" r:id="rId22" imgW="253800" imgH="368280" progId="Equation.3">
              <p:embed/>
            </p:oleObj>
          </a:graphicData>
        </a:graphic>
      </p:graphicFrame>
      <p:graphicFrame>
        <p:nvGraphicFramePr>
          <p:cNvPr id="449556" name="Object 1044"/>
          <p:cNvGraphicFramePr>
            <a:graphicFrameLocks noChangeAspect="1"/>
          </p:cNvGraphicFramePr>
          <p:nvPr/>
        </p:nvGraphicFramePr>
        <p:xfrm>
          <a:off x="8686800" y="4953000"/>
          <a:ext cx="252413" cy="368300"/>
        </p:xfrm>
        <a:graphic>
          <a:graphicData uri="http://schemas.openxmlformats.org/presentationml/2006/ole">
            <p:oleObj spid="_x0000_s449556" name="Equation" r:id="rId23" imgW="25380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9BB7-B98C-4E43-99D2-213F1051E4E0}" type="slidenum">
              <a:rPr lang="en-US"/>
              <a:pPr/>
              <a:t>41</a:t>
            </a:fld>
            <a:endParaRPr lang="en-US"/>
          </a:p>
        </p:txBody>
      </p:sp>
      <p:sp>
        <p:nvSpPr>
          <p:cNvPr id="374848" name="Oval 64"/>
          <p:cNvSpPr>
            <a:spLocks noChangeArrowheads="1"/>
          </p:cNvSpPr>
          <p:nvPr/>
        </p:nvSpPr>
        <p:spPr bwMode="auto">
          <a:xfrm>
            <a:off x="73914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0" name="Object 1024"/>
          <p:cNvGraphicFramePr>
            <a:graphicFrameLocks noChangeAspect="1"/>
          </p:cNvGraphicFramePr>
          <p:nvPr/>
        </p:nvGraphicFramePr>
        <p:xfrm>
          <a:off x="7456488" y="2362200"/>
          <a:ext cx="354012" cy="368300"/>
        </p:xfrm>
        <a:graphic>
          <a:graphicData uri="http://schemas.openxmlformats.org/presentationml/2006/ole">
            <p:oleObj spid="_x0000_s450560" name="Equation" r:id="rId3" imgW="355320" imgH="368280" progId="Equation.3">
              <p:embed/>
            </p:oleObj>
          </a:graphicData>
        </a:graphic>
      </p:graphicFrame>
      <p:sp>
        <p:nvSpPr>
          <p:cNvPr id="374850" name="Oval 66"/>
          <p:cNvSpPr>
            <a:spLocks noChangeArrowheads="1"/>
          </p:cNvSpPr>
          <p:nvPr/>
        </p:nvSpPr>
        <p:spPr bwMode="auto">
          <a:xfrm>
            <a:off x="8534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1" name="Object 1025"/>
          <p:cNvGraphicFramePr>
            <a:graphicFrameLocks noChangeAspect="1"/>
          </p:cNvGraphicFramePr>
          <p:nvPr/>
        </p:nvGraphicFramePr>
        <p:xfrm>
          <a:off x="8610600" y="3581400"/>
          <a:ext cx="354013" cy="368300"/>
        </p:xfrm>
        <a:graphic>
          <a:graphicData uri="http://schemas.openxmlformats.org/presentationml/2006/ole">
            <p:oleObj spid="_x0000_s450561" name="Equation" r:id="rId4" imgW="355320" imgH="368280" progId="Equation.3">
              <p:embed/>
            </p:oleObj>
          </a:graphicData>
        </a:graphic>
      </p:graphicFrame>
      <p:sp>
        <p:nvSpPr>
          <p:cNvPr id="374852" name="Oval 68"/>
          <p:cNvSpPr>
            <a:spLocks noChangeArrowheads="1"/>
          </p:cNvSpPr>
          <p:nvPr/>
        </p:nvSpPr>
        <p:spPr bwMode="auto">
          <a:xfrm>
            <a:off x="6248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2" name="Object 1026"/>
          <p:cNvGraphicFramePr>
            <a:graphicFrameLocks noChangeAspect="1"/>
          </p:cNvGraphicFramePr>
          <p:nvPr/>
        </p:nvGraphicFramePr>
        <p:xfrm>
          <a:off x="6313488" y="3581400"/>
          <a:ext cx="354012" cy="368300"/>
        </p:xfrm>
        <a:graphic>
          <a:graphicData uri="http://schemas.openxmlformats.org/presentationml/2006/ole">
            <p:oleObj spid="_x0000_s450562" name="Equation" r:id="rId5" imgW="355320" imgH="368280" progId="Equation.3">
              <p:embed/>
            </p:oleObj>
          </a:graphicData>
        </a:graphic>
      </p:graphicFrame>
      <p:sp>
        <p:nvSpPr>
          <p:cNvPr id="374854" name="Oval 70"/>
          <p:cNvSpPr>
            <a:spLocks noChangeArrowheads="1"/>
          </p:cNvSpPr>
          <p:nvPr/>
        </p:nvSpPr>
        <p:spPr bwMode="auto">
          <a:xfrm>
            <a:off x="7391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55" name="Oval 71"/>
          <p:cNvSpPr>
            <a:spLocks noChangeArrowheads="1"/>
          </p:cNvSpPr>
          <p:nvPr/>
        </p:nvSpPr>
        <p:spPr bwMode="auto">
          <a:xfrm>
            <a:off x="50292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56" name="Oval 72"/>
          <p:cNvSpPr>
            <a:spLocks noChangeArrowheads="1"/>
          </p:cNvSpPr>
          <p:nvPr/>
        </p:nvSpPr>
        <p:spPr bwMode="auto">
          <a:xfrm>
            <a:off x="7467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3" name="Object 1027"/>
          <p:cNvGraphicFramePr>
            <a:graphicFrameLocks noChangeAspect="1"/>
          </p:cNvGraphicFramePr>
          <p:nvPr/>
        </p:nvGraphicFramePr>
        <p:xfrm>
          <a:off x="6400800" y="4953000"/>
          <a:ext cx="290513" cy="290513"/>
        </p:xfrm>
        <a:graphic>
          <a:graphicData uri="http://schemas.openxmlformats.org/presentationml/2006/ole">
            <p:oleObj spid="_x0000_s450563" name="Equation" r:id="rId6" imgW="291960" imgH="291960" progId="Equation.3">
              <p:embed/>
            </p:oleObj>
          </a:graphicData>
        </a:graphic>
      </p:graphicFrame>
      <p:graphicFrame>
        <p:nvGraphicFramePr>
          <p:cNvPr id="450564" name="Object 1028"/>
          <p:cNvGraphicFramePr>
            <a:graphicFrameLocks noChangeAspect="1"/>
          </p:cNvGraphicFramePr>
          <p:nvPr/>
        </p:nvGraphicFramePr>
        <p:xfrm>
          <a:off x="7620000" y="3581400"/>
          <a:ext cx="214313" cy="239713"/>
        </p:xfrm>
        <a:graphic>
          <a:graphicData uri="http://schemas.openxmlformats.org/presentationml/2006/ole">
            <p:oleObj spid="_x0000_s450564" name="Equation" r:id="rId7" imgW="215640" imgH="241200" progId="Equation.3">
              <p:embed/>
            </p:oleObj>
          </a:graphicData>
        </a:graphic>
      </p:graphicFrame>
      <p:sp>
        <p:nvSpPr>
          <p:cNvPr id="374859" name="Line 75"/>
          <p:cNvSpPr>
            <a:spLocks noChangeShapeType="1"/>
          </p:cNvSpPr>
          <p:nvPr/>
        </p:nvSpPr>
        <p:spPr bwMode="auto">
          <a:xfrm flipH="1">
            <a:off x="67818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0" name="Line 76"/>
          <p:cNvSpPr>
            <a:spLocks noChangeShapeType="1"/>
          </p:cNvSpPr>
          <p:nvPr/>
        </p:nvSpPr>
        <p:spPr bwMode="auto">
          <a:xfrm>
            <a:off x="79248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61" name="Line 77"/>
          <p:cNvSpPr>
            <a:spLocks noChangeShapeType="1"/>
          </p:cNvSpPr>
          <p:nvPr/>
        </p:nvSpPr>
        <p:spPr bwMode="auto">
          <a:xfrm>
            <a:off x="76962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2" name="Line 78"/>
          <p:cNvSpPr>
            <a:spLocks noChangeShapeType="1"/>
          </p:cNvSpPr>
          <p:nvPr/>
        </p:nvSpPr>
        <p:spPr bwMode="auto">
          <a:xfrm>
            <a:off x="8839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3" name="Line 79"/>
          <p:cNvSpPr>
            <a:spLocks noChangeShapeType="1"/>
          </p:cNvSpPr>
          <p:nvPr/>
        </p:nvSpPr>
        <p:spPr bwMode="auto">
          <a:xfrm flipH="1">
            <a:off x="54864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4" name="Line 80"/>
          <p:cNvSpPr>
            <a:spLocks noChangeShapeType="1"/>
          </p:cNvSpPr>
          <p:nvPr/>
        </p:nvSpPr>
        <p:spPr bwMode="auto">
          <a:xfrm>
            <a:off x="65532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5" name="Line 81"/>
          <p:cNvSpPr>
            <a:spLocks noChangeShapeType="1"/>
          </p:cNvSpPr>
          <p:nvPr/>
        </p:nvSpPr>
        <p:spPr bwMode="auto">
          <a:xfrm>
            <a:off x="67056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6" name="Line 82"/>
          <p:cNvSpPr>
            <a:spLocks noChangeShapeType="1"/>
          </p:cNvSpPr>
          <p:nvPr/>
        </p:nvSpPr>
        <p:spPr bwMode="auto">
          <a:xfrm>
            <a:off x="53340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7" name="Line 83"/>
          <p:cNvSpPr>
            <a:spLocks noChangeShapeType="1"/>
          </p:cNvSpPr>
          <p:nvPr/>
        </p:nvSpPr>
        <p:spPr bwMode="auto">
          <a:xfrm>
            <a:off x="77724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68" name="Oval 84"/>
          <p:cNvSpPr>
            <a:spLocks noChangeArrowheads="1"/>
          </p:cNvSpPr>
          <p:nvPr/>
        </p:nvSpPr>
        <p:spPr bwMode="auto">
          <a:xfrm>
            <a:off x="74676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5" name="Object 1029"/>
          <p:cNvGraphicFramePr>
            <a:graphicFrameLocks noChangeAspect="1"/>
          </p:cNvGraphicFramePr>
          <p:nvPr/>
        </p:nvGraphicFramePr>
        <p:xfrm>
          <a:off x="7532688" y="4953000"/>
          <a:ext cx="354012" cy="368300"/>
        </p:xfrm>
        <a:graphic>
          <a:graphicData uri="http://schemas.openxmlformats.org/presentationml/2006/ole">
            <p:oleObj spid="_x0000_s450565" name="Equation" r:id="rId8" imgW="355320" imgH="368280" progId="Equation.3">
              <p:embed/>
            </p:oleObj>
          </a:graphicData>
        </a:graphic>
      </p:graphicFrame>
      <p:sp>
        <p:nvSpPr>
          <p:cNvPr id="374870" name="Oval 86"/>
          <p:cNvSpPr>
            <a:spLocks noChangeArrowheads="1"/>
          </p:cNvSpPr>
          <p:nvPr/>
        </p:nvSpPr>
        <p:spPr bwMode="auto">
          <a:xfrm>
            <a:off x="50292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6" name="Object 1030"/>
          <p:cNvGraphicFramePr>
            <a:graphicFrameLocks noChangeAspect="1"/>
          </p:cNvGraphicFramePr>
          <p:nvPr/>
        </p:nvGraphicFramePr>
        <p:xfrm>
          <a:off x="5094288" y="4953000"/>
          <a:ext cx="354012" cy="368300"/>
        </p:xfrm>
        <a:graphic>
          <a:graphicData uri="http://schemas.openxmlformats.org/presentationml/2006/ole">
            <p:oleObj spid="_x0000_s450566" name="Equation" r:id="rId9" imgW="355320" imgH="368280" progId="Equation.3">
              <p:embed/>
            </p:oleObj>
          </a:graphicData>
        </a:graphic>
      </p:graphicFrame>
      <p:sp>
        <p:nvSpPr>
          <p:cNvPr id="374872" name="Oval 88"/>
          <p:cNvSpPr>
            <a:spLocks noChangeArrowheads="1"/>
          </p:cNvSpPr>
          <p:nvPr/>
        </p:nvSpPr>
        <p:spPr bwMode="auto">
          <a:xfrm>
            <a:off x="6248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73" name="Oval 89"/>
          <p:cNvSpPr>
            <a:spLocks noChangeArrowheads="1"/>
          </p:cNvSpPr>
          <p:nvPr/>
        </p:nvSpPr>
        <p:spPr bwMode="auto">
          <a:xfrm>
            <a:off x="8534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74" name="Oval 90"/>
          <p:cNvSpPr>
            <a:spLocks noChangeArrowheads="1"/>
          </p:cNvSpPr>
          <p:nvPr/>
        </p:nvSpPr>
        <p:spPr bwMode="auto">
          <a:xfrm>
            <a:off x="1143000" y="220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7" name="Object 1031"/>
          <p:cNvGraphicFramePr>
            <a:graphicFrameLocks noChangeAspect="1"/>
          </p:cNvGraphicFramePr>
          <p:nvPr/>
        </p:nvGraphicFramePr>
        <p:xfrm>
          <a:off x="1208088" y="2362200"/>
          <a:ext cx="354012" cy="368300"/>
        </p:xfrm>
        <a:graphic>
          <a:graphicData uri="http://schemas.openxmlformats.org/presentationml/2006/ole">
            <p:oleObj spid="_x0000_s450567" name="Equation" r:id="rId10" imgW="355320" imgH="368280" progId="Equation.3">
              <p:embed/>
            </p:oleObj>
          </a:graphicData>
        </a:graphic>
      </p:graphicFrame>
      <p:sp>
        <p:nvSpPr>
          <p:cNvPr id="374876" name="Oval 92"/>
          <p:cNvSpPr>
            <a:spLocks noChangeArrowheads="1"/>
          </p:cNvSpPr>
          <p:nvPr/>
        </p:nvSpPr>
        <p:spPr bwMode="auto">
          <a:xfrm>
            <a:off x="22860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8" name="Object 1032"/>
          <p:cNvGraphicFramePr>
            <a:graphicFrameLocks noChangeAspect="1"/>
          </p:cNvGraphicFramePr>
          <p:nvPr/>
        </p:nvGraphicFramePr>
        <p:xfrm>
          <a:off x="2362200" y="3581400"/>
          <a:ext cx="354013" cy="368300"/>
        </p:xfrm>
        <a:graphic>
          <a:graphicData uri="http://schemas.openxmlformats.org/presentationml/2006/ole">
            <p:oleObj spid="_x0000_s450568" name="Equation" r:id="rId11" imgW="355320" imgH="368280" progId="Equation.3">
              <p:embed/>
            </p:oleObj>
          </a:graphicData>
        </a:graphic>
      </p:graphicFrame>
      <p:sp>
        <p:nvSpPr>
          <p:cNvPr id="374878" name="Oval 94"/>
          <p:cNvSpPr>
            <a:spLocks noChangeArrowheads="1"/>
          </p:cNvSpPr>
          <p:nvPr/>
        </p:nvSpPr>
        <p:spPr bwMode="auto">
          <a:xfrm>
            <a:off x="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69" name="Object 1033"/>
          <p:cNvGraphicFramePr>
            <a:graphicFrameLocks noChangeAspect="1"/>
          </p:cNvGraphicFramePr>
          <p:nvPr/>
        </p:nvGraphicFramePr>
        <p:xfrm>
          <a:off x="65088" y="3581400"/>
          <a:ext cx="354012" cy="368300"/>
        </p:xfrm>
        <a:graphic>
          <a:graphicData uri="http://schemas.openxmlformats.org/presentationml/2006/ole">
            <p:oleObj spid="_x0000_s450569" name="Equation" r:id="rId12" imgW="355320" imgH="368280" progId="Equation.3">
              <p:embed/>
            </p:oleObj>
          </a:graphicData>
        </a:graphic>
      </p:graphicFrame>
      <p:sp>
        <p:nvSpPr>
          <p:cNvPr id="374880" name="Oval 96"/>
          <p:cNvSpPr>
            <a:spLocks noChangeArrowheads="1"/>
          </p:cNvSpPr>
          <p:nvPr/>
        </p:nvSpPr>
        <p:spPr bwMode="auto">
          <a:xfrm>
            <a:off x="11430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81" name="Oval 97"/>
          <p:cNvSpPr>
            <a:spLocks noChangeArrowheads="1"/>
          </p:cNvSpPr>
          <p:nvPr/>
        </p:nvSpPr>
        <p:spPr bwMode="auto">
          <a:xfrm>
            <a:off x="35814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70" name="Object 1034"/>
          <p:cNvGraphicFramePr>
            <a:graphicFrameLocks noChangeAspect="1"/>
          </p:cNvGraphicFramePr>
          <p:nvPr/>
        </p:nvGraphicFramePr>
        <p:xfrm>
          <a:off x="3646488" y="4953000"/>
          <a:ext cx="354012" cy="368300"/>
        </p:xfrm>
        <a:graphic>
          <a:graphicData uri="http://schemas.openxmlformats.org/presentationml/2006/ole">
            <p:oleObj spid="_x0000_s450570" name="Equation" r:id="rId13" imgW="355320" imgH="368280" progId="Equation.3">
              <p:embed/>
            </p:oleObj>
          </a:graphicData>
        </a:graphic>
      </p:graphicFrame>
      <p:sp>
        <p:nvSpPr>
          <p:cNvPr id="374883" name="Oval 99"/>
          <p:cNvSpPr>
            <a:spLocks noChangeArrowheads="1"/>
          </p:cNvSpPr>
          <p:nvPr/>
        </p:nvSpPr>
        <p:spPr bwMode="auto">
          <a:xfrm>
            <a:off x="11430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71" name="Object 1035"/>
          <p:cNvGraphicFramePr>
            <a:graphicFrameLocks noChangeAspect="1"/>
          </p:cNvGraphicFramePr>
          <p:nvPr/>
        </p:nvGraphicFramePr>
        <p:xfrm>
          <a:off x="1208088" y="4953000"/>
          <a:ext cx="354012" cy="368300"/>
        </p:xfrm>
        <a:graphic>
          <a:graphicData uri="http://schemas.openxmlformats.org/presentationml/2006/ole">
            <p:oleObj spid="_x0000_s450571" name="Equation" r:id="rId14" imgW="355320" imgH="368280" progId="Equation.3">
              <p:embed/>
            </p:oleObj>
          </a:graphicData>
        </a:graphic>
      </p:graphicFrame>
      <p:sp>
        <p:nvSpPr>
          <p:cNvPr id="374885" name="Oval 101"/>
          <p:cNvSpPr>
            <a:spLocks noChangeArrowheads="1"/>
          </p:cNvSpPr>
          <p:nvPr/>
        </p:nvSpPr>
        <p:spPr bwMode="auto">
          <a:xfrm>
            <a:off x="236220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86" name="Oval 102"/>
          <p:cNvSpPr>
            <a:spLocks noChangeArrowheads="1"/>
          </p:cNvSpPr>
          <p:nvPr/>
        </p:nvSpPr>
        <p:spPr bwMode="auto">
          <a:xfrm>
            <a:off x="0" y="4800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87" name="Oval 103"/>
          <p:cNvSpPr>
            <a:spLocks noChangeArrowheads="1"/>
          </p:cNvSpPr>
          <p:nvPr/>
        </p:nvSpPr>
        <p:spPr bwMode="auto">
          <a:xfrm>
            <a:off x="1143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88" name="Oval 104"/>
          <p:cNvSpPr>
            <a:spLocks noChangeArrowheads="1"/>
          </p:cNvSpPr>
          <p:nvPr/>
        </p:nvSpPr>
        <p:spPr bwMode="auto">
          <a:xfrm>
            <a:off x="35814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0572" name="Object 1036"/>
          <p:cNvGraphicFramePr>
            <a:graphicFrameLocks noChangeAspect="1"/>
          </p:cNvGraphicFramePr>
          <p:nvPr/>
        </p:nvGraphicFramePr>
        <p:xfrm>
          <a:off x="1371600" y="3581400"/>
          <a:ext cx="290513" cy="290513"/>
        </p:xfrm>
        <a:graphic>
          <a:graphicData uri="http://schemas.openxmlformats.org/presentationml/2006/ole">
            <p:oleObj spid="_x0000_s450572" name="Equation" r:id="rId15" imgW="291960" imgH="291960" progId="Equation.3">
              <p:embed/>
            </p:oleObj>
          </a:graphicData>
        </a:graphic>
      </p:graphicFrame>
      <p:graphicFrame>
        <p:nvGraphicFramePr>
          <p:cNvPr id="450573" name="Object 1037"/>
          <p:cNvGraphicFramePr>
            <a:graphicFrameLocks noChangeAspect="1"/>
          </p:cNvGraphicFramePr>
          <p:nvPr/>
        </p:nvGraphicFramePr>
        <p:xfrm>
          <a:off x="2514600" y="5029200"/>
          <a:ext cx="214313" cy="239713"/>
        </p:xfrm>
        <a:graphic>
          <a:graphicData uri="http://schemas.openxmlformats.org/presentationml/2006/ole">
            <p:oleObj spid="_x0000_s450573" name="Equation" r:id="rId16" imgW="215640" imgH="241200" progId="Equation.3">
              <p:embed/>
            </p:oleObj>
          </a:graphicData>
        </a:graphic>
      </p:graphicFrame>
      <p:sp>
        <p:nvSpPr>
          <p:cNvPr id="374891" name="Line 107"/>
          <p:cNvSpPr>
            <a:spLocks noChangeShapeType="1"/>
          </p:cNvSpPr>
          <p:nvPr/>
        </p:nvSpPr>
        <p:spPr bwMode="auto">
          <a:xfrm flipH="1">
            <a:off x="533400" y="2667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92" name="Line 108"/>
          <p:cNvSpPr>
            <a:spLocks noChangeShapeType="1"/>
          </p:cNvSpPr>
          <p:nvPr/>
        </p:nvSpPr>
        <p:spPr bwMode="auto">
          <a:xfrm>
            <a:off x="1676400" y="2667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4893" name="Line 109"/>
          <p:cNvSpPr>
            <a:spLocks noChangeShapeType="1"/>
          </p:cNvSpPr>
          <p:nvPr/>
        </p:nvSpPr>
        <p:spPr bwMode="auto">
          <a:xfrm>
            <a:off x="14478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94" name="Line 110"/>
          <p:cNvSpPr>
            <a:spLocks noChangeShapeType="1"/>
          </p:cNvSpPr>
          <p:nvPr/>
        </p:nvSpPr>
        <p:spPr bwMode="auto">
          <a:xfrm>
            <a:off x="3048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95" name="Line 111"/>
          <p:cNvSpPr>
            <a:spLocks noChangeShapeType="1"/>
          </p:cNvSpPr>
          <p:nvPr/>
        </p:nvSpPr>
        <p:spPr bwMode="auto">
          <a:xfrm flipH="1">
            <a:off x="1600200" y="3962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96" name="Line 112"/>
          <p:cNvSpPr>
            <a:spLocks noChangeShapeType="1"/>
          </p:cNvSpPr>
          <p:nvPr/>
        </p:nvSpPr>
        <p:spPr bwMode="auto">
          <a:xfrm>
            <a:off x="2667000" y="4038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97" name="Line 113"/>
          <p:cNvSpPr>
            <a:spLocks noChangeShapeType="1"/>
          </p:cNvSpPr>
          <p:nvPr/>
        </p:nvSpPr>
        <p:spPr bwMode="auto">
          <a:xfrm>
            <a:off x="2819400" y="39624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98" name="Line 114"/>
          <p:cNvSpPr>
            <a:spLocks noChangeShapeType="1"/>
          </p:cNvSpPr>
          <p:nvPr/>
        </p:nvSpPr>
        <p:spPr bwMode="auto">
          <a:xfrm>
            <a:off x="14478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4899" name="Line 115"/>
          <p:cNvSpPr>
            <a:spLocks noChangeShapeType="1"/>
          </p:cNvSpPr>
          <p:nvPr/>
        </p:nvSpPr>
        <p:spPr bwMode="auto">
          <a:xfrm>
            <a:off x="38862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50574" name="Object 1038"/>
          <p:cNvGraphicFramePr>
            <a:graphicFrameLocks noChangeAspect="1"/>
          </p:cNvGraphicFramePr>
          <p:nvPr/>
        </p:nvGraphicFramePr>
        <p:xfrm>
          <a:off x="419100" y="819150"/>
          <a:ext cx="2374900" cy="419100"/>
        </p:xfrm>
        <a:graphic>
          <a:graphicData uri="http://schemas.openxmlformats.org/presentationml/2006/ole">
            <p:oleObj spid="_x0000_s450574" name="Equation" r:id="rId17" imgW="2374560" imgH="419040" progId="Equation.3">
              <p:embed/>
            </p:oleObj>
          </a:graphicData>
        </a:graphic>
      </p:graphicFrame>
      <p:graphicFrame>
        <p:nvGraphicFramePr>
          <p:cNvPr id="450575" name="Object 1039"/>
          <p:cNvGraphicFramePr>
            <a:graphicFrameLocks noChangeAspect="1"/>
          </p:cNvGraphicFramePr>
          <p:nvPr/>
        </p:nvGraphicFramePr>
        <p:xfrm>
          <a:off x="152400" y="4953000"/>
          <a:ext cx="252413" cy="368300"/>
        </p:xfrm>
        <a:graphic>
          <a:graphicData uri="http://schemas.openxmlformats.org/presentationml/2006/ole">
            <p:oleObj spid="_x0000_s450575" name="Equation" r:id="rId18" imgW="253800" imgH="368280" progId="Equation.3">
              <p:embed/>
            </p:oleObj>
          </a:graphicData>
        </a:graphic>
      </p:graphicFrame>
      <p:graphicFrame>
        <p:nvGraphicFramePr>
          <p:cNvPr id="450576" name="Object 1040"/>
          <p:cNvGraphicFramePr>
            <a:graphicFrameLocks noChangeAspect="1"/>
          </p:cNvGraphicFramePr>
          <p:nvPr/>
        </p:nvGraphicFramePr>
        <p:xfrm>
          <a:off x="1295400" y="6096000"/>
          <a:ext cx="252413" cy="368300"/>
        </p:xfrm>
        <a:graphic>
          <a:graphicData uri="http://schemas.openxmlformats.org/presentationml/2006/ole">
            <p:oleObj spid="_x0000_s450576" name="Equation" r:id="rId19" imgW="253800" imgH="368280" progId="Equation.3">
              <p:embed/>
            </p:oleObj>
          </a:graphicData>
        </a:graphic>
      </p:graphicFrame>
      <p:graphicFrame>
        <p:nvGraphicFramePr>
          <p:cNvPr id="450577" name="Object 1041"/>
          <p:cNvGraphicFramePr>
            <a:graphicFrameLocks noChangeAspect="1"/>
          </p:cNvGraphicFramePr>
          <p:nvPr/>
        </p:nvGraphicFramePr>
        <p:xfrm>
          <a:off x="3733800" y="6096000"/>
          <a:ext cx="252413" cy="368300"/>
        </p:xfrm>
        <a:graphic>
          <a:graphicData uri="http://schemas.openxmlformats.org/presentationml/2006/ole">
            <p:oleObj spid="_x0000_s450577" name="Equation" r:id="rId20" imgW="253800" imgH="368280" progId="Equation.3">
              <p:embed/>
            </p:oleObj>
          </a:graphicData>
        </a:graphic>
      </p:graphicFrame>
      <p:graphicFrame>
        <p:nvGraphicFramePr>
          <p:cNvPr id="450578" name="Object 1042"/>
          <p:cNvGraphicFramePr>
            <a:graphicFrameLocks noChangeAspect="1"/>
          </p:cNvGraphicFramePr>
          <p:nvPr/>
        </p:nvGraphicFramePr>
        <p:xfrm>
          <a:off x="5181600" y="6096000"/>
          <a:ext cx="252413" cy="368300"/>
        </p:xfrm>
        <a:graphic>
          <a:graphicData uri="http://schemas.openxmlformats.org/presentationml/2006/ole">
            <p:oleObj spid="_x0000_s450578" name="Equation" r:id="rId21" imgW="253800" imgH="368280" progId="Equation.3">
              <p:embed/>
            </p:oleObj>
          </a:graphicData>
        </a:graphic>
      </p:graphicFrame>
      <p:graphicFrame>
        <p:nvGraphicFramePr>
          <p:cNvPr id="450579" name="Object 1043"/>
          <p:cNvGraphicFramePr>
            <a:graphicFrameLocks noChangeAspect="1"/>
          </p:cNvGraphicFramePr>
          <p:nvPr/>
        </p:nvGraphicFramePr>
        <p:xfrm>
          <a:off x="7620000" y="6096000"/>
          <a:ext cx="252413" cy="368300"/>
        </p:xfrm>
        <a:graphic>
          <a:graphicData uri="http://schemas.openxmlformats.org/presentationml/2006/ole">
            <p:oleObj spid="_x0000_s450579" name="Equation" r:id="rId22" imgW="253800" imgH="368280" progId="Equation.3">
              <p:embed/>
            </p:oleObj>
          </a:graphicData>
        </a:graphic>
      </p:graphicFrame>
      <p:graphicFrame>
        <p:nvGraphicFramePr>
          <p:cNvPr id="450580" name="Object 1044"/>
          <p:cNvGraphicFramePr>
            <a:graphicFrameLocks noChangeAspect="1"/>
          </p:cNvGraphicFramePr>
          <p:nvPr/>
        </p:nvGraphicFramePr>
        <p:xfrm>
          <a:off x="8686800" y="4953000"/>
          <a:ext cx="252413" cy="368300"/>
        </p:xfrm>
        <a:graphic>
          <a:graphicData uri="http://schemas.openxmlformats.org/presentationml/2006/ole">
            <p:oleObj spid="_x0000_s450580" name="Equation" r:id="rId23" imgW="253800" imgH="368280" progId="Equation.3">
              <p:embed/>
            </p:oleObj>
          </a:graphicData>
        </a:graphic>
      </p:graphicFrame>
      <p:graphicFrame>
        <p:nvGraphicFramePr>
          <p:cNvPr id="450581" name="Object 1045"/>
          <p:cNvGraphicFramePr>
            <a:graphicFrameLocks noChangeAspect="1"/>
          </p:cNvGraphicFramePr>
          <p:nvPr/>
        </p:nvGraphicFramePr>
        <p:xfrm>
          <a:off x="6477000" y="838200"/>
          <a:ext cx="2349500" cy="419100"/>
        </p:xfrm>
        <a:graphic>
          <a:graphicData uri="http://schemas.openxmlformats.org/presentationml/2006/ole">
            <p:oleObj spid="_x0000_s450581" name="Equation" r:id="rId24" imgW="2349360" imgH="419040" progId="Equation.3">
              <p:embed/>
            </p:oleObj>
          </a:graphicData>
        </a:graphic>
      </p:graphicFrame>
      <p:graphicFrame>
        <p:nvGraphicFramePr>
          <p:cNvPr id="450582" name="Object 1046"/>
          <p:cNvGraphicFramePr>
            <a:graphicFrameLocks noChangeAspect="1"/>
          </p:cNvGraphicFramePr>
          <p:nvPr/>
        </p:nvGraphicFramePr>
        <p:xfrm>
          <a:off x="2514600" y="3048000"/>
          <a:ext cx="252413" cy="368300"/>
        </p:xfrm>
        <a:graphic>
          <a:graphicData uri="http://schemas.openxmlformats.org/presentationml/2006/ole">
            <p:oleObj spid="_x0000_s450582" name="Equation" r:id="rId25" imgW="253800" imgH="368280" progId="Equation.3">
              <p:embed/>
            </p:oleObj>
          </a:graphicData>
        </a:graphic>
      </p:graphicFrame>
      <p:graphicFrame>
        <p:nvGraphicFramePr>
          <p:cNvPr id="450583" name="Object 1047"/>
          <p:cNvGraphicFramePr>
            <a:graphicFrameLocks noChangeAspect="1"/>
          </p:cNvGraphicFramePr>
          <p:nvPr/>
        </p:nvGraphicFramePr>
        <p:xfrm>
          <a:off x="1295400" y="4419600"/>
          <a:ext cx="252413" cy="368300"/>
        </p:xfrm>
        <a:graphic>
          <a:graphicData uri="http://schemas.openxmlformats.org/presentationml/2006/ole">
            <p:oleObj spid="_x0000_s450583" name="Equation" r:id="rId26" imgW="253800" imgH="368280" progId="Equation.3">
              <p:embed/>
            </p:oleObj>
          </a:graphicData>
        </a:graphic>
      </p:graphicFrame>
      <p:graphicFrame>
        <p:nvGraphicFramePr>
          <p:cNvPr id="450584" name="Object 1048"/>
          <p:cNvGraphicFramePr>
            <a:graphicFrameLocks noChangeAspect="1"/>
          </p:cNvGraphicFramePr>
          <p:nvPr/>
        </p:nvGraphicFramePr>
        <p:xfrm>
          <a:off x="3810000" y="4419600"/>
          <a:ext cx="252413" cy="368300"/>
        </p:xfrm>
        <a:graphic>
          <a:graphicData uri="http://schemas.openxmlformats.org/presentationml/2006/ole">
            <p:oleObj spid="_x0000_s450584" name="Equation" r:id="rId27" imgW="253800" imgH="368280" progId="Equation.3">
              <p:embed/>
            </p:oleObj>
          </a:graphicData>
        </a:graphic>
      </p:graphicFrame>
      <p:graphicFrame>
        <p:nvGraphicFramePr>
          <p:cNvPr id="450585" name="Object 1049"/>
          <p:cNvGraphicFramePr>
            <a:graphicFrameLocks noChangeAspect="1"/>
          </p:cNvGraphicFramePr>
          <p:nvPr/>
        </p:nvGraphicFramePr>
        <p:xfrm>
          <a:off x="228600" y="3048000"/>
          <a:ext cx="252413" cy="368300"/>
        </p:xfrm>
        <a:graphic>
          <a:graphicData uri="http://schemas.openxmlformats.org/presentationml/2006/ole">
            <p:oleObj spid="_x0000_s450585" name="Equation" r:id="rId28" imgW="253800" imgH="368280" progId="Equation.3">
              <p:embed/>
            </p:oleObj>
          </a:graphicData>
        </a:graphic>
      </p:graphicFrame>
      <p:graphicFrame>
        <p:nvGraphicFramePr>
          <p:cNvPr id="450586" name="Object 1050"/>
          <p:cNvGraphicFramePr>
            <a:graphicFrameLocks noChangeAspect="1"/>
          </p:cNvGraphicFramePr>
          <p:nvPr/>
        </p:nvGraphicFramePr>
        <p:xfrm>
          <a:off x="1371600" y="1828800"/>
          <a:ext cx="252413" cy="381000"/>
        </p:xfrm>
        <a:graphic>
          <a:graphicData uri="http://schemas.openxmlformats.org/presentationml/2006/ole">
            <p:oleObj spid="_x0000_s450586" name="Equation" r:id="rId29" imgW="253800" imgH="380880" progId="Equation.3">
              <p:embed/>
            </p:oleObj>
          </a:graphicData>
        </a:graphic>
      </p:graphicFrame>
      <p:graphicFrame>
        <p:nvGraphicFramePr>
          <p:cNvPr id="450587" name="Object 1051"/>
          <p:cNvGraphicFramePr>
            <a:graphicFrameLocks noChangeAspect="1"/>
          </p:cNvGraphicFramePr>
          <p:nvPr/>
        </p:nvGraphicFramePr>
        <p:xfrm>
          <a:off x="4953000" y="4419600"/>
          <a:ext cx="252413" cy="368300"/>
        </p:xfrm>
        <a:graphic>
          <a:graphicData uri="http://schemas.openxmlformats.org/presentationml/2006/ole">
            <p:oleObj spid="_x0000_s450587" name="Equation" r:id="rId30" imgW="253800" imgH="368280" progId="Equation.3">
              <p:embed/>
            </p:oleObj>
          </a:graphicData>
        </a:graphic>
      </p:graphicFrame>
      <p:graphicFrame>
        <p:nvGraphicFramePr>
          <p:cNvPr id="450588" name="Object 1052"/>
          <p:cNvGraphicFramePr>
            <a:graphicFrameLocks noChangeAspect="1"/>
          </p:cNvGraphicFramePr>
          <p:nvPr/>
        </p:nvGraphicFramePr>
        <p:xfrm>
          <a:off x="7772400" y="4419600"/>
          <a:ext cx="252413" cy="368300"/>
        </p:xfrm>
        <a:graphic>
          <a:graphicData uri="http://schemas.openxmlformats.org/presentationml/2006/ole">
            <p:oleObj spid="_x0000_s450588" name="Equation" r:id="rId31" imgW="253800" imgH="368280" progId="Equation.3">
              <p:embed/>
            </p:oleObj>
          </a:graphicData>
        </a:graphic>
      </p:graphicFrame>
      <p:graphicFrame>
        <p:nvGraphicFramePr>
          <p:cNvPr id="450589" name="Object 1053"/>
          <p:cNvGraphicFramePr>
            <a:graphicFrameLocks noChangeAspect="1"/>
          </p:cNvGraphicFramePr>
          <p:nvPr/>
        </p:nvGraphicFramePr>
        <p:xfrm>
          <a:off x="8686800" y="3048000"/>
          <a:ext cx="252413" cy="368300"/>
        </p:xfrm>
        <a:graphic>
          <a:graphicData uri="http://schemas.openxmlformats.org/presentationml/2006/ole">
            <p:oleObj spid="_x0000_s450589" name="Equation" r:id="rId32" imgW="253800" imgH="368280" progId="Equation.3">
              <p:embed/>
            </p:oleObj>
          </a:graphicData>
        </a:graphic>
      </p:graphicFrame>
      <p:graphicFrame>
        <p:nvGraphicFramePr>
          <p:cNvPr id="450590" name="Object 1054"/>
          <p:cNvGraphicFramePr>
            <a:graphicFrameLocks noChangeAspect="1"/>
          </p:cNvGraphicFramePr>
          <p:nvPr/>
        </p:nvGraphicFramePr>
        <p:xfrm>
          <a:off x="6400800" y="3048000"/>
          <a:ext cx="252413" cy="368300"/>
        </p:xfrm>
        <a:graphic>
          <a:graphicData uri="http://schemas.openxmlformats.org/presentationml/2006/ole">
            <p:oleObj spid="_x0000_s450590" name="Equation" r:id="rId33" imgW="253800" imgH="368280" progId="Equation.3">
              <p:embed/>
            </p:oleObj>
          </a:graphicData>
        </a:graphic>
      </p:graphicFrame>
      <p:graphicFrame>
        <p:nvGraphicFramePr>
          <p:cNvPr id="450591" name="Object 1055"/>
          <p:cNvGraphicFramePr>
            <a:graphicFrameLocks noChangeAspect="1"/>
          </p:cNvGraphicFramePr>
          <p:nvPr/>
        </p:nvGraphicFramePr>
        <p:xfrm>
          <a:off x="7543800" y="1752600"/>
          <a:ext cx="228600" cy="381000"/>
        </p:xfrm>
        <a:graphic>
          <a:graphicData uri="http://schemas.openxmlformats.org/presentationml/2006/ole">
            <p:oleObj spid="_x0000_s450591" name="Equation" r:id="rId34" imgW="22860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D99D2-59D6-435F-995B-DAA566F09E93}" type="slidenum">
              <a:rPr lang="en-US"/>
              <a:pPr/>
              <a:t>42</a:t>
            </a:fld>
            <a:endParaRPr lang="en-US"/>
          </a:p>
        </p:txBody>
      </p:sp>
      <p:sp>
        <p:nvSpPr>
          <p:cNvPr id="375810" name="Oval 2"/>
          <p:cNvSpPr>
            <a:spLocks noChangeArrowheads="1"/>
          </p:cNvSpPr>
          <p:nvPr/>
        </p:nvSpPr>
        <p:spPr bwMode="auto">
          <a:xfrm>
            <a:off x="3657600" y="213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1584" name="Object 1024"/>
          <p:cNvGraphicFramePr>
            <a:graphicFrameLocks noChangeAspect="1"/>
          </p:cNvGraphicFramePr>
          <p:nvPr/>
        </p:nvGraphicFramePr>
        <p:xfrm>
          <a:off x="3722688" y="2286000"/>
          <a:ext cx="354012" cy="368300"/>
        </p:xfrm>
        <a:graphic>
          <a:graphicData uri="http://schemas.openxmlformats.org/presentationml/2006/ole">
            <p:oleObj spid="_x0000_s451584" name="Equation" r:id="rId3" imgW="355320" imgH="368280" progId="Equation.3">
              <p:embed/>
            </p:oleObj>
          </a:graphicData>
        </a:graphic>
      </p:graphicFrame>
      <p:sp>
        <p:nvSpPr>
          <p:cNvPr id="375812" name="Oval 4"/>
          <p:cNvSpPr>
            <a:spLocks noChangeArrowheads="1"/>
          </p:cNvSpPr>
          <p:nvPr/>
        </p:nvSpPr>
        <p:spPr bwMode="auto">
          <a:xfrm>
            <a:off x="4800600" y="335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1585" name="Object 1025"/>
          <p:cNvGraphicFramePr>
            <a:graphicFrameLocks noChangeAspect="1"/>
          </p:cNvGraphicFramePr>
          <p:nvPr/>
        </p:nvGraphicFramePr>
        <p:xfrm>
          <a:off x="4876800" y="3505200"/>
          <a:ext cx="354013" cy="368300"/>
        </p:xfrm>
        <a:graphic>
          <a:graphicData uri="http://schemas.openxmlformats.org/presentationml/2006/ole">
            <p:oleObj spid="_x0000_s451585" name="Equation" r:id="rId4" imgW="355320" imgH="368280" progId="Equation.3">
              <p:embed/>
            </p:oleObj>
          </a:graphicData>
        </a:graphic>
      </p:graphicFrame>
      <p:sp>
        <p:nvSpPr>
          <p:cNvPr id="375814" name="Oval 6"/>
          <p:cNvSpPr>
            <a:spLocks noChangeArrowheads="1"/>
          </p:cNvSpPr>
          <p:nvPr/>
        </p:nvSpPr>
        <p:spPr bwMode="auto">
          <a:xfrm>
            <a:off x="2514600" y="335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1586" name="Object 1026"/>
          <p:cNvGraphicFramePr>
            <a:graphicFrameLocks noChangeAspect="1"/>
          </p:cNvGraphicFramePr>
          <p:nvPr/>
        </p:nvGraphicFramePr>
        <p:xfrm>
          <a:off x="2579688" y="3505200"/>
          <a:ext cx="354012" cy="368300"/>
        </p:xfrm>
        <a:graphic>
          <a:graphicData uri="http://schemas.openxmlformats.org/presentationml/2006/ole">
            <p:oleObj spid="_x0000_s451586" name="Equation" r:id="rId5" imgW="355320" imgH="368280" progId="Equation.3">
              <p:embed/>
            </p:oleObj>
          </a:graphicData>
        </a:graphic>
      </p:graphicFrame>
      <p:sp>
        <p:nvSpPr>
          <p:cNvPr id="375816" name="Oval 8"/>
          <p:cNvSpPr>
            <a:spLocks noChangeArrowheads="1"/>
          </p:cNvSpPr>
          <p:nvPr/>
        </p:nvSpPr>
        <p:spPr bwMode="auto">
          <a:xfrm>
            <a:off x="3657600" y="335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5817" name="Oval 9"/>
          <p:cNvSpPr>
            <a:spLocks noChangeArrowheads="1"/>
          </p:cNvSpPr>
          <p:nvPr/>
        </p:nvSpPr>
        <p:spPr bwMode="auto">
          <a:xfrm>
            <a:off x="6096000" y="4724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1587" name="Object 1027"/>
          <p:cNvGraphicFramePr>
            <a:graphicFrameLocks noChangeAspect="1"/>
          </p:cNvGraphicFramePr>
          <p:nvPr/>
        </p:nvGraphicFramePr>
        <p:xfrm>
          <a:off x="6161088" y="4876800"/>
          <a:ext cx="354012" cy="368300"/>
        </p:xfrm>
        <a:graphic>
          <a:graphicData uri="http://schemas.openxmlformats.org/presentationml/2006/ole">
            <p:oleObj spid="_x0000_s451587" name="Equation" r:id="rId6" imgW="355320" imgH="368280" progId="Equation.3">
              <p:embed/>
            </p:oleObj>
          </a:graphicData>
        </a:graphic>
      </p:graphicFrame>
      <p:sp>
        <p:nvSpPr>
          <p:cNvPr id="375819" name="Oval 11"/>
          <p:cNvSpPr>
            <a:spLocks noChangeArrowheads="1"/>
          </p:cNvSpPr>
          <p:nvPr/>
        </p:nvSpPr>
        <p:spPr bwMode="auto">
          <a:xfrm>
            <a:off x="3657600" y="4724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1588" name="Object 1028"/>
          <p:cNvGraphicFramePr>
            <a:graphicFrameLocks noChangeAspect="1"/>
          </p:cNvGraphicFramePr>
          <p:nvPr/>
        </p:nvGraphicFramePr>
        <p:xfrm>
          <a:off x="3722688" y="4876800"/>
          <a:ext cx="354012" cy="368300"/>
        </p:xfrm>
        <a:graphic>
          <a:graphicData uri="http://schemas.openxmlformats.org/presentationml/2006/ole">
            <p:oleObj spid="_x0000_s451588" name="Equation" r:id="rId7" imgW="355320" imgH="368280" progId="Equation.3">
              <p:embed/>
            </p:oleObj>
          </a:graphicData>
        </a:graphic>
      </p:graphicFrame>
      <p:sp>
        <p:nvSpPr>
          <p:cNvPr id="375821" name="Oval 13"/>
          <p:cNvSpPr>
            <a:spLocks noChangeArrowheads="1"/>
          </p:cNvSpPr>
          <p:nvPr/>
        </p:nvSpPr>
        <p:spPr bwMode="auto">
          <a:xfrm>
            <a:off x="4876800" y="4724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5822" name="Oval 14"/>
          <p:cNvSpPr>
            <a:spLocks noChangeArrowheads="1"/>
          </p:cNvSpPr>
          <p:nvPr/>
        </p:nvSpPr>
        <p:spPr bwMode="auto">
          <a:xfrm>
            <a:off x="2514600" y="4724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5823" name="Oval 15"/>
          <p:cNvSpPr>
            <a:spLocks noChangeArrowheads="1"/>
          </p:cNvSpPr>
          <p:nvPr/>
        </p:nvSpPr>
        <p:spPr bwMode="auto">
          <a:xfrm>
            <a:off x="36576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5824" name="Oval 16"/>
          <p:cNvSpPr>
            <a:spLocks noChangeArrowheads="1"/>
          </p:cNvSpPr>
          <p:nvPr/>
        </p:nvSpPr>
        <p:spPr bwMode="auto">
          <a:xfrm>
            <a:off x="60960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1589" name="Object 1029"/>
          <p:cNvGraphicFramePr>
            <a:graphicFrameLocks noChangeAspect="1"/>
          </p:cNvGraphicFramePr>
          <p:nvPr/>
        </p:nvGraphicFramePr>
        <p:xfrm>
          <a:off x="3886200" y="3505200"/>
          <a:ext cx="290513" cy="290513"/>
        </p:xfrm>
        <a:graphic>
          <a:graphicData uri="http://schemas.openxmlformats.org/presentationml/2006/ole">
            <p:oleObj spid="_x0000_s451589" name="Equation" r:id="rId8" imgW="291960" imgH="291960" progId="Equation.3">
              <p:embed/>
            </p:oleObj>
          </a:graphicData>
        </a:graphic>
      </p:graphicFrame>
      <p:graphicFrame>
        <p:nvGraphicFramePr>
          <p:cNvPr id="451590" name="Object 1030"/>
          <p:cNvGraphicFramePr>
            <a:graphicFrameLocks noChangeAspect="1"/>
          </p:cNvGraphicFramePr>
          <p:nvPr/>
        </p:nvGraphicFramePr>
        <p:xfrm>
          <a:off x="5029200" y="4953000"/>
          <a:ext cx="214313" cy="239713"/>
        </p:xfrm>
        <a:graphic>
          <a:graphicData uri="http://schemas.openxmlformats.org/presentationml/2006/ole">
            <p:oleObj spid="_x0000_s451590" name="Equation" r:id="rId9" imgW="215640" imgH="241200" progId="Equation.3">
              <p:embed/>
            </p:oleObj>
          </a:graphicData>
        </a:graphic>
      </p:graphicFrame>
      <p:sp>
        <p:nvSpPr>
          <p:cNvPr id="375827" name="Line 19"/>
          <p:cNvSpPr>
            <a:spLocks noChangeShapeType="1"/>
          </p:cNvSpPr>
          <p:nvPr/>
        </p:nvSpPr>
        <p:spPr bwMode="auto">
          <a:xfrm flipH="1">
            <a:off x="3048000" y="25908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5828" name="Line 20"/>
          <p:cNvSpPr>
            <a:spLocks noChangeShapeType="1"/>
          </p:cNvSpPr>
          <p:nvPr/>
        </p:nvSpPr>
        <p:spPr bwMode="auto">
          <a:xfrm>
            <a:off x="4191000" y="25908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5829" name="Line 21"/>
          <p:cNvSpPr>
            <a:spLocks noChangeShapeType="1"/>
          </p:cNvSpPr>
          <p:nvPr/>
        </p:nvSpPr>
        <p:spPr bwMode="auto">
          <a:xfrm>
            <a:off x="39624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5830" name="Line 22"/>
          <p:cNvSpPr>
            <a:spLocks noChangeShapeType="1"/>
          </p:cNvSpPr>
          <p:nvPr/>
        </p:nvSpPr>
        <p:spPr bwMode="auto">
          <a:xfrm>
            <a:off x="2819400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5831" name="Line 23"/>
          <p:cNvSpPr>
            <a:spLocks noChangeShapeType="1"/>
          </p:cNvSpPr>
          <p:nvPr/>
        </p:nvSpPr>
        <p:spPr bwMode="auto">
          <a:xfrm flipH="1">
            <a:off x="4114800" y="3886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5832" name="Line 24"/>
          <p:cNvSpPr>
            <a:spLocks noChangeShapeType="1"/>
          </p:cNvSpPr>
          <p:nvPr/>
        </p:nvSpPr>
        <p:spPr bwMode="auto">
          <a:xfrm>
            <a:off x="5181600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5833" name="Line 25"/>
          <p:cNvSpPr>
            <a:spLocks noChangeShapeType="1"/>
          </p:cNvSpPr>
          <p:nvPr/>
        </p:nvSpPr>
        <p:spPr bwMode="auto">
          <a:xfrm>
            <a:off x="5334000" y="38862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5834" name="Line 26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5835" name="Line 27"/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51591" name="Object 1031"/>
          <p:cNvGraphicFramePr>
            <a:graphicFrameLocks noChangeAspect="1"/>
          </p:cNvGraphicFramePr>
          <p:nvPr/>
        </p:nvGraphicFramePr>
        <p:xfrm>
          <a:off x="3200400" y="609600"/>
          <a:ext cx="2374900" cy="419100"/>
        </p:xfrm>
        <a:graphic>
          <a:graphicData uri="http://schemas.openxmlformats.org/presentationml/2006/ole">
            <p:oleObj spid="_x0000_s451591" name="Equation" r:id="rId10" imgW="2374560" imgH="419040" progId="Equation.3">
              <p:embed/>
            </p:oleObj>
          </a:graphicData>
        </a:graphic>
      </p:graphicFrame>
      <p:graphicFrame>
        <p:nvGraphicFramePr>
          <p:cNvPr id="451592" name="Object 1032"/>
          <p:cNvGraphicFramePr>
            <a:graphicFrameLocks noChangeAspect="1"/>
          </p:cNvGraphicFramePr>
          <p:nvPr/>
        </p:nvGraphicFramePr>
        <p:xfrm>
          <a:off x="2667000" y="4876800"/>
          <a:ext cx="252413" cy="368300"/>
        </p:xfrm>
        <a:graphic>
          <a:graphicData uri="http://schemas.openxmlformats.org/presentationml/2006/ole">
            <p:oleObj spid="_x0000_s451592" name="Equation" r:id="rId11" imgW="253800" imgH="368280" progId="Equation.3">
              <p:embed/>
            </p:oleObj>
          </a:graphicData>
        </a:graphic>
      </p:graphicFrame>
      <p:graphicFrame>
        <p:nvGraphicFramePr>
          <p:cNvPr id="451593" name="Object 1033"/>
          <p:cNvGraphicFramePr>
            <a:graphicFrameLocks noChangeAspect="1"/>
          </p:cNvGraphicFramePr>
          <p:nvPr/>
        </p:nvGraphicFramePr>
        <p:xfrm>
          <a:off x="3810000" y="6019800"/>
          <a:ext cx="252413" cy="368300"/>
        </p:xfrm>
        <a:graphic>
          <a:graphicData uri="http://schemas.openxmlformats.org/presentationml/2006/ole">
            <p:oleObj spid="_x0000_s451593" name="Equation" r:id="rId12" imgW="253800" imgH="368280" progId="Equation.3">
              <p:embed/>
            </p:oleObj>
          </a:graphicData>
        </a:graphic>
      </p:graphicFrame>
      <p:graphicFrame>
        <p:nvGraphicFramePr>
          <p:cNvPr id="451594" name="Object 1034"/>
          <p:cNvGraphicFramePr>
            <a:graphicFrameLocks noChangeAspect="1"/>
          </p:cNvGraphicFramePr>
          <p:nvPr/>
        </p:nvGraphicFramePr>
        <p:xfrm>
          <a:off x="6248400" y="6019800"/>
          <a:ext cx="252413" cy="368300"/>
        </p:xfrm>
        <a:graphic>
          <a:graphicData uri="http://schemas.openxmlformats.org/presentationml/2006/ole">
            <p:oleObj spid="_x0000_s451594" name="Equation" r:id="rId13" imgW="253800" imgH="368280" progId="Equation.3">
              <p:embed/>
            </p:oleObj>
          </a:graphicData>
        </a:graphic>
      </p:graphicFrame>
      <p:graphicFrame>
        <p:nvGraphicFramePr>
          <p:cNvPr id="451595" name="Object 1035"/>
          <p:cNvGraphicFramePr>
            <a:graphicFrameLocks noChangeAspect="1"/>
          </p:cNvGraphicFramePr>
          <p:nvPr/>
        </p:nvGraphicFramePr>
        <p:xfrm>
          <a:off x="5029200" y="2971800"/>
          <a:ext cx="252413" cy="368300"/>
        </p:xfrm>
        <a:graphic>
          <a:graphicData uri="http://schemas.openxmlformats.org/presentationml/2006/ole">
            <p:oleObj spid="_x0000_s451595" name="Equation" r:id="rId14" imgW="253800" imgH="368280" progId="Equation.3">
              <p:embed/>
            </p:oleObj>
          </a:graphicData>
        </a:graphic>
      </p:graphicFrame>
      <p:graphicFrame>
        <p:nvGraphicFramePr>
          <p:cNvPr id="451596" name="Object 1036"/>
          <p:cNvGraphicFramePr>
            <a:graphicFrameLocks noChangeAspect="1"/>
          </p:cNvGraphicFramePr>
          <p:nvPr/>
        </p:nvGraphicFramePr>
        <p:xfrm>
          <a:off x="3810000" y="4343400"/>
          <a:ext cx="252413" cy="368300"/>
        </p:xfrm>
        <a:graphic>
          <a:graphicData uri="http://schemas.openxmlformats.org/presentationml/2006/ole">
            <p:oleObj spid="_x0000_s451596" name="Equation" r:id="rId15" imgW="253800" imgH="368280" progId="Equation.3">
              <p:embed/>
            </p:oleObj>
          </a:graphicData>
        </a:graphic>
      </p:graphicFrame>
      <p:graphicFrame>
        <p:nvGraphicFramePr>
          <p:cNvPr id="451597" name="Object 1037"/>
          <p:cNvGraphicFramePr>
            <a:graphicFrameLocks noChangeAspect="1"/>
          </p:cNvGraphicFramePr>
          <p:nvPr/>
        </p:nvGraphicFramePr>
        <p:xfrm>
          <a:off x="6324600" y="4343400"/>
          <a:ext cx="252413" cy="368300"/>
        </p:xfrm>
        <a:graphic>
          <a:graphicData uri="http://schemas.openxmlformats.org/presentationml/2006/ole">
            <p:oleObj spid="_x0000_s451597" name="Equation" r:id="rId16" imgW="253800" imgH="368280" progId="Equation.3">
              <p:embed/>
            </p:oleObj>
          </a:graphicData>
        </a:graphic>
      </p:graphicFrame>
      <p:graphicFrame>
        <p:nvGraphicFramePr>
          <p:cNvPr id="451598" name="Object 1038"/>
          <p:cNvGraphicFramePr>
            <a:graphicFrameLocks noChangeAspect="1"/>
          </p:cNvGraphicFramePr>
          <p:nvPr/>
        </p:nvGraphicFramePr>
        <p:xfrm>
          <a:off x="2743200" y="2971800"/>
          <a:ext cx="252413" cy="368300"/>
        </p:xfrm>
        <a:graphic>
          <a:graphicData uri="http://schemas.openxmlformats.org/presentationml/2006/ole">
            <p:oleObj spid="_x0000_s451598" name="Equation" r:id="rId17" imgW="253800" imgH="368280" progId="Equation.3">
              <p:embed/>
            </p:oleObj>
          </a:graphicData>
        </a:graphic>
      </p:graphicFrame>
      <p:graphicFrame>
        <p:nvGraphicFramePr>
          <p:cNvPr id="451599" name="Object 1039"/>
          <p:cNvGraphicFramePr>
            <a:graphicFrameLocks noChangeAspect="1"/>
          </p:cNvGraphicFramePr>
          <p:nvPr/>
        </p:nvGraphicFramePr>
        <p:xfrm>
          <a:off x="3886200" y="1752600"/>
          <a:ext cx="252413" cy="381000"/>
        </p:xfrm>
        <a:graphic>
          <a:graphicData uri="http://schemas.openxmlformats.org/presentationml/2006/ole">
            <p:oleObj spid="_x0000_s451599" name="Equation" r:id="rId18" imgW="253800" imgH="380880" progId="Equation.3">
              <p:embed/>
            </p:oleObj>
          </a:graphicData>
        </a:graphic>
      </p:graphicFrame>
      <p:sp>
        <p:nvSpPr>
          <p:cNvPr id="375845" name="Text Box 37"/>
          <p:cNvSpPr txBox="1">
            <a:spLocks noChangeArrowheads="1"/>
          </p:cNvSpPr>
          <p:nvPr/>
        </p:nvSpPr>
        <p:spPr bwMode="auto">
          <a:xfrm>
            <a:off x="60325" y="558800"/>
            <a:ext cx="3032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Correct result: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D2D7-E1DA-4329-9EAC-B3CBC5D58CD5}" type="slidenum">
              <a:rPr lang="en-US"/>
              <a:pPr/>
              <a:t>43</a:t>
            </a:fld>
            <a:endParaRPr lang="en-US"/>
          </a:p>
        </p:txBody>
      </p:sp>
      <p:sp>
        <p:nvSpPr>
          <p:cNvPr id="376834" name="Text Box 2"/>
          <p:cNvSpPr txBox="1">
            <a:spLocks noChangeArrowheads="1"/>
          </p:cNvSpPr>
          <p:nvPr/>
        </p:nvSpPr>
        <p:spPr bwMode="auto">
          <a:xfrm>
            <a:off x="76200" y="3733800"/>
            <a:ext cx="6086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We want to remove ambiguity</a:t>
            </a:r>
          </a:p>
        </p:txBody>
      </p:sp>
      <p:sp>
        <p:nvSpPr>
          <p:cNvPr id="376835" name="Text Box 3"/>
          <p:cNvSpPr txBox="1">
            <a:spLocks noChangeArrowheads="1"/>
          </p:cNvSpPr>
          <p:nvPr/>
        </p:nvSpPr>
        <p:spPr bwMode="auto">
          <a:xfrm>
            <a:off x="76200" y="1066800"/>
            <a:ext cx="89344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Ambiguity is </a:t>
            </a:r>
            <a:r>
              <a:rPr lang="en-US" sz="3600" b="1">
                <a:solidFill>
                  <a:srgbClr val="FF0000"/>
                </a:solidFill>
              </a:rPr>
              <a:t>bad</a:t>
            </a:r>
            <a:r>
              <a:rPr lang="en-US"/>
              <a:t> for programming languages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F0AD9-8FBC-4A26-AEA7-F13448120FFE}" type="slidenum">
              <a:rPr lang="en-US"/>
              <a:pPr/>
              <a:t>44</a:t>
            </a:fld>
            <a:endParaRPr lang="en-US"/>
          </a:p>
        </p:txBody>
      </p:sp>
      <p:sp>
        <p:nvSpPr>
          <p:cNvPr id="377858" name="Text Box 2"/>
          <p:cNvSpPr txBox="1">
            <a:spLocks noChangeArrowheads="1"/>
          </p:cNvSpPr>
          <p:nvPr/>
        </p:nvSpPr>
        <p:spPr bwMode="auto">
          <a:xfrm>
            <a:off x="152400" y="152400"/>
            <a:ext cx="6234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fix the </a:t>
            </a:r>
            <a:r>
              <a:rPr lang="en-US">
                <a:solidFill>
                  <a:srgbClr val="FF0000"/>
                </a:solidFill>
              </a:rPr>
              <a:t>ambiguous</a:t>
            </a:r>
            <a:r>
              <a:rPr lang="en-US"/>
              <a:t> grammar:</a:t>
            </a:r>
          </a:p>
        </p:txBody>
      </p:sp>
      <p:graphicFrame>
        <p:nvGraphicFramePr>
          <p:cNvPr id="452608" name="Object 1024"/>
          <p:cNvGraphicFramePr>
            <a:graphicFrameLocks noChangeAspect="1"/>
          </p:cNvGraphicFramePr>
          <p:nvPr/>
        </p:nvGraphicFramePr>
        <p:xfrm>
          <a:off x="1295400" y="990600"/>
          <a:ext cx="6110288" cy="544513"/>
        </p:xfrm>
        <a:graphic>
          <a:graphicData uri="http://schemas.openxmlformats.org/presentationml/2006/ole">
            <p:oleObj spid="_x0000_s452608" name="Equation" r:id="rId3" imgW="6108480" imgH="545760" progId="Equation.3">
              <p:embed/>
            </p:oleObj>
          </a:graphicData>
        </a:graphic>
      </p:graphicFrame>
      <p:sp>
        <p:nvSpPr>
          <p:cNvPr id="377860" name="Text Box 4"/>
          <p:cNvSpPr txBox="1">
            <a:spLocks noChangeArrowheads="1"/>
          </p:cNvSpPr>
          <p:nvPr/>
        </p:nvSpPr>
        <p:spPr bwMode="auto">
          <a:xfrm>
            <a:off x="152400" y="2438400"/>
            <a:ext cx="5768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New </a:t>
            </a:r>
            <a:r>
              <a:rPr lang="en-US">
                <a:solidFill>
                  <a:srgbClr val="FF0000"/>
                </a:solidFill>
              </a:rPr>
              <a:t>non-ambiguous</a:t>
            </a:r>
            <a:r>
              <a:rPr lang="en-US"/>
              <a:t> grammar:</a:t>
            </a:r>
          </a:p>
        </p:txBody>
      </p:sp>
      <p:graphicFrame>
        <p:nvGraphicFramePr>
          <p:cNvPr id="452609" name="Object 1025"/>
          <p:cNvGraphicFramePr>
            <a:graphicFrameLocks noChangeAspect="1"/>
          </p:cNvGraphicFramePr>
          <p:nvPr/>
        </p:nvGraphicFramePr>
        <p:xfrm>
          <a:off x="6172200" y="2514600"/>
          <a:ext cx="2222500" cy="4216400"/>
        </p:xfrm>
        <a:graphic>
          <a:graphicData uri="http://schemas.openxmlformats.org/presentationml/2006/ole">
            <p:oleObj spid="_x0000_s452609" name="Equation" r:id="rId4" imgW="2222280" imgH="4216320" progId="Equation.3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D90-1919-42F8-A326-B64F140BFC87}" type="slidenum">
              <a:rPr lang="en-US"/>
              <a:pPr/>
              <a:t>45</a:t>
            </a:fld>
            <a:endParaRPr lang="en-US"/>
          </a:p>
        </p:txBody>
      </p:sp>
      <p:graphicFrame>
        <p:nvGraphicFramePr>
          <p:cNvPr id="453632" name="Object 1024"/>
          <p:cNvGraphicFramePr>
            <a:graphicFrameLocks noChangeAspect="1"/>
          </p:cNvGraphicFramePr>
          <p:nvPr/>
        </p:nvGraphicFramePr>
        <p:xfrm>
          <a:off x="228600" y="1981200"/>
          <a:ext cx="2222500" cy="4216400"/>
        </p:xfrm>
        <a:graphic>
          <a:graphicData uri="http://schemas.openxmlformats.org/presentationml/2006/ole">
            <p:oleObj spid="_x0000_s453632" name="Equation" r:id="rId3" imgW="2222280" imgH="4216320" progId="Equation.3">
              <p:embed/>
            </p:oleObj>
          </a:graphicData>
        </a:graphic>
      </p:graphicFrame>
      <p:graphicFrame>
        <p:nvGraphicFramePr>
          <p:cNvPr id="453633" name="Object 1025"/>
          <p:cNvGraphicFramePr>
            <a:graphicFrameLocks noChangeAspect="1"/>
          </p:cNvGraphicFramePr>
          <p:nvPr/>
        </p:nvGraphicFramePr>
        <p:xfrm>
          <a:off x="228600" y="152400"/>
          <a:ext cx="7543800" cy="962025"/>
        </p:xfrm>
        <a:graphic>
          <a:graphicData uri="http://schemas.openxmlformats.org/presentationml/2006/ole">
            <p:oleObj spid="_x0000_s453633" name="Equation" r:id="rId4" imgW="9156600" imgH="1168200" progId="Equation.3">
              <p:embed/>
            </p:oleObj>
          </a:graphicData>
        </a:graphic>
      </p:graphicFrame>
      <p:sp>
        <p:nvSpPr>
          <p:cNvPr id="378884" name="Oval 4"/>
          <p:cNvSpPr>
            <a:spLocks noChangeArrowheads="1"/>
          </p:cNvSpPr>
          <p:nvPr/>
        </p:nvSpPr>
        <p:spPr bwMode="auto">
          <a:xfrm>
            <a:off x="5181600" y="121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34" name="Object 1026"/>
          <p:cNvGraphicFramePr>
            <a:graphicFrameLocks noChangeAspect="1"/>
          </p:cNvGraphicFramePr>
          <p:nvPr/>
        </p:nvGraphicFramePr>
        <p:xfrm>
          <a:off x="5257800" y="1295400"/>
          <a:ext cx="354013" cy="368300"/>
        </p:xfrm>
        <a:graphic>
          <a:graphicData uri="http://schemas.openxmlformats.org/presentationml/2006/ole">
            <p:oleObj spid="_x0000_s453634" name="Equation" r:id="rId5" imgW="355320" imgH="368280" progId="Equation.3">
              <p:embed/>
            </p:oleObj>
          </a:graphicData>
        </a:graphic>
      </p:graphicFrame>
      <p:sp>
        <p:nvSpPr>
          <p:cNvPr id="378886" name="Oval 6"/>
          <p:cNvSpPr>
            <a:spLocks noChangeArrowheads="1"/>
          </p:cNvSpPr>
          <p:nvPr/>
        </p:nvSpPr>
        <p:spPr bwMode="auto">
          <a:xfrm>
            <a:off x="4038600" y="220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35" name="Object 1027"/>
          <p:cNvGraphicFramePr>
            <a:graphicFrameLocks noChangeAspect="1"/>
          </p:cNvGraphicFramePr>
          <p:nvPr/>
        </p:nvGraphicFramePr>
        <p:xfrm>
          <a:off x="4114800" y="2286000"/>
          <a:ext cx="354013" cy="368300"/>
        </p:xfrm>
        <a:graphic>
          <a:graphicData uri="http://schemas.openxmlformats.org/presentationml/2006/ole">
            <p:oleObj spid="_x0000_s453635" name="Equation" r:id="rId6" imgW="355320" imgH="368280" progId="Equation.3">
              <p:embed/>
            </p:oleObj>
          </a:graphicData>
        </a:graphic>
      </p:graphicFrame>
      <p:sp>
        <p:nvSpPr>
          <p:cNvPr id="378888" name="Oval 8"/>
          <p:cNvSpPr>
            <a:spLocks noChangeArrowheads="1"/>
          </p:cNvSpPr>
          <p:nvPr/>
        </p:nvSpPr>
        <p:spPr bwMode="auto">
          <a:xfrm>
            <a:off x="6324600" y="220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36" name="Object 1028"/>
          <p:cNvGraphicFramePr>
            <a:graphicFrameLocks noChangeAspect="1"/>
          </p:cNvGraphicFramePr>
          <p:nvPr/>
        </p:nvGraphicFramePr>
        <p:xfrm>
          <a:off x="6477000" y="2286000"/>
          <a:ext cx="315913" cy="368300"/>
        </p:xfrm>
        <a:graphic>
          <a:graphicData uri="http://schemas.openxmlformats.org/presentationml/2006/ole">
            <p:oleObj spid="_x0000_s453636" name="Equation" r:id="rId7" imgW="317160" imgH="368280" progId="Equation.3">
              <p:embed/>
            </p:oleObj>
          </a:graphicData>
        </a:graphic>
      </p:graphicFrame>
      <p:sp>
        <p:nvSpPr>
          <p:cNvPr id="378890" name="Line 10"/>
          <p:cNvSpPr>
            <a:spLocks noChangeShapeType="1"/>
          </p:cNvSpPr>
          <p:nvPr/>
        </p:nvSpPr>
        <p:spPr bwMode="auto">
          <a:xfrm flipH="1">
            <a:off x="4343400" y="16002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891" name="Line 11"/>
          <p:cNvSpPr>
            <a:spLocks noChangeShapeType="1"/>
          </p:cNvSpPr>
          <p:nvPr/>
        </p:nvSpPr>
        <p:spPr bwMode="auto">
          <a:xfrm>
            <a:off x="5715000" y="16002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892" name="Oval 12"/>
          <p:cNvSpPr>
            <a:spLocks noChangeArrowheads="1"/>
          </p:cNvSpPr>
          <p:nvPr/>
        </p:nvSpPr>
        <p:spPr bwMode="auto">
          <a:xfrm>
            <a:off x="5181600" y="220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37" name="Object 1029"/>
          <p:cNvGraphicFramePr>
            <a:graphicFrameLocks noChangeAspect="1"/>
          </p:cNvGraphicFramePr>
          <p:nvPr/>
        </p:nvGraphicFramePr>
        <p:xfrm>
          <a:off x="5334000" y="2362200"/>
          <a:ext cx="290513" cy="290513"/>
        </p:xfrm>
        <a:graphic>
          <a:graphicData uri="http://schemas.openxmlformats.org/presentationml/2006/ole">
            <p:oleObj spid="_x0000_s453637" name="Equation" r:id="rId8" imgW="291960" imgH="291960" progId="Equation.3">
              <p:embed/>
            </p:oleObj>
          </a:graphicData>
        </a:graphic>
      </p:graphicFrame>
      <p:sp>
        <p:nvSpPr>
          <p:cNvPr id="378894" name="Line 14"/>
          <p:cNvSpPr>
            <a:spLocks noChangeShapeType="1"/>
          </p:cNvSpPr>
          <p:nvPr/>
        </p:nvSpPr>
        <p:spPr bwMode="auto">
          <a:xfrm>
            <a:off x="5486400" y="175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895" name="Oval 15"/>
          <p:cNvSpPr>
            <a:spLocks noChangeArrowheads="1"/>
          </p:cNvSpPr>
          <p:nvPr/>
        </p:nvSpPr>
        <p:spPr bwMode="auto">
          <a:xfrm>
            <a:off x="57912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38" name="Object 1030"/>
          <p:cNvGraphicFramePr>
            <a:graphicFrameLocks noChangeAspect="1"/>
          </p:cNvGraphicFramePr>
          <p:nvPr/>
        </p:nvGraphicFramePr>
        <p:xfrm>
          <a:off x="5943600" y="3429000"/>
          <a:ext cx="315913" cy="368300"/>
        </p:xfrm>
        <a:graphic>
          <a:graphicData uri="http://schemas.openxmlformats.org/presentationml/2006/ole">
            <p:oleObj spid="_x0000_s453638" name="Equation" r:id="rId9" imgW="317160" imgH="368280" progId="Equation.3">
              <p:embed/>
            </p:oleObj>
          </a:graphicData>
        </a:graphic>
      </p:graphicFrame>
      <p:sp>
        <p:nvSpPr>
          <p:cNvPr id="378897" name="Oval 17"/>
          <p:cNvSpPr>
            <a:spLocks noChangeArrowheads="1"/>
          </p:cNvSpPr>
          <p:nvPr/>
        </p:nvSpPr>
        <p:spPr bwMode="auto">
          <a:xfrm>
            <a:off x="69342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39" name="Object 1031"/>
          <p:cNvGraphicFramePr>
            <a:graphicFrameLocks noChangeAspect="1"/>
          </p:cNvGraphicFramePr>
          <p:nvPr/>
        </p:nvGraphicFramePr>
        <p:xfrm>
          <a:off x="7124700" y="3530600"/>
          <a:ext cx="214313" cy="239713"/>
        </p:xfrm>
        <a:graphic>
          <a:graphicData uri="http://schemas.openxmlformats.org/presentationml/2006/ole">
            <p:oleObj spid="_x0000_s453639" name="Equation" r:id="rId10" imgW="215640" imgH="241200" progId="Equation.3">
              <p:embed/>
            </p:oleObj>
          </a:graphicData>
        </a:graphic>
      </p:graphicFrame>
      <p:sp>
        <p:nvSpPr>
          <p:cNvPr id="378899" name="Oval 19"/>
          <p:cNvSpPr>
            <a:spLocks noChangeArrowheads="1"/>
          </p:cNvSpPr>
          <p:nvPr/>
        </p:nvSpPr>
        <p:spPr bwMode="auto">
          <a:xfrm>
            <a:off x="80772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40" name="Object 1032"/>
          <p:cNvGraphicFramePr>
            <a:graphicFrameLocks noChangeAspect="1"/>
          </p:cNvGraphicFramePr>
          <p:nvPr/>
        </p:nvGraphicFramePr>
        <p:xfrm>
          <a:off x="8204200" y="3429000"/>
          <a:ext cx="368300" cy="368300"/>
        </p:xfrm>
        <a:graphic>
          <a:graphicData uri="http://schemas.openxmlformats.org/presentationml/2006/ole">
            <p:oleObj spid="_x0000_s453640" name="Equation" r:id="rId11" imgW="368280" imgH="368280" progId="Equation.3">
              <p:embed/>
            </p:oleObj>
          </a:graphicData>
        </a:graphic>
      </p:graphicFrame>
      <p:sp>
        <p:nvSpPr>
          <p:cNvPr id="378901" name="Oval 21"/>
          <p:cNvSpPr>
            <a:spLocks noChangeArrowheads="1"/>
          </p:cNvSpPr>
          <p:nvPr/>
        </p:nvSpPr>
        <p:spPr bwMode="auto">
          <a:xfrm>
            <a:off x="5791200" y="4572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41" name="Object 1033"/>
          <p:cNvGraphicFramePr>
            <a:graphicFrameLocks noChangeAspect="1"/>
          </p:cNvGraphicFramePr>
          <p:nvPr/>
        </p:nvGraphicFramePr>
        <p:xfrm>
          <a:off x="5918200" y="4648200"/>
          <a:ext cx="368300" cy="368300"/>
        </p:xfrm>
        <a:graphic>
          <a:graphicData uri="http://schemas.openxmlformats.org/presentationml/2006/ole">
            <p:oleObj spid="_x0000_s453641" name="Equation" r:id="rId12" imgW="368280" imgH="368280" progId="Equation.3">
              <p:embed/>
            </p:oleObj>
          </a:graphicData>
        </a:graphic>
      </p:graphicFrame>
      <p:sp>
        <p:nvSpPr>
          <p:cNvPr id="378903" name="Oval 23"/>
          <p:cNvSpPr>
            <a:spLocks noChangeArrowheads="1"/>
          </p:cNvSpPr>
          <p:nvPr/>
        </p:nvSpPr>
        <p:spPr bwMode="auto">
          <a:xfrm>
            <a:off x="5791200" y="5791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42" name="Object 1034"/>
          <p:cNvGraphicFramePr>
            <a:graphicFrameLocks noChangeAspect="1"/>
          </p:cNvGraphicFramePr>
          <p:nvPr/>
        </p:nvGraphicFramePr>
        <p:xfrm>
          <a:off x="5969000" y="5911850"/>
          <a:ext cx="265113" cy="279400"/>
        </p:xfrm>
        <a:graphic>
          <a:graphicData uri="http://schemas.openxmlformats.org/presentationml/2006/ole">
            <p:oleObj spid="_x0000_s453642" name="Equation" r:id="rId13" imgW="266400" imgH="279360" progId="Equation.3">
              <p:embed/>
            </p:oleObj>
          </a:graphicData>
        </a:graphic>
      </p:graphicFrame>
      <p:sp>
        <p:nvSpPr>
          <p:cNvPr id="378905" name="Oval 25"/>
          <p:cNvSpPr>
            <a:spLocks noChangeArrowheads="1"/>
          </p:cNvSpPr>
          <p:nvPr/>
        </p:nvSpPr>
        <p:spPr bwMode="auto">
          <a:xfrm>
            <a:off x="40386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43" name="Object 1035"/>
          <p:cNvGraphicFramePr>
            <a:graphicFrameLocks noChangeAspect="1"/>
          </p:cNvGraphicFramePr>
          <p:nvPr/>
        </p:nvGraphicFramePr>
        <p:xfrm>
          <a:off x="4191000" y="3429000"/>
          <a:ext cx="315913" cy="368300"/>
        </p:xfrm>
        <a:graphic>
          <a:graphicData uri="http://schemas.openxmlformats.org/presentationml/2006/ole">
            <p:oleObj spid="_x0000_s453643" name="Equation" r:id="rId14" imgW="317160" imgH="368280" progId="Equation.3">
              <p:embed/>
            </p:oleObj>
          </a:graphicData>
        </a:graphic>
      </p:graphicFrame>
      <p:sp>
        <p:nvSpPr>
          <p:cNvPr id="378907" name="Oval 27"/>
          <p:cNvSpPr>
            <a:spLocks noChangeArrowheads="1"/>
          </p:cNvSpPr>
          <p:nvPr/>
        </p:nvSpPr>
        <p:spPr bwMode="auto">
          <a:xfrm>
            <a:off x="4038600" y="4572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44" name="Object 1036"/>
          <p:cNvGraphicFramePr>
            <a:graphicFrameLocks noChangeAspect="1"/>
          </p:cNvGraphicFramePr>
          <p:nvPr/>
        </p:nvGraphicFramePr>
        <p:xfrm>
          <a:off x="4165600" y="4648200"/>
          <a:ext cx="368300" cy="368300"/>
        </p:xfrm>
        <a:graphic>
          <a:graphicData uri="http://schemas.openxmlformats.org/presentationml/2006/ole">
            <p:oleObj spid="_x0000_s453644" name="Equation" r:id="rId15" imgW="368280" imgH="368280" progId="Equation.3">
              <p:embed/>
            </p:oleObj>
          </a:graphicData>
        </a:graphic>
      </p:graphicFrame>
      <p:sp>
        <p:nvSpPr>
          <p:cNvPr id="378909" name="Oval 29"/>
          <p:cNvSpPr>
            <a:spLocks noChangeArrowheads="1"/>
          </p:cNvSpPr>
          <p:nvPr/>
        </p:nvSpPr>
        <p:spPr bwMode="auto">
          <a:xfrm>
            <a:off x="4038600" y="5791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45" name="Object 1037"/>
          <p:cNvGraphicFramePr>
            <a:graphicFrameLocks noChangeAspect="1"/>
          </p:cNvGraphicFramePr>
          <p:nvPr/>
        </p:nvGraphicFramePr>
        <p:xfrm>
          <a:off x="4216400" y="5911850"/>
          <a:ext cx="265113" cy="279400"/>
        </p:xfrm>
        <a:graphic>
          <a:graphicData uri="http://schemas.openxmlformats.org/presentationml/2006/ole">
            <p:oleObj spid="_x0000_s453645" name="Equation" r:id="rId16" imgW="266400" imgH="279360" progId="Equation.3">
              <p:embed/>
            </p:oleObj>
          </a:graphicData>
        </a:graphic>
      </p:graphicFrame>
      <p:sp>
        <p:nvSpPr>
          <p:cNvPr id="378911" name="Oval 31"/>
          <p:cNvSpPr>
            <a:spLocks noChangeArrowheads="1"/>
          </p:cNvSpPr>
          <p:nvPr/>
        </p:nvSpPr>
        <p:spPr bwMode="auto">
          <a:xfrm>
            <a:off x="8077200" y="4572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3646" name="Object 1038"/>
          <p:cNvGraphicFramePr>
            <a:graphicFrameLocks noChangeAspect="1"/>
          </p:cNvGraphicFramePr>
          <p:nvPr/>
        </p:nvGraphicFramePr>
        <p:xfrm>
          <a:off x="8255000" y="4692650"/>
          <a:ext cx="265113" cy="279400"/>
        </p:xfrm>
        <a:graphic>
          <a:graphicData uri="http://schemas.openxmlformats.org/presentationml/2006/ole">
            <p:oleObj spid="_x0000_s453646" name="Equation" r:id="rId17" imgW="266400" imgH="279360" progId="Equation.3">
              <p:embed/>
            </p:oleObj>
          </a:graphicData>
        </a:graphic>
      </p:graphicFrame>
      <p:sp>
        <p:nvSpPr>
          <p:cNvPr id="378913" name="Line 33"/>
          <p:cNvSpPr>
            <a:spLocks noChangeShapeType="1"/>
          </p:cNvSpPr>
          <p:nvPr/>
        </p:nvSpPr>
        <p:spPr bwMode="auto">
          <a:xfrm>
            <a:off x="42672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14" name="Line 34"/>
          <p:cNvSpPr>
            <a:spLocks noChangeShapeType="1"/>
          </p:cNvSpPr>
          <p:nvPr/>
        </p:nvSpPr>
        <p:spPr bwMode="auto">
          <a:xfrm>
            <a:off x="4267200" y="3886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15" name="Line 35"/>
          <p:cNvSpPr>
            <a:spLocks noChangeShapeType="1"/>
          </p:cNvSpPr>
          <p:nvPr/>
        </p:nvSpPr>
        <p:spPr bwMode="auto">
          <a:xfrm>
            <a:off x="4267200" y="510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16" name="Line 36"/>
          <p:cNvSpPr>
            <a:spLocks noChangeShapeType="1"/>
          </p:cNvSpPr>
          <p:nvPr/>
        </p:nvSpPr>
        <p:spPr bwMode="auto">
          <a:xfrm flipH="1">
            <a:off x="6096000" y="26670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17" name="Line 37"/>
          <p:cNvSpPr>
            <a:spLocks noChangeShapeType="1"/>
          </p:cNvSpPr>
          <p:nvPr/>
        </p:nvSpPr>
        <p:spPr bwMode="auto">
          <a:xfrm>
            <a:off x="6705600" y="27432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18" name="Line 38"/>
          <p:cNvSpPr>
            <a:spLocks noChangeShapeType="1"/>
          </p:cNvSpPr>
          <p:nvPr/>
        </p:nvSpPr>
        <p:spPr bwMode="auto">
          <a:xfrm>
            <a:off x="6858000" y="2590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19" name="Line 39"/>
          <p:cNvSpPr>
            <a:spLocks noChangeShapeType="1"/>
          </p:cNvSpPr>
          <p:nvPr/>
        </p:nvSpPr>
        <p:spPr bwMode="auto">
          <a:xfrm>
            <a:off x="6096000" y="3886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20" name="Line 40"/>
          <p:cNvSpPr>
            <a:spLocks noChangeShapeType="1"/>
          </p:cNvSpPr>
          <p:nvPr/>
        </p:nvSpPr>
        <p:spPr bwMode="auto">
          <a:xfrm>
            <a:off x="6096000" y="510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21" name="Line 41"/>
          <p:cNvSpPr>
            <a:spLocks noChangeShapeType="1"/>
          </p:cNvSpPr>
          <p:nvPr/>
        </p:nvSpPr>
        <p:spPr bwMode="auto">
          <a:xfrm>
            <a:off x="8382000" y="3886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53647" name="Object 1039"/>
          <p:cNvGraphicFramePr>
            <a:graphicFrameLocks noChangeAspect="1"/>
          </p:cNvGraphicFramePr>
          <p:nvPr/>
        </p:nvGraphicFramePr>
        <p:xfrm>
          <a:off x="7086600" y="1358900"/>
          <a:ext cx="1676400" cy="341313"/>
        </p:xfrm>
        <a:graphic>
          <a:graphicData uri="http://schemas.openxmlformats.org/presentationml/2006/ole">
            <p:oleObj spid="_x0000_s453647" name="Equation" r:id="rId18" imgW="167616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7208-4199-4BF2-AF37-CEE3FF74625A}" type="slidenum">
              <a:rPr lang="en-US"/>
              <a:pPr/>
              <a:t>46</a:t>
            </a:fld>
            <a:endParaRPr lang="en-US"/>
          </a:p>
        </p:txBody>
      </p:sp>
      <p:sp>
        <p:nvSpPr>
          <p:cNvPr id="381954" name="Oval 2"/>
          <p:cNvSpPr>
            <a:spLocks noChangeArrowheads="1"/>
          </p:cNvSpPr>
          <p:nvPr/>
        </p:nvSpPr>
        <p:spPr bwMode="auto">
          <a:xfrm>
            <a:off x="3429000" y="1231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56" name="Object 1024"/>
          <p:cNvGraphicFramePr>
            <a:graphicFrameLocks noChangeAspect="1"/>
          </p:cNvGraphicFramePr>
          <p:nvPr/>
        </p:nvGraphicFramePr>
        <p:xfrm>
          <a:off x="3505200" y="1308100"/>
          <a:ext cx="354013" cy="368300"/>
        </p:xfrm>
        <a:graphic>
          <a:graphicData uri="http://schemas.openxmlformats.org/presentationml/2006/ole">
            <p:oleObj spid="_x0000_s454656" name="Equation" r:id="rId3" imgW="355320" imgH="368280" progId="Equation.3">
              <p:embed/>
            </p:oleObj>
          </a:graphicData>
        </a:graphic>
      </p:graphicFrame>
      <p:sp>
        <p:nvSpPr>
          <p:cNvPr id="381956" name="Oval 4"/>
          <p:cNvSpPr>
            <a:spLocks noChangeArrowheads="1"/>
          </p:cNvSpPr>
          <p:nvPr/>
        </p:nvSpPr>
        <p:spPr bwMode="auto">
          <a:xfrm>
            <a:off x="2286000" y="2222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57" name="Object 1025"/>
          <p:cNvGraphicFramePr>
            <a:graphicFrameLocks noChangeAspect="1"/>
          </p:cNvGraphicFramePr>
          <p:nvPr/>
        </p:nvGraphicFramePr>
        <p:xfrm>
          <a:off x="2362200" y="2298700"/>
          <a:ext cx="354013" cy="368300"/>
        </p:xfrm>
        <a:graphic>
          <a:graphicData uri="http://schemas.openxmlformats.org/presentationml/2006/ole">
            <p:oleObj spid="_x0000_s454657" name="Equation" r:id="rId4" imgW="355320" imgH="368280" progId="Equation.3">
              <p:embed/>
            </p:oleObj>
          </a:graphicData>
        </a:graphic>
      </p:graphicFrame>
      <p:sp>
        <p:nvSpPr>
          <p:cNvPr id="381958" name="Oval 6"/>
          <p:cNvSpPr>
            <a:spLocks noChangeArrowheads="1"/>
          </p:cNvSpPr>
          <p:nvPr/>
        </p:nvSpPr>
        <p:spPr bwMode="auto">
          <a:xfrm>
            <a:off x="4572000" y="2222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58" name="Object 1026"/>
          <p:cNvGraphicFramePr>
            <a:graphicFrameLocks noChangeAspect="1"/>
          </p:cNvGraphicFramePr>
          <p:nvPr/>
        </p:nvGraphicFramePr>
        <p:xfrm>
          <a:off x="4724400" y="2298700"/>
          <a:ext cx="315913" cy="368300"/>
        </p:xfrm>
        <a:graphic>
          <a:graphicData uri="http://schemas.openxmlformats.org/presentationml/2006/ole">
            <p:oleObj spid="_x0000_s454658" name="Equation" r:id="rId5" imgW="317160" imgH="368280" progId="Equation.3">
              <p:embed/>
            </p:oleObj>
          </a:graphicData>
        </a:graphic>
      </p:graphicFrame>
      <p:sp>
        <p:nvSpPr>
          <p:cNvPr id="381960" name="Line 8"/>
          <p:cNvSpPr>
            <a:spLocks noChangeShapeType="1"/>
          </p:cNvSpPr>
          <p:nvPr/>
        </p:nvSpPr>
        <p:spPr bwMode="auto">
          <a:xfrm flipH="1">
            <a:off x="2590800" y="16129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1961" name="Line 9"/>
          <p:cNvSpPr>
            <a:spLocks noChangeShapeType="1"/>
          </p:cNvSpPr>
          <p:nvPr/>
        </p:nvSpPr>
        <p:spPr bwMode="auto">
          <a:xfrm>
            <a:off x="3962400" y="16129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1962" name="Oval 10"/>
          <p:cNvSpPr>
            <a:spLocks noChangeArrowheads="1"/>
          </p:cNvSpPr>
          <p:nvPr/>
        </p:nvSpPr>
        <p:spPr bwMode="auto">
          <a:xfrm>
            <a:off x="3429000" y="2222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59" name="Object 1027"/>
          <p:cNvGraphicFramePr>
            <a:graphicFrameLocks noChangeAspect="1"/>
          </p:cNvGraphicFramePr>
          <p:nvPr/>
        </p:nvGraphicFramePr>
        <p:xfrm>
          <a:off x="3581400" y="2374900"/>
          <a:ext cx="290513" cy="290513"/>
        </p:xfrm>
        <a:graphic>
          <a:graphicData uri="http://schemas.openxmlformats.org/presentationml/2006/ole">
            <p:oleObj spid="_x0000_s454659" name="Equation" r:id="rId6" imgW="291960" imgH="291960" progId="Equation.3">
              <p:embed/>
            </p:oleObj>
          </a:graphicData>
        </a:graphic>
      </p:graphicFrame>
      <p:sp>
        <p:nvSpPr>
          <p:cNvPr id="381964" name="Line 12"/>
          <p:cNvSpPr>
            <a:spLocks noChangeShapeType="1"/>
          </p:cNvSpPr>
          <p:nvPr/>
        </p:nvSpPr>
        <p:spPr bwMode="auto">
          <a:xfrm>
            <a:off x="3733800" y="17653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1965" name="Oval 13"/>
          <p:cNvSpPr>
            <a:spLocks noChangeArrowheads="1"/>
          </p:cNvSpPr>
          <p:nvPr/>
        </p:nvSpPr>
        <p:spPr bwMode="auto">
          <a:xfrm>
            <a:off x="4038600" y="3365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0" name="Object 1028"/>
          <p:cNvGraphicFramePr>
            <a:graphicFrameLocks noChangeAspect="1"/>
          </p:cNvGraphicFramePr>
          <p:nvPr/>
        </p:nvGraphicFramePr>
        <p:xfrm>
          <a:off x="4191000" y="3441700"/>
          <a:ext cx="315913" cy="368300"/>
        </p:xfrm>
        <a:graphic>
          <a:graphicData uri="http://schemas.openxmlformats.org/presentationml/2006/ole">
            <p:oleObj spid="_x0000_s454660" name="Equation" r:id="rId7" imgW="317160" imgH="368280" progId="Equation.3">
              <p:embed/>
            </p:oleObj>
          </a:graphicData>
        </a:graphic>
      </p:graphicFrame>
      <p:sp>
        <p:nvSpPr>
          <p:cNvPr id="381967" name="Oval 15"/>
          <p:cNvSpPr>
            <a:spLocks noChangeArrowheads="1"/>
          </p:cNvSpPr>
          <p:nvPr/>
        </p:nvSpPr>
        <p:spPr bwMode="auto">
          <a:xfrm>
            <a:off x="5181600" y="3365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1" name="Object 1029"/>
          <p:cNvGraphicFramePr>
            <a:graphicFrameLocks noChangeAspect="1"/>
          </p:cNvGraphicFramePr>
          <p:nvPr/>
        </p:nvGraphicFramePr>
        <p:xfrm>
          <a:off x="5372100" y="3543300"/>
          <a:ext cx="214313" cy="239713"/>
        </p:xfrm>
        <a:graphic>
          <a:graphicData uri="http://schemas.openxmlformats.org/presentationml/2006/ole">
            <p:oleObj spid="_x0000_s454661" name="Equation" r:id="rId8" imgW="215640" imgH="241200" progId="Equation.3">
              <p:embed/>
            </p:oleObj>
          </a:graphicData>
        </a:graphic>
      </p:graphicFrame>
      <p:sp>
        <p:nvSpPr>
          <p:cNvPr id="381969" name="Oval 17"/>
          <p:cNvSpPr>
            <a:spLocks noChangeArrowheads="1"/>
          </p:cNvSpPr>
          <p:nvPr/>
        </p:nvSpPr>
        <p:spPr bwMode="auto">
          <a:xfrm>
            <a:off x="6324600" y="3365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2" name="Object 1030"/>
          <p:cNvGraphicFramePr>
            <a:graphicFrameLocks noChangeAspect="1"/>
          </p:cNvGraphicFramePr>
          <p:nvPr/>
        </p:nvGraphicFramePr>
        <p:xfrm>
          <a:off x="6451600" y="3441700"/>
          <a:ext cx="368300" cy="368300"/>
        </p:xfrm>
        <a:graphic>
          <a:graphicData uri="http://schemas.openxmlformats.org/presentationml/2006/ole">
            <p:oleObj spid="_x0000_s454662" name="Equation" r:id="rId9" imgW="368280" imgH="368280" progId="Equation.3">
              <p:embed/>
            </p:oleObj>
          </a:graphicData>
        </a:graphic>
      </p:graphicFrame>
      <p:sp>
        <p:nvSpPr>
          <p:cNvPr id="381971" name="Oval 19"/>
          <p:cNvSpPr>
            <a:spLocks noChangeArrowheads="1"/>
          </p:cNvSpPr>
          <p:nvPr/>
        </p:nvSpPr>
        <p:spPr bwMode="auto">
          <a:xfrm>
            <a:off x="4038600" y="4584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3" name="Object 1031"/>
          <p:cNvGraphicFramePr>
            <a:graphicFrameLocks noChangeAspect="1"/>
          </p:cNvGraphicFramePr>
          <p:nvPr/>
        </p:nvGraphicFramePr>
        <p:xfrm>
          <a:off x="4165600" y="4660900"/>
          <a:ext cx="368300" cy="368300"/>
        </p:xfrm>
        <a:graphic>
          <a:graphicData uri="http://schemas.openxmlformats.org/presentationml/2006/ole">
            <p:oleObj spid="_x0000_s454663" name="Equation" r:id="rId10" imgW="368280" imgH="368280" progId="Equation.3">
              <p:embed/>
            </p:oleObj>
          </a:graphicData>
        </a:graphic>
      </p:graphicFrame>
      <p:sp>
        <p:nvSpPr>
          <p:cNvPr id="381973" name="Oval 21"/>
          <p:cNvSpPr>
            <a:spLocks noChangeArrowheads="1"/>
          </p:cNvSpPr>
          <p:nvPr/>
        </p:nvSpPr>
        <p:spPr bwMode="auto">
          <a:xfrm>
            <a:off x="4038600" y="5803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4" name="Object 1032"/>
          <p:cNvGraphicFramePr>
            <a:graphicFrameLocks noChangeAspect="1"/>
          </p:cNvGraphicFramePr>
          <p:nvPr/>
        </p:nvGraphicFramePr>
        <p:xfrm>
          <a:off x="4216400" y="5924550"/>
          <a:ext cx="265113" cy="279400"/>
        </p:xfrm>
        <a:graphic>
          <a:graphicData uri="http://schemas.openxmlformats.org/presentationml/2006/ole">
            <p:oleObj spid="_x0000_s454664" name="Equation" r:id="rId11" imgW="266400" imgH="279360" progId="Equation.3">
              <p:embed/>
            </p:oleObj>
          </a:graphicData>
        </a:graphic>
      </p:graphicFrame>
      <p:sp>
        <p:nvSpPr>
          <p:cNvPr id="381975" name="Oval 23"/>
          <p:cNvSpPr>
            <a:spLocks noChangeArrowheads="1"/>
          </p:cNvSpPr>
          <p:nvPr/>
        </p:nvSpPr>
        <p:spPr bwMode="auto">
          <a:xfrm>
            <a:off x="2286000" y="3365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5" name="Object 1033"/>
          <p:cNvGraphicFramePr>
            <a:graphicFrameLocks noChangeAspect="1"/>
          </p:cNvGraphicFramePr>
          <p:nvPr/>
        </p:nvGraphicFramePr>
        <p:xfrm>
          <a:off x="2438400" y="3441700"/>
          <a:ext cx="315913" cy="368300"/>
        </p:xfrm>
        <a:graphic>
          <a:graphicData uri="http://schemas.openxmlformats.org/presentationml/2006/ole">
            <p:oleObj spid="_x0000_s454665" name="Equation" r:id="rId12" imgW="317160" imgH="368280" progId="Equation.3">
              <p:embed/>
            </p:oleObj>
          </a:graphicData>
        </a:graphic>
      </p:graphicFrame>
      <p:sp>
        <p:nvSpPr>
          <p:cNvPr id="381977" name="Oval 25"/>
          <p:cNvSpPr>
            <a:spLocks noChangeArrowheads="1"/>
          </p:cNvSpPr>
          <p:nvPr/>
        </p:nvSpPr>
        <p:spPr bwMode="auto">
          <a:xfrm>
            <a:off x="2286000" y="4584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6" name="Object 1034"/>
          <p:cNvGraphicFramePr>
            <a:graphicFrameLocks noChangeAspect="1"/>
          </p:cNvGraphicFramePr>
          <p:nvPr/>
        </p:nvGraphicFramePr>
        <p:xfrm>
          <a:off x="2413000" y="4660900"/>
          <a:ext cx="368300" cy="368300"/>
        </p:xfrm>
        <a:graphic>
          <a:graphicData uri="http://schemas.openxmlformats.org/presentationml/2006/ole">
            <p:oleObj spid="_x0000_s454666" name="Equation" r:id="rId13" imgW="368280" imgH="368280" progId="Equation.3">
              <p:embed/>
            </p:oleObj>
          </a:graphicData>
        </a:graphic>
      </p:graphicFrame>
      <p:sp>
        <p:nvSpPr>
          <p:cNvPr id="381979" name="Oval 27"/>
          <p:cNvSpPr>
            <a:spLocks noChangeArrowheads="1"/>
          </p:cNvSpPr>
          <p:nvPr/>
        </p:nvSpPr>
        <p:spPr bwMode="auto">
          <a:xfrm>
            <a:off x="2286000" y="5803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7" name="Object 1035"/>
          <p:cNvGraphicFramePr>
            <a:graphicFrameLocks noChangeAspect="1"/>
          </p:cNvGraphicFramePr>
          <p:nvPr/>
        </p:nvGraphicFramePr>
        <p:xfrm>
          <a:off x="2463800" y="5924550"/>
          <a:ext cx="265113" cy="279400"/>
        </p:xfrm>
        <a:graphic>
          <a:graphicData uri="http://schemas.openxmlformats.org/presentationml/2006/ole">
            <p:oleObj spid="_x0000_s454667" name="Equation" r:id="rId14" imgW="266400" imgH="279360" progId="Equation.3">
              <p:embed/>
            </p:oleObj>
          </a:graphicData>
        </a:graphic>
      </p:graphicFrame>
      <p:sp>
        <p:nvSpPr>
          <p:cNvPr id="381981" name="Oval 29"/>
          <p:cNvSpPr>
            <a:spLocks noChangeArrowheads="1"/>
          </p:cNvSpPr>
          <p:nvPr/>
        </p:nvSpPr>
        <p:spPr bwMode="auto">
          <a:xfrm>
            <a:off x="6324600" y="4584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4668" name="Object 1036"/>
          <p:cNvGraphicFramePr>
            <a:graphicFrameLocks noChangeAspect="1"/>
          </p:cNvGraphicFramePr>
          <p:nvPr/>
        </p:nvGraphicFramePr>
        <p:xfrm>
          <a:off x="6502400" y="4705350"/>
          <a:ext cx="265113" cy="279400"/>
        </p:xfrm>
        <a:graphic>
          <a:graphicData uri="http://schemas.openxmlformats.org/presentationml/2006/ole">
            <p:oleObj spid="_x0000_s454668" name="Equation" r:id="rId15" imgW="266400" imgH="279360" progId="Equation.3">
              <p:embed/>
            </p:oleObj>
          </a:graphicData>
        </a:graphic>
      </p:graphicFrame>
      <p:sp>
        <p:nvSpPr>
          <p:cNvPr id="381983" name="Line 31"/>
          <p:cNvSpPr>
            <a:spLocks noChangeShapeType="1"/>
          </p:cNvSpPr>
          <p:nvPr/>
        </p:nvSpPr>
        <p:spPr bwMode="auto">
          <a:xfrm>
            <a:off x="2514600" y="27559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84" name="Line 32"/>
          <p:cNvSpPr>
            <a:spLocks noChangeShapeType="1"/>
          </p:cNvSpPr>
          <p:nvPr/>
        </p:nvSpPr>
        <p:spPr bwMode="auto">
          <a:xfrm>
            <a:off x="2514600" y="38989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85" name="Line 33"/>
          <p:cNvSpPr>
            <a:spLocks noChangeShapeType="1"/>
          </p:cNvSpPr>
          <p:nvPr/>
        </p:nvSpPr>
        <p:spPr bwMode="auto">
          <a:xfrm>
            <a:off x="2514600" y="5118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86" name="Line 34"/>
          <p:cNvSpPr>
            <a:spLocks noChangeShapeType="1"/>
          </p:cNvSpPr>
          <p:nvPr/>
        </p:nvSpPr>
        <p:spPr bwMode="auto">
          <a:xfrm flipH="1">
            <a:off x="4343400" y="26797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87" name="Line 35"/>
          <p:cNvSpPr>
            <a:spLocks noChangeShapeType="1"/>
          </p:cNvSpPr>
          <p:nvPr/>
        </p:nvSpPr>
        <p:spPr bwMode="auto">
          <a:xfrm>
            <a:off x="4953000" y="27559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88" name="Line 36"/>
          <p:cNvSpPr>
            <a:spLocks noChangeShapeType="1"/>
          </p:cNvSpPr>
          <p:nvPr/>
        </p:nvSpPr>
        <p:spPr bwMode="auto">
          <a:xfrm>
            <a:off x="5105400" y="26035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89" name="Line 37"/>
          <p:cNvSpPr>
            <a:spLocks noChangeShapeType="1"/>
          </p:cNvSpPr>
          <p:nvPr/>
        </p:nvSpPr>
        <p:spPr bwMode="auto">
          <a:xfrm>
            <a:off x="4343400" y="38989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90" name="Line 38"/>
          <p:cNvSpPr>
            <a:spLocks noChangeShapeType="1"/>
          </p:cNvSpPr>
          <p:nvPr/>
        </p:nvSpPr>
        <p:spPr bwMode="auto">
          <a:xfrm>
            <a:off x="4343400" y="5118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1991" name="Line 39"/>
          <p:cNvSpPr>
            <a:spLocks noChangeShapeType="1"/>
          </p:cNvSpPr>
          <p:nvPr/>
        </p:nvSpPr>
        <p:spPr bwMode="auto">
          <a:xfrm>
            <a:off x="6629400" y="38989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54669" name="Object 1037"/>
          <p:cNvGraphicFramePr>
            <a:graphicFrameLocks noChangeAspect="1"/>
          </p:cNvGraphicFramePr>
          <p:nvPr/>
        </p:nvGraphicFramePr>
        <p:xfrm>
          <a:off x="5334000" y="1371600"/>
          <a:ext cx="1676400" cy="341313"/>
        </p:xfrm>
        <a:graphic>
          <a:graphicData uri="http://schemas.openxmlformats.org/presentationml/2006/ole">
            <p:oleObj spid="_x0000_s454669" name="Equation" r:id="rId16" imgW="1676160" imgH="342720" progId="Equation.3">
              <p:embed/>
            </p:oleObj>
          </a:graphicData>
        </a:graphic>
      </p:graphicFrame>
      <p:sp>
        <p:nvSpPr>
          <p:cNvPr id="381993" name="Text Box 41"/>
          <p:cNvSpPr txBox="1">
            <a:spLocks noChangeArrowheads="1"/>
          </p:cNvSpPr>
          <p:nvPr/>
        </p:nvSpPr>
        <p:spPr bwMode="auto">
          <a:xfrm>
            <a:off x="1355725" y="254000"/>
            <a:ext cx="4441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Unique derivation tree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9C19-0F48-498E-A0A8-0022AE2B548F}" type="slidenum">
              <a:rPr lang="en-US"/>
              <a:pPr/>
              <a:t>47</a:t>
            </a:fld>
            <a:endParaRPr lang="en-US"/>
          </a:p>
        </p:txBody>
      </p:sp>
      <p:sp>
        <p:nvSpPr>
          <p:cNvPr id="382978" name="Text Box 2"/>
          <p:cNvSpPr txBox="1">
            <a:spLocks noChangeArrowheads="1"/>
          </p:cNvSpPr>
          <p:nvPr/>
        </p:nvSpPr>
        <p:spPr bwMode="auto">
          <a:xfrm>
            <a:off x="288925" y="101600"/>
            <a:ext cx="379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grammar     :   </a:t>
            </a:r>
          </a:p>
        </p:txBody>
      </p:sp>
      <p:graphicFrame>
        <p:nvGraphicFramePr>
          <p:cNvPr id="455680" name="Object 1024"/>
          <p:cNvGraphicFramePr>
            <a:graphicFrameLocks noChangeAspect="1"/>
          </p:cNvGraphicFramePr>
          <p:nvPr/>
        </p:nvGraphicFramePr>
        <p:xfrm>
          <a:off x="4267200" y="228600"/>
          <a:ext cx="2222500" cy="4216400"/>
        </p:xfrm>
        <a:graphic>
          <a:graphicData uri="http://schemas.openxmlformats.org/presentationml/2006/ole">
            <p:oleObj spid="_x0000_s455680" name="Equation" r:id="rId3" imgW="2222280" imgH="4216320" progId="Equation.3">
              <p:embed/>
            </p:oleObj>
          </a:graphicData>
        </a:graphic>
      </p:graphicFrame>
      <p:sp>
        <p:nvSpPr>
          <p:cNvPr id="382980" name="Text Box 4"/>
          <p:cNvSpPr txBox="1">
            <a:spLocks noChangeArrowheads="1"/>
          </p:cNvSpPr>
          <p:nvPr/>
        </p:nvSpPr>
        <p:spPr bwMode="auto">
          <a:xfrm>
            <a:off x="381000" y="4572000"/>
            <a:ext cx="3481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</a:t>
            </a:r>
            <a:r>
              <a:rPr lang="en-US">
                <a:solidFill>
                  <a:srgbClr val="FF0000"/>
                </a:solidFill>
              </a:rPr>
              <a:t>non-ambiguous:</a:t>
            </a:r>
          </a:p>
        </p:txBody>
      </p:sp>
      <p:sp>
        <p:nvSpPr>
          <p:cNvPr id="382981" name="Text Box 5"/>
          <p:cNvSpPr txBox="1">
            <a:spLocks noChangeArrowheads="1"/>
          </p:cNvSpPr>
          <p:nvPr/>
        </p:nvSpPr>
        <p:spPr bwMode="auto">
          <a:xfrm>
            <a:off x="1355725" y="5359400"/>
            <a:ext cx="53578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Every string                  has</a:t>
            </a:r>
          </a:p>
          <a:p>
            <a:r>
              <a:rPr lang="en-US"/>
              <a:t>a unique derivation tree </a:t>
            </a:r>
          </a:p>
        </p:txBody>
      </p:sp>
      <p:graphicFrame>
        <p:nvGraphicFramePr>
          <p:cNvPr id="455681" name="Object 1025"/>
          <p:cNvGraphicFramePr>
            <a:graphicFrameLocks noChangeAspect="1"/>
          </p:cNvGraphicFramePr>
          <p:nvPr/>
        </p:nvGraphicFramePr>
        <p:xfrm>
          <a:off x="3124200" y="152400"/>
          <a:ext cx="393700" cy="419100"/>
        </p:xfrm>
        <a:graphic>
          <a:graphicData uri="http://schemas.openxmlformats.org/presentationml/2006/ole">
            <p:oleObj spid="_x0000_s455681" name="Equation" r:id="rId4" imgW="393480" imgH="419040" progId="Equation.3">
              <p:embed/>
            </p:oleObj>
          </a:graphicData>
        </a:graphic>
      </p:graphicFrame>
      <p:graphicFrame>
        <p:nvGraphicFramePr>
          <p:cNvPr id="455682" name="Object 1026"/>
          <p:cNvGraphicFramePr>
            <a:graphicFrameLocks noChangeAspect="1"/>
          </p:cNvGraphicFramePr>
          <p:nvPr/>
        </p:nvGraphicFramePr>
        <p:xfrm>
          <a:off x="3886200" y="5410200"/>
          <a:ext cx="1879600" cy="533400"/>
        </p:xfrm>
        <a:graphic>
          <a:graphicData uri="http://schemas.openxmlformats.org/presentationml/2006/ole">
            <p:oleObj spid="_x0000_s455682" name="Equation" r:id="rId5" imgW="187956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3398E-4CF1-4E67-9319-A477F2F1A247}" type="slidenum">
              <a:rPr lang="en-US"/>
              <a:pPr/>
              <a:t>48</a:t>
            </a:fld>
            <a:endParaRPr lang="en-US"/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Ambiguous Grammar</a:t>
            </a:r>
          </a:p>
        </p:txBody>
      </p:sp>
      <p:sp>
        <p:nvSpPr>
          <p:cNvPr id="418819" name="Text Box 3"/>
          <p:cNvSpPr txBox="1">
            <a:spLocks noChangeArrowheads="1"/>
          </p:cNvSpPr>
          <p:nvPr/>
        </p:nvSpPr>
        <p:spPr bwMode="auto">
          <a:xfrm>
            <a:off x="0" y="1371600"/>
            <a:ext cx="210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IF_STMT</a:t>
            </a:r>
          </a:p>
        </p:txBody>
      </p:sp>
      <p:sp>
        <p:nvSpPr>
          <p:cNvPr id="418820" name="Text Box 4"/>
          <p:cNvSpPr txBox="1">
            <a:spLocks noChangeArrowheads="1"/>
          </p:cNvSpPr>
          <p:nvPr/>
        </p:nvSpPr>
        <p:spPr bwMode="auto">
          <a:xfrm>
            <a:off x="2971800" y="1371600"/>
            <a:ext cx="3941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EXPR then STMT</a:t>
            </a:r>
          </a:p>
        </p:txBody>
      </p:sp>
      <p:graphicFrame>
        <p:nvGraphicFramePr>
          <p:cNvPr id="456704" name="Object 0"/>
          <p:cNvGraphicFramePr>
            <a:graphicFrameLocks noChangeAspect="1"/>
          </p:cNvGraphicFramePr>
          <p:nvPr/>
        </p:nvGraphicFramePr>
        <p:xfrm>
          <a:off x="2286000" y="1524000"/>
          <a:ext cx="533400" cy="339725"/>
        </p:xfrm>
        <a:graphic>
          <a:graphicData uri="http://schemas.openxmlformats.org/presentationml/2006/ole">
            <p:oleObj spid="_x0000_s456704" name="Equation" r:id="rId3" imgW="419040" imgH="266400" progId="Equation.3">
              <p:embed/>
            </p:oleObj>
          </a:graphicData>
        </a:graphic>
      </p:graphicFrame>
      <p:graphicFrame>
        <p:nvGraphicFramePr>
          <p:cNvPr id="456705" name="Object 1"/>
          <p:cNvGraphicFramePr>
            <a:graphicFrameLocks noChangeAspect="1"/>
          </p:cNvGraphicFramePr>
          <p:nvPr/>
        </p:nvGraphicFramePr>
        <p:xfrm>
          <a:off x="2438400" y="1981200"/>
          <a:ext cx="122238" cy="685800"/>
        </p:xfrm>
        <a:graphic>
          <a:graphicData uri="http://schemas.openxmlformats.org/presentationml/2006/ole">
            <p:oleObj spid="_x0000_s456705" name="Equation" r:id="rId4" imgW="75960" imgH="431640" progId="Equation.3">
              <p:embed/>
            </p:oleObj>
          </a:graphicData>
        </a:graphic>
      </p:graphicFrame>
      <p:sp>
        <p:nvSpPr>
          <p:cNvPr id="418824" name="Text Box 8"/>
          <p:cNvSpPr txBox="1">
            <a:spLocks noChangeArrowheads="1"/>
          </p:cNvSpPr>
          <p:nvPr/>
        </p:nvSpPr>
        <p:spPr bwMode="auto">
          <a:xfrm>
            <a:off x="2711450" y="2133600"/>
            <a:ext cx="6134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EXPR then STMT else STMT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F97-8AFF-4F3E-9096-3D0C818C8801}" type="slidenum">
              <a:rPr lang="en-US"/>
              <a:pPr/>
              <a:t>49</a:t>
            </a:fld>
            <a:endParaRPr lang="en-US"/>
          </a:p>
        </p:txBody>
      </p:sp>
      <p:sp>
        <p:nvSpPr>
          <p:cNvPr id="419842" name="Text Box 1026"/>
          <p:cNvSpPr txBox="1">
            <a:spLocks noChangeArrowheads="1"/>
          </p:cNvSpPr>
          <p:nvPr/>
        </p:nvSpPr>
        <p:spPr bwMode="auto">
          <a:xfrm>
            <a:off x="0" y="228600"/>
            <a:ext cx="8796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</a:t>
            </a:r>
            <a:r>
              <a:rPr lang="en-US">
                <a:solidFill>
                  <a:srgbClr val="33CC33"/>
                </a:solidFill>
              </a:rPr>
              <a:t>expr1</a:t>
            </a:r>
            <a:r>
              <a:rPr lang="en-US"/>
              <a:t> then if </a:t>
            </a:r>
            <a:r>
              <a:rPr lang="en-US">
                <a:solidFill>
                  <a:srgbClr val="33CC33"/>
                </a:solidFill>
              </a:rPr>
              <a:t>expr2</a:t>
            </a:r>
            <a:r>
              <a:rPr lang="en-US"/>
              <a:t> then </a:t>
            </a:r>
            <a:r>
              <a:rPr lang="en-US">
                <a:solidFill>
                  <a:srgbClr val="33CC33"/>
                </a:solidFill>
              </a:rPr>
              <a:t>stmt1</a:t>
            </a:r>
            <a:r>
              <a:rPr lang="en-US"/>
              <a:t> else </a:t>
            </a:r>
            <a:r>
              <a:rPr lang="en-US">
                <a:solidFill>
                  <a:srgbClr val="33CC33"/>
                </a:solidFill>
              </a:rPr>
              <a:t>stmt2</a:t>
            </a:r>
          </a:p>
        </p:txBody>
      </p:sp>
      <p:sp>
        <p:nvSpPr>
          <p:cNvPr id="419847" name="Oval 1031"/>
          <p:cNvSpPr>
            <a:spLocks noChangeArrowheads="1"/>
          </p:cNvSpPr>
          <p:nvPr/>
        </p:nvSpPr>
        <p:spPr bwMode="auto">
          <a:xfrm>
            <a:off x="1371600" y="1066800"/>
            <a:ext cx="1905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48" name="Text Box 1032"/>
          <p:cNvSpPr txBox="1">
            <a:spLocks noChangeArrowheads="1"/>
          </p:cNvSpPr>
          <p:nvPr/>
        </p:nvSpPr>
        <p:spPr bwMode="auto">
          <a:xfrm>
            <a:off x="1524000" y="1066800"/>
            <a:ext cx="16240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IF_STMT</a:t>
            </a:r>
          </a:p>
        </p:txBody>
      </p:sp>
      <p:sp>
        <p:nvSpPr>
          <p:cNvPr id="419849" name="Oval 1033"/>
          <p:cNvSpPr>
            <a:spLocks noChangeArrowheads="1"/>
          </p:cNvSpPr>
          <p:nvPr/>
        </p:nvSpPr>
        <p:spPr bwMode="auto">
          <a:xfrm>
            <a:off x="1524000" y="19812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50" name="Text Box 1034"/>
          <p:cNvSpPr txBox="1">
            <a:spLocks noChangeArrowheads="1"/>
          </p:cNvSpPr>
          <p:nvPr/>
        </p:nvSpPr>
        <p:spPr bwMode="auto">
          <a:xfrm>
            <a:off x="1600200" y="1981200"/>
            <a:ext cx="976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expr1</a:t>
            </a:r>
          </a:p>
        </p:txBody>
      </p:sp>
      <p:sp>
        <p:nvSpPr>
          <p:cNvPr id="419852" name="Oval 1036"/>
          <p:cNvSpPr>
            <a:spLocks noChangeArrowheads="1"/>
          </p:cNvSpPr>
          <p:nvPr/>
        </p:nvSpPr>
        <p:spPr bwMode="auto">
          <a:xfrm>
            <a:off x="2819400" y="1981200"/>
            <a:ext cx="838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53" name="Text Box 1037"/>
          <p:cNvSpPr txBox="1">
            <a:spLocks noChangeArrowheads="1"/>
          </p:cNvSpPr>
          <p:nvPr/>
        </p:nvSpPr>
        <p:spPr bwMode="auto">
          <a:xfrm>
            <a:off x="2819400" y="1981200"/>
            <a:ext cx="83026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then</a:t>
            </a:r>
          </a:p>
        </p:txBody>
      </p:sp>
      <p:sp>
        <p:nvSpPr>
          <p:cNvPr id="419854" name="Oval 1038"/>
          <p:cNvSpPr>
            <a:spLocks noChangeArrowheads="1"/>
          </p:cNvSpPr>
          <p:nvPr/>
        </p:nvSpPr>
        <p:spPr bwMode="auto">
          <a:xfrm>
            <a:off x="6096000" y="2895600"/>
            <a:ext cx="762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55" name="Text Box 1039"/>
          <p:cNvSpPr txBox="1">
            <a:spLocks noChangeArrowheads="1"/>
          </p:cNvSpPr>
          <p:nvPr/>
        </p:nvSpPr>
        <p:spPr bwMode="auto">
          <a:xfrm>
            <a:off x="6096000" y="2895600"/>
            <a:ext cx="74930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else</a:t>
            </a:r>
          </a:p>
        </p:txBody>
      </p:sp>
      <p:sp>
        <p:nvSpPr>
          <p:cNvPr id="419856" name="Oval 1040"/>
          <p:cNvSpPr>
            <a:spLocks noChangeArrowheads="1"/>
          </p:cNvSpPr>
          <p:nvPr/>
        </p:nvSpPr>
        <p:spPr bwMode="auto">
          <a:xfrm>
            <a:off x="1752600" y="28956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57" name="Text Box 1041"/>
          <p:cNvSpPr txBox="1">
            <a:spLocks noChangeArrowheads="1"/>
          </p:cNvSpPr>
          <p:nvPr/>
        </p:nvSpPr>
        <p:spPr bwMode="auto">
          <a:xfrm>
            <a:off x="1828800" y="2895600"/>
            <a:ext cx="4254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sz="2400"/>
              <a:t>if</a:t>
            </a:r>
          </a:p>
        </p:txBody>
      </p:sp>
      <p:sp>
        <p:nvSpPr>
          <p:cNvPr id="419858" name="Oval 1042"/>
          <p:cNvSpPr>
            <a:spLocks noChangeArrowheads="1"/>
          </p:cNvSpPr>
          <p:nvPr/>
        </p:nvSpPr>
        <p:spPr bwMode="auto">
          <a:xfrm>
            <a:off x="2514600" y="2895600"/>
            <a:ext cx="10668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59" name="Text Box 1043"/>
          <p:cNvSpPr txBox="1">
            <a:spLocks noChangeArrowheads="1"/>
          </p:cNvSpPr>
          <p:nvPr/>
        </p:nvSpPr>
        <p:spPr bwMode="auto">
          <a:xfrm>
            <a:off x="2590800" y="2895600"/>
            <a:ext cx="1025525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expr2</a:t>
            </a:r>
          </a:p>
        </p:txBody>
      </p:sp>
      <p:sp>
        <p:nvSpPr>
          <p:cNvPr id="419860" name="Oval 1044"/>
          <p:cNvSpPr>
            <a:spLocks noChangeArrowheads="1"/>
          </p:cNvSpPr>
          <p:nvPr/>
        </p:nvSpPr>
        <p:spPr bwMode="auto">
          <a:xfrm>
            <a:off x="3810000" y="2895600"/>
            <a:ext cx="762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61" name="Text Box 1045"/>
          <p:cNvSpPr txBox="1">
            <a:spLocks noChangeArrowheads="1"/>
          </p:cNvSpPr>
          <p:nvPr/>
        </p:nvSpPr>
        <p:spPr bwMode="auto">
          <a:xfrm>
            <a:off x="3810000" y="2895600"/>
            <a:ext cx="83026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then</a:t>
            </a:r>
          </a:p>
        </p:txBody>
      </p:sp>
      <p:sp>
        <p:nvSpPr>
          <p:cNvPr id="419862" name="Oval 1046"/>
          <p:cNvSpPr>
            <a:spLocks noChangeArrowheads="1"/>
          </p:cNvSpPr>
          <p:nvPr/>
        </p:nvSpPr>
        <p:spPr bwMode="auto">
          <a:xfrm>
            <a:off x="3810000" y="1981200"/>
            <a:ext cx="1143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63" name="Text Box 1047"/>
          <p:cNvSpPr txBox="1">
            <a:spLocks noChangeArrowheads="1"/>
          </p:cNvSpPr>
          <p:nvPr/>
        </p:nvSpPr>
        <p:spPr bwMode="auto">
          <a:xfrm>
            <a:off x="3886200" y="1981200"/>
            <a:ext cx="1081088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STMT</a:t>
            </a:r>
          </a:p>
        </p:txBody>
      </p:sp>
      <p:sp>
        <p:nvSpPr>
          <p:cNvPr id="419866" name="Oval 1050"/>
          <p:cNvSpPr>
            <a:spLocks noChangeArrowheads="1"/>
          </p:cNvSpPr>
          <p:nvPr/>
        </p:nvSpPr>
        <p:spPr bwMode="auto">
          <a:xfrm>
            <a:off x="4800600" y="2895600"/>
            <a:ext cx="1143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67" name="Text Box 1051"/>
          <p:cNvSpPr txBox="1">
            <a:spLocks noChangeArrowheads="1"/>
          </p:cNvSpPr>
          <p:nvPr/>
        </p:nvSpPr>
        <p:spPr bwMode="auto">
          <a:xfrm>
            <a:off x="4876800" y="2895600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stmt1</a:t>
            </a:r>
          </a:p>
        </p:txBody>
      </p:sp>
      <p:sp>
        <p:nvSpPr>
          <p:cNvPr id="419868" name="Oval 1052"/>
          <p:cNvSpPr>
            <a:spLocks noChangeArrowheads="1"/>
          </p:cNvSpPr>
          <p:nvPr/>
        </p:nvSpPr>
        <p:spPr bwMode="auto">
          <a:xfrm>
            <a:off x="838200" y="19050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69" name="Text Box 1053"/>
          <p:cNvSpPr txBox="1">
            <a:spLocks noChangeArrowheads="1"/>
          </p:cNvSpPr>
          <p:nvPr/>
        </p:nvSpPr>
        <p:spPr bwMode="auto">
          <a:xfrm>
            <a:off x="914400" y="1905000"/>
            <a:ext cx="4254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sz="2400"/>
              <a:t>if</a:t>
            </a:r>
          </a:p>
        </p:txBody>
      </p:sp>
      <p:sp>
        <p:nvSpPr>
          <p:cNvPr id="419870" name="Line 1054"/>
          <p:cNvSpPr>
            <a:spLocks noChangeShapeType="1"/>
          </p:cNvSpPr>
          <p:nvPr/>
        </p:nvSpPr>
        <p:spPr bwMode="auto">
          <a:xfrm flipH="1">
            <a:off x="1219200" y="1447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871" name="Line 1055"/>
          <p:cNvSpPr>
            <a:spLocks noChangeShapeType="1"/>
          </p:cNvSpPr>
          <p:nvPr/>
        </p:nvSpPr>
        <p:spPr bwMode="auto">
          <a:xfrm>
            <a:off x="20574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872" name="Line 1056"/>
          <p:cNvSpPr>
            <a:spLocks noChangeShapeType="1"/>
          </p:cNvSpPr>
          <p:nvPr/>
        </p:nvSpPr>
        <p:spPr bwMode="auto">
          <a:xfrm>
            <a:off x="2819400" y="1524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873" name="Line 1057"/>
          <p:cNvSpPr>
            <a:spLocks noChangeShapeType="1"/>
          </p:cNvSpPr>
          <p:nvPr/>
        </p:nvSpPr>
        <p:spPr bwMode="auto">
          <a:xfrm>
            <a:off x="3276600" y="13716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874" name="Line 1058"/>
          <p:cNvSpPr>
            <a:spLocks noChangeShapeType="1"/>
          </p:cNvSpPr>
          <p:nvPr/>
        </p:nvSpPr>
        <p:spPr bwMode="auto">
          <a:xfrm flipH="1">
            <a:off x="2209800" y="2362200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875" name="Line 1059"/>
          <p:cNvSpPr>
            <a:spLocks noChangeShapeType="1"/>
          </p:cNvSpPr>
          <p:nvPr/>
        </p:nvSpPr>
        <p:spPr bwMode="auto">
          <a:xfrm flipH="1">
            <a:off x="3276600" y="2438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876" name="Line 1060"/>
          <p:cNvSpPr>
            <a:spLocks noChangeShapeType="1"/>
          </p:cNvSpPr>
          <p:nvPr/>
        </p:nvSpPr>
        <p:spPr bwMode="auto">
          <a:xfrm flipH="1">
            <a:off x="4267200" y="24384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877" name="Line 1061"/>
          <p:cNvSpPr>
            <a:spLocks noChangeShapeType="1"/>
          </p:cNvSpPr>
          <p:nvPr/>
        </p:nvSpPr>
        <p:spPr bwMode="auto">
          <a:xfrm>
            <a:off x="46482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878" name="Line 1062"/>
          <p:cNvSpPr>
            <a:spLocks noChangeShapeType="1"/>
          </p:cNvSpPr>
          <p:nvPr/>
        </p:nvSpPr>
        <p:spPr bwMode="auto">
          <a:xfrm>
            <a:off x="4800600" y="23622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881" name="Oval 1065"/>
          <p:cNvSpPr>
            <a:spLocks noChangeArrowheads="1"/>
          </p:cNvSpPr>
          <p:nvPr/>
        </p:nvSpPr>
        <p:spPr bwMode="auto">
          <a:xfrm>
            <a:off x="1219200" y="4038600"/>
            <a:ext cx="1905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82" name="Text Box 1066"/>
          <p:cNvSpPr txBox="1">
            <a:spLocks noChangeArrowheads="1"/>
          </p:cNvSpPr>
          <p:nvPr/>
        </p:nvSpPr>
        <p:spPr bwMode="auto">
          <a:xfrm>
            <a:off x="1371600" y="4038600"/>
            <a:ext cx="16240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IF_STMT</a:t>
            </a:r>
          </a:p>
        </p:txBody>
      </p:sp>
      <p:sp>
        <p:nvSpPr>
          <p:cNvPr id="419883" name="Oval 1067"/>
          <p:cNvSpPr>
            <a:spLocks noChangeArrowheads="1"/>
          </p:cNvSpPr>
          <p:nvPr/>
        </p:nvSpPr>
        <p:spPr bwMode="auto">
          <a:xfrm>
            <a:off x="1371600" y="49530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84" name="Text Box 1068"/>
          <p:cNvSpPr txBox="1">
            <a:spLocks noChangeArrowheads="1"/>
          </p:cNvSpPr>
          <p:nvPr/>
        </p:nvSpPr>
        <p:spPr bwMode="auto">
          <a:xfrm>
            <a:off x="1447800" y="4953000"/>
            <a:ext cx="976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expr1</a:t>
            </a:r>
          </a:p>
        </p:txBody>
      </p:sp>
      <p:sp>
        <p:nvSpPr>
          <p:cNvPr id="419885" name="Oval 1069"/>
          <p:cNvSpPr>
            <a:spLocks noChangeArrowheads="1"/>
          </p:cNvSpPr>
          <p:nvPr/>
        </p:nvSpPr>
        <p:spPr bwMode="auto">
          <a:xfrm>
            <a:off x="2667000" y="4953000"/>
            <a:ext cx="838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86" name="Text Box 1070"/>
          <p:cNvSpPr txBox="1">
            <a:spLocks noChangeArrowheads="1"/>
          </p:cNvSpPr>
          <p:nvPr/>
        </p:nvSpPr>
        <p:spPr bwMode="auto">
          <a:xfrm>
            <a:off x="2667000" y="4953000"/>
            <a:ext cx="83026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then</a:t>
            </a:r>
          </a:p>
        </p:txBody>
      </p:sp>
      <p:sp>
        <p:nvSpPr>
          <p:cNvPr id="419887" name="Oval 1071"/>
          <p:cNvSpPr>
            <a:spLocks noChangeArrowheads="1"/>
          </p:cNvSpPr>
          <p:nvPr/>
        </p:nvSpPr>
        <p:spPr bwMode="auto">
          <a:xfrm>
            <a:off x="5029200" y="4953000"/>
            <a:ext cx="762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88" name="Text Box 1072"/>
          <p:cNvSpPr txBox="1">
            <a:spLocks noChangeArrowheads="1"/>
          </p:cNvSpPr>
          <p:nvPr/>
        </p:nvSpPr>
        <p:spPr bwMode="auto">
          <a:xfrm>
            <a:off x="5029200" y="4953000"/>
            <a:ext cx="74930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else</a:t>
            </a:r>
          </a:p>
        </p:txBody>
      </p:sp>
      <p:sp>
        <p:nvSpPr>
          <p:cNvPr id="419889" name="Oval 1073"/>
          <p:cNvSpPr>
            <a:spLocks noChangeArrowheads="1"/>
          </p:cNvSpPr>
          <p:nvPr/>
        </p:nvSpPr>
        <p:spPr bwMode="auto">
          <a:xfrm>
            <a:off x="1600200" y="58674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90" name="Text Box 1074"/>
          <p:cNvSpPr txBox="1">
            <a:spLocks noChangeArrowheads="1"/>
          </p:cNvSpPr>
          <p:nvPr/>
        </p:nvSpPr>
        <p:spPr bwMode="auto">
          <a:xfrm>
            <a:off x="1676400" y="5867400"/>
            <a:ext cx="4254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sz="2400"/>
              <a:t>if</a:t>
            </a:r>
          </a:p>
        </p:txBody>
      </p:sp>
      <p:sp>
        <p:nvSpPr>
          <p:cNvPr id="419891" name="Oval 1075"/>
          <p:cNvSpPr>
            <a:spLocks noChangeArrowheads="1"/>
          </p:cNvSpPr>
          <p:nvPr/>
        </p:nvSpPr>
        <p:spPr bwMode="auto">
          <a:xfrm>
            <a:off x="2362200" y="5867400"/>
            <a:ext cx="10668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92" name="Text Box 1076"/>
          <p:cNvSpPr txBox="1">
            <a:spLocks noChangeArrowheads="1"/>
          </p:cNvSpPr>
          <p:nvPr/>
        </p:nvSpPr>
        <p:spPr bwMode="auto">
          <a:xfrm>
            <a:off x="2438400" y="5867400"/>
            <a:ext cx="1025525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expr2</a:t>
            </a:r>
          </a:p>
        </p:txBody>
      </p:sp>
      <p:sp>
        <p:nvSpPr>
          <p:cNvPr id="419893" name="Oval 1077"/>
          <p:cNvSpPr>
            <a:spLocks noChangeArrowheads="1"/>
          </p:cNvSpPr>
          <p:nvPr/>
        </p:nvSpPr>
        <p:spPr bwMode="auto">
          <a:xfrm>
            <a:off x="3657600" y="5867400"/>
            <a:ext cx="762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94" name="Text Box 1078"/>
          <p:cNvSpPr txBox="1">
            <a:spLocks noChangeArrowheads="1"/>
          </p:cNvSpPr>
          <p:nvPr/>
        </p:nvSpPr>
        <p:spPr bwMode="auto">
          <a:xfrm>
            <a:off x="3657600" y="5867400"/>
            <a:ext cx="83026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then</a:t>
            </a:r>
          </a:p>
        </p:txBody>
      </p:sp>
      <p:sp>
        <p:nvSpPr>
          <p:cNvPr id="419895" name="Oval 1079"/>
          <p:cNvSpPr>
            <a:spLocks noChangeArrowheads="1"/>
          </p:cNvSpPr>
          <p:nvPr/>
        </p:nvSpPr>
        <p:spPr bwMode="auto">
          <a:xfrm>
            <a:off x="3657600" y="4953000"/>
            <a:ext cx="1143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96" name="Text Box 1080"/>
          <p:cNvSpPr txBox="1">
            <a:spLocks noChangeArrowheads="1"/>
          </p:cNvSpPr>
          <p:nvPr/>
        </p:nvSpPr>
        <p:spPr bwMode="auto">
          <a:xfrm>
            <a:off x="3733800" y="4953000"/>
            <a:ext cx="1081088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STMT</a:t>
            </a:r>
          </a:p>
        </p:txBody>
      </p:sp>
      <p:sp>
        <p:nvSpPr>
          <p:cNvPr id="419897" name="Oval 1081"/>
          <p:cNvSpPr>
            <a:spLocks noChangeArrowheads="1"/>
          </p:cNvSpPr>
          <p:nvPr/>
        </p:nvSpPr>
        <p:spPr bwMode="auto">
          <a:xfrm>
            <a:off x="5943600" y="4953000"/>
            <a:ext cx="1143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98" name="Text Box 1082"/>
          <p:cNvSpPr txBox="1">
            <a:spLocks noChangeArrowheads="1"/>
          </p:cNvSpPr>
          <p:nvPr/>
        </p:nvSpPr>
        <p:spPr bwMode="auto">
          <a:xfrm>
            <a:off x="6019800" y="4953000"/>
            <a:ext cx="10398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stmt2</a:t>
            </a:r>
          </a:p>
        </p:txBody>
      </p:sp>
      <p:sp>
        <p:nvSpPr>
          <p:cNvPr id="419899" name="Oval 1083"/>
          <p:cNvSpPr>
            <a:spLocks noChangeArrowheads="1"/>
          </p:cNvSpPr>
          <p:nvPr/>
        </p:nvSpPr>
        <p:spPr bwMode="auto">
          <a:xfrm>
            <a:off x="685800" y="48768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00" name="Text Box 1084"/>
          <p:cNvSpPr txBox="1">
            <a:spLocks noChangeArrowheads="1"/>
          </p:cNvSpPr>
          <p:nvPr/>
        </p:nvSpPr>
        <p:spPr bwMode="auto">
          <a:xfrm>
            <a:off x="762000" y="4876800"/>
            <a:ext cx="4254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sz="2400"/>
              <a:t>if</a:t>
            </a:r>
          </a:p>
        </p:txBody>
      </p:sp>
      <p:sp>
        <p:nvSpPr>
          <p:cNvPr id="419901" name="Line 1085"/>
          <p:cNvSpPr>
            <a:spLocks noChangeShapeType="1"/>
          </p:cNvSpPr>
          <p:nvPr/>
        </p:nvSpPr>
        <p:spPr bwMode="auto">
          <a:xfrm flipH="1">
            <a:off x="1066800" y="4419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02" name="Line 1086"/>
          <p:cNvSpPr>
            <a:spLocks noChangeShapeType="1"/>
          </p:cNvSpPr>
          <p:nvPr/>
        </p:nvSpPr>
        <p:spPr bwMode="auto">
          <a:xfrm>
            <a:off x="1905000" y="4495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903" name="Line 1087"/>
          <p:cNvSpPr>
            <a:spLocks noChangeShapeType="1"/>
          </p:cNvSpPr>
          <p:nvPr/>
        </p:nvSpPr>
        <p:spPr bwMode="auto">
          <a:xfrm>
            <a:off x="2133600" y="44958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04" name="Line 1088"/>
          <p:cNvSpPr>
            <a:spLocks noChangeShapeType="1"/>
          </p:cNvSpPr>
          <p:nvPr/>
        </p:nvSpPr>
        <p:spPr bwMode="auto">
          <a:xfrm>
            <a:off x="2514600" y="4495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05" name="Line 1089"/>
          <p:cNvSpPr>
            <a:spLocks noChangeShapeType="1"/>
          </p:cNvSpPr>
          <p:nvPr/>
        </p:nvSpPr>
        <p:spPr bwMode="auto">
          <a:xfrm flipH="1">
            <a:off x="2057400" y="5334000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06" name="Line 1090"/>
          <p:cNvSpPr>
            <a:spLocks noChangeShapeType="1"/>
          </p:cNvSpPr>
          <p:nvPr/>
        </p:nvSpPr>
        <p:spPr bwMode="auto">
          <a:xfrm flipH="1">
            <a:off x="3124200" y="5410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907" name="Line 1091"/>
          <p:cNvSpPr>
            <a:spLocks noChangeShapeType="1"/>
          </p:cNvSpPr>
          <p:nvPr/>
        </p:nvSpPr>
        <p:spPr bwMode="auto">
          <a:xfrm flipH="1">
            <a:off x="4114800" y="54102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910" name="Oval 1094"/>
          <p:cNvSpPr>
            <a:spLocks noChangeArrowheads="1"/>
          </p:cNvSpPr>
          <p:nvPr/>
        </p:nvSpPr>
        <p:spPr bwMode="auto">
          <a:xfrm>
            <a:off x="4648200" y="5867400"/>
            <a:ext cx="1143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11" name="Text Box 1095"/>
          <p:cNvSpPr txBox="1">
            <a:spLocks noChangeArrowheads="1"/>
          </p:cNvSpPr>
          <p:nvPr/>
        </p:nvSpPr>
        <p:spPr bwMode="auto">
          <a:xfrm>
            <a:off x="4724400" y="5867400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stmt1</a:t>
            </a:r>
          </a:p>
        </p:txBody>
      </p:sp>
      <p:sp>
        <p:nvSpPr>
          <p:cNvPr id="419912" name="Line 1096"/>
          <p:cNvSpPr>
            <a:spLocks noChangeShapeType="1"/>
          </p:cNvSpPr>
          <p:nvPr/>
        </p:nvSpPr>
        <p:spPr bwMode="auto">
          <a:xfrm>
            <a:off x="4495800" y="5410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913" name="Line 1097"/>
          <p:cNvSpPr>
            <a:spLocks noChangeShapeType="1"/>
          </p:cNvSpPr>
          <p:nvPr/>
        </p:nvSpPr>
        <p:spPr bwMode="auto">
          <a:xfrm>
            <a:off x="2971800" y="4419600"/>
            <a:ext cx="2286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914" name="Line 1098"/>
          <p:cNvSpPr>
            <a:spLocks noChangeShapeType="1"/>
          </p:cNvSpPr>
          <p:nvPr/>
        </p:nvSpPr>
        <p:spPr bwMode="auto">
          <a:xfrm>
            <a:off x="3124200" y="4267200"/>
            <a:ext cx="3200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9915" name="Oval 1099"/>
          <p:cNvSpPr>
            <a:spLocks noChangeArrowheads="1"/>
          </p:cNvSpPr>
          <p:nvPr/>
        </p:nvSpPr>
        <p:spPr bwMode="auto">
          <a:xfrm>
            <a:off x="7010400" y="2895600"/>
            <a:ext cx="1143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16" name="Text Box 1100"/>
          <p:cNvSpPr txBox="1">
            <a:spLocks noChangeArrowheads="1"/>
          </p:cNvSpPr>
          <p:nvPr/>
        </p:nvSpPr>
        <p:spPr bwMode="auto">
          <a:xfrm>
            <a:off x="7086600" y="2895600"/>
            <a:ext cx="10398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CC33"/>
                </a:solidFill>
              </a:rPr>
              <a:t>stmt2</a:t>
            </a:r>
          </a:p>
        </p:txBody>
      </p:sp>
      <p:sp>
        <p:nvSpPr>
          <p:cNvPr id="419917" name="Line 1101"/>
          <p:cNvSpPr>
            <a:spLocks noChangeShapeType="1"/>
          </p:cNvSpPr>
          <p:nvPr/>
        </p:nvSpPr>
        <p:spPr bwMode="auto">
          <a:xfrm>
            <a:off x="4953000" y="2209800"/>
            <a:ext cx="2286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00189-53CF-4BDE-805F-EFB2A98E3BAB}" type="slidenum">
              <a:rPr lang="en-US"/>
              <a:pPr/>
              <a:t>50</a:t>
            </a:fld>
            <a:endParaRPr lang="en-US"/>
          </a:p>
        </p:txBody>
      </p:sp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Inherent Ambiguity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Some context free languages</a:t>
            </a:r>
          </a:p>
          <a:p>
            <a:r>
              <a:rPr lang="en-US">
                <a:solidFill>
                  <a:srgbClr val="FF0000"/>
                </a:solidFill>
              </a:rPr>
              <a:t>have only ambiguous grammars</a:t>
            </a:r>
          </a:p>
        </p:txBody>
      </p:sp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288925" y="34544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graphicFrame>
        <p:nvGraphicFramePr>
          <p:cNvPr id="457728" name="Object 0"/>
          <p:cNvGraphicFramePr>
            <a:graphicFrameLocks noChangeAspect="1"/>
          </p:cNvGraphicFramePr>
          <p:nvPr/>
        </p:nvGraphicFramePr>
        <p:xfrm>
          <a:off x="2438400" y="3352800"/>
          <a:ext cx="5691188" cy="722313"/>
        </p:xfrm>
        <a:graphic>
          <a:graphicData uri="http://schemas.openxmlformats.org/presentationml/2006/ole">
            <p:oleObj spid="_x0000_s457728" name="Equation" r:id="rId3" imgW="5689440" imgH="723600" progId="Equation.3">
              <p:embed/>
            </p:oleObj>
          </a:graphicData>
        </a:graphic>
      </p:graphicFrame>
      <p:graphicFrame>
        <p:nvGraphicFramePr>
          <p:cNvPr id="457729" name="Object 1"/>
          <p:cNvGraphicFramePr>
            <a:graphicFrameLocks noChangeAspect="1"/>
          </p:cNvGraphicFramePr>
          <p:nvPr/>
        </p:nvGraphicFramePr>
        <p:xfrm>
          <a:off x="3124200" y="5029200"/>
          <a:ext cx="2476500" cy="1319213"/>
        </p:xfrm>
        <a:graphic>
          <a:graphicData uri="http://schemas.openxmlformats.org/presentationml/2006/ole">
            <p:oleObj spid="_x0000_s457729" name="Equation" r:id="rId4" imgW="2476440" imgH="1320480" progId="Equation.3">
              <p:embed/>
            </p:oleObj>
          </a:graphicData>
        </a:graphic>
      </p:graphicFrame>
      <p:sp>
        <p:nvSpPr>
          <p:cNvPr id="380937" name="Line 9"/>
          <p:cNvSpPr>
            <a:spLocks noChangeShapeType="1"/>
          </p:cNvSpPr>
          <p:nvPr/>
        </p:nvSpPr>
        <p:spPr bwMode="auto">
          <a:xfrm>
            <a:off x="3962400" y="4038600"/>
            <a:ext cx="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7730" name="Object 2"/>
          <p:cNvGraphicFramePr>
            <a:graphicFrameLocks noChangeAspect="1"/>
          </p:cNvGraphicFramePr>
          <p:nvPr/>
        </p:nvGraphicFramePr>
        <p:xfrm>
          <a:off x="6400800" y="5029200"/>
          <a:ext cx="2641600" cy="1319213"/>
        </p:xfrm>
        <a:graphic>
          <a:graphicData uri="http://schemas.openxmlformats.org/presentationml/2006/ole">
            <p:oleObj spid="_x0000_s457730" name="Equation" r:id="rId5" imgW="2641320" imgH="1320480" progId="Equation.3">
              <p:embed/>
            </p:oleObj>
          </a:graphicData>
        </a:graphic>
      </p:graphicFrame>
      <p:sp>
        <p:nvSpPr>
          <p:cNvPr id="380939" name="Line 11"/>
          <p:cNvSpPr>
            <a:spLocks noChangeShapeType="1"/>
          </p:cNvSpPr>
          <p:nvPr/>
        </p:nvSpPr>
        <p:spPr bwMode="auto">
          <a:xfrm>
            <a:off x="7162800" y="4038600"/>
            <a:ext cx="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7731" name="Object 3"/>
          <p:cNvGraphicFramePr>
            <a:graphicFrameLocks noChangeAspect="1"/>
          </p:cNvGraphicFramePr>
          <p:nvPr/>
        </p:nvGraphicFramePr>
        <p:xfrm>
          <a:off x="76200" y="5029200"/>
          <a:ext cx="2247900" cy="571500"/>
        </p:xfrm>
        <a:graphic>
          <a:graphicData uri="http://schemas.openxmlformats.org/presentationml/2006/ole">
            <p:oleObj spid="_x0000_s457731" name="Equation" r:id="rId6" imgW="2247840" imgH="571320" progId="Equation.3">
              <p:embed/>
            </p:oleObj>
          </a:graphicData>
        </a:graphic>
      </p:graphicFrame>
      <p:sp>
        <p:nvSpPr>
          <p:cNvPr id="380941" name="Line 13"/>
          <p:cNvSpPr>
            <a:spLocks noChangeShapeType="1"/>
          </p:cNvSpPr>
          <p:nvPr/>
        </p:nvSpPr>
        <p:spPr bwMode="auto">
          <a:xfrm flipH="1">
            <a:off x="1600200" y="4038600"/>
            <a:ext cx="91440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05BD-F722-41C8-AD55-B7A13CE3C9D0}" type="slidenum">
              <a:rPr lang="en-US"/>
              <a:pPr/>
              <a:t>51</a:t>
            </a:fld>
            <a:endParaRPr lang="en-US"/>
          </a:p>
        </p:txBody>
      </p:sp>
      <p:sp>
        <p:nvSpPr>
          <p:cNvPr id="384002" name="Text Box 2"/>
          <p:cNvSpPr txBox="1">
            <a:spLocks noChangeArrowheads="1"/>
          </p:cNvSpPr>
          <p:nvPr/>
        </p:nvSpPr>
        <p:spPr bwMode="auto">
          <a:xfrm>
            <a:off x="288925" y="101600"/>
            <a:ext cx="229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string </a:t>
            </a:r>
          </a:p>
        </p:txBody>
      </p:sp>
      <p:graphicFrame>
        <p:nvGraphicFramePr>
          <p:cNvPr id="458752" name="Object 1024"/>
          <p:cNvGraphicFramePr>
            <a:graphicFrameLocks noChangeAspect="1"/>
          </p:cNvGraphicFramePr>
          <p:nvPr/>
        </p:nvGraphicFramePr>
        <p:xfrm>
          <a:off x="2603500" y="-19050"/>
          <a:ext cx="1473200" cy="609600"/>
        </p:xfrm>
        <a:graphic>
          <a:graphicData uri="http://schemas.openxmlformats.org/presentationml/2006/ole">
            <p:oleObj spid="_x0000_s458752" name="Equation" r:id="rId3" imgW="1473120" imgH="609480" progId="Equation.3">
              <p:embed/>
            </p:oleObj>
          </a:graphicData>
        </a:graphic>
      </p:graphicFrame>
      <p:sp>
        <p:nvSpPr>
          <p:cNvPr id="384004" name="Text Box 4"/>
          <p:cNvSpPr txBox="1">
            <a:spLocks noChangeArrowheads="1"/>
          </p:cNvSpPr>
          <p:nvPr/>
        </p:nvSpPr>
        <p:spPr bwMode="auto">
          <a:xfrm>
            <a:off x="365125" y="1092200"/>
            <a:ext cx="4816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has two derivation trees</a:t>
            </a:r>
          </a:p>
        </p:txBody>
      </p:sp>
      <p:sp>
        <p:nvSpPr>
          <p:cNvPr id="384005" name="Oval 5"/>
          <p:cNvSpPr>
            <a:spLocks noChangeArrowheads="1"/>
          </p:cNvSpPr>
          <p:nvPr/>
        </p:nvSpPr>
        <p:spPr bwMode="auto">
          <a:xfrm>
            <a:off x="2057400" y="213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53" name="Object 1025"/>
          <p:cNvGraphicFramePr>
            <a:graphicFrameLocks noChangeAspect="1"/>
          </p:cNvGraphicFramePr>
          <p:nvPr/>
        </p:nvGraphicFramePr>
        <p:xfrm>
          <a:off x="2147888" y="2279650"/>
          <a:ext cx="303212" cy="381000"/>
        </p:xfrm>
        <a:graphic>
          <a:graphicData uri="http://schemas.openxmlformats.org/presentationml/2006/ole">
            <p:oleObj spid="_x0000_s458753" name="Equation" r:id="rId4" imgW="304560" imgH="380880" progId="Equation.3">
              <p:embed/>
            </p:oleObj>
          </a:graphicData>
        </a:graphic>
      </p:graphicFrame>
      <p:sp>
        <p:nvSpPr>
          <p:cNvPr id="384015" name="Line 15"/>
          <p:cNvSpPr>
            <a:spLocks noChangeShapeType="1"/>
          </p:cNvSpPr>
          <p:nvPr/>
        </p:nvSpPr>
        <p:spPr bwMode="auto">
          <a:xfrm>
            <a:off x="2362200" y="2743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19" name="Oval 19"/>
          <p:cNvSpPr>
            <a:spLocks noChangeArrowheads="1"/>
          </p:cNvSpPr>
          <p:nvPr/>
        </p:nvSpPr>
        <p:spPr bwMode="auto">
          <a:xfrm>
            <a:off x="20574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54" name="Object 1026"/>
          <p:cNvGraphicFramePr>
            <a:graphicFrameLocks noChangeAspect="1"/>
          </p:cNvGraphicFramePr>
          <p:nvPr/>
        </p:nvGraphicFramePr>
        <p:xfrm>
          <a:off x="2133600" y="3505200"/>
          <a:ext cx="404813" cy="520700"/>
        </p:xfrm>
        <a:graphic>
          <a:graphicData uri="http://schemas.openxmlformats.org/presentationml/2006/ole">
            <p:oleObj spid="_x0000_s458754" name="Equation" r:id="rId5" imgW="406080" imgH="520560" progId="Equation.3">
              <p:embed/>
            </p:oleObj>
          </a:graphicData>
        </a:graphic>
      </p:graphicFrame>
      <p:sp>
        <p:nvSpPr>
          <p:cNvPr id="384021" name="Oval 21"/>
          <p:cNvSpPr>
            <a:spLocks noChangeArrowheads="1"/>
          </p:cNvSpPr>
          <p:nvPr/>
        </p:nvSpPr>
        <p:spPr bwMode="auto">
          <a:xfrm>
            <a:off x="6705600" y="213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55" name="Object 1027"/>
          <p:cNvGraphicFramePr>
            <a:graphicFrameLocks noChangeAspect="1"/>
          </p:cNvGraphicFramePr>
          <p:nvPr/>
        </p:nvGraphicFramePr>
        <p:xfrm>
          <a:off x="6796088" y="2279650"/>
          <a:ext cx="303212" cy="381000"/>
        </p:xfrm>
        <a:graphic>
          <a:graphicData uri="http://schemas.openxmlformats.org/presentationml/2006/ole">
            <p:oleObj spid="_x0000_s458755" name="Equation" r:id="rId6" imgW="304560" imgH="380880" progId="Equation.3">
              <p:embed/>
            </p:oleObj>
          </a:graphicData>
        </a:graphic>
      </p:graphicFrame>
      <p:sp>
        <p:nvSpPr>
          <p:cNvPr id="384023" name="Line 23"/>
          <p:cNvSpPr>
            <a:spLocks noChangeShapeType="1"/>
          </p:cNvSpPr>
          <p:nvPr/>
        </p:nvSpPr>
        <p:spPr bwMode="auto">
          <a:xfrm>
            <a:off x="7010400" y="2743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24" name="Oval 24"/>
          <p:cNvSpPr>
            <a:spLocks noChangeArrowheads="1"/>
          </p:cNvSpPr>
          <p:nvPr/>
        </p:nvSpPr>
        <p:spPr bwMode="auto">
          <a:xfrm>
            <a:off x="6705600" y="3429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56" name="Object 1028"/>
          <p:cNvGraphicFramePr>
            <a:graphicFrameLocks noChangeAspect="1"/>
          </p:cNvGraphicFramePr>
          <p:nvPr/>
        </p:nvGraphicFramePr>
        <p:xfrm>
          <a:off x="6750050" y="3505200"/>
          <a:ext cx="469900" cy="520700"/>
        </p:xfrm>
        <a:graphic>
          <a:graphicData uri="http://schemas.openxmlformats.org/presentationml/2006/ole">
            <p:oleObj spid="_x0000_s458756" name="Equation" r:id="rId7" imgW="469800" imgH="520560" progId="Equation.3">
              <p:embed/>
            </p:oleObj>
          </a:graphicData>
        </a:graphic>
      </p:graphicFrame>
      <p:sp>
        <p:nvSpPr>
          <p:cNvPr id="384026" name="Oval 26"/>
          <p:cNvSpPr>
            <a:spLocks noChangeArrowheads="1"/>
          </p:cNvSpPr>
          <p:nvPr/>
        </p:nvSpPr>
        <p:spPr bwMode="auto">
          <a:xfrm>
            <a:off x="1371600" y="4572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57" name="Object 1029"/>
          <p:cNvGraphicFramePr>
            <a:graphicFrameLocks noChangeAspect="1"/>
          </p:cNvGraphicFramePr>
          <p:nvPr/>
        </p:nvGraphicFramePr>
        <p:xfrm>
          <a:off x="1447800" y="4648200"/>
          <a:ext cx="404813" cy="520700"/>
        </p:xfrm>
        <a:graphic>
          <a:graphicData uri="http://schemas.openxmlformats.org/presentationml/2006/ole">
            <p:oleObj spid="_x0000_s458757" name="Equation" r:id="rId8" imgW="406080" imgH="520560" progId="Equation.3">
              <p:embed/>
            </p:oleObj>
          </a:graphicData>
        </a:graphic>
      </p:graphicFrame>
      <p:sp>
        <p:nvSpPr>
          <p:cNvPr id="384028" name="Oval 28"/>
          <p:cNvSpPr>
            <a:spLocks noChangeArrowheads="1"/>
          </p:cNvSpPr>
          <p:nvPr/>
        </p:nvSpPr>
        <p:spPr bwMode="auto">
          <a:xfrm>
            <a:off x="2819400" y="4572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58" name="Object 1030"/>
          <p:cNvGraphicFramePr>
            <a:graphicFrameLocks noChangeAspect="1"/>
          </p:cNvGraphicFramePr>
          <p:nvPr/>
        </p:nvGraphicFramePr>
        <p:xfrm>
          <a:off x="2978150" y="4768850"/>
          <a:ext cx="239713" cy="279400"/>
        </p:xfrm>
        <a:graphic>
          <a:graphicData uri="http://schemas.openxmlformats.org/presentationml/2006/ole">
            <p:oleObj spid="_x0000_s458758" name="Equation" r:id="rId9" imgW="241200" imgH="279360" progId="Equation.3">
              <p:embed/>
            </p:oleObj>
          </a:graphicData>
        </a:graphic>
      </p:graphicFrame>
      <p:sp>
        <p:nvSpPr>
          <p:cNvPr id="384030" name="Line 30"/>
          <p:cNvSpPr>
            <a:spLocks noChangeShapeType="1"/>
          </p:cNvSpPr>
          <p:nvPr/>
        </p:nvSpPr>
        <p:spPr bwMode="auto">
          <a:xfrm flipH="1">
            <a:off x="1828800" y="39624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31" name="Line 31"/>
          <p:cNvSpPr>
            <a:spLocks noChangeShapeType="1"/>
          </p:cNvSpPr>
          <p:nvPr/>
        </p:nvSpPr>
        <p:spPr bwMode="auto">
          <a:xfrm>
            <a:off x="2590800" y="39624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32" name="Line 32"/>
          <p:cNvSpPr>
            <a:spLocks noChangeShapeType="1"/>
          </p:cNvSpPr>
          <p:nvPr/>
        </p:nvSpPr>
        <p:spPr bwMode="auto">
          <a:xfrm flipH="1">
            <a:off x="914400" y="5105400"/>
            <a:ext cx="5334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4033" name="Line 33"/>
          <p:cNvSpPr>
            <a:spLocks noChangeShapeType="1"/>
          </p:cNvSpPr>
          <p:nvPr/>
        </p:nvSpPr>
        <p:spPr bwMode="auto">
          <a:xfrm>
            <a:off x="1905000" y="5105400"/>
            <a:ext cx="5334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34" name="Oval 34"/>
          <p:cNvSpPr>
            <a:spLocks noChangeArrowheads="1"/>
          </p:cNvSpPr>
          <p:nvPr/>
        </p:nvSpPr>
        <p:spPr bwMode="auto">
          <a:xfrm>
            <a:off x="60198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59" name="Object 1031"/>
          <p:cNvGraphicFramePr>
            <a:graphicFrameLocks noChangeAspect="1"/>
          </p:cNvGraphicFramePr>
          <p:nvPr/>
        </p:nvGraphicFramePr>
        <p:xfrm>
          <a:off x="7512050" y="4724400"/>
          <a:ext cx="469900" cy="520700"/>
        </p:xfrm>
        <a:graphic>
          <a:graphicData uri="http://schemas.openxmlformats.org/presentationml/2006/ole">
            <p:oleObj spid="_x0000_s458759" name="Equation" r:id="rId10" imgW="469800" imgH="520560" progId="Equation.3">
              <p:embed/>
            </p:oleObj>
          </a:graphicData>
        </a:graphic>
      </p:graphicFrame>
      <p:sp>
        <p:nvSpPr>
          <p:cNvPr id="384036" name="Oval 36"/>
          <p:cNvSpPr>
            <a:spLocks noChangeArrowheads="1"/>
          </p:cNvSpPr>
          <p:nvPr/>
        </p:nvSpPr>
        <p:spPr bwMode="auto">
          <a:xfrm>
            <a:off x="7467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8760" name="Object 1032"/>
          <p:cNvGraphicFramePr>
            <a:graphicFrameLocks noChangeAspect="1"/>
          </p:cNvGraphicFramePr>
          <p:nvPr/>
        </p:nvGraphicFramePr>
        <p:xfrm>
          <a:off x="6172200" y="4800600"/>
          <a:ext cx="265113" cy="279400"/>
        </p:xfrm>
        <a:graphic>
          <a:graphicData uri="http://schemas.openxmlformats.org/presentationml/2006/ole">
            <p:oleObj spid="_x0000_s458760" name="Equation" r:id="rId11" imgW="266400" imgH="279360" progId="Equation.3">
              <p:embed/>
            </p:oleObj>
          </a:graphicData>
        </a:graphic>
      </p:graphicFrame>
      <p:sp>
        <p:nvSpPr>
          <p:cNvPr id="384038" name="Line 38"/>
          <p:cNvSpPr>
            <a:spLocks noChangeShapeType="1"/>
          </p:cNvSpPr>
          <p:nvPr/>
        </p:nvSpPr>
        <p:spPr bwMode="auto">
          <a:xfrm flipH="1">
            <a:off x="6477000" y="40386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39" name="Line 39"/>
          <p:cNvSpPr>
            <a:spLocks noChangeShapeType="1"/>
          </p:cNvSpPr>
          <p:nvPr/>
        </p:nvSpPr>
        <p:spPr bwMode="auto">
          <a:xfrm>
            <a:off x="7239000" y="40386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40" name="Line 40"/>
          <p:cNvSpPr>
            <a:spLocks noChangeShapeType="1"/>
          </p:cNvSpPr>
          <p:nvPr/>
        </p:nvSpPr>
        <p:spPr bwMode="auto">
          <a:xfrm flipH="1">
            <a:off x="7010400" y="5181600"/>
            <a:ext cx="5334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4041" name="Line 41"/>
          <p:cNvSpPr>
            <a:spLocks noChangeShapeType="1"/>
          </p:cNvSpPr>
          <p:nvPr/>
        </p:nvSpPr>
        <p:spPr bwMode="auto">
          <a:xfrm>
            <a:off x="8001000" y="5181600"/>
            <a:ext cx="6096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Compilers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C30E-11DD-41D6-9977-FA7A33ED0997}" type="slidenum">
              <a:rPr lang="en-US"/>
              <a:pPr/>
              <a:t>53</a:t>
            </a:fld>
            <a:endParaRPr lang="en-US"/>
          </a:p>
        </p:txBody>
      </p:sp>
      <p:sp>
        <p:nvSpPr>
          <p:cNvPr id="39424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94243" name="Rectangle 3"/>
          <p:cNvSpPr>
            <a:spLocks noChangeArrowheads="1"/>
          </p:cNvSpPr>
          <p:nvPr/>
        </p:nvSpPr>
        <p:spPr bwMode="auto">
          <a:xfrm>
            <a:off x="3810000" y="2971800"/>
            <a:ext cx="17526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4244" name="Text Box 4"/>
          <p:cNvSpPr txBox="1">
            <a:spLocks noChangeArrowheads="1"/>
          </p:cNvSpPr>
          <p:nvPr/>
        </p:nvSpPr>
        <p:spPr bwMode="auto">
          <a:xfrm>
            <a:off x="3810000" y="3124200"/>
            <a:ext cx="1819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Compiler</a:t>
            </a:r>
          </a:p>
        </p:txBody>
      </p:sp>
      <p:sp>
        <p:nvSpPr>
          <p:cNvPr id="394245" name="Rectangle 5"/>
          <p:cNvSpPr>
            <a:spLocks noChangeArrowheads="1"/>
          </p:cNvSpPr>
          <p:nvPr/>
        </p:nvSpPr>
        <p:spPr bwMode="auto">
          <a:xfrm>
            <a:off x="152400" y="1447800"/>
            <a:ext cx="3048000" cy="487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4246" name="Rectangle 6"/>
          <p:cNvSpPr>
            <a:spLocks noChangeArrowheads="1"/>
          </p:cNvSpPr>
          <p:nvPr/>
        </p:nvSpPr>
        <p:spPr bwMode="auto">
          <a:xfrm>
            <a:off x="6138863" y="1066800"/>
            <a:ext cx="2743200" cy="533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4247" name="Text Box 7"/>
          <p:cNvSpPr txBox="1">
            <a:spLocks noChangeArrowheads="1"/>
          </p:cNvSpPr>
          <p:nvPr/>
        </p:nvSpPr>
        <p:spPr bwMode="auto">
          <a:xfrm>
            <a:off x="685800" y="838200"/>
            <a:ext cx="1739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394248" name="Text Box 8"/>
          <p:cNvSpPr txBox="1">
            <a:spLocks noChangeArrowheads="1"/>
          </p:cNvSpPr>
          <p:nvPr/>
        </p:nvSpPr>
        <p:spPr bwMode="auto">
          <a:xfrm>
            <a:off x="288925" y="1549400"/>
            <a:ext cx="2751138" cy="4668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v = 5;</a:t>
            </a:r>
          </a:p>
          <a:p>
            <a:r>
              <a:rPr lang="en-US"/>
              <a:t>if (v&gt;5) </a:t>
            </a:r>
          </a:p>
          <a:p>
            <a:r>
              <a:rPr lang="en-US"/>
              <a:t>   x = 12 + v;</a:t>
            </a:r>
          </a:p>
          <a:p>
            <a:r>
              <a:rPr lang="en-US"/>
              <a:t>while (x !=3) {</a:t>
            </a:r>
          </a:p>
          <a:p>
            <a:r>
              <a:rPr lang="en-US"/>
              <a:t>  x = x - 3;</a:t>
            </a:r>
          </a:p>
          <a:p>
            <a:r>
              <a:rPr lang="en-US"/>
              <a:t>  v = 10;</a:t>
            </a:r>
          </a:p>
          <a:p>
            <a:r>
              <a:rPr lang="en-US"/>
              <a:t>}</a:t>
            </a:r>
          </a:p>
          <a:p>
            <a:r>
              <a:rPr lang="en-US"/>
              <a:t>......</a:t>
            </a:r>
          </a:p>
        </p:txBody>
      </p:sp>
      <p:sp>
        <p:nvSpPr>
          <p:cNvPr id="394249" name="Text Box 9"/>
          <p:cNvSpPr txBox="1">
            <a:spLocks noChangeArrowheads="1"/>
          </p:cNvSpPr>
          <p:nvPr/>
        </p:nvSpPr>
        <p:spPr bwMode="auto">
          <a:xfrm>
            <a:off x="6324600" y="1020763"/>
            <a:ext cx="2451100" cy="58372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/>
              <a:t>Add v,v,0</a:t>
            </a:r>
          </a:p>
          <a:p>
            <a:r>
              <a:rPr lang="en-US"/>
              <a:t>cmp v,5</a:t>
            </a:r>
          </a:p>
          <a:p>
            <a:r>
              <a:rPr lang="en-US"/>
              <a:t>jmplt ELSE</a:t>
            </a:r>
          </a:p>
          <a:p>
            <a:r>
              <a:rPr lang="en-US"/>
              <a:t>THEN: </a:t>
            </a:r>
          </a:p>
          <a:p>
            <a:r>
              <a:rPr lang="en-US"/>
              <a:t>  add x, 12,v</a:t>
            </a:r>
          </a:p>
          <a:p>
            <a:r>
              <a:rPr lang="en-US"/>
              <a:t>ELSE:</a:t>
            </a:r>
          </a:p>
          <a:p>
            <a:r>
              <a:rPr lang="en-US"/>
              <a:t>WHILE:</a:t>
            </a:r>
          </a:p>
          <a:p>
            <a:r>
              <a:rPr lang="en-US"/>
              <a:t>cmp x,3</a:t>
            </a:r>
          </a:p>
          <a:p>
            <a:r>
              <a:rPr lang="en-US"/>
              <a:t>...</a:t>
            </a:r>
          </a:p>
          <a:p>
            <a:r>
              <a:rPr lang="en-US"/>
              <a:t>   </a:t>
            </a:r>
          </a:p>
        </p:txBody>
      </p:sp>
      <p:sp>
        <p:nvSpPr>
          <p:cNvPr id="394250" name="Text Box 10"/>
          <p:cNvSpPr txBox="1">
            <a:spLocks noChangeArrowheads="1"/>
          </p:cNvSpPr>
          <p:nvPr/>
        </p:nvSpPr>
        <p:spPr bwMode="auto">
          <a:xfrm>
            <a:off x="6096000" y="381000"/>
            <a:ext cx="2786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Machine Code</a:t>
            </a:r>
          </a:p>
        </p:txBody>
      </p:sp>
      <p:sp>
        <p:nvSpPr>
          <p:cNvPr id="394251" name="Line 11"/>
          <p:cNvSpPr>
            <a:spLocks noChangeShapeType="1"/>
          </p:cNvSpPr>
          <p:nvPr/>
        </p:nvSpPr>
        <p:spPr bwMode="auto">
          <a:xfrm>
            <a:off x="3200400" y="3429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4252" name="Line 12"/>
          <p:cNvSpPr>
            <a:spLocks noChangeShapeType="1"/>
          </p:cNvSpPr>
          <p:nvPr/>
        </p:nvSpPr>
        <p:spPr bwMode="auto">
          <a:xfrm>
            <a:off x="5562600" y="3429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5DC6-1824-4456-9862-3B2EFEC0816A}" type="slidenum">
              <a:rPr lang="en-US"/>
              <a:pPr/>
              <a:t>54</a:t>
            </a:fld>
            <a:endParaRPr lang="en-US"/>
          </a:p>
        </p:txBody>
      </p:sp>
      <p:sp>
        <p:nvSpPr>
          <p:cNvPr id="395266" name="Rectangle 2"/>
          <p:cNvSpPr>
            <a:spLocks noChangeArrowheads="1"/>
          </p:cNvSpPr>
          <p:nvPr/>
        </p:nvSpPr>
        <p:spPr bwMode="auto">
          <a:xfrm>
            <a:off x="2362200" y="2286000"/>
            <a:ext cx="18288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5267" name="Rectangle 3"/>
          <p:cNvSpPr>
            <a:spLocks noChangeArrowheads="1"/>
          </p:cNvSpPr>
          <p:nvPr/>
        </p:nvSpPr>
        <p:spPr bwMode="auto">
          <a:xfrm>
            <a:off x="5181600" y="2286000"/>
            <a:ext cx="18288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5268" name="Text Box 4"/>
          <p:cNvSpPr txBox="1">
            <a:spLocks noChangeArrowheads="1"/>
          </p:cNvSpPr>
          <p:nvPr/>
        </p:nvSpPr>
        <p:spPr bwMode="auto">
          <a:xfrm>
            <a:off x="2438400" y="2209800"/>
            <a:ext cx="17716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Lexical</a:t>
            </a:r>
          </a:p>
          <a:p>
            <a:r>
              <a:rPr lang="en-US"/>
              <a:t>analyzer</a:t>
            </a:r>
          </a:p>
        </p:txBody>
      </p:sp>
      <p:sp>
        <p:nvSpPr>
          <p:cNvPr id="395269" name="Text Box 5"/>
          <p:cNvSpPr txBox="1">
            <a:spLocks noChangeArrowheads="1"/>
          </p:cNvSpPr>
          <p:nvPr/>
        </p:nvSpPr>
        <p:spPr bwMode="auto">
          <a:xfrm>
            <a:off x="5334000" y="2590800"/>
            <a:ext cx="1420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parser</a:t>
            </a:r>
          </a:p>
        </p:txBody>
      </p:sp>
      <p:sp>
        <p:nvSpPr>
          <p:cNvPr id="395270" name="Line 6"/>
          <p:cNvSpPr>
            <a:spLocks noChangeShapeType="1"/>
          </p:cNvSpPr>
          <p:nvPr/>
        </p:nvSpPr>
        <p:spPr bwMode="auto">
          <a:xfrm>
            <a:off x="4191000" y="28194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5271" name="Rectangle 7"/>
          <p:cNvSpPr>
            <a:spLocks noChangeArrowheads="1"/>
          </p:cNvSpPr>
          <p:nvPr/>
        </p:nvSpPr>
        <p:spPr bwMode="auto">
          <a:xfrm>
            <a:off x="1905000" y="1752600"/>
            <a:ext cx="54864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5272" name="Text Box 8"/>
          <p:cNvSpPr txBox="1">
            <a:spLocks noChangeArrowheads="1"/>
          </p:cNvSpPr>
          <p:nvPr/>
        </p:nvSpPr>
        <p:spPr bwMode="auto">
          <a:xfrm>
            <a:off x="3657600" y="1093788"/>
            <a:ext cx="202406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3300"/>
                </a:solidFill>
              </a:rPr>
              <a:t>Compiler</a:t>
            </a:r>
          </a:p>
        </p:txBody>
      </p:sp>
      <p:sp>
        <p:nvSpPr>
          <p:cNvPr id="395273" name="Oval 9"/>
          <p:cNvSpPr>
            <a:spLocks noChangeArrowheads="1"/>
          </p:cNvSpPr>
          <p:nvPr/>
        </p:nvSpPr>
        <p:spPr bwMode="auto">
          <a:xfrm>
            <a:off x="381000" y="5105400"/>
            <a:ext cx="1905000" cy="1524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5274" name="Oval 10"/>
          <p:cNvSpPr>
            <a:spLocks noChangeArrowheads="1"/>
          </p:cNvSpPr>
          <p:nvPr/>
        </p:nvSpPr>
        <p:spPr bwMode="auto">
          <a:xfrm>
            <a:off x="6553200" y="5105400"/>
            <a:ext cx="1905000" cy="1524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5275" name="Line 11"/>
          <p:cNvSpPr>
            <a:spLocks noChangeShapeType="1"/>
          </p:cNvSpPr>
          <p:nvPr/>
        </p:nvSpPr>
        <p:spPr bwMode="auto">
          <a:xfrm flipV="1">
            <a:off x="1600200" y="3810000"/>
            <a:ext cx="68580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5276" name="Line 12"/>
          <p:cNvSpPr>
            <a:spLocks noChangeShapeType="1"/>
          </p:cNvSpPr>
          <p:nvPr/>
        </p:nvSpPr>
        <p:spPr bwMode="auto">
          <a:xfrm>
            <a:off x="7010400" y="3810000"/>
            <a:ext cx="38100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5277" name="Text Box 13"/>
          <p:cNvSpPr txBox="1">
            <a:spLocks noChangeArrowheads="1"/>
          </p:cNvSpPr>
          <p:nvPr/>
        </p:nvSpPr>
        <p:spPr bwMode="auto">
          <a:xfrm>
            <a:off x="533400" y="5562600"/>
            <a:ext cx="1746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program</a:t>
            </a:r>
          </a:p>
        </p:txBody>
      </p:sp>
      <p:sp>
        <p:nvSpPr>
          <p:cNvPr id="395278" name="Text Box 14"/>
          <p:cNvSpPr txBox="1">
            <a:spLocks noChangeArrowheads="1"/>
          </p:cNvSpPr>
          <p:nvPr/>
        </p:nvSpPr>
        <p:spPr bwMode="auto">
          <a:xfrm>
            <a:off x="6705600" y="5334000"/>
            <a:ext cx="17018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machine</a:t>
            </a:r>
          </a:p>
          <a:p>
            <a:r>
              <a:rPr lang="en-US"/>
              <a:t>code</a:t>
            </a:r>
          </a:p>
        </p:txBody>
      </p:sp>
      <p:sp>
        <p:nvSpPr>
          <p:cNvPr id="395279" name="Text Box 15"/>
          <p:cNvSpPr txBox="1">
            <a:spLocks noChangeArrowheads="1"/>
          </p:cNvSpPr>
          <p:nvPr/>
        </p:nvSpPr>
        <p:spPr bwMode="auto">
          <a:xfrm>
            <a:off x="212725" y="44450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95280" name="Text Box 16"/>
          <p:cNvSpPr txBox="1">
            <a:spLocks noChangeArrowheads="1"/>
          </p:cNvSpPr>
          <p:nvPr/>
        </p:nvSpPr>
        <p:spPr bwMode="auto">
          <a:xfrm>
            <a:off x="7543800" y="4495800"/>
            <a:ext cx="1422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output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838CE-942A-4322-8E32-223C62551187}" type="slidenum">
              <a:rPr lang="en-US"/>
              <a:pPr/>
              <a:t>55</a:t>
            </a:fld>
            <a:endParaRPr lang="en-US"/>
          </a:p>
        </p:txBody>
      </p:sp>
      <p:sp>
        <p:nvSpPr>
          <p:cNvPr id="396290" name="Text Box 2"/>
          <p:cNvSpPr txBox="1">
            <a:spLocks noChangeArrowheads="1"/>
          </p:cNvSpPr>
          <p:nvPr/>
        </p:nvSpPr>
        <p:spPr bwMode="auto">
          <a:xfrm>
            <a:off x="1066800" y="1981200"/>
            <a:ext cx="6323013" cy="13001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/>
              <a:t>A </a:t>
            </a:r>
            <a:r>
              <a:rPr lang="en-US" sz="3600">
                <a:solidFill>
                  <a:srgbClr val="FF3300"/>
                </a:solidFill>
              </a:rPr>
              <a:t>parser</a:t>
            </a:r>
            <a:r>
              <a:rPr lang="en-US" sz="3600"/>
              <a:t> knows the grammar</a:t>
            </a:r>
          </a:p>
          <a:p>
            <a:r>
              <a:rPr lang="en-US" sz="3600"/>
              <a:t>of the programming language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CD637-1F83-437D-A9C5-66EE37767122}" type="slidenum">
              <a:rPr lang="en-US"/>
              <a:pPr/>
              <a:t>56</a:t>
            </a:fld>
            <a:endParaRPr lang="en-US"/>
          </a:p>
        </p:txBody>
      </p:sp>
      <p:sp>
        <p:nvSpPr>
          <p:cNvPr id="397314" name="Rectangle 2"/>
          <p:cNvSpPr>
            <a:spLocks noChangeArrowheads="1"/>
          </p:cNvSpPr>
          <p:nvPr/>
        </p:nvSpPr>
        <p:spPr bwMode="auto">
          <a:xfrm>
            <a:off x="152400" y="685800"/>
            <a:ext cx="8839200" cy="5562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7315" name="Text Box 3"/>
          <p:cNvSpPr txBox="1">
            <a:spLocks noChangeArrowheads="1"/>
          </p:cNvSpPr>
          <p:nvPr/>
        </p:nvSpPr>
        <p:spPr bwMode="auto">
          <a:xfrm>
            <a:off x="3657600" y="104775"/>
            <a:ext cx="1724025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3300"/>
                </a:solidFill>
              </a:rPr>
              <a:t>Parser</a:t>
            </a:r>
          </a:p>
        </p:txBody>
      </p:sp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52400" y="762000"/>
            <a:ext cx="8874125" cy="5253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PROGRAM      STMT_LIST</a:t>
            </a:r>
          </a:p>
          <a:p>
            <a:r>
              <a:rPr lang="en-US"/>
              <a:t>STMT_LIST     STMT; STMT_LIST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/>
              <a:t> STMT;</a:t>
            </a:r>
          </a:p>
          <a:p>
            <a:r>
              <a:rPr lang="en-US"/>
              <a:t>STMT     EXPR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/>
              <a:t> IF_STMT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/>
              <a:t> WHILE_STMT </a:t>
            </a:r>
          </a:p>
          <a:p>
            <a:r>
              <a:rPr lang="en-US"/>
              <a:t>                          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/>
              <a:t> { STMT_LIST }</a:t>
            </a:r>
          </a:p>
          <a:p>
            <a:endParaRPr lang="en-US"/>
          </a:p>
          <a:p>
            <a:r>
              <a:rPr lang="en-US"/>
              <a:t>EXPR      EXPR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 EXPR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/>
              <a:t>  EXPR </a:t>
            </a:r>
            <a:r>
              <a:rPr lang="en-US">
                <a:solidFill>
                  <a:srgbClr val="FF0000"/>
                </a:solidFill>
              </a:rPr>
              <a:t>-</a:t>
            </a:r>
            <a:r>
              <a:rPr lang="en-US"/>
              <a:t> EXPR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/>
              <a:t> ID</a:t>
            </a:r>
          </a:p>
          <a:p>
            <a:r>
              <a:rPr lang="en-US"/>
              <a:t>IF_STMT      if (EXPR) then STMT</a:t>
            </a:r>
          </a:p>
          <a:p>
            <a:r>
              <a:rPr lang="en-US"/>
              <a:t>                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/>
              <a:t> if (EXPR) then STMT else STMT</a:t>
            </a:r>
          </a:p>
          <a:p>
            <a:r>
              <a:rPr lang="en-US"/>
              <a:t>WHILE_STMT     while (EXPR) do STMT</a:t>
            </a:r>
          </a:p>
        </p:txBody>
      </p:sp>
      <p:graphicFrame>
        <p:nvGraphicFramePr>
          <p:cNvPr id="397317" name="Object 5"/>
          <p:cNvGraphicFramePr>
            <a:graphicFrameLocks noChangeAspect="1"/>
          </p:cNvGraphicFramePr>
          <p:nvPr/>
        </p:nvGraphicFramePr>
        <p:xfrm>
          <a:off x="2362200" y="914400"/>
          <a:ext cx="520700" cy="317500"/>
        </p:xfrm>
        <a:graphic>
          <a:graphicData uri="http://schemas.openxmlformats.org/presentationml/2006/ole">
            <p:oleObj spid="_x0000_s397317" name="Equation" r:id="rId3" imgW="520560" imgH="317160" progId="Equation.3">
              <p:embed/>
            </p:oleObj>
          </a:graphicData>
        </a:graphic>
      </p:graphicFrame>
      <p:graphicFrame>
        <p:nvGraphicFramePr>
          <p:cNvPr id="397318" name="Object 6"/>
          <p:cNvGraphicFramePr>
            <a:graphicFrameLocks noChangeAspect="1"/>
          </p:cNvGraphicFramePr>
          <p:nvPr/>
        </p:nvGraphicFramePr>
        <p:xfrm>
          <a:off x="2743200" y="1524000"/>
          <a:ext cx="520700" cy="317500"/>
        </p:xfrm>
        <a:graphic>
          <a:graphicData uri="http://schemas.openxmlformats.org/presentationml/2006/ole">
            <p:oleObj spid="_x0000_s397318" name="Equation" r:id="rId4" imgW="520560" imgH="317160" progId="Equation.3">
              <p:embed/>
            </p:oleObj>
          </a:graphicData>
        </a:graphic>
      </p:graphicFrame>
      <p:graphicFrame>
        <p:nvGraphicFramePr>
          <p:cNvPr id="397319" name="Object 7"/>
          <p:cNvGraphicFramePr>
            <a:graphicFrameLocks noChangeAspect="1"/>
          </p:cNvGraphicFramePr>
          <p:nvPr/>
        </p:nvGraphicFramePr>
        <p:xfrm>
          <a:off x="1447800" y="2057400"/>
          <a:ext cx="520700" cy="317500"/>
        </p:xfrm>
        <a:graphic>
          <a:graphicData uri="http://schemas.openxmlformats.org/presentationml/2006/ole">
            <p:oleObj spid="_x0000_s397319" name="Equation" r:id="rId5" imgW="520560" imgH="317160" progId="Equation.3">
              <p:embed/>
            </p:oleObj>
          </a:graphicData>
        </a:graphic>
      </p:graphicFrame>
      <p:graphicFrame>
        <p:nvGraphicFramePr>
          <p:cNvPr id="397320" name="Object 8"/>
          <p:cNvGraphicFramePr>
            <a:graphicFrameLocks noChangeAspect="1"/>
          </p:cNvGraphicFramePr>
          <p:nvPr/>
        </p:nvGraphicFramePr>
        <p:xfrm>
          <a:off x="1371600" y="3810000"/>
          <a:ext cx="520700" cy="317500"/>
        </p:xfrm>
        <a:graphic>
          <a:graphicData uri="http://schemas.openxmlformats.org/presentationml/2006/ole">
            <p:oleObj spid="_x0000_s397320" name="Equation" r:id="rId6" imgW="520560" imgH="317160" progId="Equation.3">
              <p:embed/>
            </p:oleObj>
          </a:graphicData>
        </a:graphic>
      </p:graphicFrame>
      <p:graphicFrame>
        <p:nvGraphicFramePr>
          <p:cNvPr id="397321" name="Object 9"/>
          <p:cNvGraphicFramePr>
            <a:graphicFrameLocks noChangeAspect="1"/>
          </p:cNvGraphicFramePr>
          <p:nvPr/>
        </p:nvGraphicFramePr>
        <p:xfrm>
          <a:off x="2209800" y="4419600"/>
          <a:ext cx="520700" cy="317500"/>
        </p:xfrm>
        <a:graphic>
          <a:graphicData uri="http://schemas.openxmlformats.org/presentationml/2006/ole">
            <p:oleObj spid="_x0000_s397321" name="Equation" r:id="rId7" imgW="520560" imgH="317160" progId="Equation.3">
              <p:embed/>
            </p:oleObj>
          </a:graphicData>
        </a:graphic>
      </p:graphicFrame>
      <p:graphicFrame>
        <p:nvGraphicFramePr>
          <p:cNvPr id="397322" name="Object 10"/>
          <p:cNvGraphicFramePr>
            <a:graphicFrameLocks noChangeAspect="1"/>
          </p:cNvGraphicFramePr>
          <p:nvPr/>
        </p:nvGraphicFramePr>
        <p:xfrm>
          <a:off x="3124200" y="5638800"/>
          <a:ext cx="520700" cy="317500"/>
        </p:xfrm>
        <a:graphic>
          <a:graphicData uri="http://schemas.openxmlformats.org/presentationml/2006/ole">
            <p:oleObj spid="_x0000_s397322" name="Equation" r:id="rId8" imgW="520560" imgH="317160" progId="Equation.3">
              <p:embed/>
            </p:oleObj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C51D-63D7-4A8E-8C9E-04A5E7D5DFA7}" type="slidenum">
              <a:rPr lang="en-US"/>
              <a:pPr/>
              <a:t>57</a:t>
            </a:fld>
            <a:endParaRPr lang="en-US"/>
          </a:p>
        </p:txBody>
      </p:sp>
      <p:sp>
        <p:nvSpPr>
          <p:cNvPr id="398338" name="Text Box 2"/>
          <p:cNvSpPr txBox="1">
            <a:spLocks noChangeArrowheads="1"/>
          </p:cNvSpPr>
          <p:nvPr/>
        </p:nvSpPr>
        <p:spPr bwMode="auto">
          <a:xfrm>
            <a:off x="0" y="0"/>
            <a:ext cx="61722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parser finds the derivation</a:t>
            </a:r>
          </a:p>
          <a:p>
            <a:r>
              <a:rPr lang="en-US"/>
              <a:t> of a particular input</a:t>
            </a:r>
          </a:p>
        </p:txBody>
      </p:sp>
      <p:sp>
        <p:nvSpPr>
          <p:cNvPr id="398339" name="Text Box 3"/>
          <p:cNvSpPr txBox="1">
            <a:spLocks noChangeArrowheads="1"/>
          </p:cNvSpPr>
          <p:nvPr/>
        </p:nvSpPr>
        <p:spPr bwMode="auto">
          <a:xfrm>
            <a:off x="0" y="3810000"/>
            <a:ext cx="2009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 + 2 * 5</a:t>
            </a:r>
          </a:p>
        </p:txBody>
      </p:sp>
      <p:sp>
        <p:nvSpPr>
          <p:cNvPr id="398340" name="Rectangle 4"/>
          <p:cNvSpPr>
            <a:spLocks noChangeArrowheads="1"/>
          </p:cNvSpPr>
          <p:nvPr/>
        </p:nvSpPr>
        <p:spPr bwMode="auto">
          <a:xfrm>
            <a:off x="2590800" y="3124200"/>
            <a:ext cx="2133600" cy="1905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8341" name="Text Box 5"/>
          <p:cNvSpPr txBox="1">
            <a:spLocks noChangeArrowheads="1"/>
          </p:cNvSpPr>
          <p:nvPr/>
        </p:nvSpPr>
        <p:spPr bwMode="auto">
          <a:xfrm>
            <a:off x="2971800" y="2438400"/>
            <a:ext cx="1414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Parser</a:t>
            </a:r>
          </a:p>
        </p:txBody>
      </p:sp>
      <p:sp>
        <p:nvSpPr>
          <p:cNvPr id="398342" name="Text Box 6"/>
          <p:cNvSpPr txBox="1">
            <a:spLocks noChangeArrowheads="1"/>
          </p:cNvSpPr>
          <p:nvPr/>
        </p:nvSpPr>
        <p:spPr bwMode="auto">
          <a:xfrm>
            <a:off x="2590800" y="3200400"/>
            <a:ext cx="20780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 -&gt; E + E </a:t>
            </a:r>
          </a:p>
          <a:p>
            <a:r>
              <a:rPr lang="en-US"/>
              <a:t>     | E * E</a:t>
            </a:r>
          </a:p>
          <a:p>
            <a:r>
              <a:rPr lang="en-US"/>
              <a:t>     | INT</a:t>
            </a:r>
          </a:p>
        </p:txBody>
      </p:sp>
      <p:sp>
        <p:nvSpPr>
          <p:cNvPr id="398343" name="Oval 7"/>
          <p:cNvSpPr>
            <a:spLocks noChangeArrowheads="1"/>
          </p:cNvSpPr>
          <p:nvPr/>
        </p:nvSpPr>
        <p:spPr bwMode="auto">
          <a:xfrm>
            <a:off x="0" y="3505200"/>
            <a:ext cx="1981200" cy="1219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8344" name="Line 8"/>
          <p:cNvSpPr>
            <a:spLocks noChangeShapeType="1"/>
          </p:cNvSpPr>
          <p:nvPr/>
        </p:nvSpPr>
        <p:spPr bwMode="auto">
          <a:xfrm>
            <a:off x="1981200" y="41148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8345" name="Text Box 9"/>
          <p:cNvSpPr txBox="1">
            <a:spLocks noChangeArrowheads="1"/>
          </p:cNvSpPr>
          <p:nvPr/>
        </p:nvSpPr>
        <p:spPr bwMode="auto">
          <a:xfrm>
            <a:off x="5943600" y="2971800"/>
            <a:ext cx="2868613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 =&gt; E + E </a:t>
            </a:r>
          </a:p>
          <a:p>
            <a:r>
              <a:rPr lang="en-US"/>
              <a:t>   =&gt; E + E * E</a:t>
            </a:r>
          </a:p>
          <a:p>
            <a:r>
              <a:rPr lang="en-US"/>
              <a:t>   =&gt; 10 + E*E </a:t>
            </a:r>
          </a:p>
          <a:p>
            <a:r>
              <a:rPr lang="en-US"/>
              <a:t>   =&gt; 10 + 2 * E</a:t>
            </a:r>
          </a:p>
          <a:p>
            <a:r>
              <a:rPr lang="en-US"/>
              <a:t>   =&gt; 10 + 2 * 5</a:t>
            </a:r>
          </a:p>
        </p:txBody>
      </p:sp>
      <p:sp>
        <p:nvSpPr>
          <p:cNvPr id="398346" name="Oval 10"/>
          <p:cNvSpPr>
            <a:spLocks noChangeArrowheads="1"/>
          </p:cNvSpPr>
          <p:nvPr/>
        </p:nvSpPr>
        <p:spPr bwMode="auto">
          <a:xfrm>
            <a:off x="5562600" y="2286000"/>
            <a:ext cx="3581400" cy="426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8347" name="Line 11"/>
          <p:cNvSpPr>
            <a:spLocks noChangeShapeType="1"/>
          </p:cNvSpPr>
          <p:nvPr/>
        </p:nvSpPr>
        <p:spPr bwMode="auto">
          <a:xfrm>
            <a:off x="4724400" y="41148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8348" name="Text Box 12"/>
          <p:cNvSpPr txBox="1">
            <a:spLocks noChangeArrowheads="1"/>
          </p:cNvSpPr>
          <p:nvPr/>
        </p:nvSpPr>
        <p:spPr bwMode="auto">
          <a:xfrm>
            <a:off x="228600" y="28956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98349" name="Text Box 13"/>
          <p:cNvSpPr txBox="1">
            <a:spLocks noChangeArrowheads="1"/>
          </p:cNvSpPr>
          <p:nvPr/>
        </p:nvSpPr>
        <p:spPr bwMode="auto">
          <a:xfrm>
            <a:off x="6477000" y="1752600"/>
            <a:ext cx="2093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derivation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36E4-B1E4-4AAC-BB91-42E472856FE8}" type="slidenum">
              <a:rPr lang="en-US"/>
              <a:pPr/>
              <a:t>58</a:t>
            </a:fld>
            <a:endParaRPr lang="en-US"/>
          </a:p>
        </p:txBody>
      </p:sp>
      <p:sp>
        <p:nvSpPr>
          <p:cNvPr id="399362" name="Oval 2"/>
          <p:cNvSpPr>
            <a:spLocks noChangeArrowheads="1"/>
          </p:cNvSpPr>
          <p:nvPr/>
        </p:nvSpPr>
        <p:spPr bwMode="auto">
          <a:xfrm>
            <a:off x="5105400" y="3124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63" name="Text Box 3"/>
          <p:cNvSpPr txBox="1">
            <a:spLocks noChangeArrowheads="1"/>
          </p:cNvSpPr>
          <p:nvPr/>
        </p:nvSpPr>
        <p:spPr bwMode="auto">
          <a:xfrm>
            <a:off x="5105400" y="4038600"/>
            <a:ext cx="614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399364" name="Oval 4"/>
          <p:cNvSpPr>
            <a:spLocks noChangeArrowheads="1"/>
          </p:cNvSpPr>
          <p:nvPr/>
        </p:nvSpPr>
        <p:spPr bwMode="auto">
          <a:xfrm>
            <a:off x="6172200" y="1981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65" name="Text Box 5"/>
          <p:cNvSpPr txBox="1">
            <a:spLocks noChangeArrowheads="1"/>
          </p:cNvSpPr>
          <p:nvPr/>
        </p:nvSpPr>
        <p:spPr bwMode="auto">
          <a:xfrm>
            <a:off x="6172200" y="19812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399366" name="Oval 6"/>
          <p:cNvSpPr>
            <a:spLocks noChangeArrowheads="1"/>
          </p:cNvSpPr>
          <p:nvPr/>
        </p:nvSpPr>
        <p:spPr bwMode="auto">
          <a:xfrm>
            <a:off x="7315200" y="3124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67" name="Oval 7"/>
          <p:cNvSpPr>
            <a:spLocks noChangeArrowheads="1"/>
          </p:cNvSpPr>
          <p:nvPr/>
        </p:nvSpPr>
        <p:spPr bwMode="auto">
          <a:xfrm>
            <a:off x="6172200" y="3124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68" name="Oval 8"/>
          <p:cNvSpPr>
            <a:spLocks noChangeArrowheads="1"/>
          </p:cNvSpPr>
          <p:nvPr/>
        </p:nvSpPr>
        <p:spPr bwMode="auto">
          <a:xfrm>
            <a:off x="6400800" y="4495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69" name="Oval 9"/>
          <p:cNvSpPr>
            <a:spLocks noChangeArrowheads="1"/>
          </p:cNvSpPr>
          <p:nvPr/>
        </p:nvSpPr>
        <p:spPr bwMode="auto">
          <a:xfrm>
            <a:off x="8610600" y="4495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0" name="Oval 10"/>
          <p:cNvSpPr>
            <a:spLocks noChangeArrowheads="1"/>
          </p:cNvSpPr>
          <p:nvPr/>
        </p:nvSpPr>
        <p:spPr bwMode="auto">
          <a:xfrm>
            <a:off x="7467600" y="4495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1" name="Oval 11"/>
          <p:cNvSpPr>
            <a:spLocks noChangeArrowheads="1"/>
          </p:cNvSpPr>
          <p:nvPr/>
        </p:nvSpPr>
        <p:spPr bwMode="auto">
          <a:xfrm>
            <a:off x="5105400" y="4038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2" name="Oval 12"/>
          <p:cNvSpPr>
            <a:spLocks noChangeArrowheads="1"/>
          </p:cNvSpPr>
          <p:nvPr/>
        </p:nvSpPr>
        <p:spPr bwMode="auto">
          <a:xfrm>
            <a:off x="6400800" y="5410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3" name="Oval 13"/>
          <p:cNvSpPr>
            <a:spLocks noChangeArrowheads="1"/>
          </p:cNvSpPr>
          <p:nvPr/>
        </p:nvSpPr>
        <p:spPr bwMode="auto">
          <a:xfrm>
            <a:off x="8610600" y="5410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4" name="Line 14"/>
          <p:cNvSpPr>
            <a:spLocks noChangeShapeType="1"/>
          </p:cNvSpPr>
          <p:nvPr/>
        </p:nvSpPr>
        <p:spPr bwMode="auto">
          <a:xfrm flipH="1">
            <a:off x="5562600" y="2362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5" name="Line 15"/>
          <p:cNvSpPr>
            <a:spLocks noChangeShapeType="1"/>
          </p:cNvSpPr>
          <p:nvPr/>
        </p:nvSpPr>
        <p:spPr bwMode="auto">
          <a:xfrm>
            <a:off x="6400800" y="2514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6" name="Line 16"/>
          <p:cNvSpPr>
            <a:spLocks noChangeShapeType="1"/>
          </p:cNvSpPr>
          <p:nvPr/>
        </p:nvSpPr>
        <p:spPr bwMode="auto">
          <a:xfrm>
            <a:off x="6705600" y="2362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7" name="Line 17"/>
          <p:cNvSpPr>
            <a:spLocks noChangeShapeType="1"/>
          </p:cNvSpPr>
          <p:nvPr/>
        </p:nvSpPr>
        <p:spPr bwMode="auto">
          <a:xfrm>
            <a:off x="5410200" y="3657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8" name="Line 18"/>
          <p:cNvSpPr>
            <a:spLocks noChangeShapeType="1"/>
          </p:cNvSpPr>
          <p:nvPr/>
        </p:nvSpPr>
        <p:spPr bwMode="auto">
          <a:xfrm flipH="1">
            <a:off x="6781800" y="3581400"/>
            <a:ext cx="609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79" name="Line 19"/>
          <p:cNvSpPr>
            <a:spLocks noChangeShapeType="1"/>
          </p:cNvSpPr>
          <p:nvPr/>
        </p:nvSpPr>
        <p:spPr bwMode="auto">
          <a:xfrm>
            <a:off x="7620000" y="3657600"/>
            <a:ext cx="76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380" name="Line 20"/>
          <p:cNvSpPr>
            <a:spLocks noChangeShapeType="1"/>
          </p:cNvSpPr>
          <p:nvPr/>
        </p:nvSpPr>
        <p:spPr bwMode="auto">
          <a:xfrm>
            <a:off x="7772400" y="3581400"/>
            <a:ext cx="990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81" name="Text Box 21"/>
          <p:cNvSpPr txBox="1">
            <a:spLocks noChangeArrowheads="1"/>
          </p:cNvSpPr>
          <p:nvPr/>
        </p:nvSpPr>
        <p:spPr bwMode="auto">
          <a:xfrm>
            <a:off x="6477000" y="5410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399382" name="Text Box 22"/>
          <p:cNvSpPr txBox="1">
            <a:spLocks noChangeArrowheads="1"/>
          </p:cNvSpPr>
          <p:nvPr/>
        </p:nvSpPr>
        <p:spPr bwMode="auto">
          <a:xfrm>
            <a:off x="8712200" y="5410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399383" name="Text Box 23"/>
          <p:cNvSpPr txBox="1">
            <a:spLocks noChangeArrowheads="1"/>
          </p:cNvSpPr>
          <p:nvPr/>
        </p:nvSpPr>
        <p:spPr bwMode="auto">
          <a:xfrm>
            <a:off x="609600" y="2971800"/>
            <a:ext cx="2868613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 =&gt; E + E </a:t>
            </a:r>
          </a:p>
          <a:p>
            <a:r>
              <a:rPr lang="en-US"/>
              <a:t>   =&gt; E + E * E</a:t>
            </a:r>
          </a:p>
          <a:p>
            <a:r>
              <a:rPr lang="en-US"/>
              <a:t>   =&gt; 10 + E*E </a:t>
            </a:r>
          </a:p>
          <a:p>
            <a:r>
              <a:rPr lang="en-US"/>
              <a:t>   =&gt; 10 + 2 * E</a:t>
            </a:r>
          </a:p>
          <a:p>
            <a:r>
              <a:rPr lang="en-US"/>
              <a:t>   =&gt; 10 + 2 * 5</a:t>
            </a:r>
          </a:p>
        </p:txBody>
      </p:sp>
      <p:sp>
        <p:nvSpPr>
          <p:cNvPr id="399384" name="Oval 24"/>
          <p:cNvSpPr>
            <a:spLocks noChangeArrowheads="1"/>
          </p:cNvSpPr>
          <p:nvPr/>
        </p:nvSpPr>
        <p:spPr bwMode="auto">
          <a:xfrm>
            <a:off x="228600" y="2286000"/>
            <a:ext cx="3581400" cy="426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385" name="Text Box 25"/>
          <p:cNvSpPr txBox="1">
            <a:spLocks noChangeArrowheads="1"/>
          </p:cNvSpPr>
          <p:nvPr/>
        </p:nvSpPr>
        <p:spPr bwMode="auto">
          <a:xfrm>
            <a:off x="914400" y="1676400"/>
            <a:ext cx="2093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derivation</a:t>
            </a:r>
          </a:p>
        </p:txBody>
      </p:sp>
      <p:sp>
        <p:nvSpPr>
          <p:cNvPr id="399386" name="Text Box 26"/>
          <p:cNvSpPr txBox="1">
            <a:spLocks noChangeArrowheads="1"/>
          </p:cNvSpPr>
          <p:nvPr/>
        </p:nvSpPr>
        <p:spPr bwMode="auto">
          <a:xfrm>
            <a:off x="5105400" y="1066800"/>
            <a:ext cx="3048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derivation tree</a:t>
            </a:r>
          </a:p>
        </p:txBody>
      </p:sp>
      <p:sp>
        <p:nvSpPr>
          <p:cNvPr id="399387" name="Line 27"/>
          <p:cNvSpPr>
            <a:spLocks noChangeShapeType="1"/>
          </p:cNvSpPr>
          <p:nvPr/>
        </p:nvSpPr>
        <p:spPr bwMode="auto">
          <a:xfrm>
            <a:off x="66294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88" name="Line 28"/>
          <p:cNvSpPr>
            <a:spLocks noChangeShapeType="1"/>
          </p:cNvSpPr>
          <p:nvPr/>
        </p:nvSpPr>
        <p:spPr bwMode="auto">
          <a:xfrm>
            <a:off x="89154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389" name="Text Box 29"/>
          <p:cNvSpPr txBox="1">
            <a:spLocks noChangeArrowheads="1"/>
          </p:cNvSpPr>
          <p:nvPr/>
        </p:nvSpPr>
        <p:spPr bwMode="auto">
          <a:xfrm>
            <a:off x="5105400" y="31242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399390" name="Text Box 30"/>
          <p:cNvSpPr txBox="1">
            <a:spLocks noChangeArrowheads="1"/>
          </p:cNvSpPr>
          <p:nvPr/>
        </p:nvSpPr>
        <p:spPr bwMode="auto">
          <a:xfrm>
            <a:off x="7315200" y="31242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399391" name="Text Box 31"/>
          <p:cNvSpPr txBox="1">
            <a:spLocks noChangeArrowheads="1"/>
          </p:cNvSpPr>
          <p:nvPr/>
        </p:nvSpPr>
        <p:spPr bwMode="auto">
          <a:xfrm>
            <a:off x="6477000" y="44958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399392" name="Text Box 32"/>
          <p:cNvSpPr txBox="1">
            <a:spLocks noChangeArrowheads="1"/>
          </p:cNvSpPr>
          <p:nvPr/>
        </p:nvSpPr>
        <p:spPr bwMode="auto">
          <a:xfrm>
            <a:off x="8705850" y="44958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399393" name="Text Box 33"/>
          <p:cNvSpPr txBox="1">
            <a:spLocks noChangeArrowheads="1"/>
          </p:cNvSpPr>
          <p:nvPr/>
        </p:nvSpPr>
        <p:spPr bwMode="auto">
          <a:xfrm>
            <a:off x="6308725" y="3073400"/>
            <a:ext cx="379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+</a:t>
            </a:r>
          </a:p>
        </p:txBody>
      </p:sp>
      <p:sp>
        <p:nvSpPr>
          <p:cNvPr id="399394" name="Text Box 34"/>
          <p:cNvSpPr txBox="1">
            <a:spLocks noChangeArrowheads="1"/>
          </p:cNvSpPr>
          <p:nvPr/>
        </p:nvSpPr>
        <p:spPr bwMode="auto">
          <a:xfrm>
            <a:off x="7543800" y="4572000"/>
            <a:ext cx="400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*</a:t>
            </a:r>
          </a:p>
        </p:txBody>
      </p:sp>
      <p:sp>
        <p:nvSpPr>
          <p:cNvPr id="399395" name="AutoShape 35"/>
          <p:cNvSpPr>
            <a:spLocks noChangeArrowheads="1"/>
          </p:cNvSpPr>
          <p:nvPr/>
        </p:nvSpPr>
        <p:spPr bwMode="auto">
          <a:xfrm>
            <a:off x="3962400" y="3733800"/>
            <a:ext cx="914400" cy="485775"/>
          </a:xfrm>
          <a:prstGeom prst="leftRightArrow">
            <a:avLst>
              <a:gd name="adj1" fmla="val 50000"/>
              <a:gd name="adj2" fmla="val 376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F75B-64D8-4B34-A879-ABE44650AE82}" type="slidenum">
              <a:rPr lang="en-US"/>
              <a:pPr/>
              <a:t>59</a:t>
            </a:fld>
            <a:endParaRPr lang="en-US"/>
          </a:p>
        </p:txBody>
      </p:sp>
      <p:sp>
        <p:nvSpPr>
          <p:cNvPr id="400386" name="Oval 2"/>
          <p:cNvSpPr>
            <a:spLocks noChangeArrowheads="1"/>
          </p:cNvSpPr>
          <p:nvPr/>
        </p:nvSpPr>
        <p:spPr bwMode="auto">
          <a:xfrm>
            <a:off x="152400" y="3124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87" name="Text Box 3"/>
          <p:cNvSpPr txBox="1">
            <a:spLocks noChangeArrowheads="1"/>
          </p:cNvSpPr>
          <p:nvPr/>
        </p:nvSpPr>
        <p:spPr bwMode="auto">
          <a:xfrm>
            <a:off x="152400" y="4038600"/>
            <a:ext cx="614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400388" name="Oval 4"/>
          <p:cNvSpPr>
            <a:spLocks noChangeArrowheads="1"/>
          </p:cNvSpPr>
          <p:nvPr/>
        </p:nvSpPr>
        <p:spPr bwMode="auto">
          <a:xfrm>
            <a:off x="1219200" y="1981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1219200" y="19812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400390" name="Oval 6"/>
          <p:cNvSpPr>
            <a:spLocks noChangeArrowheads="1"/>
          </p:cNvSpPr>
          <p:nvPr/>
        </p:nvSpPr>
        <p:spPr bwMode="auto">
          <a:xfrm>
            <a:off x="2362200" y="3124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1" name="Oval 7"/>
          <p:cNvSpPr>
            <a:spLocks noChangeArrowheads="1"/>
          </p:cNvSpPr>
          <p:nvPr/>
        </p:nvSpPr>
        <p:spPr bwMode="auto">
          <a:xfrm>
            <a:off x="1219200" y="3124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2" name="Oval 8"/>
          <p:cNvSpPr>
            <a:spLocks noChangeArrowheads="1"/>
          </p:cNvSpPr>
          <p:nvPr/>
        </p:nvSpPr>
        <p:spPr bwMode="auto">
          <a:xfrm>
            <a:off x="1447800" y="4495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3" name="Oval 9"/>
          <p:cNvSpPr>
            <a:spLocks noChangeArrowheads="1"/>
          </p:cNvSpPr>
          <p:nvPr/>
        </p:nvSpPr>
        <p:spPr bwMode="auto">
          <a:xfrm>
            <a:off x="3657600" y="4495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4" name="Oval 10"/>
          <p:cNvSpPr>
            <a:spLocks noChangeArrowheads="1"/>
          </p:cNvSpPr>
          <p:nvPr/>
        </p:nvSpPr>
        <p:spPr bwMode="auto">
          <a:xfrm>
            <a:off x="2514600" y="4495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5" name="Oval 11"/>
          <p:cNvSpPr>
            <a:spLocks noChangeArrowheads="1"/>
          </p:cNvSpPr>
          <p:nvPr/>
        </p:nvSpPr>
        <p:spPr bwMode="auto">
          <a:xfrm>
            <a:off x="152400" y="4038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6" name="Oval 12"/>
          <p:cNvSpPr>
            <a:spLocks noChangeArrowheads="1"/>
          </p:cNvSpPr>
          <p:nvPr/>
        </p:nvSpPr>
        <p:spPr bwMode="auto">
          <a:xfrm>
            <a:off x="1447800" y="5410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7" name="Oval 13"/>
          <p:cNvSpPr>
            <a:spLocks noChangeArrowheads="1"/>
          </p:cNvSpPr>
          <p:nvPr/>
        </p:nvSpPr>
        <p:spPr bwMode="auto">
          <a:xfrm>
            <a:off x="3657600" y="5410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8" name="Line 14"/>
          <p:cNvSpPr>
            <a:spLocks noChangeShapeType="1"/>
          </p:cNvSpPr>
          <p:nvPr/>
        </p:nvSpPr>
        <p:spPr bwMode="auto">
          <a:xfrm flipH="1">
            <a:off x="609600" y="2362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99" name="Line 15"/>
          <p:cNvSpPr>
            <a:spLocks noChangeShapeType="1"/>
          </p:cNvSpPr>
          <p:nvPr/>
        </p:nvSpPr>
        <p:spPr bwMode="auto">
          <a:xfrm>
            <a:off x="1447800" y="2514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400" name="Line 16"/>
          <p:cNvSpPr>
            <a:spLocks noChangeShapeType="1"/>
          </p:cNvSpPr>
          <p:nvPr/>
        </p:nvSpPr>
        <p:spPr bwMode="auto">
          <a:xfrm>
            <a:off x="1752600" y="2362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401" name="Line 17"/>
          <p:cNvSpPr>
            <a:spLocks noChangeShapeType="1"/>
          </p:cNvSpPr>
          <p:nvPr/>
        </p:nvSpPr>
        <p:spPr bwMode="auto">
          <a:xfrm>
            <a:off x="457200" y="3657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402" name="Line 18"/>
          <p:cNvSpPr>
            <a:spLocks noChangeShapeType="1"/>
          </p:cNvSpPr>
          <p:nvPr/>
        </p:nvSpPr>
        <p:spPr bwMode="auto">
          <a:xfrm flipH="1">
            <a:off x="1828800" y="3581400"/>
            <a:ext cx="609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403" name="Line 19"/>
          <p:cNvSpPr>
            <a:spLocks noChangeShapeType="1"/>
          </p:cNvSpPr>
          <p:nvPr/>
        </p:nvSpPr>
        <p:spPr bwMode="auto">
          <a:xfrm>
            <a:off x="2667000" y="3657600"/>
            <a:ext cx="76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0404" name="Line 20"/>
          <p:cNvSpPr>
            <a:spLocks noChangeShapeType="1"/>
          </p:cNvSpPr>
          <p:nvPr/>
        </p:nvSpPr>
        <p:spPr bwMode="auto">
          <a:xfrm>
            <a:off x="2819400" y="3581400"/>
            <a:ext cx="990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405" name="Text Box 21"/>
          <p:cNvSpPr txBox="1">
            <a:spLocks noChangeArrowheads="1"/>
          </p:cNvSpPr>
          <p:nvPr/>
        </p:nvSpPr>
        <p:spPr bwMode="auto">
          <a:xfrm>
            <a:off x="1524000" y="5410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400406" name="Text Box 22"/>
          <p:cNvSpPr txBox="1">
            <a:spLocks noChangeArrowheads="1"/>
          </p:cNvSpPr>
          <p:nvPr/>
        </p:nvSpPr>
        <p:spPr bwMode="auto">
          <a:xfrm>
            <a:off x="3759200" y="5410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400407" name="Text Box 23"/>
          <p:cNvSpPr txBox="1">
            <a:spLocks noChangeArrowheads="1"/>
          </p:cNvSpPr>
          <p:nvPr/>
        </p:nvSpPr>
        <p:spPr bwMode="auto">
          <a:xfrm>
            <a:off x="0" y="1066800"/>
            <a:ext cx="3048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derivation tree</a:t>
            </a:r>
          </a:p>
        </p:txBody>
      </p:sp>
      <p:sp>
        <p:nvSpPr>
          <p:cNvPr id="400408" name="Line 24"/>
          <p:cNvSpPr>
            <a:spLocks noChangeShapeType="1"/>
          </p:cNvSpPr>
          <p:nvPr/>
        </p:nvSpPr>
        <p:spPr bwMode="auto">
          <a:xfrm>
            <a:off x="16764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409" name="Line 25"/>
          <p:cNvSpPr>
            <a:spLocks noChangeShapeType="1"/>
          </p:cNvSpPr>
          <p:nvPr/>
        </p:nvSpPr>
        <p:spPr bwMode="auto">
          <a:xfrm>
            <a:off x="39624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410" name="Text Box 26"/>
          <p:cNvSpPr txBox="1">
            <a:spLocks noChangeArrowheads="1"/>
          </p:cNvSpPr>
          <p:nvPr/>
        </p:nvSpPr>
        <p:spPr bwMode="auto">
          <a:xfrm>
            <a:off x="152400" y="31242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400411" name="Text Box 27"/>
          <p:cNvSpPr txBox="1">
            <a:spLocks noChangeArrowheads="1"/>
          </p:cNvSpPr>
          <p:nvPr/>
        </p:nvSpPr>
        <p:spPr bwMode="auto">
          <a:xfrm>
            <a:off x="2362200" y="31242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400412" name="Text Box 28"/>
          <p:cNvSpPr txBox="1">
            <a:spLocks noChangeArrowheads="1"/>
          </p:cNvSpPr>
          <p:nvPr/>
        </p:nvSpPr>
        <p:spPr bwMode="auto">
          <a:xfrm>
            <a:off x="1524000" y="44958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400413" name="Text Box 29"/>
          <p:cNvSpPr txBox="1">
            <a:spLocks noChangeArrowheads="1"/>
          </p:cNvSpPr>
          <p:nvPr/>
        </p:nvSpPr>
        <p:spPr bwMode="auto">
          <a:xfrm>
            <a:off x="3752850" y="4495800"/>
            <a:ext cx="438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400414" name="Text Box 30"/>
          <p:cNvSpPr txBox="1">
            <a:spLocks noChangeArrowheads="1"/>
          </p:cNvSpPr>
          <p:nvPr/>
        </p:nvSpPr>
        <p:spPr bwMode="auto">
          <a:xfrm>
            <a:off x="1355725" y="3073400"/>
            <a:ext cx="379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+</a:t>
            </a:r>
          </a:p>
        </p:txBody>
      </p:sp>
      <p:sp>
        <p:nvSpPr>
          <p:cNvPr id="400415" name="Text Box 31"/>
          <p:cNvSpPr txBox="1">
            <a:spLocks noChangeArrowheads="1"/>
          </p:cNvSpPr>
          <p:nvPr/>
        </p:nvSpPr>
        <p:spPr bwMode="auto">
          <a:xfrm>
            <a:off x="2590800" y="4572000"/>
            <a:ext cx="400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*</a:t>
            </a:r>
          </a:p>
        </p:txBody>
      </p:sp>
      <p:sp>
        <p:nvSpPr>
          <p:cNvPr id="400416" name="Text Box 32"/>
          <p:cNvSpPr txBox="1">
            <a:spLocks noChangeArrowheads="1"/>
          </p:cNvSpPr>
          <p:nvPr/>
        </p:nvSpPr>
        <p:spPr bwMode="auto">
          <a:xfrm>
            <a:off x="6019800" y="3200400"/>
            <a:ext cx="24622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mult a, 2, 5</a:t>
            </a:r>
          </a:p>
          <a:p>
            <a:r>
              <a:rPr lang="en-US"/>
              <a:t>add b, 10, a </a:t>
            </a:r>
          </a:p>
        </p:txBody>
      </p:sp>
      <p:sp>
        <p:nvSpPr>
          <p:cNvPr id="400417" name="Oval 33"/>
          <p:cNvSpPr>
            <a:spLocks noChangeArrowheads="1"/>
          </p:cNvSpPr>
          <p:nvPr/>
        </p:nvSpPr>
        <p:spPr bwMode="auto">
          <a:xfrm>
            <a:off x="5791200" y="2819400"/>
            <a:ext cx="3048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0418" name="Text Box 34"/>
          <p:cNvSpPr txBox="1">
            <a:spLocks noChangeArrowheads="1"/>
          </p:cNvSpPr>
          <p:nvPr/>
        </p:nvSpPr>
        <p:spPr bwMode="auto">
          <a:xfrm>
            <a:off x="5943600" y="2057400"/>
            <a:ext cx="2708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machine code</a:t>
            </a:r>
          </a:p>
        </p:txBody>
      </p:sp>
      <p:sp>
        <p:nvSpPr>
          <p:cNvPr id="400419" name="AutoShape 35"/>
          <p:cNvSpPr>
            <a:spLocks noChangeArrowheads="1"/>
          </p:cNvSpPr>
          <p:nvPr/>
        </p:nvSpPr>
        <p:spPr bwMode="auto">
          <a:xfrm>
            <a:off x="4419600" y="3505200"/>
            <a:ext cx="838200" cy="485775"/>
          </a:xfrm>
          <a:prstGeom prst="rightArrow">
            <a:avLst>
              <a:gd name="adj1" fmla="val 50000"/>
              <a:gd name="adj2" fmla="val 431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Parsing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EC11-4C08-44CA-9401-2574782DCAFC}" type="slidenum">
              <a:rPr lang="en-US"/>
              <a:pPr/>
              <a:t>61</a:t>
            </a:fld>
            <a:endParaRPr lang="en-US"/>
          </a:p>
        </p:txBody>
      </p:sp>
      <p:sp>
        <p:nvSpPr>
          <p:cNvPr id="402434" name="Rectangle 2"/>
          <p:cNvSpPr>
            <a:spLocks noChangeArrowheads="1"/>
          </p:cNvSpPr>
          <p:nvPr/>
        </p:nvSpPr>
        <p:spPr bwMode="auto">
          <a:xfrm>
            <a:off x="3276600" y="3048000"/>
            <a:ext cx="2209800" cy="1143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2435" name="Text Box 3"/>
          <p:cNvSpPr txBox="1">
            <a:spLocks noChangeArrowheads="1"/>
          </p:cNvSpPr>
          <p:nvPr/>
        </p:nvSpPr>
        <p:spPr bwMode="auto">
          <a:xfrm>
            <a:off x="3505200" y="3276600"/>
            <a:ext cx="1838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</a:t>
            </a:r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3657600" y="2438400"/>
            <a:ext cx="1414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Parser</a:t>
            </a:r>
          </a:p>
        </p:txBody>
      </p:sp>
      <p:sp>
        <p:nvSpPr>
          <p:cNvPr id="402437" name="Oval 5"/>
          <p:cNvSpPr>
            <a:spLocks noChangeArrowheads="1"/>
          </p:cNvSpPr>
          <p:nvPr/>
        </p:nvSpPr>
        <p:spPr bwMode="auto">
          <a:xfrm>
            <a:off x="228600" y="2667000"/>
            <a:ext cx="2286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2438" name="Text Box 6"/>
          <p:cNvSpPr txBox="1">
            <a:spLocks noChangeArrowheads="1"/>
          </p:cNvSpPr>
          <p:nvPr/>
        </p:nvSpPr>
        <p:spPr bwMode="auto">
          <a:xfrm>
            <a:off x="609600" y="2971800"/>
            <a:ext cx="13128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  <a:p>
            <a:r>
              <a:rPr lang="en-US"/>
              <a:t>string</a:t>
            </a:r>
          </a:p>
        </p:txBody>
      </p:sp>
      <p:sp>
        <p:nvSpPr>
          <p:cNvPr id="402439" name="Oval 7"/>
          <p:cNvSpPr>
            <a:spLocks noChangeArrowheads="1"/>
          </p:cNvSpPr>
          <p:nvPr/>
        </p:nvSpPr>
        <p:spPr bwMode="auto">
          <a:xfrm>
            <a:off x="6400800" y="2667000"/>
            <a:ext cx="2286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2440" name="Text Box 8"/>
          <p:cNvSpPr txBox="1">
            <a:spLocks noChangeArrowheads="1"/>
          </p:cNvSpPr>
          <p:nvPr/>
        </p:nvSpPr>
        <p:spPr bwMode="auto">
          <a:xfrm>
            <a:off x="6477000" y="3200400"/>
            <a:ext cx="2093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</a:t>
            </a:r>
          </a:p>
        </p:txBody>
      </p:sp>
      <p:sp>
        <p:nvSpPr>
          <p:cNvPr id="402441" name="Line 9"/>
          <p:cNvSpPr>
            <a:spLocks noChangeShapeType="1"/>
          </p:cNvSpPr>
          <p:nvPr/>
        </p:nvSpPr>
        <p:spPr bwMode="auto">
          <a:xfrm>
            <a:off x="2514600" y="35814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2442" name="Line 10"/>
          <p:cNvSpPr>
            <a:spLocks noChangeShapeType="1"/>
          </p:cNvSpPr>
          <p:nvPr/>
        </p:nvSpPr>
        <p:spPr bwMode="auto">
          <a:xfrm>
            <a:off x="5486400" y="35814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A95F9-A2C8-4012-87F4-EF259E045640}" type="slidenum">
              <a:rPr lang="en-US"/>
              <a:pPr/>
              <a:t>62</a:t>
            </a:fld>
            <a:endParaRPr lang="en-US"/>
          </a:p>
        </p:txBody>
      </p:sp>
      <p:sp>
        <p:nvSpPr>
          <p:cNvPr id="403458" name="Text Box 2"/>
          <p:cNvSpPr txBox="1">
            <a:spLocks noChangeArrowheads="1"/>
          </p:cNvSpPr>
          <p:nvPr/>
        </p:nvSpPr>
        <p:spPr bwMode="auto">
          <a:xfrm>
            <a:off x="517525" y="3302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403459" name="Rectangle 3"/>
          <p:cNvSpPr>
            <a:spLocks noChangeArrowheads="1"/>
          </p:cNvSpPr>
          <p:nvPr/>
        </p:nvSpPr>
        <p:spPr bwMode="auto">
          <a:xfrm>
            <a:off x="3505200" y="2895600"/>
            <a:ext cx="2133600" cy="2895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3460" name="Text Box 4"/>
          <p:cNvSpPr txBox="1">
            <a:spLocks noChangeArrowheads="1"/>
          </p:cNvSpPr>
          <p:nvPr/>
        </p:nvSpPr>
        <p:spPr bwMode="auto">
          <a:xfrm>
            <a:off x="3810000" y="2286000"/>
            <a:ext cx="1414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Parser</a:t>
            </a:r>
          </a:p>
        </p:txBody>
      </p:sp>
      <p:sp>
        <p:nvSpPr>
          <p:cNvPr id="403461" name="Oval 5"/>
          <p:cNvSpPr>
            <a:spLocks noChangeArrowheads="1"/>
          </p:cNvSpPr>
          <p:nvPr/>
        </p:nvSpPr>
        <p:spPr bwMode="auto">
          <a:xfrm>
            <a:off x="457200" y="3810000"/>
            <a:ext cx="22860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3462" name="Oval 6"/>
          <p:cNvSpPr>
            <a:spLocks noChangeArrowheads="1"/>
          </p:cNvSpPr>
          <p:nvPr/>
        </p:nvSpPr>
        <p:spPr bwMode="auto">
          <a:xfrm>
            <a:off x="6400800" y="3505200"/>
            <a:ext cx="2286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3463" name="Text Box 7"/>
          <p:cNvSpPr txBox="1">
            <a:spLocks noChangeArrowheads="1"/>
          </p:cNvSpPr>
          <p:nvPr/>
        </p:nvSpPr>
        <p:spPr bwMode="auto">
          <a:xfrm>
            <a:off x="6477000" y="2895600"/>
            <a:ext cx="2093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</a:t>
            </a:r>
          </a:p>
        </p:txBody>
      </p:sp>
      <p:sp>
        <p:nvSpPr>
          <p:cNvPr id="403464" name="Line 8"/>
          <p:cNvSpPr>
            <a:spLocks noChangeShapeType="1"/>
          </p:cNvSpPr>
          <p:nvPr/>
        </p:nvSpPr>
        <p:spPr bwMode="auto">
          <a:xfrm>
            <a:off x="2743200" y="43434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3465" name="Line 9"/>
          <p:cNvSpPr>
            <a:spLocks noChangeShapeType="1"/>
          </p:cNvSpPr>
          <p:nvPr/>
        </p:nvSpPr>
        <p:spPr bwMode="auto">
          <a:xfrm>
            <a:off x="5638800" y="44196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59776" name="Object 1024"/>
          <p:cNvGraphicFramePr>
            <a:graphicFrameLocks noChangeAspect="1"/>
          </p:cNvGraphicFramePr>
          <p:nvPr/>
        </p:nvGraphicFramePr>
        <p:xfrm>
          <a:off x="3695700" y="2971800"/>
          <a:ext cx="1803400" cy="2749550"/>
        </p:xfrm>
        <a:graphic>
          <a:graphicData uri="http://schemas.openxmlformats.org/presentationml/2006/ole">
            <p:oleObj spid="_x0000_s459776" name="Equation" r:id="rId3" imgW="1803240" imgH="2717640" progId="Equation.3">
              <p:embed/>
            </p:oleObj>
          </a:graphicData>
        </a:graphic>
      </p:graphicFrame>
      <p:sp>
        <p:nvSpPr>
          <p:cNvPr id="403467" name="Text Box 11"/>
          <p:cNvSpPr txBox="1">
            <a:spLocks noChangeArrowheads="1"/>
          </p:cNvSpPr>
          <p:nvPr/>
        </p:nvSpPr>
        <p:spPr bwMode="auto">
          <a:xfrm>
            <a:off x="1066800" y="32004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</p:txBody>
      </p:sp>
      <p:sp>
        <p:nvSpPr>
          <p:cNvPr id="403468" name="Text Box 12"/>
          <p:cNvSpPr txBox="1">
            <a:spLocks noChangeArrowheads="1"/>
          </p:cNvSpPr>
          <p:nvPr/>
        </p:nvSpPr>
        <p:spPr bwMode="auto">
          <a:xfrm>
            <a:off x="7315200" y="4114800"/>
            <a:ext cx="396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?</a:t>
            </a:r>
          </a:p>
        </p:txBody>
      </p:sp>
      <p:graphicFrame>
        <p:nvGraphicFramePr>
          <p:cNvPr id="459777" name="Object 1025"/>
          <p:cNvGraphicFramePr>
            <a:graphicFrameLocks noChangeAspect="1"/>
          </p:cNvGraphicFramePr>
          <p:nvPr/>
        </p:nvGraphicFramePr>
        <p:xfrm>
          <a:off x="1066800" y="4114800"/>
          <a:ext cx="1054100" cy="430213"/>
        </p:xfrm>
        <a:graphic>
          <a:graphicData uri="http://schemas.openxmlformats.org/presentationml/2006/ole">
            <p:oleObj spid="_x0000_s459777" name="Equation" r:id="rId4" imgW="10540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85AB7-9E2E-499D-B813-9B8450C1A9B2}" type="slidenum">
              <a:rPr lang="en-US"/>
              <a:pPr/>
              <a:t>63</a:t>
            </a:fld>
            <a:endParaRPr lang="en-US"/>
          </a:p>
        </p:txBody>
      </p:sp>
      <p:sp>
        <p:nvSpPr>
          <p:cNvPr id="404482" name="Text Box 2"/>
          <p:cNvSpPr txBox="1">
            <a:spLocks noChangeArrowheads="1"/>
          </p:cNvSpPr>
          <p:nvPr/>
        </p:nvSpPr>
        <p:spPr bwMode="auto">
          <a:xfrm>
            <a:off x="2286000" y="0"/>
            <a:ext cx="417036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3300"/>
                </a:solidFill>
              </a:rPr>
              <a:t>Exhaustive Search</a:t>
            </a:r>
          </a:p>
        </p:txBody>
      </p:sp>
      <p:graphicFrame>
        <p:nvGraphicFramePr>
          <p:cNvPr id="460800" name="Object 1024"/>
          <p:cNvGraphicFramePr>
            <a:graphicFrameLocks noChangeAspect="1"/>
          </p:cNvGraphicFramePr>
          <p:nvPr/>
        </p:nvGraphicFramePr>
        <p:xfrm>
          <a:off x="2070100" y="1066800"/>
          <a:ext cx="4254500" cy="544513"/>
        </p:xfrm>
        <a:graphic>
          <a:graphicData uri="http://schemas.openxmlformats.org/presentationml/2006/ole">
            <p:oleObj spid="_x0000_s460800" name="Equation" r:id="rId3" imgW="4254480" imgH="545760" progId="Equation.3">
              <p:embed/>
            </p:oleObj>
          </a:graphicData>
        </a:graphic>
      </p:graphicFrame>
      <p:sp>
        <p:nvSpPr>
          <p:cNvPr id="404484" name="Text Box 4"/>
          <p:cNvSpPr txBox="1">
            <a:spLocks noChangeArrowheads="1"/>
          </p:cNvSpPr>
          <p:nvPr/>
        </p:nvSpPr>
        <p:spPr bwMode="auto">
          <a:xfrm>
            <a:off x="304800" y="2362200"/>
            <a:ext cx="1685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1:</a:t>
            </a:r>
          </a:p>
        </p:txBody>
      </p:sp>
      <p:graphicFrame>
        <p:nvGraphicFramePr>
          <p:cNvPr id="460801" name="Object 1025"/>
          <p:cNvGraphicFramePr>
            <a:graphicFrameLocks noChangeAspect="1"/>
          </p:cNvGraphicFramePr>
          <p:nvPr/>
        </p:nvGraphicFramePr>
        <p:xfrm>
          <a:off x="2819400" y="2438400"/>
          <a:ext cx="1803400" cy="2717800"/>
        </p:xfrm>
        <a:graphic>
          <a:graphicData uri="http://schemas.openxmlformats.org/presentationml/2006/ole">
            <p:oleObj spid="_x0000_s460801" name="Equation" r:id="rId4" imgW="1803240" imgH="2717640" progId="Equation.3">
              <p:embed/>
            </p:oleObj>
          </a:graphicData>
        </a:graphic>
      </p:graphicFrame>
      <p:graphicFrame>
        <p:nvGraphicFramePr>
          <p:cNvPr id="460802" name="Object 1026"/>
          <p:cNvGraphicFramePr>
            <a:graphicFrameLocks noChangeAspect="1"/>
          </p:cNvGraphicFramePr>
          <p:nvPr/>
        </p:nvGraphicFramePr>
        <p:xfrm>
          <a:off x="6629400" y="3048000"/>
          <a:ext cx="1054100" cy="430213"/>
        </p:xfrm>
        <a:graphic>
          <a:graphicData uri="http://schemas.openxmlformats.org/presentationml/2006/ole">
            <p:oleObj spid="_x0000_s460802" name="Equation" r:id="rId5" imgW="1054080" imgH="431640" progId="Equation.3">
              <p:embed/>
            </p:oleObj>
          </a:graphicData>
        </a:graphic>
      </p:graphicFrame>
      <p:sp>
        <p:nvSpPr>
          <p:cNvPr id="404487" name="Text Box 7"/>
          <p:cNvSpPr txBox="1">
            <a:spLocks noChangeArrowheads="1"/>
          </p:cNvSpPr>
          <p:nvPr/>
        </p:nvSpPr>
        <p:spPr bwMode="auto">
          <a:xfrm>
            <a:off x="746125" y="5588000"/>
            <a:ext cx="6732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possible derivations of length 1</a:t>
            </a:r>
          </a:p>
        </p:txBody>
      </p:sp>
      <p:sp>
        <p:nvSpPr>
          <p:cNvPr id="404488" name="Text Box 8"/>
          <p:cNvSpPr txBox="1">
            <a:spLocks noChangeArrowheads="1"/>
          </p:cNvSpPr>
          <p:nvPr/>
        </p:nvSpPr>
        <p:spPr bwMode="auto">
          <a:xfrm>
            <a:off x="5410200" y="2362200"/>
            <a:ext cx="3570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Find derivation of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FF55-64CB-4DB5-8464-0DB32D52ADA2}" type="slidenum">
              <a:rPr lang="en-US"/>
              <a:pPr/>
              <a:t>64</a:t>
            </a:fld>
            <a:endParaRPr lang="en-US"/>
          </a:p>
        </p:txBody>
      </p:sp>
      <p:sp>
        <p:nvSpPr>
          <p:cNvPr id="405506" name="Line 2"/>
          <p:cNvSpPr>
            <a:spLocks noChangeShapeType="1"/>
          </p:cNvSpPr>
          <p:nvPr/>
        </p:nvSpPr>
        <p:spPr bwMode="auto">
          <a:xfrm>
            <a:off x="2743200" y="3886200"/>
            <a:ext cx="17526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5507" name="Line 3"/>
          <p:cNvSpPr>
            <a:spLocks noChangeShapeType="1"/>
          </p:cNvSpPr>
          <p:nvPr/>
        </p:nvSpPr>
        <p:spPr bwMode="auto">
          <a:xfrm flipV="1">
            <a:off x="2743200" y="3886200"/>
            <a:ext cx="18288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5508" name="Line 4"/>
          <p:cNvSpPr>
            <a:spLocks noChangeShapeType="1"/>
          </p:cNvSpPr>
          <p:nvPr/>
        </p:nvSpPr>
        <p:spPr bwMode="auto">
          <a:xfrm>
            <a:off x="2743200" y="4648200"/>
            <a:ext cx="17526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5509" name="Line 5"/>
          <p:cNvSpPr>
            <a:spLocks noChangeShapeType="1"/>
          </p:cNvSpPr>
          <p:nvPr/>
        </p:nvSpPr>
        <p:spPr bwMode="auto">
          <a:xfrm flipV="1">
            <a:off x="2743200" y="4648200"/>
            <a:ext cx="18288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61824" name="Object 1024"/>
          <p:cNvGraphicFramePr>
            <a:graphicFrameLocks noChangeAspect="1"/>
          </p:cNvGraphicFramePr>
          <p:nvPr/>
        </p:nvGraphicFramePr>
        <p:xfrm>
          <a:off x="2819400" y="2438400"/>
          <a:ext cx="1803400" cy="2717800"/>
        </p:xfrm>
        <a:graphic>
          <a:graphicData uri="http://schemas.openxmlformats.org/presentationml/2006/ole">
            <p:oleObj spid="_x0000_s461824" name="Equation" r:id="rId3" imgW="1803240" imgH="2717640" progId="Equation.3">
              <p:embed/>
            </p:oleObj>
          </a:graphicData>
        </a:graphic>
      </p:graphicFrame>
      <p:graphicFrame>
        <p:nvGraphicFramePr>
          <p:cNvPr id="461825" name="Object 1025"/>
          <p:cNvGraphicFramePr>
            <a:graphicFrameLocks noChangeAspect="1"/>
          </p:cNvGraphicFramePr>
          <p:nvPr/>
        </p:nvGraphicFramePr>
        <p:xfrm>
          <a:off x="7010400" y="2438400"/>
          <a:ext cx="1054100" cy="430213"/>
        </p:xfrm>
        <a:graphic>
          <a:graphicData uri="http://schemas.openxmlformats.org/presentationml/2006/ole">
            <p:oleObj spid="_x0000_s461825" name="Equation" r:id="rId4" imgW="10540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71483-2CB5-4BE7-92A6-5F3633C7EDAF}" type="slidenum">
              <a:rPr lang="en-US"/>
              <a:pPr/>
              <a:t>65</a:t>
            </a:fld>
            <a:endParaRPr lang="en-US"/>
          </a:p>
        </p:txBody>
      </p:sp>
      <p:sp>
        <p:nvSpPr>
          <p:cNvPr id="406530" name="Text Box 2"/>
          <p:cNvSpPr txBox="1">
            <a:spLocks noChangeArrowheads="1"/>
          </p:cNvSpPr>
          <p:nvPr/>
        </p:nvSpPr>
        <p:spPr bwMode="auto">
          <a:xfrm>
            <a:off x="2743200" y="0"/>
            <a:ext cx="1628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2</a:t>
            </a:r>
          </a:p>
        </p:txBody>
      </p:sp>
      <p:graphicFrame>
        <p:nvGraphicFramePr>
          <p:cNvPr id="462848" name="Object 1024"/>
          <p:cNvGraphicFramePr>
            <a:graphicFrameLocks noChangeAspect="1"/>
          </p:cNvGraphicFramePr>
          <p:nvPr/>
        </p:nvGraphicFramePr>
        <p:xfrm>
          <a:off x="304800" y="3124200"/>
          <a:ext cx="1803400" cy="1193800"/>
        </p:xfrm>
        <a:graphic>
          <a:graphicData uri="http://schemas.openxmlformats.org/presentationml/2006/ole">
            <p:oleObj spid="_x0000_s462848" name="Equation" r:id="rId3" imgW="1803240" imgH="1193760" progId="Equation.3">
              <p:embed/>
            </p:oleObj>
          </a:graphicData>
        </a:graphic>
      </p:graphicFrame>
      <p:graphicFrame>
        <p:nvGraphicFramePr>
          <p:cNvPr id="462849" name="Object 1025"/>
          <p:cNvGraphicFramePr>
            <a:graphicFrameLocks noChangeAspect="1"/>
          </p:cNvGraphicFramePr>
          <p:nvPr/>
        </p:nvGraphicFramePr>
        <p:xfrm>
          <a:off x="7569200" y="1657350"/>
          <a:ext cx="1054100" cy="430213"/>
        </p:xfrm>
        <a:graphic>
          <a:graphicData uri="http://schemas.openxmlformats.org/presentationml/2006/ole">
            <p:oleObj spid="_x0000_s462849" name="Equation" r:id="rId4" imgW="1054080" imgH="431640" progId="Equation.3">
              <p:embed/>
            </p:oleObj>
          </a:graphicData>
        </a:graphic>
      </p:graphicFrame>
      <p:graphicFrame>
        <p:nvGraphicFramePr>
          <p:cNvPr id="462850" name="Object 1026"/>
          <p:cNvGraphicFramePr>
            <a:graphicFrameLocks noChangeAspect="1"/>
          </p:cNvGraphicFramePr>
          <p:nvPr/>
        </p:nvGraphicFramePr>
        <p:xfrm>
          <a:off x="2806700" y="850900"/>
          <a:ext cx="3365500" cy="2717800"/>
        </p:xfrm>
        <a:graphic>
          <a:graphicData uri="http://schemas.openxmlformats.org/presentationml/2006/ole">
            <p:oleObj spid="_x0000_s462850" name="Equation" r:id="rId5" imgW="3365280" imgH="2717640" progId="Equation.3">
              <p:embed/>
            </p:oleObj>
          </a:graphicData>
        </a:graphic>
      </p:graphicFrame>
      <p:sp>
        <p:nvSpPr>
          <p:cNvPr id="406534" name="Text Box 6"/>
          <p:cNvSpPr txBox="1">
            <a:spLocks noChangeArrowheads="1"/>
          </p:cNvSpPr>
          <p:nvPr/>
        </p:nvSpPr>
        <p:spPr bwMode="auto">
          <a:xfrm>
            <a:off x="304800" y="2286000"/>
            <a:ext cx="1563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1</a:t>
            </a:r>
          </a:p>
        </p:txBody>
      </p:sp>
      <p:sp>
        <p:nvSpPr>
          <p:cNvPr id="406535" name="Line 7"/>
          <p:cNvSpPr>
            <a:spLocks noChangeShapeType="1"/>
          </p:cNvSpPr>
          <p:nvPr/>
        </p:nvSpPr>
        <p:spPr bwMode="auto">
          <a:xfrm flipV="1">
            <a:off x="1905000" y="2209800"/>
            <a:ext cx="838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406536" name="Group 8"/>
          <p:cNvGrpSpPr>
            <a:grpSpLocks/>
          </p:cNvGrpSpPr>
          <p:nvPr/>
        </p:nvGrpSpPr>
        <p:grpSpPr bwMode="auto">
          <a:xfrm>
            <a:off x="152400" y="3733800"/>
            <a:ext cx="6781800" cy="2959100"/>
            <a:chOff x="96" y="2352"/>
            <a:chExt cx="4272" cy="1864"/>
          </a:xfrm>
        </p:grpSpPr>
        <p:graphicFrame>
          <p:nvGraphicFramePr>
            <p:cNvPr id="462852" name="Object 1028"/>
            <p:cNvGraphicFramePr>
              <a:graphicFrameLocks noChangeAspect="1"/>
            </p:cNvGraphicFramePr>
            <p:nvPr/>
          </p:nvGraphicFramePr>
          <p:xfrm>
            <a:off x="1704" y="2504"/>
            <a:ext cx="2392" cy="1712"/>
          </p:xfrm>
          <a:graphic>
            <a:graphicData uri="http://schemas.openxmlformats.org/presentationml/2006/ole">
              <p:oleObj spid="_x0000_s462852" name="Equation" r:id="rId6" imgW="3797280" imgH="2717640" progId="Equation.3">
                <p:embed/>
              </p:oleObj>
            </a:graphicData>
          </a:graphic>
        </p:graphicFrame>
        <p:sp>
          <p:nvSpPr>
            <p:cNvPr id="406538" name="Line 10"/>
            <p:cNvSpPr>
              <a:spLocks noChangeShapeType="1"/>
            </p:cNvSpPr>
            <p:nvPr/>
          </p:nvSpPr>
          <p:spPr bwMode="auto">
            <a:xfrm>
              <a:off x="1248" y="2736"/>
              <a:ext cx="38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6539" name="Line 11"/>
            <p:cNvSpPr>
              <a:spLocks noChangeShapeType="1"/>
            </p:cNvSpPr>
            <p:nvPr/>
          </p:nvSpPr>
          <p:spPr bwMode="auto">
            <a:xfrm>
              <a:off x="96" y="2352"/>
              <a:ext cx="427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462851" name="Object 1027"/>
          <p:cNvGraphicFramePr>
            <a:graphicFrameLocks noChangeAspect="1"/>
          </p:cNvGraphicFramePr>
          <p:nvPr/>
        </p:nvGraphicFramePr>
        <p:xfrm>
          <a:off x="4724400" y="0"/>
          <a:ext cx="4254500" cy="544513"/>
        </p:xfrm>
        <a:graphic>
          <a:graphicData uri="http://schemas.openxmlformats.org/presentationml/2006/ole">
            <p:oleObj spid="_x0000_s462851" name="Equation" r:id="rId7" imgW="4254480" imgH="545760" progId="Equation.3">
              <p:embed/>
            </p:oleObj>
          </a:graphicData>
        </a:graphic>
      </p:graphicFrame>
      <p:grpSp>
        <p:nvGrpSpPr>
          <p:cNvPr id="406541" name="Group 13"/>
          <p:cNvGrpSpPr>
            <a:grpSpLocks/>
          </p:cNvGrpSpPr>
          <p:nvPr/>
        </p:nvGrpSpPr>
        <p:grpSpPr bwMode="auto">
          <a:xfrm>
            <a:off x="2743200" y="2209800"/>
            <a:ext cx="3581400" cy="4648200"/>
            <a:chOff x="1728" y="1392"/>
            <a:chExt cx="2256" cy="2928"/>
          </a:xfrm>
        </p:grpSpPr>
        <p:sp>
          <p:nvSpPr>
            <p:cNvPr id="406542" name="Line 14"/>
            <p:cNvSpPr>
              <a:spLocks noChangeShapeType="1"/>
            </p:cNvSpPr>
            <p:nvPr/>
          </p:nvSpPr>
          <p:spPr bwMode="auto">
            <a:xfrm>
              <a:off x="1776" y="1392"/>
              <a:ext cx="2112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6543" name="Line 15"/>
            <p:cNvSpPr>
              <a:spLocks noChangeShapeType="1"/>
            </p:cNvSpPr>
            <p:nvPr/>
          </p:nvSpPr>
          <p:spPr bwMode="auto">
            <a:xfrm flipH="1">
              <a:off x="1728" y="1392"/>
              <a:ext cx="2112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6544" name="Line 16"/>
            <p:cNvSpPr>
              <a:spLocks noChangeShapeType="1"/>
            </p:cNvSpPr>
            <p:nvPr/>
          </p:nvSpPr>
          <p:spPr bwMode="auto">
            <a:xfrm>
              <a:off x="1728" y="3408"/>
              <a:ext cx="2208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6545" name="Line 17"/>
            <p:cNvSpPr>
              <a:spLocks noChangeShapeType="1"/>
            </p:cNvSpPr>
            <p:nvPr/>
          </p:nvSpPr>
          <p:spPr bwMode="auto">
            <a:xfrm flipH="1">
              <a:off x="1728" y="3408"/>
              <a:ext cx="2256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6546" name="Line 18"/>
            <p:cNvSpPr>
              <a:spLocks noChangeShapeType="1"/>
            </p:cNvSpPr>
            <p:nvPr/>
          </p:nvSpPr>
          <p:spPr bwMode="auto">
            <a:xfrm>
              <a:off x="1728" y="3888"/>
              <a:ext cx="2208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6547" name="Line 19"/>
            <p:cNvSpPr>
              <a:spLocks noChangeShapeType="1"/>
            </p:cNvSpPr>
            <p:nvPr/>
          </p:nvSpPr>
          <p:spPr bwMode="auto">
            <a:xfrm flipH="1">
              <a:off x="1728" y="3888"/>
              <a:ext cx="2256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3B3D5-87A2-4038-AFC7-55A56E43D0AE}" type="slidenum">
              <a:rPr lang="en-US"/>
              <a:pPr/>
              <a:t>66</a:t>
            </a:fld>
            <a:endParaRPr lang="en-US"/>
          </a:p>
        </p:txBody>
      </p:sp>
      <p:sp>
        <p:nvSpPr>
          <p:cNvPr id="407554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1628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2</a:t>
            </a:r>
          </a:p>
        </p:txBody>
      </p:sp>
      <p:graphicFrame>
        <p:nvGraphicFramePr>
          <p:cNvPr id="463872" name="Object 1024"/>
          <p:cNvGraphicFramePr>
            <a:graphicFrameLocks noChangeAspect="1"/>
          </p:cNvGraphicFramePr>
          <p:nvPr/>
        </p:nvGraphicFramePr>
        <p:xfrm>
          <a:off x="0" y="914400"/>
          <a:ext cx="3365500" cy="1943100"/>
        </p:xfrm>
        <a:graphic>
          <a:graphicData uri="http://schemas.openxmlformats.org/presentationml/2006/ole">
            <p:oleObj spid="_x0000_s463872" name="Equation" r:id="rId3" imgW="3365280" imgH="1942920" progId="Equation.3">
              <p:embed/>
            </p:oleObj>
          </a:graphicData>
        </a:graphic>
      </p:graphicFrame>
      <p:graphicFrame>
        <p:nvGraphicFramePr>
          <p:cNvPr id="463873" name="Object 1025"/>
          <p:cNvGraphicFramePr>
            <a:graphicFrameLocks noChangeAspect="1"/>
          </p:cNvGraphicFramePr>
          <p:nvPr/>
        </p:nvGraphicFramePr>
        <p:xfrm>
          <a:off x="0" y="3581400"/>
          <a:ext cx="3797300" cy="1193800"/>
        </p:xfrm>
        <a:graphic>
          <a:graphicData uri="http://schemas.openxmlformats.org/presentationml/2006/ole">
            <p:oleObj spid="_x0000_s463873" name="Equation" r:id="rId4" imgW="3797280" imgH="1193760" progId="Equation.3">
              <p:embed/>
            </p:oleObj>
          </a:graphicData>
        </a:graphic>
      </p:graphicFrame>
      <p:sp>
        <p:nvSpPr>
          <p:cNvPr id="407557" name="Text Box 5"/>
          <p:cNvSpPr txBox="1">
            <a:spLocks noChangeArrowheads="1"/>
          </p:cNvSpPr>
          <p:nvPr/>
        </p:nvSpPr>
        <p:spPr bwMode="auto">
          <a:xfrm>
            <a:off x="5486400" y="5029200"/>
            <a:ext cx="1628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3</a:t>
            </a:r>
          </a:p>
        </p:txBody>
      </p:sp>
      <p:graphicFrame>
        <p:nvGraphicFramePr>
          <p:cNvPr id="463874" name="Object 1026"/>
          <p:cNvGraphicFramePr>
            <a:graphicFrameLocks noChangeAspect="1"/>
          </p:cNvGraphicFramePr>
          <p:nvPr/>
        </p:nvGraphicFramePr>
        <p:xfrm>
          <a:off x="3619500" y="5791200"/>
          <a:ext cx="5524500" cy="430213"/>
        </p:xfrm>
        <a:graphic>
          <a:graphicData uri="http://schemas.openxmlformats.org/presentationml/2006/ole">
            <p:oleObj spid="_x0000_s463874" name="Equation" r:id="rId5" imgW="5524200" imgH="431640" progId="Equation.3">
              <p:embed/>
            </p:oleObj>
          </a:graphicData>
        </a:graphic>
      </p:graphicFrame>
      <p:sp>
        <p:nvSpPr>
          <p:cNvPr id="407559" name="Line 7"/>
          <p:cNvSpPr>
            <a:spLocks noChangeShapeType="1"/>
          </p:cNvSpPr>
          <p:nvPr/>
        </p:nvSpPr>
        <p:spPr bwMode="auto">
          <a:xfrm>
            <a:off x="3505200" y="4876800"/>
            <a:ext cx="6096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63875" name="Object 1027"/>
          <p:cNvGraphicFramePr>
            <a:graphicFrameLocks noChangeAspect="1"/>
          </p:cNvGraphicFramePr>
          <p:nvPr/>
        </p:nvGraphicFramePr>
        <p:xfrm>
          <a:off x="4724400" y="0"/>
          <a:ext cx="4254500" cy="544513"/>
        </p:xfrm>
        <a:graphic>
          <a:graphicData uri="http://schemas.openxmlformats.org/presentationml/2006/ole">
            <p:oleObj spid="_x0000_s463875" name="Equation" r:id="rId6" imgW="4254480" imgH="545760" progId="Equation.3">
              <p:embed/>
            </p:oleObj>
          </a:graphicData>
        </a:graphic>
      </p:graphicFrame>
      <p:graphicFrame>
        <p:nvGraphicFramePr>
          <p:cNvPr id="463876" name="Object 1028"/>
          <p:cNvGraphicFramePr>
            <a:graphicFrameLocks noChangeAspect="1"/>
          </p:cNvGraphicFramePr>
          <p:nvPr/>
        </p:nvGraphicFramePr>
        <p:xfrm>
          <a:off x="7569200" y="1657350"/>
          <a:ext cx="1054100" cy="430213"/>
        </p:xfrm>
        <a:graphic>
          <a:graphicData uri="http://schemas.openxmlformats.org/presentationml/2006/ole">
            <p:oleObj spid="_x0000_s463876" name="Equation" r:id="rId7" imgW="10540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C594-6FEF-4D39-BB82-8ECA74DB7529}" type="slidenum">
              <a:rPr lang="en-US"/>
              <a:pPr/>
              <a:t>67</a:t>
            </a:fld>
            <a:endParaRPr lang="en-US"/>
          </a:p>
        </p:txBody>
      </p:sp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1600200" y="0"/>
            <a:ext cx="6426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result of exhaustive search</a:t>
            </a:r>
          </a:p>
        </p:txBody>
      </p:sp>
      <p:sp>
        <p:nvSpPr>
          <p:cNvPr id="408579" name="Rectangle 3"/>
          <p:cNvSpPr>
            <a:spLocks noChangeArrowheads="1"/>
          </p:cNvSpPr>
          <p:nvPr/>
        </p:nvSpPr>
        <p:spPr bwMode="auto">
          <a:xfrm>
            <a:off x="3048000" y="1752600"/>
            <a:ext cx="2133600" cy="2819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8580" name="Text Box 4"/>
          <p:cNvSpPr txBox="1">
            <a:spLocks noChangeArrowheads="1"/>
          </p:cNvSpPr>
          <p:nvPr/>
        </p:nvSpPr>
        <p:spPr bwMode="auto">
          <a:xfrm>
            <a:off x="3352800" y="1143000"/>
            <a:ext cx="1414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Parser</a:t>
            </a:r>
          </a:p>
        </p:txBody>
      </p:sp>
      <p:sp>
        <p:nvSpPr>
          <p:cNvPr id="408581" name="Oval 5"/>
          <p:cNvSpPr>
            <a:spLocks noChangeArrowheads="1"/>
          </p:cNvSpPr>
          <p:nvPr/>
        </p:nvSpPr>
        <p:spPr bwMode="auto">
          <a:xfrm>
            <a:off x="0" y="2667000"/>
            <a:ext cx="22860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8582" name="Oval 6"/>
          <p:cNvSpPr>
            <a:spLocks noChangeArrowheads="1"/>
          </p:cNvSpPr>
          <p:nvPr/>
        </p:nvSpPr>
        <p:spPr bwMode="auto">
          <a:xfrm>
            <a:off x="3429000" y="5410200"/>
            <a:ext cx="5715000" cy="1219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8583" name="Text Box 7"/>
          <p:cNvSpPr txBox="1">
            <a:spLocks noChangeArrowheads="1"/>
          </p:cNvSpPr>
          <p:nvPr/>
        </p:nvSpPr>
        <p:spPr bwMode="auto">
          <a:xfrm>
            <a:off x="5562600" y="4800600"/>
            <a:ext cx="2093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</a:t>
            </a:r>
          </a:p>
        </p:txBody>
      </p:sp>
      <p:sp>
        <p:nvSpPr>
          <p:cNvPr id="408584" name="Line 8"/>
          <p:cNvSpPr>
            <a:spLocks noChangeShapeType="1"/>
          </p:cNvSpPr>
          <p:nvPr/>
        </p:nvSpPr>
        <p:spPr bwMode="auto">
          <a:xfrm>
            <a:off x="2286000" y="31242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8585" name="Line 9"/>
          <p:cNvSpPr>
            <a:spLocks noChangeShapeType="1"/>
          </p:cNvSpPr>
          <p:nvPr/>
        </p:nvSpPr>
        <p:spPr bwMode="auto">
          <a:xfrm>
            <a:off x="4038600" y="4572000"/>
            <a:ext cx="6858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64896" name="Object 1024"/>
          <p:cNvGraphicFramePr>
            <a:graphicFrameLocks noChangeAspect="1"/>
          </p:cNvGraphicFramePr>
          <p:nvPr/>
        </p:nvGraphicFramePr>
        <p:xfrm>
          <a:off x="3238500" y="1784350"/>
          <a:ext cx="1803400" cy="2717800"/>
        </p:xfrm>
        <a:graphic>
          <a:graphicData uri="http://schemas.openxmlformats.org/presentationml/2006/ole">
            <p:oleObj spid="_x0000_s464896" name="Equation" r:id="rId3" imgW="1803240" imgH="2717640" progId="Equation.3">
              <p:embed/>
            </p:oleObj>
          </a:graphicData>
        </a:graphic>
      </p:graphicFrame>
      <p:sp>
        <p:nvSpPr>
          <p:cNvPr id="408587" name="Text Box 11"/>
          <p:cNvSpPr txBox="1">
            <a:spLocks noChangeArrowheads="1"/>
          </p:cNvSpPr>
          <p:nvPr/>
        </p:nvSpPr>
        <p:spPr bwMode="auto">
          <a:xfrm>
            <a:off x="609600" y="21336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</p:txBody>
      </p:sp>
      <p:graphicFrame>
        <p:nvGraphicFramePr>
          <p:cNvPr id="464897" name="Object 1025"/>
          <p:cNvGraphicFramePr>
            <a:graphicFrameLocks noChangeAspect="1"/>
          </p:cNvGraphicFramePr>
          <p:nvPr/>
        </p:nvGraphicFramePr>
        <p:xfrm>
          <a:off x="635000" y="2952750"/>
          <a:ext cx="1054100" cy="430213"/>
        </p:xfrm>
        <a:graphic>
          <a:graphicData uri="http://schemas.openxmlformats.org/presentationml/2006/ole">
            <p:oleObj spid="_x0000_s464897" name="Equation" r:id="rId4" imgW="1054080" imgH="431640" progId="Equation.3">
              <p:embed/>
            </p:oleObj>
          </a:graphicData>
        </a:graphic>
      </p:graphicFrame>
      <p:graphicFrame>
        <p:nvGraphicFramePr>
          <p:cNvPr id="464898" name="Object 1026"/>
          <p:cNvGraphicFramePr>
            <a:graphicFrameLocks noChangeAspect="1"/>
          </p:cNvGraphicFramePr>
          <p:nvPr/>
        </p:nvGraphicFramePr>
        <p:xfrm>
          <a:off x="3606800" y="5772150"/>
          <a:ext cx="5524500" cy="430213"/>
        </p:xfrm>
        <a:graphic>
          <a:graphicData uri="http://schemas.openxmlformats.org/presentationml/2006/ole">
            <p:oleObj spid="_x0000_s464898" name="Equation" r:id="rId5" imgW="5524200" imgH="431640" progId="Equation.3">
              <p:embed/>
            </p:oleObj>
          </a:graphicData>
        </a:graphic>
      </p:graphicFrame>
      <p:sp>
        <p:nvSpPr>
          <p:cNvPr id="408590" name="Text Box 14"/>
          <p:cNvSpPr txBox="1">
            <a:spLocks noChangeArrowheads="1"/>
          </p:cNvSpPr>
          <p:nvPr/>
        </p:nvSpPr>
        <p:spPr bwMode="auto">
          <a:xfrm>
            <a:off x="4114800" y="457200"/>
            <a:ext cx="3703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(top-down parsing)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1B2-11B5-4BE9-A1B4-CDD84C6C336C}" type="slidenum">
              <a:rPr lang="en-US"/>
              <a:pPr/>
              <a:t>68</a:t>
            </a:fld>
            <a:endParaRPr lang="en-US"/>
          </a:p>
        </p:txBody>
      </p:sp>
      <p:sp>
        <p:nvSpPr>
          <p:cNvPr id="409602" name="Text Box 2"/>
          <p:cNvSpPr txBox="1">
            <a:spLocks noChangeArrowheads="1"/>
          </p:cNvSpPr>
          <p:nvPr/>
        </p:nvSpPr>
        <p:spPr bwMode="auto">
          <a:xfrm>
            <a:off x="762000" y="0"/>
            <a:ext cx="7380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Time complexity of exhaustive search</a:t>
            </a:r>
          </a:p>
        </p:txBody>
      </p:sp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0" y="1219200"/>
            <a:ext cx="8942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Suppose there are no productions of the form</a:t>
            </a:r>
          </a:p>
        </p:txBody>
      </p:sp>
      <p:graphicFrame>
        <p:nvGraphicFramePr>
          <p:cNvPr id="465920" name="Object 1024"/>
          <p:cNvGraphicFramePr>
            <a:graphicFrameLocks noChangeAspect="1"/>
          </p:cNvGraphicFramePr>
          <p:nvPr/>
        </p:nvGraphicFramePr>
        <p:xfrm>
          <a:off x="3816350" y="2419350"/>
          <a:ext cx="1384300" cy="419100"/>
        </p:xfrm>
        <a:graphic>
          <a:graphicData uri="http://schemas.openxmlformats.org/presentationml/2006/ole">
            <p:oleObj spid="_x0000_s465920" name="Equation" r:id="rId3" imgW="1384200" imgH="419040" progId="Equation.3">
              <p:embed/>
            </p:oleObj>
          </a:graphicData>
        </a:graphic>
      </p:graphicFrame>
      <p:graphicFrame>
        <p:nvGraphicFramePr>
          <p:cNvPr id="465921" name="Object 1025"/>
          <p:cNvGraphicFramePr>
            <a:graphicFrameLocks noChangeAspect="1"/>
          </p:cNvGraphicFramePr>
          <p:nvPr/>
        </p:nvGraphicFramePr>
        <p:xfrm>
          <a:off x="3816350" y="3409950"/>
          <a:ext cx="1409700" cy="419100"/>
        </p:xfrm>
        <a:graphic>
          <a:graphicData uri="http://schemas.openxmlformats.org/presentationml/2006/ole">
            <p:oleObj spid="_x0000_s465921" name="Equation" r:id="rId4" imgW="1409400" imgH="419040" progId="Equation.3">
              <p:embed/>
            </p:oleObj>
          </a:graphicData>
        </a:graphic>
      </p:graphicFrame>
      <p:sp>
        <p:nvSpPr>
          <p:cNvPr id="409606" name="Text Box 6"/>
          <p:cNvSpPr txBox="1">
            <a:spLocks noChangeArrowheads="1"/>
          </p:cNvSpPr>
          <p:nvPr/>
        </p:nvSpPr>
        <p:spPr bwMode="auto">
          <a:xfrm>
            <a:off x="136525" y="4292600"/>
            <a:ext cx="7094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Number of phases for string       :    </a:t>
            </a:r>
          </a:p>
        </p:txBody>
      </p:sp>
      <p:graphicFrame>
        <p:nvGraphicFramePr>
          <p:cNvPr id="465922" name="Object 1026"/>
          <p:cNvGraphicFramePr>
            <a:graphicFrameLocks noChangeAspect="1"/>
          </p:cNvGraphicFramePr>
          <p:nvPr/>
        </p:nvGraphicFramePr>
        <p:xfrm>
          <a:off x="6000750" y="4483100"/>
          <a:ext cx="368300" cy="304800"/>
        </p:xfrm>
        <a:graphic>
          <a:graphicData uri="http://schemas.openxmlformats.org/presentationml/2006/ole">
            <p:oleObj spid="_x0000_s465922" name="Equation" r:id="rId5" imgW="368280" imgH="304560" progId="Equation.3">
              <p:embed/>
            </p:oleObj>
          </a:graphicData>
        </a:graphic>
      </p:graphicFrame>
      <p:graphicFrame>
        <p:nvGraphicFramePr>
          <p:cNvPr id="465923" name="Object 1027"/>
          <p:cNvGraphicFramePr>
            <a:graphicFrameLocks noChangeAspect="1"/>
          </p:cNvGraphicFramePr>
          <p:nvPr/>
        </p:nvGraphicFramePr>
        <p:xfrm>
          <a:off x="7162800" y="4343400"/>
          <a:ext cx="1054100" cy="531813"/>
        </p:xfrm>
        <a:graphic>
          <a:graphicData uri="http://schemas.openxmlformats.org/presentationml/2006/ole">
            <p:oleObj spid="_x0000_s465923" name="Equation" r:id="rId6" imgW="105408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BB7D-01D8-4D6B-B3FE-4DDF3F421BFE}" type="slidenum">
              <a:rPr lang="en-US"/>
              <a:pPr/>
              <a:t>69</a:t>
            </a:fld>
            <a:endParaRPr lang="en-US"/>
          </a:p>
        </p:txBody>
      </p:sp>
      <p:sp>
        <p:nvSpPr>
          <p:cNvPr id="410626" name="Text Box 2"/>
          <p:cNvSpPr txBox="1">
            <a:spLocks noChangeArrowheads="1"/>
          </p:cNvSpPr>
          <p:nvPr/>
        </p:nvSpPr>
        <p:spPr bwMode="auto">
          <a:xfrm>
            <a:off x="0" y="1905000"/>
            <a:ext cx="3481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Time for </a:t>
            </a:r>
            <a:r>
              <a:rPr lang="en-US">
                <a:solidFill>
                  <a:srgbClr val="FF3300"/>
                </a:solidFill>
              </a:rPr>
              <a:t>phase 1</a:t>
            </a:r>
            <a:r>
              <a:rPr lang="en-US"/>
              <a:t>:</a:t>
            </a:r>
          </a:p>
        </p:txBody>
      </p:sp>
      <p:graphicFrame>
        <p:nvGraphicFramePr>
          <p:cNvPr id="466944" name="Object 1024"/>
          <p:cNvGraphicFramePr>
            <a:graphicFrameLocks noChangeAspect="1"/>
          </p:cNvGraphicFramePr>
          <p:nvPr/>
        </p:nvGraphicFramePr>
        <p:xfrm>
          <a:off x="3733800" y="1981200"/>
          <a:ext cx="373063" cy="430213"/>
        </p:xfrm>
        <a:graphic>
          <a:graphicData uri="http://schemas.openxmlformats.org/presentationml/2006/ole">
            <p:oleObj spid="_x0000_s466944" name="Equation" r:id="rId3" imgW="291960" imgH="431640" progId="Equation.3">
              <p:embed/>
            </p:oleObj>
          </a:graphicData>
        </a:graphic>
      </p:graphicFrame>
      <p:graphicFrame>
        <p:nvGraphicFramePr>
          <p:cNvPr id="466945" name="Object 1025"/>
          <p:cNvGraphicFramePr>
            <a:graphicFrameLocks noChangeAspect="1"/>
          </p:cNvGraphicFramePr>
          <p:nvPr/>
        </p:nvGraphicFramePr>
        <p:xfrm>
          <a:off x="3733800" y="3733800"/>
          <a:ext cx="290513" cy="430213"/>
        </p:xfrm>
        <a:graphic>
          <a:graphicData uri="http://schemas.openxmlformats.org/presentationml/2006/ole">
            <p:oleObj spid="_x0000_s466945" name="Equation" r:id="rId4" imgW="291960" imgH="431640" progId="Equation.3">
              <p:embed/>
            </p:oleObj>
          </a:graphicData>
        </a:graphic>
      </p:graphicFrame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4343400" y="3657600"/>
            <a:ext cx="3932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possible derivations</a:t>
            </a:r>
          </a:p>
        </p:txBody>
      </p:sp>
      <p:sp>
        <p:nvSpPr>
          <p:cNvPr id="410630" name="Text Box 6"/>
          <p:cNvSpPr txBox="1">
            <a:spLocks noChangeArrowheads="1"/>
          </p:cNvSpPr>
          <p:nvPr/>
        </p:nvSpPr>
        <p:spPr bwMode="auto">
          <a:xfrm>
            <a:off x="0" y="304800"/>
            <a:ext cx="5351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grammar with      rules </a:t>
            </a:r>
          </a:p>
        </p:txBody>
      </p:sp>
      <p:graphicFrame>
        <p:nvGraphicFramePr>
          <p:cNvPr id="466946" name="Object 1026"/>
          <p:cNvGraphicFramePr>
            <a:graphicFrameLocks noChangeAspect="1"/>
          </p:cNvGraphicFramePr>
          <p:nvPr/>
        </p:nvGraphicFramePr>
        <p:xfrm>
          <a:off x="3733800" y="381000"/>
          <a:ext cx="290513" cy="428625"/>
        </p:xfrm>
        <a:graphic>
          <a:graphicData uri="http://schemas.openxmlformats.org/presentationml/2006/ole">
            <p:oleObj spid="_x0000_s466946" name="Equation" r:id="rId5" imgW="2919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69A-9516-4FD1-AADD-63D34CE30DE1}" type="slidenum">
              <a:rPr lang="en-US"/>
              <a:pPr/>
              <a:t>70</a:t>
            </a:fld>
            <a:endParaRPr lang="en-US"/>
          </a:p>
        </p:txBody>
      </p:sp>
      <p:sp>
        <p:nvSpPr>
          <p:cNvPr id="411650" name="Text Box 2"/>
          <p:cNvSpPr txBox="1">
            <a:spLocks noChangeArrowheads="1"/>
          </p:cNvSpPr>
          <p:nvPr/>
        </p:nvSpPr>
        <p:spPr bwMode="auto">
          <a:xfrm>
            <a:off x="0" y="1905000"/>
            <a:ext cx="3546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Time for </a:t>
            </a:r>
            <a:r>
              <a:rPr lang="en-US">
                <a:solidFill>
                  <a:srgbClr val="FF3300"/>
                </a:solidFill>
              </a:rPr>
              <a:t>phase 2</a:t>
            </a:r>
            <a:r>
              <a:rPr lang="en-US"/>
              <a:t>:</a:t>
            </a:r>
          </a:p>
        </p:txBody>
      </p:sp>
      <p:graphicFrame>
        <p:nvGraphicFramePr>
          <p:cNvPr id="467968" name="Object 1024"/>
          <p:cNvGraphicFramePr>
            <a:graphicFrameLocks noChangeAspect="1"/>
          </p:cNvGraphicFramePr>
          <p:nvPr/>
        </p:nvGraphicFramePr>
        <p:xfrm>
          <a:off x="3733800" y="1828800"/>
          <a:ext cx="520700" cy="609600"/>
        </p:xfrm>
        <a:graphic>
          <a:graphicData uri="http://schemas.openxmlformats.org/presentationml/2006/ole">
            <p:oleObj spid="_x0000_s467968" name="Equation" r:id="rId3" imgW="520560" imgH="609480" progId="Equation.3">
              <p:embed/>
            </p:oleObj>
          </a:graphicData>
        </a:graphic>
      </p:graphicFrame>
      <p:sp>
        <p:nvSpPr>
          <p:cNvPr id="411652" name="Text Box 4"/>
          <p:cNvSpPr txBox="1">
            <a:spLocks noChangeArrowheads="1"/>
          </p:cNvSpPr>
          <p:nvPr/>
        </p:nvSpPr>
        <p:spPr bwMode="auto">
          <a:xfrm>
            <a:off x="4724400" y="3657600"/>
            <a:ext cx="3932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possible derivations</a:t>
            </a:r>
          </a:p>
        </p:txBody>
      </p:sp>
      <p:graphicFrame>
        <p:nvGraphicFramePr>
          <p:cNvPr id="467969" name="Object 1025"/>
          <p:cNvGraphicFramePr>
            <a:graphicFrameLocks noChangeAspect="1"/>
          </p:cNvGraphicFramePr>
          <p:nvPr/>
        </p:nvGraphicFramePr>
        <p:xfrm>
          <a:off x="3733800" y="3581400"/>
          <a:ext cx="520700" cy="609600"/>
        </p:xfrm>
        <a:graphic>
          <a:graphicData uri="http://schemas.openxmlformats.org/presentationml/2006/ole">
            <p:oleObj spid="_x0000_s467969" name="Equation" r:id="rId4" imgW="52056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C268-E3E4-4D44-A278-9646EA04FA80}" type="slidenum">
              <a:rPr lang="en-US"/>
              <a:pPr/>
              <a:t>71</a:t>
            </a:fld>
            <a:endParaRPr lang="en-US"/>
          </a:p>
        </p:txBody>
      </p:sp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0" y="1905000"/>
            <a:ext cx="4398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Time for </a:t>
            </a:r>
            <a:r>
              <a:rPr lang="en-US">
                <a:solidFill>
                  <a:srgbClr val="FF3300"/>
                </a:solidFill>
              </a:rPr>
              <a:t>phase </a:t>
            </a:r>
            <a:r>
              <a:rPr lang="en-US"/>
              <a:t>         :</a:t>
            </a:r>
          </a:p>
        </p:txBody>
      </p:sp>
      <p:graphicFrame>
        <p:nvGraphicFramePr>
          <p:cNvPr id="468992" name="Object 1024"/>
          <p:cNvGraphicFramePr>
            <a:graphicFrameLocks noChangeAspect="1"/>
          </p:cNvGraphicFramePr>
          <p:nvPr/>
        </p:nvGraphicFramePr>
        <p:xfrm>
          <a:off x="4724400" y="1828800"/>
          <a:ext cx="900113" cy="609600"/>
        </p:xfrm>
        <a:graphic>
          <a:graphicData uri="http://schemas.openxmlformats.org/presentationml/2006/ole">
            <p:oleObj spid="_x0000_s468992" name="Equation" r:id="rId3" imgW="901440" imgH="609480" progId="Equation.3">
              <p:embed/>
            </p:oleObj>
          </a:graphicData>
        </a:graphic>
      </p:graphicFrame>
      <p:sp>
        <p:nvSpPr>
          <p:cNvPr id="412676" name="Text Box 4"/>
          <p:cNvSpPr txBox="1">
            <a:spLocks noChangeArrowheads="1"/>
          </p:cNvSpPr>
          <p:nvPr/>
        </p:nvSpPr>
        <p:spPr bwMode="auto">
          <a:xfrm>
            <a:off x="5029200" y="3581400"/>
            <a:ext cx="3932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possible derivations</a:t>
            </a:r>
          </a:p>
        </p:txBody>
      </p:sp>
      <p:graphicFrame>
        <p:nvGraphicFramePr>
          <p:cNvPr id="468993" name="Object 1025"/>
          <p:cNvGraphicFramePr>
            <a:graphicFrameLocks noChangeAspect="1"/>
          </p:cNvGraphicFramePr>
          <p:nvPr/>
        </p:nvGraphicFramePr>
        <p:xfrm>
          <a:off x="3867150" y="3486150"/>
          <a:ext cx="900113" cy="609600"/>
        </p:xfrm>
        <a:graphic>
          <a:graphicData uri="http://schemas.openxmlformats.org/presentationml/2006/ole">
            <p:oleObj spid="_x0000_s468993" name="Equation" r:id="rId4" imgW="901440" imgH="609480" progId="Equation.3">
              <p:embed/>
            </p:oleObj>
          </a:graphicData>
        </a:graphic>
      </p:graphicFrame>
      <p:graphicFrame>
        <p:nvGraphicFramePr>
          <p:cNvPr id="468994" name="Object 1026"/>
          <p:cNvGraphicFramePr>
            <a:graphicFrameLocks noChangeAspect="1"/>
          </p:cNvGraphicFramePr>
          <p:nvPr/>
        </p:nvGraphicFramePr>
        <p:xfrm>
          <a:off x="3124200" y="1981200"/>
          <a:ext cx="1054100" cy="531813"/>
        </p:xfrm>
        <a:graphic>
          <a:graphicData uri="http://schemas.openxmlformats.org/presentationml/2006/ole">
            <p:oleObj spid="_x0000_s468994" name="Equation" r:id="rId5" imgW="105408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B3F1-0D61-4BEB-8327-1F3E366F90E0}" type="slidenum">
              <a:rPr lang="en-US"/>
              <a:pPr/>
              <a:t>72</a:t>
            </a:fld>
            <a:endParaRPr lang="en-US"/>
          </a:p>
        </p:txBody>
      </p:sp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212725" y="482600"/>
            <a:ext cx="6353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Total time</a:t>
            </a:r>
            <a:r>
              <a:rPr lang="en-US"/>
              <a:t> needed for string     :</a:t>
            </a:r>
          </a:p>
        </p:txBody>
      </p:sp>
      <p:graphicFrame>
        <p:nvGraphicFramePr>
          <p:cNvPr id="470016" name="Object 1024"/>
          <p:cNvGraphicFramePr>
            <a:graphicFrameLocks noChangeAspect="1"/>
          </p:cNvGraphicFramePr>
          <p:nvPr/>
        </p:nvGraphicFramePr>
        <p:xfrm>
          <a:off x="5924550" y="673100"/>
          <a:ext cx="368300" cy="304800"/>
        </p:xfrm>
        <a:graphic>
          <a:graphicData uri="http://schemas.openxmlformats.org/presentationml/2006/ole">
            <p:oleObj spid="_x0000_s470016" name="Equation" r:id="rId3" imgW="368280" imgH="304560" progId="Equation.3">
              <p:embed/>
            </p:oleObj>
          </a:graphicData>
        </a:graphic>
      </p:graphicFrame>
      <p:graphicFrame>
        <p:nvGraphicFramePr>
          <p:cNvPr id="470017" name="Object 1025"/>
          <p:cNvGraphicFramePr>
            <a:graphicFrameLocks noChangeAspect="1"/>
          </p:cNvGraphicFramePr>
          <p:nvPr/>
        </p:nvGraphicFramePr>
        <p:xfrm>
          <a:off x="2997200" y="2159000"/>
          <a:ext cx="2870200" cy="520700"/>
        </p:xfrm>
        <a:graphic>
          <a:graphicData uri="http://schemas.openxmlformats.org/presentationml/2006/ole">
            <p:oleObj spid="_x0000_s470017" name="Equation" r:id="rId4" imgW="2869920" imgH="520560" progId="Equation.3">
              <p:embed/>
            </p:oleObj>
          </a:graphicData>
        </a:graphic>
      </p:graphicFrame>
      <p:sp>
        <p:nvSpPr>
          <p:cNvPr id="413701" name="Text Box 5"/>
          <p:cNvSpPr txBox="1">
            <a:spLocks noChangeArrowheads="1"/>
          </p:cNvSpPr>
          <p:nvPr/>
        </p:nvSpPr>
        <p:spPr bwMode="auto">
          <a:xfrm>
            <a:off x="2514600" y="5410200"/>
            <a:ext cx="4016375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3300"/>
                </a:solidFill>
              </a:rPr>
              <a:t>Extremely bad!!!</a:t>
            </a:r>
          </a:p>
        </p:txBody>
      </p:sp>
      <p:sp>
        <p:nvSpPr>
          <p:cNvPr id="413702" name="Line 6"/>
          <p:cNvSpPr>
            <a:spLocks noChangeShapeType="1"/>
          </p:cNvSpPr>
          <p:nvPr/>
        </p:nvSpPr>
        <p:spPr bwMode="auto">
          <a:xfrm flipV="1">
            <a:off x="1447800" y="2819400"/>
            <a:ext cx="11430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3703" name="Line 7"/>
          <p:cNvSpPr>
            <a:spLocks noChangeShapeType="1"/>
          </p:cNvSpPr>
          <p:nvPr/>
        </p:nvSpPr>
        <p:spPr bwMode="auto">
          <a:xfrm flipH="1" flipV="1">
            <a:off x="3581400" y="2819400"/>
            <a:ext cx="304800" cy="1219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3704" name="Line 8"/>
          <p:cNvSpPr>
            <a:spLocks noChangeShapeType="1"/>
          </p:cNvSpPr>
          <p:nvPr/>
        </p:nvSpPr>
        <p:spPr bwMode="auto">
          <a:xfrm flipH="1" flipV="1">
            <a:off x="5562600" y="2819400"/>
            <a:ext cx="10668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3705" name="Text Box 9"/>
          <p:cNvSpPr txBox="1">
            <a:spLocks noChangeArrowheads="1"/>
          </p:cNvSpPr>
          <p:nvPr/>
        </p:nvSpPr>
        <p:spPr bwMode="auto">
          <a:xfrm>
            <a:off x="381000" y="3886200"/>
            <a:ext cx="1570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1</a:t>
            </a:r>
          </a:p>
        </p:txBody>
      </p:sp>
      <p:sp>
        <p:nvSpPr>
          <p:cNvPr id="413706" name="Text Box 10"/>
          <p:cNvSpPr txBox="1">
            <a:spLocks noChangeArrowheads="1"/>
          </p:cNvSpPr>
          <p:nvPr/>
        </p:nvSpPr>
        <p:spPr bwMode="auto">
          <a:xfrm>
            <a:off x="3124200" y="3962400"/>
            <a:ext cx="1635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2</a:t>
            </a:r>
          </a:p>
        </p:txBody>
      </p:sp>
      <p:sp>
        <p:nvSpPr>
          <p:cNvPr id="413707" name="Text Box 11"/>
          <p:cNvSpPr txBox="1">
            <a:spLocks noChangeArrowheads="1"/>
          </p:cNvSpPr>
          <p:nvPr/>
        </p:nvSpPr>
        <p:spPr bwMode="auto">
          <a:xfrm>
            <a:off x="5715000" y="3886200"/>
            <a:ext cx="225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phase 2|w|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41F2-0F02-4ADD-A786-BEBE38F07A67}" type="slidenum">
              <a:rPr lang="en-US"/>
              <a:pPr/>
              <a:t>73</a:t>
            </a:fld>
            <a:endParaRPr lang="en-US"/>
          </a:p>
        </p:txBody>
      </p:sp>
      <p:sp>
        <p:nvSpPr>
          <p:cNvPr id="414722" name="Text Box 2"/>
          <p:cNvSpPr txBox="1">
            <a:spLocks noChangeArrowheads="1"/>
          </p:cNvSpPr>
          <p:nvPr/>
        </p:nvSpPr>
        <p:spPr bwMode="auto">
          <a:xfrm>
            <a:off x="152400" y="228600"/>
            <a:ext cx="58912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exist faster algorithms</a:t>
            </a:r>
          </a:p>
          <a:p>
            <a:r>
              <a:rPr lang="en-US"/>
              <a:t>for specialized grammars</a:t>
            </a:r>
          </a:p>
        </p:txBody>
      </p:sp>
      <p:sp>
        <p:nvSpPr>
          <p:cNvPr id="414723" name="Text Box 3"/>
          <p:cNvSpPr txBox="1">
            <a:spLocks noChangeArrowheads="1"/>
          </p:cNvSpPr>
          <p:nvPr/>
        </p:nvSpPr>
        <p:spPr bwMode="auto">
          <a:xfrm>
            <a:off x="990600" y="2209800"/>
            <a:ext cx="2413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S-grammar:</a:t>
            </a:r>
          </a:p>
        </p:txBody>
      </p:sp>
      <p:graphicFrame>
        <p:nvGraphicFramePr>
          <p:cNvPr id="471040" name="Object 1024"/>
          <p:cNvGraphicFramePr>
            <a:graphicFrameLocks noChangeAspect="1"/>
          </p:cNvGraphicFramePr>
          <p:nvPr/>
        </p:nvGraphicFramePr>
        <p:xfrm>
          <a:off x="4343400" y="2362200"/>
          <a:ext cx="1409700" cy="381000"/>
        </p:xfrm>
        <a:graphic>
          <a:graphicData uri="http://schemas.openxmlformats.org/presentationml/2006/ole">
            <p:oleObj spid="_x0000_s471040" name="Equation" r:id="rId3" imgW="1409400" imgH="380880" progId="Equation.3">
              <p:embed/>
            </p:oleObj>
          </a:graphicData>
        </a:graphic>
      </p:graphicFrame>
      <p:sp>
        <p:nvSpPr>
          <p:cNvPr id="414725" name="Line 5"/>
          <p:cNvSpPr>
            <a:spLocks noChangeShapeType="1"/>
          </p:cNvSpPr>
          <p:nvPr/>
        </p:nvSpPr>
        <p:spPr bwMode="auto">
          <a:xfrm flipV="1">
            <a:off x="4267200" y="2743200"/>
            <a:ext cx="9906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4726" name="Text Box 6"/>
          <p:cNvSpPr txBox="1">
            <a:spLocks noChangeArrowheads="1"/>
          </p:cNvSpPr>
          <p:nvPr/>
        </p:nvSpPr>
        <p:spPr bwMode="auto">
          <a:xfrm>
            <a:off x="3048000" y="3657600"/>
            <a:ext cx="1476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symbol</a:t>
            </a:r>
          </a:p>
        </p:txBody>
      </p:sp>
      <p:sp>
        <p:nvSpPr>
          <p:cNvPr id="414727" name="Line 7"/>
          <p:cNvSpPr>
            <a:spLocks noChangeShapeType="1"/>
          </p:cNvSpPr>
          <p:nvPr/>
        </p:nvSpPr>
        <p:spPr bwMode="auto">
          <a:xfrm flipH="1" flipV="1">
            <a:off x="5715000" y="2743200"/>
            <a:ext cx="7620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4728" name="Text Box 8"/>
          <p:cNvSpPr txBox="1">
            <a:spLocks noChangeArrowheads="1"/>
          </p:cNvSpPr>
          <p:nvPr/>
        </p:nvSpPr>
        <p:spPr bwMode="auto">
          <a:xfrm>
            <a:off x="6172200" y="3657600"/>
            <a:ext cx="24241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</a:t>
            </a:r>
          </a:p>
          <a:p>
            <a:r>
              <a:rPr lang="en-US"/>
              <a:t>of variables</a:t>
            </a:r>
          </a:p>
        </p:txBody>
      </p:sp>
      <p:graphicFrame>
        <p:nvGraphicFramePr>
          <p:cNvPr id="471041" name="Object 1025"/>
          <p:cNvGraphicFramePr>
            <a:graphicFrameLocks noChangeAspect="1"/>
          </p:cNvGraphicFramePr>
          <p:nvPr/>
        </p:nvGraphicFramePr>
        <p:xfrm>
          <a:off x="4267200" y="5562600"/>
          <a:ext cx="1155700" cy="531813"/>
        </p:xfrm>
        <a:graphic>
          <a:graphicData uri="http://schemas.openxmlformats.org/presentationml/2006/ole">
            <p:oleObj spid="_x0000_s471041" name="Equation" r:id="rId4" imgW="1155600" imgH="533160" progId="Equation.3">
              <p:embed/>
            </p:oleObj>
          </a:graphicData>
        </a:graphic>
      </p:graphicFrame>
      <p:sp>
        <p:nvSpPr>
          <p:cNvPr id="414730" name="Text Box 10"/>
          <p:cNvSpPr txBox="1">
            <a:spLocks noChangeArrowheads="1"/>
          </p:cNvSpPr>
          <p:nvPr/>
        </p:nvSpPr>
        <p:spPr bwMode="auto">
          <a:xfrm>
            <a:off x="5715000" y="5486400"/>
            <a:ext cx="263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appears once</a:t>
            </a:r>
          </a:p>
        </p:txBody>
      </p:sp>
      <p:sp>
        <p:nvSpPr>
          <p:cNvPr id="414731" name="Text Box 11"/>
          <p:cNvSpPr txBox="1">
            <a:spLocks noChangeArrowheads="1"/>
          </p:cNvSpPr>
          <p:nvPr/>
        </p:nvSpPr>
        <p:spPr bwMode="auto">
          <a:xfrm>
            <a:off x="3032125" y="5511800"/>
            <a:ext cx="912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Pair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9ED0D-17B7-40DB-B2E9-718C52C83842}" type="slidenum">
              <a:rPr lang="en-US"/>
              <a:pPr/>
              <a:t>74</a:t>
            </a:fld>
            <a:endParaRPr lang="en-US"/>
          </a:p>
        </p:txBody>
      </p:sp>
      <p:sp>
        <p:nvSpPr>
          <p:cNvPr id="415746" name="Text Box 2"/>
          <p:cNvSpPr txBox="1">
            <a:spLocks noChangeArrowheads="1"/>
          </p:cNvSpPr>
          <p:nvPr/>
        </p:nvSpPr>
        <p:spPr bwMode="auto">
          <a:xfrm>
            <a:off x="288925" y="558800"/>
            <a:ext cx="4071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S-grammar example:</a:t>
            </a:r>
          </a:p>
        </p:txBody>
      </p:sp>
      <p:graphicFrame>
        <p:nvGraphicFramePr>
          <p:cNvPr id="472064" name="Object 1024"/>
          <p:cNvGraphicFramePr>
            <a:graphicFrameLocks noChangeAspect="1"/>
          </p:cNvGraphicFramePr>
          <p:nvPr/>
        </p:nvGraphicFramePr>
        <p:xfrm>
          <a:off x="4025900" y="1581150"/>
          <a:ext cx="1828800" cy="1943100"/>
        </p:xfrm>
        <a:graphic>
          <a:graphicData uri="http://schemas.openxmlformats.org/presentationml/2006/ole">
            <p:oleObj spid="_x0000_s472064" name="Equation" r:id="rId3" imgW="1828800" imgH="1942920" progId="Equation.3">
              <p:embed/>
            </p:oleObj>
          </a:graphicData>
        </a:graphic>
      </p:graphicFrame>
      <p:graphicFrame>
        <p:nvGraphicFramePr>
          <p:cNvPr id="472065" name="Object 1025"/>
          <p:cNvGraphicFramePr>
            <a:graphicFrameLocks noChangeAspect="1"/>
          </p:cNvGraphicFramePr>
          <p:nvPr/>
        </p:nvGraphicFramePr>
        <p:xfrm>
          <a:off x="1492250" y="5391150"/>
          <a:ext cx="6770688" cy="430213"/>
        </p:xfrm>
        <a:graphic>
          <a:graphicData uri="http://schemas.openxmlformats.org/presentationml/2006/ole">
            <p:oleObj spid="_x0000_s472065" name="Equation" r:id="rId4" imgW="6769080" imgH="431640" progId="Equation.3">
              <p:embed/>
            </p:oleObj>
          </a:graphicData>
        </a:graphic>
      </p:graphicFrame>
      <p:sp>
        <p:nvSpPr>
          <p:cNvPr id="415749" name="Text Box 5"/>
          <p:cNvSpPr txBox="1">
            <a:spLocks noChangeArrowheads="1"/>
          </p:cNvSpPr>
          <p:nvPr/>
        </p:nvSpPr>
        <p:spPr bwMode="auto">
          <a:xfrm>
            <a:off x="228600" y="4191000"/>
            <a:ext cx="6772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Each string has a unique derivation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BCFC-C580-4C66-83F6-50092C66EE66}" type="slidenum">
              <a:rPr lang="en-US"/>
              <a:pPr/>
              <a:t>75</a:t>
            </a:fld>
            <a:endParaRPr lang="en-US"/>
          </a:p>
        </p:txBody>
      </p:sp>
      <p:sp>
        <p:nvSpPr>
          <p:cNvPr id="416770" name="Text Box 2"/>
          <p:cNvSpPr txBox="1">
            <a:spLocks noChangeArrowheads="1"/>
          </p:cNvSpPr>
          <p:nvPr/>
        </p:nvSpPr>
        <p:spPr bwMode="auto">
          <a:xfrm>
            <a:off x="549275" y="1498600"/>
            <a:ext cx="73056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the exhaustive search parsing</a:t>
            </a:r>
          </a:p>
          <a:p>
            <a:r>
              <a:rPr lang="en-US"/>
              <a:t>there is only one choice in each phase</a:t>
            </a:r>
          </a:p>
        </p:txBody>
      </p:sp>
      <p:sp>
        <p:nvSpPr>
          <p:cNvPr id="416771" name="Text Box 3"/>
          <p:cNvSpPr txBox="1">
            <a:spLocks noChangeArrowheads="1"/>
          </p:cNvSpPr>
          <p:nvPr/>
        </p:nvSpPr>
        <p:spPr bwMode="auto">
          <a:xfrm>
            <a:off x="304800" y="381000"/>
            <a:ext cx="3389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For S-grammars:</a:t>
            </a:r>
          </a:p>
        </p:txBody>
      </p:sp>
      <p:sp>
        <p:nvSpPr>
          <p:cNvPr id="416772" name="Text Box 4"/>
          <p:cNvSpPr txBox="1">
            <a:spLocks noChangeArrowheads="1"/>
          </p:cNvSpPr>
          <p:nvPr/>
        </p:nvSpPr>
        <p:spPr bwMode="auto">
          <a:xfrm>
            <a:off x="457200" y="5105400"/>
            <a:ext cx="6481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Total time for parsing string      :</a:t>
            </a:r>
          </a:p>
        </p:txBody>
      </p:sp>
      <p:graphicFrame>
        <p:nvGraphicFramePr>
          <p:cNvPr id="473088" name="Object 1024"/>
          <p:cNvGraphicFramePr>
            <a:graphicFrameLocks noChangeAspect="1"/>
          </p:cNvGraphicFramePr>
          <p:nvPr/>
        </p:nvGraphicFramePr>
        <p:xfrm>
          <a:off x="6305550" y="5321300"/>
          <a:ext cx="368300" cy="304800"/>
        </p:xfrm>
        <a:graphic>
          <a:graphicData uri="http://schemas.openxmlformats.org/presentationml/2006/ole">
            <p:oleObj spid="_x0000_s473088" name="Equation" r:id="rId3" imgW="368280" imgH="304560" progId="Equation.3">
              <p:embed/>
            </p:oleObj>
          </a:graphicData>
        </a:graphic>
      </p:graphicFrame>
      <p:graphicFrame>
        <p:nvGraphicFramePr>
          <p:cNvPr id="473089" name="Object 1025"/>
          <p:cNvGraphicFramePr>
            <a:graphicFrameLocks noChangeAspect="1"/>
          </p:cNvGraphicFramePr>
          <p:nvPr/>
        </p:nvGraphicFramePr>
        <p:xfrm>
          <a:off x="7816850" y="5157788"/>
          <a:ext cx="684213" cy="530225"/>
        </p:xfrm>
        <a:graphic>
          <a:graphicData uri="http://schemas.openxmlformats.org/presentationml/2006/ole">
            <p:oleObj spid="_x0000_s473089" name="Equation" r:id="rId4" imgW="685800" imgH="533160" progId="Equation.3">
              <p:embed/>
            </p:oleObj>
          </a:graphicData>
        </a:graphic>
      </p:graphicFrame>
      <p:sp>
        <p:nvSpPr>
          <p:cNvPr id="416775" name="Text Box 7"/>
          <p:cNvSpPr txBox="1">
            <a:spLocks noChangeArrowheads="1"/>
          </p:cNvSpPr>
          <p:nvPr/>
        </p:nvSpPr>
        <p:spPr bwMode="auto">
          <a:xfrm>
            <a:off x="381000" y="3352800"/>
            <a:ext cx="3873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Time for a phase:   </a:t>
            </a:r>
          </a:p>
        </p:txBody>
      </p:sp>
      <p:graphicFrame>
        <p:nvGraphicFramePr>
          <p:cNvPr id="473090" name="Object 1026"/>
          <p:cNvGraphicFramePr>
            <a:graphicFrameLocks noChangeAspect="1"/>
          </p:cNvGraphicFramePr>
          <p:nvPr/>
        </p:nvGraphicFramePr>
        <p:xfrm>
          <a:off x="4191000" y="3429000"/>
          <a:ext cx="177800" cy="406400"/>
        </p:xfrm>
        <a:graphic>
          <a:graphicData uri="http://schemas.openxmlformats.org/presentationml/2006/ole">
            <p:oleObj spid="_x0000_s473090" name="Equation" r:id="rId5" imgW="177480" imgH="406080" progId="Equation.3">
              <p:embed/>
            </p:oleObj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980A8-D071-4EB2-8D53-B822BADB6E76}" type="slidenum">
              <a:rPr lang="en-US"/>
              <a:pPr/>
              <a:t>76</a:t>
            </a:fld>
            <a:endParaRPr lang="en-US"/>
          </a:p>
        </p:txBody>
      </p:sp>
      <p:sp>
        <p:nvSpPr>
          <p:cNvPr id="417794" name="Text Box 2"/>
          <p:cNvSpPr txBox="1">
            <a:spLocks noChangeArrowheads="1"/>
          </p:cNvSpPr>
          <p:nvPr/>
        </p:nvSpPr>
        <p:spPr bwMode="auto">
          <a:xfrm>
            <a:off x="441325" y="254000"/>
            <a:ext cx="7067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For general context-free grammars:</a:t>
            </a:r>
          </a:p>
        </p:txBody>
      </p:sp>
      <p:sp>
        <p:nvSpPr>
          <p:cNvPr id="417795" name="Text Box 3"/>
          <p:cNvSpPr txBox="1">
            <a:spLocks noChangeArrowheads="1"/>
          </p:cNvSpPr>
          <p:nvPr/>
        </p:nvSpPr>
        <p:spPr bwMode="auto">
          <a:xfrm>
            <a:off x="2727325" y="13208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17796" name="Text Box 4"/>
          <p:cNvSpPr txBox="1">
            <a:spLocks noChangeArrowheads="1"/>
          </p:cNvSpPr>
          <p:nvPr/>
        </p:nvSpPr>
        <p:spPr bwMode="auto">
          <a:xfrm>
            <a:off x="1812925" y="1778000"/>
            <a:ext cx="63611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exists a parsing algorithm</a:t>
            </a:r>
          </a:p>
          <a:p>
            <a:r>
              <a:rPr lang="en-US"/>
              <a:t>that parses a string</a:t>
            </a:r>
          </a:p>
          <a:p>
            <a:r>
              <a:rPr lang="en-US"/>
              <a:t>in time </a:t>
            </a:r>
          </a:p>
        </p:txBody>
      </p:sp>
      <p:graphicFrame>
        <p:nvGraphicFramePr>
          <p:cNvPr id="474112" name="Object 0"/>
          <p:cNvGraphicFramePr>
            <a:graphicFrameLocks noChangeAspect="1"/>
          </p:cNvGraphicFramePr>
          <p:nvPr/>
        </p:nvGraphicFramePr>
        <p:xfrm>
          <a:off x="5835650" y="2413000"/>
          <a:ext cx="684213" cy="531813"/>
        </p:xfrm>
        <a:graphic>
          <a:graphicData uri="http://schemas.openxmlformats.org/presentationml/2006/ole">
            <p:oleObj spid="_x0000_s474112" name="Equation" r:id="rId3" imgW="685800" imgH="533160" progId="Equation.3">
              <p:embed/>
            </p:oleObj>
          </a:graphicData>
        </a:graphic>
      </p:graphicFrame>
      <p:graphicFrame>
        <p:nvGraphicFramePr>
          <p:cNvPr id="474113" name="Object 1"/>
          <p:cNvGraphicFramePr>
            <a:graphicFrameLocks noChangeAspect="1"/>
          </p:cNvGraphicFramePr>
          <p:nvPr/>
        </p:nvGraphicFramePr>
        <p:xfrm>
          <a:off x="3371850" y="2857500"/>
          <a:ext cx="887413" cy="711200"/>
        </p:xfrm>
        <a:graphic>
          <a:graphicData uri="http://schemas.openxmlformats.org/presentationml/2006/ole">
            <p:oleObj spid="_x0000_s474113" name="Equation" r:id="rId4" imgW="888840" imgH="711000" progId="Equation.3">
              <p:embed/>
            </p:oleObj>
          </a:graphicData>
        </a:graphic>
      </p:graphicFrame>
      <p:sp>
        <p:nvSpPr>
          <p:cNvPr id="417799" name="Text Box 7"/>
          <p:cNvSpPr txBox="1">
            <a:spLocks noChangeArrowheads="1"/>
          </p:cNvSpPr>
          <p:nvPr/>
        </p:nvSpPr>
        <p:spPr bwMode="auto">
          <a:xfrm>
            <a:off x="1355725" y="4541838"/>
            <a:ext cx="48704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(we will show it in the next class)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4432</TotalTime>
  <Words>884</Words>
  <Application>Microsoft Office PowerPoint</Application>
  <PresentationFormat>On-screen Show (4:3)</PresentationFormat>
  <Paragraphs>377</Paragraphs>
  <Slides>76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8" baseType="lpstr">
      <vt:lpstr>class</vt:lpstr>
      <vt:lpstr>Equation</vt:lpstr>
      <vt:lpstr>Context-Free Languages</vt:lpstr>
      <vt:lpstr>Slide 2</vt:lpstr>
      <vt:lpstr>Slide 3</vt:lpstr>
      <vt:lpstr>Slide 4</vt:lpstr>
      <vt:lpstr>Context-Free Grammars</vt:lpstr>
      <vt:lpstr>Example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Definition: Context-Free Grammars</vt:lpstr>
      <vt:lpstr>Slide 16</vt:lpstr>
      <vt:lpstr>Definition: Context-Free Languages</vt:lpstr>
      <vt:lpstr>Derivation Order</vt:lpstr>
      <vt:lpstr>Slide 19</vt:lpstr>
      <vt:lpstr>Derivation Trees</vt:lpstr>
      <vt:lpstr>Slide 21</vt:lpstr>
      <vt:lpstr>Slide 22</vt:lpstr>
      <vt:lpstr>Slide 23</vt:lpstr>
      <vt:lpstr>Slide 24</vt:lpstr>
      <vt:lpstr>Slide 25</vt:lpstr>
      <vt:lpstr>Slide 26</vt:lpstr>
      <vt:lpstr>Partial Derivation Trees </vt:lpstr>
      <vt:lpstr>Slide 28</vt:lpstr>
      <vt:lpstr>Slide 29</vt:lpstr>
      <vt:lpstr>Slide 30</vt:lpstr>
      <vt:lpstr>Ambiguity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Another Ambiguous Grammar</vt:lpstr>
      <vt:lpstr>Slide 49</vt:lpstr>
      <vt:lpstr>Inherent Ambiguity</vt:lpstr>
      <vt:lpstr>Slide 51</vt:lpstr>
      <vt:lpstr>Compilers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Parsing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943</cp:revision>
  <cp:lastPrinted>2000-09-25T14:54:54Z</cp:lastPrinted>
  <dcterms:created xsi:type="dcterms:W3CDTF">2000-08-31T01:12:33Z</dcterms:created>
  <dcterms:modified xsi:type="dcterms:W3CDTF">2014-01-11T18:41:57Z</dcterms:modified>
</cp:coreProperties>
</file>