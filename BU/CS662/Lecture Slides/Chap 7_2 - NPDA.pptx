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Layouts/slideLayout7.xml" ContentType="application/vnd.openxmlformats-officedocument.presentationml.slideLayout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handoutMasters/handoutMaster1.xml" ContentType="application/vnd.openxmlformats-officedocument.presentationml.handoutMaster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Default Extension="wmf" ContentType="image/x-wmf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82"/>
  </p:notesMasterIdLst>
  <p:handoutMasterIdLst>
    <p:handoutMasterId r:id="rId83"/>
  </p:handoutMasterIdLst>
  <p:sldIdLst>
    <p:sldId id="256" r:id="rId2"/>
    <p:sldId id="257" r:id="rId3"/>
    <p:sldId id="258" r:id="rId4"/>
    <p:sldId id="259" r:id="rId5"/>
    <p:sldId id="260" r:id="rId6"/>
    <p:sldId id="341" r:id="rId7"/>
    <p:sldId id="344" r:id="rId8"/>
    <p:sldId id="343" r:id="rId9"/>
    <p:sldId id="261" r:id="rId10"/>
    <p:sldId id="262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4" r:id="rId31"/>
    <p:sldId id="332" r:id="rId32"/>
    <p:sldId id="334" r:id="rId33"/>
    <p:sldId id="333" r:id="rId34"/>
    <p:sldId id="335" r:id="rId35"/>
    <p:sldId id="337" r:id="rId36"/>
    <p:sldId id="336" r:id="rId37"/>
    <p:sldId id="330" r:id="rId38"/>
    <p:sldId id="285" r:id="rId39"/>
    <p:sldId id="338" r:id="rId40"/>
    <p:sldId id="339" r:id="rId41"/>
    <p:sldId id="340" r:id="rId42"/>
    <p:sldId id="286" r:id="rId43"/>
    <p:sldId id="287" r:id="rId44"/>
    <p:sldId id="288" r:id="rId45"/>
    <p:sldId id="289" r:id="rId46"/>
    <p:sldId id="290" r:id="rId47"/>
    <p:sldId id="291" r:id="rId48"/>
    <p:sldId id="292" r:id="rId49"/>
    <p:sldId id="293" r:id="rId50"/>
    <p:sldId id="294" r:id="rId51"/>
    <p:sldId id="295" r:id="rId52"/>
    <p:sldId id="296" r:id="rId53"/>
    <p:sldId id="298" r:id="rId54"/>
    <p:sldId id="297" r:id="rId55"/>
    <p:sldId id="329" r:id="rId56"/>
    <p:sldId id="301" r:id="rId57"/>
    <p:sldId id="302" r:id="rId58"/>
    <p:sldId id="304" r:id="rId59"/>
    <p:sldId id="303" r:id="rId60"/>
    <p:sldId id="306" r:id="rId61"/>
    <p:sldId id="307" r:id="rId62"/>
    <p:sldId id="308" r:id="rId63"/>
    <p:sldId id="309" r:id="rId64"/>
    <p:sldId id="310" r:id="rId65"/>
    <p:sldId id="311" r:id="rId66"/>
    <p:sldId id="325" r:id="rId67"/>
    <p:sldId id="326" r:id="rId68"/>
    <p:sldId id="313" r:id="rId69"/>
    <p:sldId id="314" r:id="rId70"/>
    <p:sldId id="315" r:id="rId71"/>
    <p:sldId id="316" r:id="rId72"/>
    <p:sldId id="317" r:id="rId73"/>
    <p:sldId id="328" r:id="rId74"/>
    <p:sldId id="318" r:id="rId75"/>
    <p:sldId id="319" r:id="rId76"/>
    <p:sldId id="320" r:id="rId77"/>
    <p:sldId id="321" r:id="rId78"/>
    <p:sldId id="322" r:id="rId79"/>
    <p:sldId id="323" r:id="rId80"/>
    <p:sldId id="324" r:id="rId81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itchFamily="66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339933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39" autoAdjust="0"/>
    <p:restoredTop sz="90929"/>
  </p:normalViewPr>
  <p:slideViewPr>
    <p:cSldViewPr>
      <p:cViewPr varScale="1">
        <p:scale>
          <a:sx n="88" d="100"/>
          <a:sy n="88" d="100"/>
        </p:scale>
        <p:origin x="-13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1770" y="-78"/>
      </p:cViewPr>
      <p:guideLst>
        <p:guide orient="horz" pos="2959"/>
        <p:guide pos="2152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6.wmf"/><Relationship Id="rId4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image" Target="../media/image22.wmf"/><Relationship Id="rId3" Type="http://schemas.openxmlformats.org/officeDocument/2006/relationships/image" Target="../media/image12.wmf"/><Relationship Id="rId7" Type="http://schemas.openxmlformats.org/officeDocument/2006/relationships/image" Target="../media/image16.wmf"/><Relationship Id="rId12" Type="http://schemas.openxmlformats.org/officeDocument/2006/relationships/image" Target="../media/image21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6" Type="http://schemas.openxmlformats.org/officeDocument/2006/relationships/image" Target="../media/image15.wmf"/><Relationship Id="rId11" Type="http://schemas.openxmlformats.org/officeDocument/2006/relationships/image" Target="../media/image20.wmf"/><Relationship Id="rId5" Type="http://schemas.openxmlformats.org/officeDocument/2006/relationships/image" Target="../media/image14.wmf"/><Relationship Id="rId10" Type="http://schemas.openxmlformats.org/officeDocument/2006/relationships/image" Target="../media/image19.wmf"/><Relationship Id="rId4" Type="http://schemas.openxmlformats.org/officeDocument/2006/relationships/image" Target="../media/image13.wmf"/><Relationship Id="rId9" Type="http://schemas.openxmlformats.org/officeDocument/2006/relationships/image" Target="../media/image18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image" Target="../media/image13.wmf"/><Relationship Id="rId7" Type="http://schemas.openxmlformats.org/officeDocument/2006/relationships/image" Target="../media/image21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6" Type="http://schemas.openxmlformats.org/officeDocument/2006/relationships/image" Target="../media/image17.wmf"/><Relationship Id="rId5" Type="http://schemas.openxmlformats.org/officeDocument/2006/relationships/image" Target="../media/image25.wmf"/><Relationship Id="rId4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29.wmf"/><Relationship Id="rId7" Type="http://schemas.openxmlformats.org/officeDocument/2006/relationships/image" Target="../media/image34.wmf"/><Relationship Id="rId2" Type="http://schemas.openxmlformats.org/officeDocument/2006/relationships/image" Target="../media/image28.wmf"/><Relationship Id="rId1" Type="http://schemas.openxmlformats.org/officeDocument/2006/relationships/image" Target="../media/image3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10" Type="http://schemas.openxmlformats.org/officeDocument/2006/relationships/image" Target="../media/image40.wmf"/><Relationship Id="rId4" Type="http://schemas.openxmlformats.org/officeDocument/2006/relationships/image" Target="../media/image30.wmf"/><Relationship Id="rId9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29.wmf"/><Relationship Id="rId7" Type="http://schemas.openxmlformats.org/officeDocument/2006/relationships/image" Target="../media/image34.wmf"/><Relationship Id="rId12" Type="http://schemas.openxmlformats.org/officeDocument/2006/relationships/image" Target="../media/image42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11" Type="http://schemas.openxmlformats.org/officeDocument/2006/relationships/image" Target="../media/image41.wmf"/><Relationship Id="rId5" Type="http://schemas.openxmlformats.org/officeDocument/2006/relationships/image" Target="../media/image31.wmf"/><Relationship Id="rId10" Type="http://schemas.openxmlformats.org/officeDocument/2006/relationships/image" Target="../media/image40.wmf"/><Relationship Id="rId4" Type="http://schemas.openxmlformats.org/officeDocument/2006/relationships/image" Target="../media/image30.wmf"/><Relationship Id="rId9" Type="http://schemas.openxmlformats.org/officeDocument/2006/relationships/image" Target="../media/image39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4.wmf"/><Relationship Id="rId3" Type="http://schemas.openxmlformats.org/officeDocument/2006/relationships/image" Target="../media/image30.wmf"/><Relationship Id="rId7" Type="http://schemas.openxmlformats.org/officeDocument/2006/relationships/image" Target="../media/image38.wmf"/><Relationship Id="rId12" Type="http://schemas.openxmlformats.org/officeDocument/2006/relationships/image" Target="../media/image28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6" Type="http://schemas.openxmlformats.org/officeDocument/2006/relationships/image" Target="../media/image34.wmf"/><Relationship Id="rId11" Type="http://schemas.openxmlformats.org/officeDocument/2006/relationships/image" Target="../media/image43.wmf"/><Relationship Id="rId5" Type="http://schemas.openxmlformats.org/officeDocument/2006/relationships/image" Target="../media/image32.wmf"/><Relationship Id="rId10" Type="http://schemas.openxmlformats.org/officeDocument/2006/relationships/image" Target="../media/image41.wmf"/><Relationship Id="rId4" Type="http://schemas.openxmlformats.org/officeDocument/2006/relationships/image" Target="../media/image31.wmf"/><Relationship Id="rId9" Type="http://schemas.openxmlformats.org/officeDocument/2006/relationships/image" Target="../media/image4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4.wmf"/><Relationship Id="rId3" Type="http://schemas.openxmlformats.org/officeDocument/2006/relationships/image" Target="../media/image30.wmf"/><Relationship Id="rId7" Type="http://schemas.openxmlformats.org/officeDocument/2006/relationships/image" Target="../media/image38.wmf"/><Relationship Id="rId12" Type="http://schemas.openxmlformats.org/officeDocument/2006/relationships/image" Target="../media/image28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6" Type="http://schemas.openxmlformats.org/officeDocument/2006/relationships/image" Target="../media/image34.wmf"/><Relationship Id="rId11" Type="http://schemas.openxmlformats.org/officeDocument/2006/relationships/image" Target="../media/image43.wmf"/><Relationship Id="rId5" Type="http://schemas.openxmlformats.org/officeDocument/2006/relationships/image" Target="../media/image32.wmf"/><Relationship Id="rId10" Type="http://schemas.openxmlformats.org/officeDocument/2006/relationships/image" Target="../media/image41.wmf"/><Relationship Id="rId4" Type="http://schemas.openxmlformats.org/officeDocument/2006/relationships/image" Target="../media/image31.wmf"/><Relationship Id="rId9" Type="http://schemas.openxmlformats.org/officeDocument/2006/relationships/image" Target="../media/image40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0.wmf"/><Relationship Id="rId7" Type="http://schemas.openxmlformats.org/officeDocument/2006/relationships/image" Target="../media/image38.wmf"/><Relationship Id="rId12" Type="http://schemas.openxmlformats.org/officeDocument/2006/relationships/image" Target="../media/image45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6" Type="http://schemas.openxmlformats.org/officeDocument/2006/relationships/image" Target="../media/image34.wmf"/><Relationship Id="rId11" Type="http://schemas.openxmlformats.org/officeDocument/2006/relationships/image" Target="../media/image28.wmf"/><Relationship Id="rId5" Type="http://schemas.openxmlformats.org/officeDocument/2006/relationships/image" Target="../media/image32.wmf"/><Relationship Id="rId10" Type="http://schemas.openxmlformats.org/officeDocument/2006/relationships/image" Target="../media/image43.wmf"/><Relationship Id="rId4" Type="http://schemas.openxmlformats.org/officeDocument/2006/relationships/image" Target="../media/image31.wmf"/><Relationship Id="rId9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0.wmf"/><Relationship Id="rId7" Type="http://schemas.openxmlformats.org/officeDocument/2006/relationships/image" Target="../media/image38.wmf"/><Relationship Id="rId12" Type="http://schemas.openxmlformats.org/officeDocument/2006/relationships/image" Target="../media/image45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6" Type="http://schemas.openxmlformats.org/officeDocument/2006/relationships/image" Target="../media/image34.wmf"/><Relationship Id="rId11" Type="http://schemas.openxmlformats.org/officeDocument/2006/relationships/image" Target="../media/image28.wmf"/><Relationship Id="rId5" Type="http://schemas.openxmlformats.org/officeDocument/2006/relationships/image" Target="../media/image32.wmf"/><Relationship Id="rId10" Type="http://schemas.openxmlformats.org/officeDocument/2006/relationships/image" Target="../media/image43.wmf"/><Relationship Id="rId4" Type="http://schemas.openxmlformats.org/officeDocument/2006/relationships/image" Target="../media/image31.wmf"/><Relationship Id="rId9" Type="http://schemas.openxmlformats.org/officeDocument/2006/relationships/image" Target="../media/image40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0.wmf"/><Relationship Id="rId7" Type="http://schemas.openxmlformats.org/officeDocument/2006/relationships/image" Target="../media/image38.wmf"/><Relationship Id="rId12" Type="http://schemas.openxmlformats.org/officeDocument/2006/relationships/image" Target="../media/image46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6" Type="http://schemas.openxmlformats.org/officeDocument/2006/relationships/image" Target="../media/image34.wmf"/><Relationship Id="rId11" Type="http://schemas.openxmlformats.org/officeDocument/2006/relationships/image" Target="../media/image28.wmf"/><Relationship Id="rId5" Type="http://schemas.openxmlformats.org/officeDocument/2006/relationships/image" Target="../media/image32.wmf"/><Relationship Id="rId10" Type="http://schemas.openxmlformats.org/officeDocument/2006/relationships/image" Target="../media/image43.wmf"/><Relationship Id="rId4" Type="http://schemas.openxmlformats.org/officeDocument/2006/relationships/image" Target="../media/image31.wmf"/><Relationship Id="rId9" Type="http://schemas.openxmlformats.org/officeDocument/2006/relationships/image" Target="../media/image40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0.wmf"/><Relationship Id="rId7" Type="http://schemas.openxmlformats.org/officeDocument/2006/relationships/image" Target="../media/image38.wmf"/><Relationship Id="rId12" Type="http://schemas.openxmlformats.org/officeDocument/2006/relationships/image" Target="../media/image48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6" Type="http://schemas.openxmlformats.org/officeDocument/2006/relationships/image" Target="../media/image34.wmf"/><Relationship Id="rId11" Type="http://schemas.openxmlformats.org/officeDocument/2006/relationships/image" Target="../media/image28.wmf"/><Relationship Id="rId5" Type="http://schemas.openxmlformats.org/officeDocument/2006/relationships/image" Target="../media/image32.wmf"/><Relationship Id="rId10" Type="http://schemas.openxmlformats.org/officeDocument/2006/relationships/image" Target="../media/image47.wmf"/><Relationship Id="rId4" Type="http://schemas.openxmlformats.org/officeDocument/2006/relationships/image" Target="../media/image31.wmf"/><Relationship Id="rId9" Type="http://schemas.openxmlformats.org/officeDocument/2006/relationships/image" Target="../media/image40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0.wmf"/><Relationship Id="rId7" Type="http://schemas.openxmlformats.org/officeDocument/2006/relationships/image" Target="../media/image38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6" Type="http://schemas.openxmlformats.org/officeDocument/2006/relationships/image" Target="../media/image34.wmf"/><Relationship Id="rId11" Type="http://schemas.openxmlformats.org/officeDocument/2006/relationships/image" Target="../media/image48.wmf"/><Relationship Id="rId5" Type="http://schemas.openxmlformats.org/officeDocument/2006/relationships/image" Target="../media/image32.wmf"/><Relationship Id="rId10" Type="http://schemas.openxmlformats.org/officeDocument/2006/relationships/image" Target="../media/image28.wmf"/><Relationship Id="rId4" Type="http://schemas.openxmlformats.org/officeDocument/2006/relationships/image" Target="../media/image31.wmf"/><Relationship Id="rId9" Type="http://schemas.openxmlformats.org/officeDocument/2006/relationships/image" Target="../media/image40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3" Type="http://schemas.openxmlformats.org/officeDocument/2006/relationships/image" Target="../media/image30.wmf"/><Relationship Id="rId7" Type="http://schemas.openxmlformats.org/officeDocument/2006/relationships/image" Target="../media/image38.wmf"/><Relationship Id="rId2" Type="http://schemas.openxmlformats.org/officeDocument/2006/relationships/image" Target="../media/image29.wmf"/><Relationship Id="rId1" Type="http://schemas.openxmlformats.org/officeDocument/2006/relationships/image" Target="../media/image27.wmf"/><Relationship Id="rId6" Type="http://schemas.openxmlformats.org/officeDocument/2006/relationships/image" Target="../media/image34.wmf"/><Relationship Id="rId5" Type="http://schemas.openxmlformats.org/officeDocument/2006/relationships/image" Target="../media/image32.wmf"/><Relationship Id="rId10" Type="http://schemas.openxmlformats.org/officeDocument/2006/relationships/image" Target="../media/image28.wmf"/><Relationship Id="rId4" Type="http://schemas.openxmlformats.org/officeDocument/2006/relationships/image" Target="../media/image31.wmf"/><Relationship Id="rId9" Type="http://schemas.openxmlformats.org/officeDocument/2006/relationships/image" Target="../media/image40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29.wmf"/><Relationship Id="rId7" Type="http://schemas.openxmlformats.org/officeDocument/2006/relationships/image" Target="../media/image34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10" Type="http://schemas.openxmlformats.org/officeDocument/2006/relationships/image" Target="../media/image40.wmf"/><Relationship Id="rId4" Type="http://schemas.openxmlformats.org/officeDocument/2006/relationships/image" Target="../media/image30.wmf"/><Relationship Id="rId9" Type="http://schemas.openxmlformats.org/officeDocument/2006/relationships/image" Target="../media/image39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image" Target="../media/image29.wmf"/><Relationship Id="rId7" Type="http://schemas.openxmlformats.org/officeDocument/2006/relationships/image" Target="../media/image5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52.wmf"/><Relationship Id="rId11" Type="http://schemas.openxmlformats.org/officeDocument/2006/relationships/image" Target="../media/image57.wmf"/><Relationship Id="rId5" Type="http://schemas.openxmlformats.org/officeDocument/2006/relationships/image" Target="../media/image31.wmf"/><Relationship Id="rId10" Type="http://schemas.openxmlformats.org/officeDocument/2006/relationships/image" Target="../media/image56.wmf"/><Relationship Id="rId4" Type="http://schemas.openxmlformats.org/officeDocument/2006/relationships/image" Target="../media/image30.wmf"/><Relationship Id="rId9" Type="http://schemas.openxmlformats.org/officeDocument/2006/relationships/image" Target="../media/image5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image" Target="../media/image58.wmf"/><Relationship Id="rId1" Type="http://schemas.openxmlformats.org/officeDocument/2006/relationships/image" Target="../media/image57.wmf"/><Relationship Id="rId4" Type="http://schemas.openxmlformats.org/officeDocument/2006/relationships/image" Target="../media/image59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image" Target="../media/image57.wmf"/><Relationship Id="rId1" Type="http://schemas.openxmlformats.org/officeDocument/2006/relationships/image" Target="../media/image54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54.wmf"/><Relationship Id="rId1" Type="http://schemas.openxmlformats.org/officeDocument/2006/relationships/image" Target="../media/image61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69.wmf"/><Relationship Id="rId5" Type="http://schemas.openxmlformats.org/officeDocument/2006/relationships/image" Target="../media/image74.wmf"/><Relationship Id="rId4" Type="http://schemas.openxmlformats.org/officeDocument/2006/relationships/image" Target="../media/image73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78.wmf"/><Relationship Id="rId5" Type="http://schemas.openxmlformats.org/officeDocument/2006/relationships/image" Target="../media/image77.wmf"/><Relationship Id="rId4" Type="http://schemas.openxmlformats.org/officeDocument/2006/relationships/image" Target="../media/image76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image" Target="../media/image80.wmf"/><Relationship Id="rId1" Type="http://schemas.openxmlformats.org/officeDocument/2006/relationships/image" Target="../media/image79.wmf"/><Relationship Id="rId4" Type="http://schemas.openxmlformats.org/officeDocument/2006/relationships/image" Target="../media/image82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5" Type="http://schemas.openxmlformats.org/officeDocument/2006/relationships/image" Target="../media/image88.wmf"/><Relationship Id="rId4" Type="http://schemas.openxmlformats.org/officeDocument/2006/relationships/image" Target="../media/image87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89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3.wmf"/><Relationship Id="rId7" Type="http://schemas.openxmlformats.org/officeDocument/2006/relationships/image" Target="../media/image97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6" Type="http://schemas.openxmlformats.org/officeDocument/2006/relationships/image" Target="../media/image96.wmf"/><Relationship Id="rId5" Type="http://schemas.openxmlformats.org/officeDocument/2006/relationships/image" Target="../media/image95.wmf"/><Relationship Id="rId4" Type="http://schemas.openxmlformats.org/officeDocument/2006/relationships/image" Target="../media/image94.wmf"/></Relationships>
</file>

<file path=ppt/drawings/_rels/vmlDrawing3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11" Type="http://schemas.openxmlformats.org/officeDocument/2006/relationships/image" Target="../media/image108.wmf"/><Relationship Id="rId5" Type="http://schemas.openxmlformats.org/officeDocument/2006/relationships/image" Target="../media/image102.wmf"/><Relationship Id="rId10" Type="http://schemas.openxmlformats.org/officeDocument/2006/relationships/image" Target="../media/image107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Relationship Id="rId4" Type="http://schemas.openxmlformats.org/officeDocument/2006/relationships/image" Target="../media/image112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113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6.wmf"/></Relationships>
</file>

<file path=ppt/drawings/_rels/vmlDrawing4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10" Type="http://schemas.openxmlformats.org/officeDocument/2006/relationships/image" Target="../media/image117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4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10" Type="http://schemas.openxmlformats.org/officeDocument/2006/relationships/image" Target="../media/image118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4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wmf"/><Relationship Id="rId3" Type="http://schemas.openxmlformats.org/officeDocument/2006/relationships/image" Target="../media/image100.wmf"/><Relationship Id="rId7" Type="http://schemas.openxmlformats.org/officeDocument/2006/relationships/image" Target="../media/image104.wmf"/><Relationship Id="rId2" Type="http://schemas.openxmlformats.org/officeDocument/2006/relationships/image" Target="../media/image99.wmf"/><Relationship Id="rId1" Type="http://schemas.openxmlformats.org/officeDocument/2006/relationships/image" Target="../media/image98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10" Type="http://schemas.openxmlformats.org/officeDocument/2006/relationships/image" Target="../media/image119.wmf"/><Relationship Id="rId4" Type="http://schemas.openxmlformats.org/officeDocument/2006/relationships/image" Target="../media/image101.wmf"/><Relationship Id="rId9" Type="http://schemas.openxmlformats.org/officeDocument/2006/relationships/image" Target="../media/image106.wmf"/></Relationships>
</file>

<file path=ppt/drawings/_rels/vmlDrawing4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8.wmf"/><Relationship Id="rId4" Type="http://schemas.openxmlformats.org/officeDocument/2006/relationships/image" Target="../media/image122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7" Type="http://schemas.openxmlformats.org/officeDocument/2006/relationships/image" Target="../media/image131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6" Type="http://schemas.openxmlformats.org/officeDocument/2006/relationships/image" Target="../media/image130.wmf"/><Relationship Id="rId5" Type="http://schemas.openxmlformats.org/officeDocument/2006/relationships/image" Target="../media/image129.wmf"/><Relationship Id="rId4" Type="http://schemas.openxmlformats.org/officeDocument/2006/relationships/image" Target="../media/image128.wmf"/></Relationships>
</file>

<file path=ppt/drawings/_rels/vmlDrawing4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5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5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wmf"/><Relationship Id="rId1" Type="http://schemas.openxmlformats.org/officeDocument/2006/relationships/image" Target="../media/image28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2" Type="http://schemas.openxmlformats.org/officeDocument/2006/relationships/image" Target="../media/image141.wmf"/><Relationship Id="rId1" Type="http://schemas.openxmlformats.org/officeDocument/2006/relationships/image" Target="../media/image28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wmf"/><Relationship Id="rId7" Type="http://schemas.openxmlformats.org/officeDocument/2006/relationships/image" Target="../media/image152.wmf"/><Relationship Id="rId2" Type="http://schemas.openxmlformats.org/officeDocument/2006/relationships/image" Target="../media/image141.wmf"/><Relationship Id="rId1" Type="http://schemas.openxmlformats.org/officeDocument/2006/relationships/image" Target="../media/image28.wmf"/><Relationship Id="rId6" Type="http://schemas.openxmlformats.org/officeDocument/2006/relationships/image" Target="../media/image146.wmf"/><Relationship Id="rId5" Type="http://schemas.openxmlformats.org/officeDocument/2006/relationships/image" Target="../media/image151.wmf"/><Relationship Id="rId4" Type="http://schemas.openxmlformats.org/officeDocument/2006/relationships/image" Target="../media/image147.wmf"/></Relationships>
</file>

<file path=ppt/drawings/_rels/vmlDrawing5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154.wmf"/><Relationship Id="rId1" Type="http://schemas.openxmlformats.org/officeDocument/2006/relationships/image" Target="../media/image153.wmf"/><Relationship Id="rId6" Type="http://schemas.openxmlformats.org/officeDocument/2006/relationships/image" Target="../media/image147.wmf"/><Relationship Id="rId5" Type="http://schemas.openxmlformats.org/officeDocument/2006/relationships/image" Target="../media/image141.wmf"/><Relationship Id="rId4" Type="http://schemas.openxmlformats.org/officeDocument/2006/relationships/image" Target="../media/image28.wmf"/></Relationships>
</file>

<file path=ppt/drawings/_rels/vmlDrawing5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5.wmf"/></Relationships>
</file>

<file path=ppt/drawings/_rels/vmlDrawing5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6.wmf"/></Relationships>
</file>

<file path=ppt/drawings/_rels/vmlDrawing5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3" Type="http://schemas.openxmlformats.org/officeDocument/2006/relationships/image" Target="../media/image141.wmf"/><Relationship Id="rId7" Type="http://schemas.openxmlformats.org/officeDocument/2006/relationships/image" Target="../media/image159.wmf"/><Relationship Id="rId2" Type="http://schemas.openxmlformats.org/officeDocument/2006/relationships/image" Target="../media/image28.wmf"/><Relationship Id="rId1" Type="http://schemas.openxmlformats.org/officeDocument/2006/relationships/image" Target="../media/image31.wmf"/><Relationship Id="rId6" Type="http://schemas.openxmlformats.org/officeDocument/2006/relationships/image" Target="../media/image27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7" Type="http://schemas.openxmlformats.org/officeDocument/2006/relationships/image" Target="../media/image159.wmf"/><Relationship Id="rId2" Type="http://schemas.openxmlformats.org/officeDocument/2006/relationships/image" Target="../media/image28.wmf"/><Relationship Id="rId1" Type="http://schemas.openxmlformats.org/officeDocument/2006/relationships/image" Target="../media/image31.wmf"/><Relationship Id="rId6" Type="http://schemas.openxmlformats.org/officeDocument/2006/relationships/image" Target="../media/image27.wmf"/><Relationship Id="rId5" Type="http://schemas.openxmlformats.org/officeDocument/2006/relationships/image" Target="../media/image158.wmf"/><Relationship Id="rId4" Type="http://schemas.openxmlformats.org/officeDocument/2006/relationships/image" Target="../media/image157.wmf"/></Relationships>
</file>

<file path=ppt/drawings/_rels/vmlDrawing6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wmf"/><Relationship Id="rId2" Type="http://schemas.openxmlformats.org/officeDocument/2006/relationships/image" Target="../media/image162.wmf"/><Relationship Id="rId1" Type="http://schemas.openxmlformats.org/officeDocument/2006/relationships/image" Target="../media/image161.wmf"/><Relationship Id="rId4" Type="http://schemas.openxmlformats.org/officeDocument/2006/relationships/image" Target="../media/image156.wmf"/></Relationships>
</file>

<file path=ppt/drawings/_rels/vmlDrawing6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/Relationships>
</file>

<file path=ppt/drawings/_rels/vmlDrawing6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wmf"/><Relationship Id="rId3" Type="http://schemas.openxmlformats.org/officeDocument/2006/relationships/image" Target="../media/image167.wmf"/><Relationship Id="rId7" Type="http://schemas.openxmlformats.org/officeDocument/2006/relationships/image" Target="../media/image171.wmf"/><Relationship Id="rId2" Type="http://schemas.openxmlformats.org/officeDocument/2006/relationships/image" Target="../media/image166.wmf"/><Relationship Id="rId1" Type="http://schemas.openxmlformats.org/officeDocument/2006/relationships/image" Target="../media/image164.wmf"/><Relationship Id="rId6" Type="http://schemas.openxmlformats.org/officeDocument/2006/relationships/image" Target="../media/image170.wmf"/><Relationship Id="rId5" Type="http://schemas.openxmlformats.org/officeDocument/2006/relationships/image" Target="../media/image169.wmf"/><Relationship Id="rId4" Type="http://schemas.openxmlformats.org/officeDocument/2006/relationships/image" Target="../media/image168.w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wmf"/><Relationship Id="rId1" Type="http://schemas.openxmlformats.org/officeDocument/2006/relationships/image" Target="../media/image173.w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2" Type="http://schemas.openxmlformats.org/officeDocument/2006/relationships/image" Target="../media/image175.wmf"/><Relationship Id="rId1" Type="http://schemas.openxmlformats.org/officeDocument/2006/relationships/image" Target="../media/image164.w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6" Type="http://schemas.openxmlformats.org/officeDocument/2006/relationships/image" Target="../media/image181.wmf"/><Relationship Id="rId5" Type="http://schemas.openxmlformats.org/officeDocument/2006/relationships/image" Target="../media/image180.wmf"/><Relationship Id="rId4" Type="http://schemas.openxmlformats.org/officeDocument/2006/relationships/image" Target="../media/image179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wmf"/><Relationship Id="rId2" Type="http://schemas.openxmlformats.org/officeDocument/2006/relationships/image" Target="../media/image177.wmf"/><Relationship Id="rId1" Type="http://schemas.openxmlformats.org/officeDocument/2006/relationships/image" Target="../media/image176.wmf"/><Relationship Id="rId4" Type="http://schemas.openxmlformats.org/officeDocument/2006/relationships/image" Target="../media/image181.wmf"/></Relationships>
</file>

<file path=ppt/drawings/_rels/vmlDrawing6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wmf"/><Relationship Id="rId2" Type="http://schemas.openxmlformats.org/officeDocument/2006/relationships/image" Target="../media/image183.wmf"/><Relationship Id="rId1" Type="http://schemas.openxmlformats.org/officeDocument/2006/relationships/image" Target="../media/image182.wmf"/></Relationships>
</file>

<file path=ppt/drawings/_rels/vmlDrawing6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wmf"/><Relationship Id="rId1" Type="http://schemas.openxmlformats.org/officeDocument/2006/relationships/image" Target="../media/image185.wmf"/></Relationships>
</file>

<file path=ppt/drawings/_rels/vmlDrawing7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wmf"/><Relationship Id="rId1" Type="http://schemas.openxmlformats.org/officeDocument/2006/relationships/image" Target="../media/image187.wmf"/></Relationships>
</file>

<file path=ppt/drawings/_rels/vmlDrawing7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wmf"/><Relationship Id="rId3" Type="http://schemas.openxmlformats.org/officeDocument/2006/relationships/image" Target="../media/image189.wmf"/><Relationship Id="rId7" Type="http://schemas.openxmlformats.org/officeDocument/2006/relationships/image" Target="../media/image177.wmf"/><Relationship Id="rId2" Type="http://schemas.openxmlformats.org/officeDocument/2006/relationships/image" Target="../media/image188.wmf"/><Relationship Id="rId1" Type="http://schemas.openxmlformats.org/officeDocument/2006/relationships/image" Target="../media/image176.wmf"/><Relationship Id="rId6" Type="http://schemas.openxmlformats.org/officeDocument/2006/relationships/image" Target="../media/image192.wmf"/><Relationship Id="rId5" Type="http://schemas.openxmlformats.org/officeDocument/2006/relationships/image" Target="../media/image191.wmf"/><Relationship Id="rId10" Type="http://schemas.openxmlformats.org/officeDocument/2006/relationships/image" Target="../media/image194.wmf"/><Relationship Id="rId4" Type="http://schemas.openxmlformats.org/officeDocument/2006/relationships/image" Target="../media/image190.wmf"/><Relationship Id="rId9" Type="http://schemas.openxmlformats.org/officeDocument/2006/relationships/image" Target="../media/image193.wmf"/></Relationships>
</file>

<file path=ppt/drawings/_rels/vmlDrawing72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wmf"/><Relationship Id="rId3" Type="http://schemas.openxmlformats.org/officeDocument/2006/relationships/image" Target="../media/image196.wmf"/><Relationship Id="rId7" Type="http://schemas.openxmlformats.org/officeDocument/2006/relationships/image" Target="../media/image199.wmf"/><Relationship Id="rId2" Type="http://schemas.openxmlformats.org/officeDocument/2006/relationships/image" Target="../media/image195.wmf"/><Relationship Id="rId1" Type="http://schemas.openxmlformats.org/officeDocument/2006/relationships/image" Target="../media/image187.wmf"/><Relationship Id="rId6" Type="http://schemas.openxmlformats.org/officeDocument/2006/relationships/image" Target="../media/image198.wmf"/><Relationship Id="rId5" Type="http://schemas.openxmlformats.org/officeDocument/2006/relationships/image" Target="../media/image188.wmf"/><Relationship Id="rId10" Type="http://schemas.openxmlformats.org/officeDocument/2006/relationships/image" Target="../media/image8.wmf"/><Relationship Id="rId4" Type="http://schemas.openxmlformats.org/officeDocument/2006/relationships/image" Target="../media/image197.wmf"/><Relationship Id="rId9" Type="http://schemas.openxmlformats.org/officeDocument/2006/relationships/image" Target="../media/image201.wmf"/></Relationships>
</file>

<file path=ppt/drawings/_rels/vmlDrawing7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5.wmf"/></Relationships>
</file>

<file path=ppt/drawings/_rels/vmlDrawing7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EFC9E58D-504C-47C4-97F4-01AA3866646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B05B0206-139A-4353-B2BD-57F706372FB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854F56-57EB-48AB-A30C-AE6A78B3E33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D969C4-8533-4EB7-BF33-60FC91737BE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4005D9-888D-4377-AC25-5EF8BF5E5C7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3434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549F49-3665-4DF1-A78D-78BFE88273A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724C40-C6CC-445E-BC8A-2683BA910EC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284856-9EE1-4CA8-B0F6-A31A0132E22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341A1C-BB64-4264-9825-0BB0ED8C00F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5B9DCA-4383-467E-A218-EAF2ADC1FB1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A5FAFE-07D5-431B-8CB0-196912BF514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AC86C7-9316-440E-91BE-3CC92E63EE56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52400"/>
            <a:ext cx="2209800" cy="6172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" y="152400"/>
            <a:ext cx="6477000" cy="6172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E78AE4-29C5-421E-9EDB-FE16BD5161E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152400"/>
            <a:ext cx="8839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838200"/>
            <a:ext cx="8839200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524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553200"/>
            <a:ext cx="2895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553200"/>
            <a:ext cx="1905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fld id="{575F8016-1795-4F28-B336-215E4FC607C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32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accent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>
          <a:solidFill>
            <a:schemeClr val="accent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>
          <a:solidFill>
            <a:schemeClr val="accent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accent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9.bin"/><Relationship Id="rId5" Type="http://schemas.openxmlformats.org/officeDocument/2006/relationships/oleObject" Target="../embeddings/oleObject8.bin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oleObject" Target="../embeddings/oleObject24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8.bin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7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7.bin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6.bin"/><Relationship Id="rId10" Type="http://schemas.openxmlformats.org/officeDocument/2006/relationships/oleObject" Target="../embeddings/oleObject21.bin"/><Relationship Id="rId4" Type="http://schemas.openxmlformats.org/officeDocument/2006/relationships/oleObject" Target="../embeddings/oleObject15.bin"/><Relationship Id="rId9" Type="http://schemas.openxmlformats.org/officeDocument/2006/relationships/oleObject" Target="../embeddings/oleObject20.bin"/><Relationship Id="rId14" Type="http://schemas.openxmlformats.org/officeDocument/2006/relationships/oleObject" Target="../embeddings/oleObject2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1.bin"/><Relationship Id="rId5" Type="http://schemas.openxmlformats.org/officeDocument/2006/relationships/oleObject" Target="../embeddings/oleObject30.bin"/><Relationship Id="rId10" Type="http://schemas.openxmlformats.org/officeDocument/2006/relationships/oleObject" Target="../embeddings/oleObject35.bin"/><Relationship Id="rId4" Type="http://schemas.openxmlformats.org/officeDocument/2006/relationships/oleObject" Target="../embeddings/oleObject29.bin"/><Relationship Id="rId9" Type="http://schemas.openxmlformats.org/officeDocument/2006/relationships/oleObject" Target="../embeddings/oleObject3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0.bin"/><Relationship Id="rId5" Type="http://schemas.openxmlformats.org/officeDocument/2006/relationships/oleObject" Target="../embeddings/oleObject39.bin"/><Relationship Id="rId10" Type="http://schemas.openxmlformats.org/officeDocument/2006/relationships/oleObject" Target="../embeddings/oleObject44.bin"/><Relationship Id="rId4" Type="http://schemas.openxmlformats.org/officeDocument/2006/relationships/oleObject" Target="../embeddings/oleObject38.bin"/><Relationship Id="rId9" Type="http://schemas.openxmlformats.org/officeDocument/2006/relationships/oleObject" Target="../embeddings/oleObject4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4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oleObject" Target="../embeddings/oleObject57.bin"/><Relationship Id="rId3" Type="http://schemas.openxmlformats.org/officeDocument/2006/relationships/oleObject" Target="../embeddings/oleObject47.bin"/><Relationship Id="rId7" Type="http://schemas.openxmlformats.org/officeDocument/2006/relationships/oleObject" Target="../embeddings/oleObject51.bin"/><Relationship Id="rId12" Type="http://schemas.openxmlformats.org/officeDocument/2006/relationships/oleObject" Target="../embeddings/oleObject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50.bin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49.bin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48.bin"/><Relationship Id="rId9" Type="http://schemas.openxmlformats.org/officeDocument/2006/relationships/oleObject" Target="../embeddings/oleObject53.bin"/><Relationship Id="rId14" Type="http://schemas.openxmlformats.org/officeDocument/2006/relationships/oleObject" Target="../embeddings/oleObject58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4.bin"/><Relationship Id="rId13" Type="http://schemas.openxmlformats.org/officeDocument/2006/relationships/oleObject" Target="../embeddings/oleObject69.bin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3.bin"/><Relationship Id="rId12" Type="http://schemas.openxmlformats.org/officeDocument/2006/relationships/oleObject" Target="../embeddings/oleObject6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2.bin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62.bin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71.bin"/><Relationship Id="rId10" Type="http://schemas.openxmlformats.org/officeDocument/2006/relationships/oleObject" Target="../embeddings/oleObject66.bin"/><Relationship Id="rId4" Type="http://schemas.openxmlformats.org/officeDocument/2006/relationships/oleObject" Target="../embeddings/oleObject60.bin"/><Relationship Id="rId9" Type="http://schemas.openxmlformats.org/officeDocument/2006/relationships/oleObject" Target="../embeddings/oleObject65.bin"/><Relationship Id="rId14" Type="http://schemas.openxmlformats.org/officeDocument/2006/relationships/oleObject" Target="../embeddings/oleObject7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oleObject" Target="../embeddings/oleObject83.bin"/><Relationship Id="rId18" Type="http://schemas.openxmlformats.org/officeDocument/2006/relationships/oleObject" Target="../embeddings/oleObject88.bin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7.bin"/><Relationship Id="rId12" Type="http://schemas.openxmlformats.org/officeDocument/2006/relationships/oleObject" Target="../embeddings/oleObject82.bin"/><Relationship Id="rId17" Type="http://schemas.openxmlformats.org/officeDocument/2006/relationships/oleObject" Target="../embeddings/oleObject8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6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76.bin"/><Relationship Id="rId11" Type="http://schemas.openxmlformats.org/officeDocument/2006/relationships/oleObject" Target="../embeddings/oleObject81.bin"/><Relationship Id="rId5" Type="http://schemas.openxmlformats.org/officeDocument/2006/relationships/oleObject" Target="../embeddings/oleObject75.bin"/><Relationship Id="rId15" Type="http://schemas.openxmlformats.org/officeDocument/2006/relationships/oleObject" Target="../embeddings/oleObject85.bin"/><Relationship Id="rId10" Type="http://schemas.openxmlformats.org/officeDocument/2006/relationships/oleObject" Target="../embeddings/oleObject80.bin"/><Relationship Id="rId19" Type="http://schemas.openxmlformats.org/officeDocument/2006/relationships/oleObject" Target="../embeddings/oleObject89.bin"/><Relationship Id="rId4" Type="http://schemas.openxmlformats.org/officeDocument/2006/relationships/oleObject" Target="../embeddings/oleObject74.bin"/><Relationship Id="rId9" Type="http://schemas.openxmlformats.org/officeDocument/2006/relationships/oleObject" Target="../embeddings/oleObject79.bin"/><Relationship Id="rId14" Type="http://schemas.openxmlformats.org/officeDocument/2006/relationships/oleObject" Target="../embeddings/oleObject84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5.bin"/><Relationship Id="rId13" Type="http://schemas.openxmlformats.org/officeDocument/2006/relationships/oleObject" Target="../embeddings/oleObject100.bin"/><Relationship Id="rId18" Type="http://schemas.openxmlformats.org/officeDocument/2006/relationships/oleObject" Target="../embeddings/oleObject105.bin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4.bin"/><Relationship Id="rId12" Type="http://schemas.openxmlformats.org/officeDocument/2006/relationships/oleObject" Target="../embeddings/oleObject99.bin"/><Relationship Id="rId17" Type="http://schemas.openxmlformats.org/officeDocument/2006/relationships/oleObject" Target="../embeddings/oleObject10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3.bin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93.bin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2.bin"/><Relationship Id="rId15" Type="http://schemas.openxmlformats.org/officeDocument/2006/relationships/oleObject" Target="../embeddings/oleObject102.bin"/><Relationship Id="rId10" Type="http://schemas.openxmlformats.org/officeDocument/2006/relationships/oleObject" Target="../embeddings/oleObject97.bin"/><Relationship Id="rId19" Type="http://schemas.openxmlformats.org/officeDocument/2006/relationships/oleObject" Target="../embeddings/oleObject106.bin"/><Relationship Id="rId4" Type="http://schemas.openxmlformats.org/officeDocument/2006/relationships/oleObject" Target="../embeddings/oleObject91.bin"/><Relationship Id="rId9" Type="http://schemas.openxmlformats.org/officeDocument/2006/relationships/oleObject" Target="../embeddings/oleObject96.bin"/><Relationship Id="rId14" Type="http://schemas.openxmlformats.org/officeDocument/2006/relationships/oleObject" Target="../embeddings/oleObject101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2.bin"/><Relationship Id="rId13" Type="http://schemas.openxmlformats.org/officeDocument/2006/relationships/oleObject" Target="../embeddings/oleObject117.bin"/><Relationship Id="rId18" Type="http://schemas.openxmlformats.org/officeDocument/2006/relationships/oleObject" Target="../embeddings/oleObject122.bin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11.bin"/><Relationship Id="rId12" Type="http://schemas.openxmlformats.org/officeDocument/2006/relationships/oleObject" Target="../embeddings/oleObject116.bin"/><Relationship Id="rId17" Type="http://schemas.openxmlformats.org/officeDocument/2006/relationships/oleObject" Target="../embeddings/oleObject121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0.bin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10.bin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9.bin"/><Relationship Id="rId10" Type="http://schemas.openxmlformats.org/officeDocument/2006/relationships/oleObject" Target="../embeddings/oleObject114.bin"/><Relationship Id="rId4" Type="http://schemas.openxmlformats.org/officeDocument/2006/relationships/oleObject" Target="../embeddings/oleObject108.bin"/><Relationship Id="rId9" Type="http://schemas.openxmlformats.org/officeDocument/2006/relationships/oleObject" Target="../embeddings/oleObject113.bin"/><Relationship Id="rId14" Type="http://schemas.openxmlformats.org/officeDocument/2006/relationships/oleObject" Target="../embeddings/oleObject118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8.bin"/><Relationship Id="rId13" Type="http://schemas.openxmlformats.org/officeDocument/2006/relationships/oleObject" Target="../embeddings/oleObject133.bin"/><Relationship Id="rId18" Type="http://schemas.openxmlformats.org/officeDocument/2006/relationships/oleObject" Target="../embeddings/oleObject138.bin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7.bin"/><Relationship Id="rId12" Type="http://schemas.openxmlformats.org/officeDocument/2006/relationships/oleObject" Target="../embeddings/oleObject132.bin"/><Relationship Id="rId17" Type="http://schemas.openxmlformats.org/officeDocument/2006/relationships/oleObject" Target="../embeddings/oleObject13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36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26.bin"/><Relationship Id="rId11" Type="http://schemas.openxmlformats.org/officeDocument/2006/relationships/oleObject" Target="../embeddings/oleObject131.bin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35.bin"/><Relationship Id="rId10" Type="http://schemas.openxmlformats.org/officeDocument/2006/relationships/oleObject" Target="../embeddings/oleObject130.bin"/><Relationship Id="rId4" Type="http://schemas.openxmlformats.org/officeDocument/2006/relationships/oleObject" Target="../embeddings/oleObject124.bin"/><Relationship Id="rId9" Type="http://schemas.openxmlformats.org/officeDocument/2006/relationships/oleObject" Target="../embeddings/oleObject129.bin"/><Relationship Id="rId14" Type="http://schemas.openxmlformats.org/officeDocument/2006/relationships/oleObject" Target="../embeddings/oleObject13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4.bin"/><Relationship Id="rId13" Type="http://schemas.openxmlformats.org/officeDocument/2006/relationships/oleObject" Target="../embeddings/oleObject149.bin"/><Relationship Id="rId18" Type="http://schemas.openxmlformats.org/officeDocument/2006/relationships/oleObject" Target="../embeddings/oleObject154.bin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3.bin"/><Relationship Id="rId12" Type="http://schemas.openxmlformats.org/officeDocument/2006/relationships/oleObject" Target="../embeddings/oleObject148.bin"/><Relationship Id="rId17" Type="http://schemas.openxmlformats.org/officeDocument/2006/relationships/oleObject" Target="../embeddings/oleObject153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52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142.bin"/><Relationship Id="rId11" Type="http://schemas.openxmlformats.org/officeDocument/2006/relationships/oleObject" Target="../embeddings/oleObject147.bin"/><Relationship Id="rId5" Type="http://schemas.openxmlformats.org/officeDocument/2006/relationships/oleObject" Target="../embeddings/oleObject141.bin"/><Relationship Id="rId15" Type="http://schemas.openxmlformats.org/officeDocument/2006/relationships/oleObject" Target="../embeddings/oleObject151.bin"/><Relationship Id="rId10" Type="http://schemas.openxmlformats.org/officeDocument/2006/relationships/oleObject" Target="../embeddings/oleObject146.bin"/><Relationship Id="rId4" Type="http://schemas.openxmlformats.org/officeDocument/2006/relationships/oleObject" Target="../embeddings/oleObject140.bin"/><Relationship Id="rId9" Type="http://schemas.openxmlformats.org/officeDocument/2006/relationships/oleObject" Target="../embeddings/oleObject145.bin"/><Relationship Id="rId14" Type="http://schemas.openxmlformats.org/officeDocument/2006/relationships/oleObject" Target="../embeddings/oleObject150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0.bin"/><Relationship Id="rId13" Type="http://schemas.openxmlformats.org/officeDocument/2006/relationships/oleObject" Target="../embeddings/oleObject165.bin"/><Relationship Id="rId18" Type="http://schemas.openxmlformats.org/officeDocument/2006/relationships/oleObject" Target="../embeddings/oleObject170.bin"/><Relationship Id="rId3" Type="http://schemas.openxmlformats.org/officeDocument/2006/relationships/oleObject" Target="../embeddings/oleObject155.bin"/><Relationship Id="rId7" Type="http://schemas.openxmlformats.org/officeDocument/2006/relationships/oleObject" Target="../embeddings/oleObject159.bin"/><Relationship Id="rId12" Type="http://schemas.openxmlformats.org/officeDocument/2006/relationships/oleObject" Target="../embeddings/oleObject164.bin"/><Relationship Id="rId17" Type="http://schemas.openxmlformats.org/officeDocument/2006/relationships/oleObject" Target="../embeddings/oleObject169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68.bin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158.bin"/><Relationship Id="rId11" Type="http://schemas.openxmlformats.org/officeDocument/2006/relationships/oleObject" Target="../embeddings/oleObject163.bin"/><Relationship Id="rId5" Type="http://schemas.openxmlformats.org/officeDocument/2006/relationships/oleObject" Target="../embeddings/oleObject157.bin"/><Relationship Id="rId15" Type="http://schemas.openxmlformats.org/officeDocument/2006/relationships/oleObject" Target="../embeddings/oleObject167.bin"/><Relationship Id="rId10" Type="http://schemas.openxmlformats.org/officeDocument/2006/relationships/oleObject" Target="../embeddings/oleObject162.bin"/><Relationship Id="rId4" Type="http://schemas.openxmlformats.org/officeDocument/2006/relationships/oleObject" Target="../embeddings/oleObject156.bin"/><Relationship Id="rId9" Type="http://schemas.openxmlformats.org/officeDocument/2006/relationships/oleObject" Target="../embeddings/oleObject161.bin"/><Relationship Id="rId14" Type="http://schemas.openxmlformats.org/officeDocument/2006/relationships/oleObject" Target="../embeddings/oleObject16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6.bin"/><Relationship Id="rId13" Type="http://schemas.openxmlformats.org/officeDocument/2006/relationships/oleObject" Target="../embeddings/oleObject181.bin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5.bin"/><Relationship Id="rId12" Type="http://schemas.openxmlformats.org/officeDocument/2006/relationships/oleObject" Target="../embeddings/oleObject180.bin"/><Relationship Id="rId17" Type="http://schemas.openxmlformats.org/officeDocument/2006/relationships/oleObject" Target="../embeddings/oleObject18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84.bin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74.bin"/><Relationship Id="rId11" Type="http://schemas.openxmlformats.org/officeDocument/2006/relationships/oleObject" Target="../embeddings/oleObject179.bin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83.bin"/><Relationship Id="rId10" Type="http://schemas.openxmlformats.org/officeDocument/2006/relationships/oleObject" Target="../embeddings/oleObject178.bin"/><Relationship Id="rId4" Type="http://schemas.openxmlformats.org/officeDocument/2006/relationships/oleObject" Target="../embeddings/oleObject172.bin"/><Relationship Id="rId9" Type="http://schemas.openxmlformats.org/officeDocument/2006/relationships/oleObject" Target="../embeddings/oleObject177.bin"/><Relationship Id="rId14" Type="http://schemas.openxmlformats.org/officeDocument/2006/relationships/oleObject" Target="../embeddings/oleObject182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oleObject" Target="../embeddings/oleObject196.bin"/><Relationship Id="rId3" Type="http://schemas.openxmlformats.org/officeDocument/2006/relationships/oleObject" Target="../embeddings/oleObject186.bin"/><Relationship Id="rId7" Type="http://schemas.openxmlformats.org/officeDocument/2006/relationships/oleObject" Target="../embeddings/oleObject190.bin"/><Relationship Id="rId12" Type="http://schemas.openxmlformats.org/officeDocument/2006/relationships/oleObject" Target="../embeddings/oleObject19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89.bin"/><Relationship Id="rId11" Type="http://schemas.openxmlformats.org/officeDocument/2006/relationships/oleObject" Target="../embeddings/oleObject194.bin"/><Relationship Id="rId5" Type="http://schemas.openxmlformats.org/officeDocument/2006/relationships/oleObject" Target="../embeddings/oleObject188.bin"/><Relationship Id="rId15" Type="http://schemas.openxmlformats.org/officeDocument/2006/relationships/oleObject" Target="../embeddings/oleObject198.bin"/><Relationship Id="rId10" Type="http://schemas.openxmlformats.org/officeDocument/2006/relationships/oleObject" Target="../embeddings/oleObject193.bin"/><Relationship Id="rId4" Type="http://schemas.openxmlformats.org/officeDocument/2006/relationships/oleObject" Target="../embeddings/oleObject187.bin"/><Relationship Id="rId9" Type="http://schemas.openxmlformats.org/officeDocument/2006/relationships/oleObject" Target="../embeddings/oleObject192.bin"/><Relationship Id="rId14" Type="http://schemas.openxmlformats.org/officeDocument/2006/relationships/oleObject" Target="../embeddings/oleObject197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13" Type="http://schemas.openxmlformats.org/officeDocument/2006/relationships/oleObject" Target="../embeddings/oleObject209.bin"/><Relationship Id="rId3" Type="http://schemas.openxmlformats.org/officeDocument/2006/relationships/oleObject" Target="../embeddings/oleObject199.bin"/><Relationship Id="rId7" Type="http://schemas.openxmlformats.org/officeDocument/2006/relationships/oleObject" Target="../embeddings/oleObject203.bin"/><Relationship Id="rId12" Type="http://schemas.openxmlformats.org/officeDocument/2006/relationships/oleObject" Target="../embeddings/oleObject2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202.bin"/><Relationship Id="rId11" Type="http://schemas.openxmlformats.org/officeDocument/2006/relationships/oleObject" Target="../embeddings/oleObject207.bin"/><Relationship Id="rId5" Type="http://schemas.openxmlformats.org/officeDocument/2006/relationships/oleObject" Target="../embeddings/oleObject201.bin"/><Relationship Id="rId10" Type="http://schemas.openxmlformats.org/officeDocument/2006/relationships/oleObject" Target="../embeddings/oleObject206.bin"/><Relationship Id="rId4" Type="http://schemas.openxmlformats.org/officeDocument/2006/relationships/oleObject" Target="../embeddings/oleObject200.bin"/><Relationship Id="rId9" Type="http://schemas.openxmlformats.org/officeDocument/2006/relationships/oleObject" Target="../embeddings/oleObject205.bin"/><Relationship Id="rId14" Type="http://schemas.openxmlformats.org/officeDocument/2006/relationships/oleObject" Target="../embeddings/oleObject210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5" Type="http://schemas.openxmlformats.org/officeDocument/2006/relationships/oleObject" Target="../embeddings/oleObject213.bin"/><Relationship Id="rId4" Type="http://schemas.openxmlformats.org/officeDocument/2006/relationships/oleObject" Target="../embeddings/oleObject21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9.bin"/><Relationship Id="rId13" Type="http://schemas.openxmlformats.org/officeDocument/2006/relationships/oleObject" Target="../embeddings/oleObject224.bin"/><Relationship Id="rId3" Type="http://schemas.openxmlformats.org/officeDocument/2006/relationships/oleObject" Target="../embeddings/oleObject214.bin"/><Relationship Id="rId7" Type="http://schemas.openxmlformats.org/officeDocument/2006/relationships/oleObject" Target="../embeddings/oleObject218.bin"/><Relationship Id="rId12" Type="http://schemas.openxmlformats.org/officeDocument/2006/relationships/oleObject" Target="../embeddings/oleObject2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217.bin"/><Relationship Id="rId11" Type="http://schemas.openxmlformats.org/officeDocument/2006/relationships/oleObject" Target="../embeddings/oleObject222.bin"/><Relationship Id="rId5" Type="http://schemas.openxmlformats.org/officeDocument/2006/relationships/oleObject" Target="../embeddings/oleObject216.bin"/><Relationship Id="rId10" Type="http://schemas.openxmlformats.org/officeDocument/2006/relationships/oleObject" Target="../embeddings/oleObject221.bin"/><Relationship Id="rId4" Type="http://schemas.openxmlformats.org/officeDocument/2006/relationships/oleObject" Target="../embeddings/oleObject215.bin"/><Relationship Id="rId9" Type="http://schemas.openxmlformats.org/officeDocument/2006/relationships/oleObject" Target="../embeddings/oleObject220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5.bin"/><Relationship Id="rId7" Type="http://schemas.openxmlformats.org/officeDocument/2006/relationships/oleObject" Target="../embeddings/oleObject22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228.bin"/><Relationship Id="rId5" Type="http://schemas.openxmlformats.org/officeDocument/2006/relationships/oleObject" Target="../embeddings/oleObject227.bin"/><Relationship Id="rId4" Type="http://schemas.openxmlformats.org/officeDocument/2006/relationships/oleObject" Target="../embeddings/oleObject226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Relationship Id="rId5" Type="http://schemas.openxmlformats.org/officeDocument/2006/relationships/oleObject" Target="../embeddings/oleObject233.bin"/><Relationship Id="rId4" Type="http://schemas.openxmlformats.org/officeDocument/2006/relationships/oleObject" Target="../embeddings/oleObject23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5" Type="http://schemas.openxmlformats.org/officeDocument/2006/relationships/oleObject" Target="../embeddings/oleObject236.bin"/><Relationship Id="rId4" Type="http://schemas.openxmlformats.org/officeDocument/2006/relationships/oleObject" Target="../embeddings/oleObject235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7.vml"/><Relationship Id="rId5" Type="http://schemas.openxmlformats.org/officeDocument/2006/relationships/oleObject" Target="../embeddings/oleObject239.bin"/><Relationship Id="rId4" Type="http://schemas.openxmlformats.org/officeDocument/2006/relationships/oleObject" Target="../embeddings/oleObject238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5.bin"/><Relationship Id="rId3" Type="http://schemas.openxmlformats.org/officeDocument/2006/relationships/oleObject" Target="../embeddings/oleObject240.bin"/><Relationship Id="rId7" Type="http://schemas.openxmlformats.org/officeDocument/2006/relationships/oleObject" Target="../embeddings/oleObject244.bin"/><Relationship Id="rId12" Type="http://schemas.openxmlformats.org/officeDocument/2006/relationships/oleObject" Target="../embeddings/oleObject24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243.bin"/><Relationship Id="rId11" Type="http://schemas.openxmlformats.org/officeDocument/2006/relationships/oleObject" Target="../embeddings/oleObject248.bin"/><Relationship Id="rId5" Type="http://schemas.openxmlformats.org/officeDocument/2006/relationships/oleObject" Target="../embeddings/oleObject242.bin"/><Relationship Id="rId10" Type="http://schemas.openxmlformats.org/officeDocument/2006/relationships/oleObject" Target="../embeddings/oleObject247.bin"/><Relationship Id="rId4" Type="http://schemas.openxmlformats.org/officeDocument/2006/relationships/oleObject" Target="../embeddings/oleObject241.bin"/><Relationship Id="rId9" Type="http://schemas.openxmlformats.org/officeDocument/2006/relationships/oleObject" Target="../embeddings/oleObject246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9.vml"/><Relationship Id="rId4" Type="http://schemas.openxmlformats.org/officeDocument/2006/relationships/oleObject" Target="../embeddings/oleObject251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7.bin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255.bin"/><Relationship Id="rId5" Type="http://schemas.openxmlformats.org/officeDocument/2006/relationships/oleObject" Target="../embeddings/oleObject254.bin"/><Relationship Id="rId10" Type="http://schemas.openxmlformats.org/officeDocument/2006/relationships/oleObject" Target="../embeddings/oleObject259.bin"/><Relationship Id="rId4" Type="http://schemas.openxmlformats.org/officeDocument/2006/relationships/oleObject" Target="../embeddings/oleObject253.bin"/><Relationship Id="rId9" Type="http://schemas.openxmlformats.org/officeDocument/2006/relationships/oleObject" Target="../embeddings/oleObject258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6.bin"/><Relationship Id="rId3" Type="http://schemas.openxmlformats.org/officeDocument/2006/relationships/oleObject" Target="../embeddings/oleObject261.bin"/><Relationship Id="rId7" Type="http://schemas.openxmlformats.org/officeDocument/2006/relationships/oleObject" Target="../embeddings/oleObject2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264.bin"/><Relationship Id="rId5" Type="http://schemas.openxmlformats.org/officeDocument/2006/relationships/oleObject" Target="../embeddings/oleObject263.bin"/><Relationship Id="rId10" Type="http://schemas.openxmlformats.org/officeDocument/2006/relationships/oleObject" Target="../embeddings/oleObject268.bin"/><Relationship Id="rId4" Type="http://schemas.openxmlformats.org/officeDocument/2006/relationships/oleObject" Target="../embeddings/oleObject262.bin"/><Relationship Id="rId9" Type="http://schemas.openxmlformats.org/officeDocument/2006/relationships/oleObject" Target="../embeddings/oleObject267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272.bin"/><Relationship Id="rId5" Type="http://schemas.openxmlformats.org/officeDocument/2006/relationships/oleObject" Target="../embeddings/oleObject271.bin"/><Relationship Id="rId4" Type="http://schemas.openxmlformats.org/officeDocument/2006/relationships/oleObject" Target="../embeddings/oleObject27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8.bin"/><Relationship Id="rId3" Type="http://schemas.openxmlformats.org/officeDocument/2006/relationships/oleObject" Target="../embeddings/oleObject273.bin"/><Relationship Id="rId7" Type="http://schemas.openxmlformats.org/officeDocument/2006/relationships/oleObject" Target="../embeddings/oleObject2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6" Type="http://schemas.openxmlformats.org/officeDocument/2006/relationships/oleObject" Target="../embeddings/oleObject276.bin"/><Relationship Id="rId5" Type="http://schemas.openxmlformats.org/officeDocument/2006/relationships/oleObject" Target="../embeddings/oleObject275.bin"/><Relationship Id="rId4" Type="http://schemas.openxmlformats.org/officeDocument/2006/relationships/oleObject" Target="../embeddings/oleObject274.bin"/><Relationship Id="rId9" Type="http://schemas.openxmlformats.org/officeDocument/2006/relationships/oleObject" Target="../embeddings/oleObject279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5.bin"/><Relationship Id="rId3" Type="http://schemas.openxmlformats.org/officeDocument/2006/relationships/oleObject" Target="../embeddings/oleObject280.bin"/><Relationship Id="rId7" Type="http://schemas.openxmlformats.org/officeDocument/2006/relationships/oleObject" Target="../embeddings/oleObject2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283.bin"/><Relationship Id="rId5" Type="http://schemas.openxmlformats.org/officeDocument/2006/relationships/oleObject" Target="../embeddings/oleObject282.bin"/><Relationship Id="rId4" Type="http://schemas.openxmlformats.org/officeDocument/2006/relationships/oleObject" Target="../embeddings/oleObject281.bin"/><Relationship Id="rId9" Type="http://schemas.openxmlformats.org/officeDocument/2006/relationships/oleObject" Target="../embeddings/oleObject286.bin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2.bin"/><Relationship Id="rId3" Type="http://schemas.openxmlformats.org/officeDocument/2006/relationships/oleObject" Target="../embeddings/oleObject287.bin"/><Relationship Id="rId7" Type="http://schemas.openxmlformats.org/officeDocument/2006/relationships/oleObject" Target="../embeddings/oleObject29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6" Type="http://schemas.openxmlformats.org/officeDocument/2006/relationships/oleObject" Target="../embeddings/oleObject290.bin"/><Relationship Id="rId5" Type="http://schemas.openxmlformats.org/officeDocument/2006/relationships/oleObject" Target="../embeddings/oleObject289.bin"/><Relationship Id="rId10" Type="http://schemas.openxmlformats.org/officeDocument/2006/relationships/oleObject" Target="../embeddings/oleObject294.bin"/><Relationship Id="rId4" Type="http://schemas.openxmlformats.org/officeDocument/2006/relationships/oleObject" Target="../embeddings/oleObject288.bin"/><Relationship Id="rId9" Type="http://schemas.openxmlformats.org/officeDocument/2006/relationships/oleObject" Target="../embeddings/oleObject293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0.bin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6" Type="http://schemas.openxmlformats.org/officeDocument/2006/relationships/oleObject" Target="../embeddings/oleObject298.bin"/><Relationship Id="rId11" Type="http://schemas.openxmlformats.org/officeDocument/2006/relationships/oleObject" Target="../embeddings/oleObject303.bin"/><Relationship Id="rId5" Type="http://schemas.openxmlformats.org/officeDocument/2006/relationships/oleObject" Target="../embeddings/oleObject297.bin"/><Relationship Id="rId10" Type="http://schemas.openxmlformats.org/officeDocument/2006/relationships/oleObject" Target="../embeddings/oleObject302.bin"/><Relationship Id="rId4" Type="http://schemas.openxmlformats.org/officeDocument/2006/relationships/oleObject" Target="../embeddings/oleObject296.bin"/><Relationship Id="rId9" Type="http://schemas.openxmlformats.org/officeDocument/2006/relationships/oleObject" Target="../embeddings/oleObject301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9.bin"/><Relationship Id="rId13" Type="http://schemas.openxmlformats.org/officeDocument/2006/relationships/oleObject" Target="../embeddings/oleObject314.bin"/><Relationship Id="rId3" Type="http://schemas.openxmlformats.org/officeDocument/2006/relationships/oleObject" Target="../embeddings/oleObject304.bin"/><Relationship Id="rId7" Type="http://schemas.openxmlformats.org/officeDocument/2006/relationships/oleObject" Target="../embeddings/oleObject308.bin"/><Relationship Id="rId12" Type="http://schemas.openxmlformats.org/officeDocument/2006/relationships/oleObject" Target="../embeddings/oleObject31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6" Type="http://schemas.openxmlformats.org/officeDocument/2006/relationships/oleObject" Target="../embeddings/oleObject307.bin"/><Relationship Id="rId11" Type="http://schemas.openxmlformats.org/officeDocument/2006/relationships/oleObject" Target="../embeddings/oleObject312.bin"/><Relationship Id="rId5" Type="http://schemas.openxmlformats.org/officeDocument/2006/relationships/oleObject" Target="../embeddings/oleObject306.bin"/><Relationship Id="rId10" Type="http://schemas.openxmlformats.org/officeDocument/2006/relationships/oleObject" Target="../embeddings/oleObject311.bin"/><Relationship Id="rId4" Type="http://schemas.openxmlformats.org/officeDocument/2006/relationships/oleObject" Target="../embeddings/oleObject305.bin"/><Relationship Id="rId9" Type="http://schemas.openxmlformats.org/officeDocument/2006/relationships/oleObject" Target="../embeddings/oleObject310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9.vml"/><Relationship Id="rId4" Type="http://schemas.openxmlformats.org/officeDocument/2006/relationships/oleObject" Target="../embeddings/oleObject316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7.bin"/><Relationship Id="rId7" Type="http://schemas.openxmlformats.org/officeDocument/2006/relationships/oleObject" Target="../embeddings/oleObject3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320.bin"/><Relationship Id="rId5" Type="http://schemas.openxmlformats.org/officeDocument/2006/relationships/oleObject" Target="../embeddings/oleObject319.bin"/><Relationship Id="rId4" Type="http://schemas.openxmlformats.org/officeDocument/2006/relationships/oleObject" Target="../embeddings/oleObject318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2.bin"/><Relationship Id="rId7" Type="http://schemas.openxmlformats.org/officeDocument/2006/relationships/oleObject" Target="../embeddings/oleObject32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325.bin"/><Relationship Id="rId5" Type="http://schemas.openxmlformats.org/officeDocument/2006/relationships/oleObject" Target="../embeddings/oleObject324.bin"/><Relationship Id="rId4" Type="http://schemas.openxmlformats.org/officeDocument/2006/relationships/oleObject" Target="../embeddings/oleObject323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3.bin"/><Relationship Id="rId13" Type="http://schemas.openxmlformats.org/officeDocument/2006/relationships/oleObject" Target="../embeddings/oleObject338.bin"/><Relationship Id="rId3" Type="http://schemas.openxmlformats.org/officeDocument/2006/relationships/oleObject" Target="../embeddings/oleObject328.bin"/><Relationship Id="rId7" Type="http://schemas.openxmlformats.org/officeDocument/2006/relationships/oleObject" Target="../embeddings/oleObject332.bin"/><Relationship Id="rId12" Type="http://schemas.openxmlformats.org/officeDocument/2006/relationships/oleObject" Target="../embeddings/oleObject3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3.vml"/><Relationship Id="rId6" Type="http://schemas.openxmlformats.org/officeDocument/2006/relationships/oleObject" Target="../embeddings/oleObject331.bin"/><Relationship Id="rId11" Type="http://schemas.openxmlformats.org/officeDocument/2006/relationships/oleObject" Target="../embeddings/oleObject336.bin"/><Relationship Id="rId5" Type="http://schemas.openxmlformats.org/officeDocument/2006/relationships/oleObject" Target="../embeddings/oleObject330.bin"/><Relationship Id="rId10" Type="http://schemas.openxmlformats.org/officeDocument/2006/relationships/oleObject" Target="../embeddings/oleObject335.bin"/><Relationship Id="rId4" Type="http://schemas.openxmlformats.org/officeDocument/2006/relationships/oleObject" Target="../embeddings/oleObject329.bin"/><Relationship Id="rId9" Type="http://schemas.openxmlformats.org/officeDocument/2006/relationships/oleObject" Target="../embeddings/oleObject334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44.bin"/><Relationship Id="rId13" Type="http://schemas.openxmlformats.org/officeDocument/2006/relationships/oleObject" Target="../embeddings/oleObject349.bin"/><Relationship Id="rId3" Type="http://schemas.openxmlformats.org/officeDocument/2006/relationships/oleObject" Target="../embeddings/oleObject339.bin"/><Relationship Id="rId7" Type="http://schemas.openxmlformats.org/officeDocument/2006/relationships/oleObject" Target="../embeddings/oleObject343.bin"/><Relationship Id="rId12" Type="http://schemas.openxmlformats.org/officeDocument/2006/relationships/oleObject" Target="../embeddings/oleObject3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4.vml"/><Relationship Id="rId6" Type="http://schemas.openxmlformats.org/officeDocument/2006/relationships/oleObject" Target="../embeddings/oleObject342.bin"/><Relationship Id="rId11" Type="http://schemas.openxmlformats.org/officeDocument/2006/relationships/oleObject" Target="../embeddings/oleObject347.bin"/><Relationship Id="rId5" Type="http://schemas.openxmlformats.org/officeDocument/2006/relationships/oleObject" Target="../embeddings/oleObject341.bin"/><Relationship Id="rId10" Type="http://schemas.openxmlformats.org/officeDocument/2006/relationships/oleObject" Target="../embeddings/oleObject346.bin"/><Relationship Id="rId4" Type="http://schemas.openxmlformats.org/officeDocument/2006/relationships/oleObject" Target="../embeddings/oleObject340.bin"/><Relationship Id="rId9" Type="http://schemas.openxmlformats.org/officeDocument/2006/relationships/oleObject" Target="../embeddings/oleObject345.bin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5.bin"/><Relationship Id="rId3" Type="http://schemas.openxmlformats.org/officeDocument/2006/relationships/oleObject" Target="../embeddings/oleObject350.bin"/><Relationship Id="rId7" Type="http://schemas.openxmlformats.org/officeDocument/2006/relationships/oleObject" Target="../embeddings/oleObject354.bin"/><Relationship Id="rId12" Type="http://schemas.openxmlformats.org/officeDocument/2006/relationships/oleObject" Target="../embeddings/oleObject35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5.vml"/><Relationship Id="rId6" Type="http://schemas.openxmlformats.org/officeDocument/2006/relationships/oleObject" Target="../embeddings/oleObject353.bin"/><Relationship Id="rId11" Type="http://schemas.openxmlformats.org/officeDocument/2006/relationships/oleObject" Target="../embeddings/oleObject358.bin"/><Relationship Id="rId5" Type="http://schemas.openxmlformats.org/officeDocument/2006/relationships/oleObject" Target="../embeddings/oleObject352.bin"/><Relationship Id="rId10" Type="http://schemas.openxmlformats.org/officeDocument/2006/relationships/oleObject" Target="../embeddings/oleObject357.bin"/><Relationship Id="rId4" Type="http://schemas.openxmlformats.org/officeDocument/2006/relationships/oleObject" Target="../embeddings/oleObject351.bin"/><Relationship Id="rId9" Type="http://schemas.openxmlformats.org/officeDocument/2006/relationships/oleObject" Target="../embeddings/oleObject356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6.vml"/><Relationship Id="rId6" Type="http://schemas.openxmlformats.org/officeDocument/2006/relationships/oleObject" Target="../embeddings/oleObject363.bin"/><Relationship Id="rId5" Type="http://schemas.openxmlformats.org/officeDocument/2006/relationships/oleObject" Target="../embeddings/oleObject362.bin"/><Relationship Id="rId4" Type="http://schemas.openxmlformats.org/officeDocument/2006/relationships/oleObject" Target="../embeddings/oleObject361.bin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7.vml"/><Relationship Id="rId5" Type="http://schemas.openxmlformats.org/officeDocument/2006/relationships/oleObject" Target="../embeddings/oleObject366.bin"/><Relationship Id="rId4" Type="http://schemas.openxmlformats.org/officeDocument/2006/relationships/oleObject" Target="../embeddings/oleObject365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2.bin"/><Relationship Id="rId3" Type="http://schemas.openxmlformats.org/officeDocument/2006/relationships/oleObject" Target="../embeddings/oleObject367.bin"/><Relationship Id="rId7" Type="http://schemas.openxmlformats.org/officeDocument/2006/relationships/oleObject" Target="../embeddings/oleObject3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8.vml"/><Relationship Id="rId6" Type="http://schemas.openxmlformats.org/officeDocument/2006/relationships/oleObject" Target="../embeddings/oleObject370.bin"/><Relationship Id="rId5" Type="http://schemas.openxmlformats.org/officeDocument/2006/relationships/oleObject" Target="../embeddings/oleObject369.bin"/><Relationship Id="rId4" Type="http://schemas.openxmlformats.org/officeDocument/2006/relationships/oleObject" Target="../embeddings/oleObject368.bin"/><Relationship Id="rId9" Type="http://schemas.openxmlformats.org/officeDocument/2006/relationships/oleObject" Target="../embeddings/oleObject373.bin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9.bin"/><Relationship Id="rId3" Type="http://schemas.openxmlformats.org/officeDocument/2006/relationships/oleObject" Target="../embeddings/oleObject374.bin"/><Relationship Id="rId7" Type="http://schemas.openxmlformats.org/officeDocument/2006/relationships/oleObject" Target="../embeddings/oleObject37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9.vml"/><Relationship Id="rId6" Type="http://schemas.openxmlformats.org/officeDocument/2006/relationships/oleObject" Target="../embeddings/oleObject377.bin"/><Relationship Id="rId5" Type="http://schemas.openxmlformats.org/officeDocument/2006/relationships/oleObject" Target="../embeddings/oleObject376.bin"/><Relationship Id="rId4" Type="http://schemas.openxmlformats.org/officeDocument/2006/relationships/oleObject" Target="../embeddings/oleObject375.bin"/><Relationship Id="rId9" Type="http://schemas.openxmlformats.org/officeDocument/2006/relationships/oleObject" Target="../embeddings/oleObject380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0.vml"/><Relationship Id="rId5" Type="http://schemas.openxmlformats.org/officeDocument/2006/relationships/oleObject" Target="../embeddings/oleObject383.bin"/><Relationship Id="rId4" Type="http://schemas.openxmlformats.org/officeDocument/2006/relationships/oleObject" Target="../embeddings/oleObject382.bin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1.v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0.bin"/><Relationship Id="rId3" Type="http://schemas.openxmlformats.org/officeDocument/2006/relationships/oleObject" Target="../embeddings/oleObject385.bin"/><Relationship Id="rId7" Type="http://schemas.openxmlformats.org/officeDocument/2006/relationships/oleObject" Target="../embeddings/oleObject38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2.vml"/><Relationship Id="rId6" Type="http://schemas.openxmlformats.org/officeDocument/2006/relationships/oleObject" Target="../embeddings/oleObject388.bin"/><Relationship Id="rId5" Type="http://schemas.openxmlformats.org/officeDocument/2006/relationships/oleObject" Target="../embeddings/oleObject387.bin"/><Relationship Id="rId4" Type="http://schemas.openxmlformats.org/officeDocument/2006/relationships/oleObject" Target="../embeddings/oleObject386.bin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6.bin"/><Relationship Id="rId3" Type="http://schemas.openxmlformats.org/officeDocument/2006/relationships/oleObject" Target="../embeddings/oleObject391.bin"/><Relationship Id="rId7" Type="http://schemas.openxmlformats.org/officeDocument/2006/relationships/oleObject" Target="../embeddings/oleObject395.bin"/><Relationship Id="rId12" Type="http://schemas.openxmlformats.org/officeDocument/2006/relationships/oleObject" Target="../embeddings/oleObject40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3.vml"/><Relationship Id="rId6" Type="http://schemas.openxmlformats.org/officeDocument/2006/relationships/oleObject" Target="../embeddings/oleObject394.bin"/><Relationship Id="rId11" Type="http://schemas.openxmlformats.org/officeDocument/2006/relationships/oleObject" Target="../embeddings/oleObject399.bin"/><Relationship Id="rId5" Type="http://schemas.openxmlformats.org/officeDocument/2006/relationships/oleObject" Target="../embeddings/oleObject393.bin"/><Relationship Id="rId10" Type="http://schemas.openxmlformats.org/officeDocument/2006/relationships/oleObject" Target="../embeddings/oleObject398.bin"/><Relationship Id="rId4" Type="http://schemas.openxmlformats.org/officeDocument/2006/relationships/oleObject" Target="../embeddings/oleObject392.bin"/><Relationship Id="rId9" Type="http://schemas.openxmlformats.org/officeDocument/2006/relationships/oleObject" Target="../embeddings/oleObject397.bin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06.bin"/><Relationship Id="rId3" Type="http://schemas.openxmlformats.org/officeDocument/2006/relationships/oleObject" Target="../embeddings/oleObject401.bin"/><Relationship Id="rId7" Type="http://schemas.openxmlformats.org/officeDocument/2006/relationships/oleObject" Target="../embeddings/oleObject405.bin"/><Relationship Id="rId12" Type="http://schemas.openxmlformats.org/officeDocument/2006/relationships/oleObject" Target="../embeddings/oleObject4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6" Type="http://schemas.openxmlformats.org/officeDocument/2006/relationships/oleObject" Target="../embeddings/oleObject404.bin"/><Relationship Id="rId11" Type="http://schemas.openxmlformats.org/officeDocument/2006/relationships/oleObject" Target="../embeddings/oleObject409.bin"/><Relationship Id="rId5" Type="http://schemas.openxmlformats.org/officeDocument/2006/relationships/oleObject" Target="../embeddings/oleObject403.bin"/><Relationship Id="rId10" Type="http://schemas.openxmlformats.org/officeDocument/2006/relationships/oleObject" Target="../embeddings/oleObject408.bin"/><Relationship Id="rId4" Type="http://schemas.openxmlformats.org/officeDocument/2006/relationships/oleObject" Target="../embeddings/oleObject402.bin"/><Relationship Id="rId9" Type="http://schemas.openxmlformats.org/officeDocument/2006/relationships/oleObject" Target="../embeddings/oleObject407.bin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16.bin"/><Relationship Id="rId3" Type="http://schemas.openxmlformats.org/officeDocument/2006/relationships/oleObject" Target="../embeddings/oleObject411.bin"/><Relationship Id="rId7" Type="http://schemas.openxmlformats.org/officeDocument/2006/relationships/oleObject" Target="../embeddings/oleObject415.bin"/><Relationship Id="rId12" Type="http://schemas.openxmlformats.org/officeDocument/2006/relationships/oleObject" Target="../embeddings/oleObject42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5.vml"/><Relationship Id="rId6" Type="http://schemas.openxmlformats.org/officeDocument/2006/relationships/oleObject" Target="../embeddings/oleObject414.bin"/><Relationship Id="rId11" Type="http://schemas.openxmlformats.org/officeDocument/2006/relationships/oleObject" Target="../embeddings/oleObject419.bin"/><Relationship Id="rId5" Type="http://schemas.openxmlformats.org/officeDocument/2006/relationships/oleObject" Target="../embeddings/oleObject413.bin"/><Relationship Id="rId10" Type="http://schemas.openxmlformats.org/officeDocument/2006/relationships/oleObject" Target="../embeddings/oleObject418.bin"/><Relationship Id="rId4" Type="http://schemas.openxmlformats.org/officeDocument/2006/relationships/oleObject" Target="../embeddings/oleObject412.bin"/><Relationship Id="rId9" Type="http://schemas.openxmlformats.org/officeDocument/2006/relationships/oleObject" Target="../embeddings/oleObject417.bin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6.v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7.v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8.bin"/><Relationship Id="rId3" Type="http://schemas.openxmlformats.org/officeDocument/2006/relationships/oleObject" Target="../embeddings/oleObject423.bin"/><Relationship Id="rId7" Type="http://schemas.openxmlformats.org/officeDocument/2006/relationships/oleObject" Target="../embeddings/oleObject427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58.vml"/><Relationship Id="rId6" Type="http://schemas.openxmlformats.org/officeDocument/2006/relationships/oleObject" Target="../embeddings/oleObject426.bin"/><Relationship Id="rId5" Type="http://schemas.openxmlformats.org/officeDocument/2006/relationships/oleObject" Target="../embeddings/oleObject425.bin"/><Relationship Id="rId10" Type="http://schemas.openxmlformats.org/officeDocument/2006/relationships/oleObject" Target="../embeddings/oleObject430.bin"/><Relationship Id="rId4" Type="http://schemas.openxmlformats.org/officeDocument/2006/relationships/oleObject" Target="../embeddings/oleObject424.bin"/><Relationship Id="rId9" Type="http://schemas.openxmlformats.org/officeDocument/2006/relationships/oleObject" Target="../embeddings/oleObject429.bin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36.bin"/><Relationship Id="rId3" Type="http://schemas.openxmlformats.org/officeDocument/2006/relationships/oleObject" Target="../embeddings/oleObject431.bin"/><Relationship Id="rId7" Type="http://schemas.openxmlformats.org/officeDocument/2006/relationships/oleObject" Target="../embeddings/oleObject43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9.vml"/><Relationship Id="rId6" Type="http://schemas.openxmlformats.org/officeDocument/2006/relationships/oleObject" Target="../embeddings/oleObject434.bin"/><Relationship Id="rId5" Type="http://schemas.openxmlformats.org/officeDocument/2006/relationships/oleObject" Target="../embeddings/oleObject433.bin"/><Relationship Id="rId4" Type="http://schemas.openxmlformats.org/officeDocument/2006/relationships/oleObject" Target="../embeddings/oleObject432.bin"/><Relationship Id="rId9" Type="http://schemas.openxmlformats.org/officeDocument/2006/relationships/oleObject" Target="../embeddings/oleObject437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0.v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1.vml"/><Relationship Id="rId6" Type="http://schemas.openxmlformats.org/officeDocument/2006/relationships/oleObject" Target="../embeddings/oleObject442.bin"/><Relationship Id="rId5" Type="http://schemas.openxmlformats.org/officeDocument/2006/relationships/oleObject" Target="../embeddings/oleObject441.bin"/><Relationship Id="rId4" Type="http://schemas.openxmlformats.org/officeDocument/2006/relationships/oleObject" Target="../embeddings/oleObject440.bin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2.vml"/><Relationship Id="rId6" Type="http://schemas.openxmlformats.org/officeDocument/2006/relationships/oleObject" Target="../embeddings/oleObject446.bin"/><Relationship Id="rId5" Type="http://schemas.openxmlformats.org/officeDocument/2006/relationships/oleObject" Target="../embeddings/oleObject445.bin"/><Relationship Id="rId4" Type="http://schemas.openxmlformats.org/officeDocument/2006/relationships/oleObject" Target="../embeddings/oleObject444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52.bin"/><Relationship Id="rId3" Type="http://schemas.openxmlformats.org/officeDocument/2006/relationships/oleObject" Target="../embeddings/oleObject447.bin"/><Relationship Id="rId7" Type="http://schemas.openxmlformats.org/officeDocument/2006/relationships/oleObject" Target="../embeddings/oleObject45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3.vml"/><Relationship Id="rId6" Type="http://schemas.openxmlformats.org/officeDocument/2006/relationships/oleObject" Target="../embeddings/oleObject450.bin"/><Relationship Id="rId11" Type="http://schemas.openxmlformats.org/officeDocument/2006/relationships/oleObject" Target="../embeddings/oleObject455.bin"/><Relationship Id="rId5" Type="http://schemas.openxmlformats.org/officeDocument/2006/relationships/oleObject" Target="../embeddings/oleObject449.bin"/><Relationship Id="rId10" Type="http://schemas.openxmlformats.org/officeDocument/2006/relationships/oleObject" Target="../embeddings/oleObject454.bin"/><Relationship Id="rId4" Type="http://schemas.openxmlformats.org/officeDocument/2006/relationships/oleObject" Target="../embeddings/oleObject448.bin"/><Relationship Id="rId9" Type="http://schemas.openxmlformats.org/officeDocument/2006/relationships/oleObject" Target="../embeddings/oleObject453.bin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4.vml"/><Relationship Id="rId4" Type="http://schemas.openxmlformats.org/officeDocument/2006/relationships/oleObject" Target="../embeddings/oleObject457.bin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5.vml"/><Relationship Id="rId5" Type="http://schemas.openxmlformats.org/officeDocument/2006/relationships/oleObject" Target="../embeddings/oleObject460.bin"/><Relationship Id="rId4" Type="http://schemas.openxmlformats.org/officeDocument/2006/relationships/oleObject" Target="../embeddings/oleObject459.bin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66.bin"/><Relationship Id="rId3" Type="http://schemas.openxmlformats.org/officeDocument/2006/relationships/oleObject" Target="../embeddings/oleObject461.bin"/><Relationship Id="rId7" Type="http://schemas.openxmlformats.org/officeDocument/2006/relationships/oleObject" Target="../embeddings/oleObject4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6.vml"/><Relationship Id="rId6" Type="http://schemas.openxmlformats.org/officeDocument/2006/relationships/oleObject" Target="../embeddings/oleObject464.bin"/><Relationship Id="rId5" Type="http://schemas.openxmlformats.org/officeDocument/2006/relationships/oleObject" Target="../embeddings/oleObject463.bin"/><Relationship Id="rId4" Type="http://schemas.openxmlformats.org/officeDocument/2006/relationships/oleObject" Target="../embeddings/oleObject462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7.bin"/><Relationship Id="rId7" Type="http://schemas.openxmlformats.org/officeDocument/2006/relationships/oleObject" Target="../embeddings/oleObject47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7.vml"/><Relationship Id="rId6" Type="http://schemas.openxmlformats.org/officeDocument/2006/relationships/oleObject" Target="../embeddings/oleObject470.bin"/><Relationship Id="rId5" Type="http://schemas.openxmlformats.org/officeDocument/2006/relationships/oleObject" Target="../embeddings/oleObject469.bin"/><Relationship Id="rId4" Type="http://schemas.openxmlformats.org/officeDocument/2006/relationships/oleObject" Target="../embeddings/oleObject468.bin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8.vml"/><Relationship Id="rId5" Type="http://schemas.openxmlformats.org/officeDocument/2006/relationships/oleObject" Target="../embeddings/oleObject474.bin"/><Relationship Id="rId4" Type="http://schemas.openxmlformats.org/officeDocument/2006/relationships/oleObject" Target="../embeddings/oleObject473.bin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9.vml"/><Relationship Id="rId4" Type="http://schemas.openxmlformats.org/officeDocument/2006/relationships/oleObject" Target="../embeddings/oleObject476.bin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0.vml"/><Relationship Id="rId4" Type="http://schemas.openxmlformats.org/officeDocument/2006/relationships/oleObject" Target="../embeddings/oleObject478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4.bin"/><Relationship Id="rId13" Type="http://schemas.openxmlformats.org/officeDocument/2006/relationships/oleObject" Target="../embeddings/oleObject489.bin"/><Relationship Id="rId3" Type="http://schemas.openxmlformats.org/officeDocument/2006/relationships/oleObject" Target="../embeddings/oleObject479.bin"/><Relationship Id="rId7" Type="http://schemas.openxmlformats.org/officeDocument/2006/relationships/oleObject" Target="../embeddings/oleObject483.bin"/><Relationship Id="rId12" Type="http://schemas.openxmlformats.org/officeDocument/2006/relationships/oleObject" Target="../embeddings/oleObject4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1.vml"/><Relationship Id="rId6" Type="http://schemas.openxmlformats.org/officeDocument/2006/relationships/oleObject" Target="../embeddings/oleObject482.bin"/><Relationship Id="rId11" Type="http://schemas.openxmlformats.org/officeDocument/2006/relationships/oleObject" Target="../embeddings/oleObject487.bin"/><Relationship Id="rId5" Type="http://schemas.openxmlformats.org/officeDocument/2006/relationships/oleObject" Target="../embeddings/oleObject481.bin"/><Relationship Id="rId10" Type="http://schemas.openxmlformats.org/officeDocument/2006/relationships/oleObject" Target="../embeddings/oleObject486.bin"/><Relationship Id="rId4" Type="http://schemas.openxmlformats.org/officeDocument/2006/relationships/oleObject" Target="../embeddings/oleObject480.bin"/><Relationship Id="rId9" Type="http://schemas.openxmlformats.org/officeDocument/2006/relationships/oleObject" Target="../embeddings/oleObject485.bin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5.bin"/><Relationship Id="rId13" Type="http://schemas.openxmlformats.org/officeDocument/2006/relationships/oleObject" Target="../embeddings/oleObject500.bin"/><Relationship Id="rId3" Type="http://schemas.openxmlformats.org/officeDocument/2006/relationships/oleObject" Target="../embeddings/oleObject490.bin"/><Relationship Id="rId7" Type="http://schemas.openxmlformats.org/officeDocument/2006/relationships/oleObject" Target="../embeddings/oleObject494.bin"/><Relationship Id="rId12" Type="http://schemas.openxmlformats.org/officeDocument/2006/relationships/oleObject" Target="../embeddings/oleObject49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2.vml"/><Relationship Id="rId6" Type="http://schemas.openxmlformats.org/officeDocument/2006/relationships/oleObject" Target="../embeddings/oleObject493.bin"/><Relationship Id="rId11" Type="http://schemas.openxmlformats.org/officeDocument/2006/relationships/oleObject" Target="../embeddings/oleObject498.bin"/><Relationship Id="rId5" Type="http://schemas.openxmlformats.org/officeDocument/2006/relationships/oleObject" Target="../embeddings/oleObject492.bin"/><Relationship Id="rId10" Type="http://schemas.openxmlformats.org/officeDocument/2006/relationships/oleObject" Target="../embeddings/oleObject497.bin"/><Relationship Id="rId4" Type="http://schemas.openxmlformats.org/officeDocument/2006/relationships/oleObject" Target="../embeddings/oleObject491.bin"/><Relationship Id="rId9" Type="http://schemas.openxmlformats.org/officeDocument/2006/relationships/oleObject" Target="../embeddings/oleObject496.bin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3.vml"/><Relationship Id="rId4" Type="http://schemas.openxmlformats.org/officeDocument/2006/relationships/oleObject" Target="../embeddings/oleObject502.bin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4.v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2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/>
              <a:t>NPDAs Accept </a:t>
            </a:r>
            <a:br>
              <a:rPr lang="en-US"/>
            </a:br>
            <a:r>
              <a:rPr lang="en-US"/>
              <a:t>Context-Free Languages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EA97E-BA45-4803-94C2-7484E95EA358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609282" name="AutoShape 2"/>
          <p:cNvSpPr>
            <a:spLocks noChangeArrowheads="1"/>
          </p:cNvSpPr>
          <p:nvPr/>
        </p:nvSpPr>
        <p:spPr bwMode="auto">
          <a:xfrm>
            <a:off x="644525" y="1363663"/>
            <a:ext cx="3138488" cy="1843087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Context-Free</a:t>
            </a:r>
          </a:p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(Grammars)</a:t>
            </a:r>
          </a:p>
        </p:txBody>
      </p:sp>
      <p:sp>
        <p:nvSpPr>
          <p:cNvPr id="609283" name="AutoShape 3"/>
          <p:cNvSpPr>
            <a:spLocks noChangeArrowheads="1"/>
          </p:cNvSpPr>
          <p:nvPr/>
        </p:nvSpPr>
        <p:spPr bwMode="auto">
          <a:xfrm>
            <a:off x="5486400" y="1371600"/>
            <a:ext cx="2944813" cy="1843088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Accepted by</a:t>
            </a:r>
          </a:p>
          <a:p>
            <a:pPr algn="ctr"/>
            <a:r>
              <a:rPr lang="en-US"/>
              <a:t>NPDAs</a:t>
            </a:r>
          </a:p>
        </p:txBody>
      </p:sp>
      <p:graphicFrame>
        <p:nvGraphicFramePr>
          <p:cNvPr id="609284" name="Object 4"/>
          <p:cNvGraphicFramePr>
            <a:graphicFrameLocks noChangeAspect="1"/>
          </p:cNvGraphicFramePr>
          <p:nvPr/>
        </p:nvGraphicFramePr>
        <p:xfrm>
          <a:off x="4343400" y="2057400"/>
          <a:ext cx="685800" cy="400050"/>
        </p:xfrm>
        <a:graphic>
          <a:graphicData uri="http://schemas.openxmlformats.org/presentationml/2006/ole">
            <p:oleObj spid="_x0000_s609284" name="Equation" r:id="rId3" imgW="304560" imgH="177480" progId="Equation.3">
              <p:embed/>
            </p:oleObj>
          </a:graphicData>
        </a:graphic>
      </p:graphicFrame>
      <p:sp>
        <p:nvSpPr>
          <p:cNvPr id="609285" name="Text Box 5"/>
          <p:cNvSpPr txBox="1">
            <a:spLocks noChangeArrowheads="1"/>
          </p:cNvSpPr>
          <p:nvPr/>
        </p:nvSpPr>
        <p:spPr bwMode="auto">
          <a:xfrm>
            <a:off x="288925" y="330200"/>
            <a:ext cx="2057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Theorem: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35531-ADE4-43BF-806D-88CAD809E558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610306" name="AutoShape 2"/>
          <p:cNvSpPr>
            <a:spLocks noChangeArrowheads="1"/>
          </p:cNvSpPr>
          <p:nvPr/>
        </p:nvSpPr>
        <p:spPr bwMode="auto">
          <a:xfrm>
            <a:off x="644525" y="1363663"/>
            <a:ext cx="3138488" cy="1843087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Context-Free</a:t>
            </a:r>
          </a:p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(Grammars)</a:t>
            </a:r>
          </a:p>
        </p:txBody>
      </p:sp>
      <p:sp>
        <p:nvSpPr>
          <p:cNvPr id="610307" name="AutoShape 3"/>
          <p:cNvSpPr>
            <a:spLocks noChangeArrowheads="1"/>
          </p:cNvSpPr>
          <p:nvPr/>
        </p:nvSpPr>
        <p:spPr bwMode="auto">
          <a:xfrm>
            <a:off x="5486400" y="1371600"/>
            <a:ext cx="2944813" cy="1843088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Accepted by</a:t>
            </a:r>
          </a:p>
          <a:p>
            <a:pPr algn="ctr"/>
            <a:r>
              <a:rPr lang="en-US"/>
              <a:t>NPDAs</a:t>
            </a:r>
          </a:p>
        </p:txBody>
      </p:sp>
      <p:graphicFrame>
        <p:nvGraphicFramePr>
          <p:cNvPr id="610308" name="Object 4"/>
          <p:cNvGraphicFramePr>
            <a:graphicFrameLocks noChangeAspect="1"/>
          </p:cNvGraphicFramePr>
          <p:nvPr/>
        </p:nvGraphicFramePr>
        <p:xfrm>
          <a:off x="4243388" y="1843088"/>
          <a:ext cx="885825" cy="828675"/>
        </p:xfrm>
        <a:graphic>
          <a:graphicData uri="http://schemas.openxmlformats.org/presentationml/2006/ole">
            <p:oleObj spid="_x0000_s610308" name="Equation" r:id="rId3" imgW="393480" imgH="368280" progId="Equation.3">
              <p:embed/>
            </p:oleObj>
          </a:graphicData>
        </a:graphic>
      </p:graphicFrame>
      <p:sp>
        <p:nvSpPr>
          <p:cNvPr id="610309" name="Text Box 5"/>
          <p:cNvSpPr txBox="1">
            <a:spLocks noChangeArrowheads="1"/>
          </p:cNvSpPr>
          <p:nvPr/>
        </p:nvSpPr>
        <p:spPr bwMode="auto">
          <a:xfrm>
            <a:off x="288925" y="330200"/>
            <a:ext cx="3349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 - Step 1:</a:t>
            </a:r>
          </a:p>
        </p:txBody>
      </p:sp>
      <p:sp>
        <p:nvSpPr>
          <p:cNvPr id="610310" name="Text Box 6"/>
          <p:cNvSpPr txBox="1">
            <a:spLocks noChangeArrowheads="1"/>
          </p:cNvSpPr>
          <p:nvPr/>
        </p:nvSpPr>
        <p:spPr bwMode="auto">
          <a:xfrm>
            <a:off x="517525" y="4140200"/>
            <a:ext cx="73040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Convert any context-free grammar    </a:t>
            </a:r>
          </a:p>
          <a:p>
            <a:r>
              <a:rPr lang="en-US"/>
              <a:t>to a NPDA         with: </a:t>
            </a:r>
          </a:p>
        </p:txBody>
      </p:sp>
      <p:graphicFrame>
        <p:nvGraphicFramePr>
          <p:cNvPr id="610311" name="Object 7"/>
          <p:cNvGraphicFramePr>
            <a:graphicFrameLocks noChangeAspect="1"/>
          </p:cNvGraphicFramePr>
          <p:nvPr/>
        </p:nvGraphicFramePr>
        <p:xfrm>
          <a:off x="7467600" y="4191000"/>
          <a:ext cx="393700" cy="419100"/>
        </p:xfrm>
        <a:graphic>
          <a:graphicData uri="http://schemas.openxmlformats.org/presentationml/2006/ole">
            <p:oleObj spid="_x0000_s610311" name="Equation" r:id="rId4" imgW="393480" imgH="419040" progId="Equation.3">
              <p:embed/>
            </p:oleObj>
          </a:graphicData>
        </a:graphic>
      </p:graphicFrame>
      <p:graphicFrame>
        <p:nvGraphicFramePr>
          <p:cNvPr id="610312" name="Object 8"/>
          <p:cNvGraphicFramePr>
            <a:graphicFrameLocks noChangeAspect="1"/>
          </p:cNvGraphicFramePr>
          <p:nvPr/>
        </p:nvGraphicFramePr>
        <p:xfrm>
          <a:off x="2819400" y="4800600"/>
          <a:ext cx="546100" cy="393700"/>
        </p:xfrm>
        <a:graphic>
          <a:graphicData uri="http://schemas.openxmlformats.org/presentationml/2006/ole">
            <p:oleObj spid="_x0000_s610312" name="Equation" r:id="rId5" imgW="545760" imgH="393480" progId="Equation.3">
              <p:embed/>
            </p:oleObj>
          </a:graphicData>
        </a:graphic>
      </p:graphicFrame>
      <p:graphicFrame>
        <p:nvGraphicFramePr>
          <p:cNvPr id="610313" name="Object 9"/>
          <p:cNvGraphicFramePr>
            <a:graphicFrameLocks noChangeAspect="1"/>
          </p:cNvGraphicFramePr>
          <p:nvPr/>
        </p:nvGraphicFramePr>
        <p:xfrm>
          <a:off x="4800600" y="4724400"/>
          <a:ext cx="2755900" cy="533400"/>
        </p:xfrm>
        <a:graphic>
          <a:graphicData uri="http://schemas.openxmlformats.org/presentationml/2006/ole">
            <p:oleObj spid="_x0000_s610313" name="Equation" r:id="rId6" imgW="275580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882D9-7D99-4FFB-8C77-09AECE85547B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611330" name="AutoShape 1026"/>
          <p:cNvSpPr>
            <a:spLocks noChangeArrowheads="1"/>
          </p:cNvSpPr>
          <p:nvPr/>
        </p:nvSpPr>
        <p:spPr bwMode="auto">
          <a:xfrm>
            <a:off x="644525" y="1363663"/>
            <a:ext cx="3138488" cy="1843087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Context-Free</a:t>
            </a:r>
          </a:p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(Grammars)</a:t>
            </a:r>
          </a:p>
        </p:txBody>
      </p:sp>
      <p:sp>
        <p:nvSpPr>
          <p:cNvPr id="611331" name="AutoShape 1027"/>
          <p:cNvSpPr>
            <a:spLocks noChangeArrowheads="1"/>
          </p:cNvSpPr>
          <p:nvPr/>
        </p:nvSpPr>
        <p:spPr bwMode="auto">
          <a:xfrm>
            <a:off x="5486400" y="1371600"/>
            <a:ext cx="2944813" cy="1843088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Accepted by</a:t>
            </a:r>
          </a:p>
          <a:p>
            <a:pPr algn="ctr"/>
            <a:r>
              <a:rPr lang="en-US"/>
              <a:t>NPDAs</a:t>
            </a:r>
          </a:p>
        </p:txBody>
      </p:sp>
      <p:graphicFrame>
        <p:nvGraphicFramePr>
          <p:cNvPr id="611332" name="Object 1028"/>
          <p:cNvGraphicFramePr>
            <a:graphicFrameLocks noChangeAspect="1"/>
          </p:cNvGraphicFramePr>
          <p:nvPr/>
        </p:nvGraphicFramePr>
        <p:xfrm>
          <a:off x="4243388" y="1843088"/>
          <a:ext cx="885825" cy="828675"/>
        </p:xfrm>
        <a:graphic>
          <a:graphicData uri="http://schemas.openxmlformats.org/presentationml/2006/ole">
            <p:oleObj spid="_x0000_s611332" name="Equation" r:id="rId3" imgW="393480" imgH="368280" progId="Equation.3">
              <p:embed/>
            </p:oleObj>
          </a:graphicData>
        </a:graphic>
      </p:graphicFrame>
      <p:sp>
        <p:nvSpPr>
          <p:cNvPr id="611333" name="Text Box 1029"/>
          <p:cNvSpPr txBox="1">
            <a:spLocks noChangeArrowheads="1"/>
          </p:cNvSpPr>
          <p:nvPr/>
        </p:nvSpPr>
        <p:spPr bwMode="auto">
          <a:xfrm>
            <a:off x="288925" y="330200"/>
            <a:ext cx="3349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Proof - Step 2:</a:t>
            </a:r>
          </a:p>
        </p:txBody>
      </p:sp>
      <p:sp>
        <p:nvSpPr>
          <p:cNvPr id="611334" name="Text Box 1030"/>
          <p:cNvSpPr txBox="1">
            <a:spLocks noChangeArrowheads="1"/>
          </p:cNvSpPr>
          <p:nvPr/>
        </p:nvSpPr>
        <p:spPr bwMode="auto">
          <a:xfrm>
            <a:off x="517525" y="4140200"/>
            <a:ext cx="84899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Convert any NPDA        to a context-free    </a:t>
            </a:r>
          </a:p>
          <a:p>
            <a:r>
              <a:rPr lang="en-US"/>
              <a:t>grammar         with: </a:t>
            </a:r>
          </a:p>
        </p:txBody>
      </p:sp>
      <p:graphicFrame>
        <p:nvGraphicFramePr>
          <p:cNvPr id="611335" name="Object 1031"/>
          <p:cNvGraphicFramePr>
            <a:graphicFrameLocks noChangeAspect="1"/>
          </p:cNvGraphicFramePr>
          <p:nvPr/>
        </p:nvGraphicFramePr>
        <p:xfrm>
          <a:off x="2590800" y="4800600"/>
          <a:ext cx="393700" cy="419100"/>
        </p:xfrm>
        <a:graphic>
          <a:graphicData uri="http://schemas.openxmlformats.org/presentationml/2006/ole">
            <p:oleObj spid="_x0000_s611335" name="Equation" r:id="rId4" imgW="393480" imgH="419040" progId="Equation.3">
              <p:embed/>
            </p:oleObj>
          </a:graphicData>
        </a:graphic>
      </p:graphicFrame>
      <p:graphicFrame>
        <p:nvGraphicFramePr>
          <p:cNvPr id="611336" name="Object 1032"/>
          <p:cNvGraphicFramePr>
            <a:graphicFrameLocks noChangeAspect="1"/>
          </p:cNvGraphicFramePr>
          <p:nvPr/>
        </p:nvGraphicFramePr>
        <p:xfrm>
          <a:off x="4343400" y="4191000"/>
          <a:ext cx="546100" cy="393700"/>
        </p:xfrm>
        <a:graphic>
          <a:graphicData uri="http://schemas.openxmlformats.org/presentationml/2006/ole">
            <p:oleObj spid="_x0000_s611336" name="Equation" r:id="rId5" imgW="545760" imgH="393480" progId="Equation.3">
              <p:embed/>
            </p:oleObj>
          </a:graphicData>
        </a:graphic>
      </p:graphicFrame>
      <p:graphicFrame>
        <p:nvGraphicFramePr>
          <p:cNvPr id="611337" name="Object 1033"/>
          <p:cNvGraphicFramePr>
            <a:graphicFrameLocks noChangeAspect="1"/>
          </p:cNvGraphicFramePr>
          <p:nvPr/>
        </p:nvGraphicFramePr>
        <p:xfrm>
          <a:off x="4800600" y="4724400"/>
          <a:ext cx="2755900" cy="533400"/>
        </p:xfrm>
        <a:graphic>
          <a:graphicData uri="http://schemas.openxmlformats.org/presentationml/2006/ole">
            <p:oleObj spid="_x0000_s611337" name="Equation" r:id="rId6" imgW="275580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i="1"/>
              <a:t>Converting</a:t>
            </a:r>
            <a:r>
              <a:rPr lang="en-US"/>
              <a:t> </a:t>
            </a:r>
            <a:br>
              <a:rPr lang="en-US"/>
            </a:br>
            <a:r>
              <a:rPr lang="en-US"/>
              <a:t>Context-Free Grammars</a:t>
            </a:r>
            <a:br>
              <a:rPr lang="en-US"/>
            </a:br>
            <a:r>
              <a:rPr lang="en-US"/>
              <a:t>to </a:t>
            </a:r>
            <a:br>
              <a:rPr lang="en-US"/>
            </a:br>
            <a:r>
              <a:rPr lang="en-US"/>
              <a:t>NPDAs</a:t>
            </a:r>
          </a:p>
        </p:txBody>
      </p:sp>
      <p:sp>
        <p:nvSpPr>
          <p:cNvPr id="61235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12356" name="Text Box 4"/>
          <p:cNvSpPr txBox="1">
            <a:spLocks noChangeArrowheads="1"/>
          </p:cNvSpPr>
          <p:nvPr/>
        </p:nvSpPr>
        <p:spPr bwMode="auto">
          <a:xfrm>
            <a:off x="2438400" y="838200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12357" name="Text Box 5"/>
          <p:cNvSpPr txBox="1">
            <a:spLocks noChangeArrowheads="1"/>
          </p:cNvSpPr>
          <p:nvPr/>
        </p:nvSpPr>
        <p:spPr bwMode="auto">
          <a:xfrm>
            <a:off x="3048000" y="685800"/>
            <a:ext cx="3089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Proof - step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B75CE-7A88-4AEC-B5E4-112EBB6F393C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698370" name="Text Box 2"/>
          <p:cNvSpPr txBox="1">
            <a:spLocks noChangeArrowheads="1"/>
          </p:cNvSpPr>
          <p:nvPr/>
        </p:nvSpPr>
        <p:spPr bwMode="auto">
          <a:xfrm>
            <a:off x="152400" y="1371600"/>
            <a:ext cx="4471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to an NPDA automaton</a:t>
            </a:r>
          </a:p>
        </p:txBody>
      </p:sp>
      <p:graphicFrame>
        <p:nvGraphicFramePr>
          <p:cNvPr id="698371" name="Object 3"/>
          <p:cNvGraphicFramePr>
            <a:graphicFrameLocks noChangeAspect="1"/>
          </p:cNvGraphicFramePr>
          <p:nvPr/>
        </p:nvGraphicFramePr>
        <p:xfrm>
          <a:off x="4876800" y="1447800"/>
          <a:ext cx="527050" cy="392113"/>
        </p:xfrm>
        <a:graphic>
          <a:graphicData uri="http://schemas.openxmlformats.org/presentationml/2006/ole">
            <p:oleObj spid="_x0000_s698371" name="Equation" r:id="rId3" imgW="444240" imgH="330120" progId="Equation.3">
              <p:embed/>
            </p:oleObj>
          </a:graphicData>
        </a:graphic>
      </p:graphicFrame>
      <p:sp>
        <p:nvSpPr>
          <p:cNvPr id="698372" name="Text Box 4"/>
          <p:cNvSpPr txBox="1">
            <a:spLocks noChangeArrowheads="1"/>
          </p:cNvSpPr>
          <p:nvPr/>
        </p:nvSpPr>
        <p:spPr bwMode="auto">
          <a:xfrm>
            <a:off x="0" y="228600"/>
            <a:ext cx="8405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will convert any context-free grammar </a:t>
            </a:r>
          </a:p>
        </p:txBody>
      </p:sp>
      <p:graphicFrame>
        <p:nvGraphicFramePr>
          <p:cNvPr id="698373" name="Object 5"/>
          <p:cNvGraphicFramePr>
            <a:graphicFrameLocks noChangeAspect="1"/>
          </p:cNvGraphicFramePr>
          <p:nvPr/>
        </p:nvGraphicFramePr>
        <p:xfrm>
          <a:off x="8382000" y="228600"/>
          <a:ext cx="439738" cy="457200"/>
        </p:xfrm>
        <a:graphic>
          <a:graphicData uri="http://schemas.openxmlformats.org/presentationml/2006/ole">
            <p:oleObj spid="_x0000_s698373" name="Equation" r:id="rId4" imgW="330120" imgH="342720" progId="Equation.3">
              <p:embed/>
            </p:oleObj>
          </a:graphicData>
        </a:graphic>
      </p:graphicFrame>
      <p:sp>
        <p:nvSpPr>
          <p:cNvPr id="698374" name="Text Box 6"/>
          <p:cNvSpPr txBox="1">
            <a:spLocks noChangeArrowheads="1"/>
          </p:cNvSpPr>
          <p:nvPr/>
        </p:nvSpPr>
        <p:spPr bwMode="auto">
          <a:xfrm>
            <a:off x="152400" y="2667000"/>
            <a:ext cx="2193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Such that:</a:t>
            </a:r>
          </a:p>
        </p:txBody>
      </p:sp>
      <p:graphicFrame>
        <p:nvGraphicFramePr>
          <p:cNvPr id="698376" name="Object 8"/>
          <p:cNvGraphicFramePr>
            <a:graphicFrameLocks noChangeAspect="1"/>
          </p:cNvGraphicFramePr>
          <p:nvPr/>
        </p:nvGraphicFramePr>
        <p:xfrm>
          <a:off x="762000" y="4572000"/>
          <a:ext cx="527050" cy="392113"/>
        </p:xfrm>
        <a:graphic>
          <a:graphicData uri="http://schemas.openxmlformats.org/presentationml/2006/ole">
            <p:oleObj spid="_x0000_s698376" name="Equation" r:id="rId5" imgW="444240" imgH="330120" progId="Equation.3">
              <p:embed/>
            </p:oleObj>
          </a:graphicData>
        </a:graphic>
      </p:graphicFrame>
      <p:sp>
        <p:nvSpPr>
          <p:cNvPr id="698377" name="Text Box 9"/>
          <p:cNvSpPr txBox="1">
            <a:spLocks noChangeArrowheads="1"/>
          </p:cNvSpPr>
          <p:nvPr/>
        </p:nvSpPr>
        <p:spPr bwMode="auto">
          <a:xfrm>
            <a:off x="1508125" y="4445000"/>
            <a:ext cx="6710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Simulates leftmost derivations of </a:t>
            </a:r>
          </a:p>
        </p:txBody>
      </p:sp>
      <p:graphicFrame>
        <p:nvGraphicFramePr>
          <p:cNvPr id="698378" name="Object 10"/>
          <p:cNvGraphicFramePr>
            <a:graphicFrameLocks noChangeAspect="1"/>
          </p:cNvGraphicFramePr>
          <p:nvPr/>
        </p:nvGraphicFramePr>
        <p:xfrm>
          <a:off x="8229600" y="4495800"/>
          <a:ext cx="439738" cy="457200"/>
        </p:xfrm>
        <a:graphic>
          <a:graphicData uri="http://schemas.openxmlformats.org/presentationml/2006/ole">
            <p:oleObj spid="_x0000_s698378" name="Equation" r:id="rId6" imgW="330120" imgH="342720" progId="Equation.3">
              <p:embed/>
            </p:oleObj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30478-E9B7-4769-8CCB-3941D0C0202C}" type="slidenum">
              <a:rPr lang="en-US" altLang="en-US"/>
              <a:pPr/>
              <a:t>7</a:t>
            </a:fld>
            <a:endParaRPr lang="en-US" altLang="en-US"/>
          </a:p>
        </p:txBody>
      </p:sp>
      <p:graphicFrame>
        <p:nvGraphicFramePr>
          <p:cNvPr id="701442" name="Object 2"/>
          <p:cNvGraphicFramePr>
            <a:graphicFrameLocks noChangeAspect="1"/>
          </p:cNvGraphicFramePr>
          <p:nvPr/>
        </p:nvGraphicFramePr>
        <p:xfrm>
          <a:off x="2209800" y="609600"/>
          <a:ext cx="6286500" cy="482600"/>
        </p:xfrm>
        <a:graphic>
          <a:graphicData uri="http://schemas.openxmlformats.org/presentationml/2006/ole">
            <p:oleObj spid="_x0000_s701442" name="Equation" r:id="rId3" imgW="6286320" imgH="482400" progId="Equation.3">
              <p:embed/>
            </p:oleObj>
          </a:graphicData>
        </a:graphic>
      </p:graphicFrame>
      <p:sp>
        <p:nvSpPr>
          <p:cNvPr id="701443" name="Rectangle 3"/>
          <p:cNvSpPr>
            <a:spLocks noChangeArrowheads="1"/>
          </p:cNvSpPr>
          <p:nvPr/>
        </p:nvSpPr>
        <p:spPr bwMode="auto">
          <a:xfrm>
            <a:off x="762000" y="4495800"/>
            <a:ext cx="5181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1444" name="Line 4"/>
          <p:cNvSpPr>
            <a:spLocks noChangeShapeType="1"/>
          </p:cNvSpPr>
          <p:nvPr/>
        </p:nvSpPr>
        <p:spPr bwMode="auto">
          <a:xfrm>
            <a:off x="1371600" y="4495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1445" name="Line 5"/>
          <p:cNvSpPr>
            <a:spLocks noChangeShapeType="1"/>
          </p:cNvSpPr>
          <p:nvPr/>
        </p:nvSpPr>
        <p:spPr bwMode="auto">
          <a:xfrm>
            <a:off x="1981200" y="4495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1446" name="Line 6"/>
          <p:cNvSpPr>
            <a:spLocks noChangeShapeType="1"/>
          </p:cNvSpPr>
          <p:nvPr/>
        </p:nvSpPr>
        <p:spPr bwMode="auto">
          <a:xfrm>
            <a:off x="3200400" y="4495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1447" name="Line 7"/>
          <p:cNvSpPr>
            <a:spLocks noChangeShapeType="1"/>
          </p:cNvSpPr>
          <p:nvPr/>
        </p:nvSpPr>
        <p:spPr bwMode="auto">
          <a:xfrm>
            <a:off x="3886200" y="4495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1448" name="Line 8"/>
          <p:cNvSpPr>
            <a:spLocks noChangeShapeType="1"/>
          </p:cNvSpPr>
          <p:nvPr/>
        </p:nvSpPr>
        <p:spPr bwMode="auto">
          <a:xfrm flipV="1">
            <a:off x="3505200" y="51816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1449" name="Rectangle 9"/>
          <p:cNvSpPr>
            <a:spLocks noChangeArrowheads="1"/>
          </p:cNvSpPr>
          <p:nvPr/>
        </p:nvSpPr>
        <p:spPr bwMode="auto">
          <a:xfrm>
            <a:off x="7543800" y="3657600"/>
            <a:ext cx="914400" cy="266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01450" name="Line 10"/>
          <p:cNvSpPr>
            <a:spLocks noChangeShapeType="1"/>
          </p:cNvSpPr>
          <p:nvPr/>
        </p:nvSpPr>
        <p:spPr bwMode="auto">
          <a:xfrm>
            <a:off x="7543800" y="4114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1451" name="Line 11"/>
          <p:cNvSpPr>
            <a:spLocks noChangeShapeType="1"/>
          </p:cNvSpPr>
          <p:nvPr/>
        </p:nvSpPr>
        <p:spPr bwMode="auto">
          <a:xfrm>
            <a:off x="7543800" y="4572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1452" name="Line 12"/>
          <p:cNvSpPr>
            <a:spLocks noChangeShapeType="1"/>
          </p:cNvSpPr>
          <p:nvPr/>
        </p:nvSpPr>
        <p:spPr bwMode="auto">
          <a:xfrm>
            <a:off x="7543800" y="5867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1453" name="Line 13"/>
          <p:cNvSpPr>
            <a:spLocks noChangeShapeType="1"/>
          </p:cNvSpPr>
          <p:nvPr/>
        </p:nvSpPr>
        <p:spPr bwMode="auto">
          <a:xfrm>
            <a:off x="7543800" y="5486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701454" name="Object 14"/>
          <p:cNvGraphicFramePr>
            <a:graphicFrameLocks noChangeAspect="1"/>
          </p:cNvGraphicFramePr>
          <p:nvPr/>
        </p:nvGraphicFramePr>
        <p:xfrm>
          <a:off x="7883525" y="4800600"/>
          <a:ext cx="142875" cy="533400"/>
        </p:xfrm>
        <a:graphic>
          <a:graphicData uri="http://schemas.openxmlformats.org/presentationml/2006/ole">
            <p:oleObj spid="_x0000_s701454" name="Equation" r:id="rId4" imgW="101520" imgH="380880" progId="Equation.3">
              <p:embed/>
            </p:oleObj>
          </a:graphicData>
        </a:graphic>
      </p:graphicFrame>
      <p:sp>
        <p:nvSpPr>
          <p:cNvPr id="701455" name="Line 15"/>
          <p:cNvSpPr>
            <a:spLocks noChangeShapeType="1"/>
          </p:cNvSpPr>
          <p:nvPr/>
        </p:nvSpPr>
        <p:spPr bwMode="auto">
          <a:xfrm>
            <a:off x="4648200" y="4495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701456" name="Object 16"/>
          <p:cNvGraphicFramePr>
            <a:graphicFrameLocks noChangeAspect="1"/>
          </p:cNvGraphicFramePr>
          <p:nvPr/>
        </p:nvGraphicFramePr>
        <p:xfrm>
          <a:off x="2286000" y="4800600"/>
          <a:ext cx="609600" cy="168275"/>
        </p:xfrm>
        <a:graphic>
          <a:graphicData uri="http://schemas.openxmlformats.org/presentationml/2006/ole">
            <p:oleObj spid="_x0000_s701456" name="Equation" r:id="rId5" imgW="368280" imgH="101520" progId="Equation.3">
              <p:embed/>
            </p:oleObj>
          </a:graphicData>
        </a:graphic>
      </p:graphicFrame>
      <p:graphicFrame>
        <p:nvGraphicFramePr>
          <p:cNvPr id="701457" name="Object 17"/>
          <p:cNvGraphicFramePr>
            <a:graphicFrameLocks noChangeAspect="1"/>
          </p:cNvGraphicFramePr>
          <p:nvPr/>
        </p:nvGraphicFramePr>
        <p:xfrm>
          <a:off x="4953000" y="4800600"/>
          <a:ext cx="609600" cy="168275"/>
        </p:xfrm>
        <a:graphic>
          <a:graphicData uri="http://schemas.openxmlformats.org/presentationml/2006/ole">
            <p:oleObj spid="_x0000_s701457" name="Equation" r:id="rId6" imgW="368280" imgH="101520" progId="Equation.3">
              <p:embed/>
            </p:oleObj>
          </a:graphicData>
        </a:graphic>
      </p:graphicFrame>
      <p:graphicFrame>
        <p:nvGraphicFramePr>
          <p:cNvPr id="701458" name="Object 18"/>
          <p:cNvGraphicFramePr>
            <a:graphicFrameLocks noChangeAspect="1"/>
          </p:cNvGraphicFramePr>
          <p:nvPr/>
        </p:nvGraphicFramePr>
        <p:xfrm>
          <a:off x="838200" y="4572000"/>
          <a:ext cx="393700" cy="469900"/>
        </p:xfrm>
        <a:graphic>
          <a:graphicData uri="http://schemas.openxmlformats.org/presentationml/2006/ole">
            <p:oleObj spid="_x0000_s701458" name="Equation" r:id="rId7" imgW="393480" imgH="469800" progId="Equation.3">
              <p:embed/>
            </p:oleObj>
          </a:graphicData>
        </a:graphic>
      </p:graphicFrame>
      <p:graphicFrame>
        <p:nvGraphicFramePr>
          <p:cNvPr id="701459" name="Object 19"/>
          <p:cNvGraphicFramePr>
            <a:graphicFrameLocks noChangeAspect="1"/>
          </p:cNvGraphicFramePr>
          <p:nvPr/>
        </p:nvGraphicFramePr>
        <p:xfrm>
          <a:off x="1498600" y="4572000"/>
          <a:ext cx="444500" cy="469900"/>
        </p:xfrm>
        <a:graphic>
          <a:graphicData uri="http://schemas.openxmlformats.org/presentationml/2006/ole">
            <p:oleObj spid="_x0000_s701459" name="Equation" r:id="rId8" imgW="444240" imgH="469800" progId="Equation.3">
              <p:embed/>
            </p:oleObj>
          </a:graphicData>
        </a:graphic>
      </p:graphicFrame>
      <p:graphicFrame>
        <p:nvGraphicFramePr>
          <p:cNvPr id="701460" name="Object 20"/>
          <p:cNvGraphicFramePr>
            <a:graphicFrameLocks noChangeAspect="1"/>
          </p:cNvGraphicFramePr>
          <p:nvPr/>
        </p:nvGraphicFramePr>
        <p:xfrm>
          <a:off x="3270250" y="4565650"/>
          <a:ext cx="457200" cy="482600"/>
        </p:xfrm>
        <a:graphic>
          <a:graphicData uri="http://schemas.openxmlformats.org/presentationml/2006/ole">
            <p:oleObj spid="_x0000_s701460" name="Equation" r:id="rId9" imgW="457200" imgH="482400" progId="Equation.3">
              <p:embed/>
            </p:oleObj>
          </a:graphicData>
        </a:graphic>
      </p:graphicFrame>
      <p:graphicFrame>
        <p:nvGraphicFramePr>
          <p:cNvPr id="701461" name="Object 21"/>
          <p:cNvGraphicFramePr>
            <a:graphicFrameLocks noChangeAspect="1"/>
          </p:cNvGraphicFramePr>
          <p:nvPr/>
        </p:nvGraphicFramePr>
        <p:xfrm>
          <a:off x="3886200" y="4572000"/>
          <a:ext cx="749300" cy="482600"/>
        </p:xfrm>
        <a:graphic>
          <a:graphicData uri="http://schemas.openxmlformats.org/presentationml/2006/ole">
            <p:oleObj spid="_x0000_s701461" name="Equation" r:id="rId10" imgW="749160" imgH="482400" progId="Equation.3">
              <p:embed/>
            </p:oleObj>
          </a:graphicData>
        </a:graphic>
      </p:graphicFrame>
      <p:graphicFrame>
        <p:nvGraphicFramePr>
          <p:cNvPr id="701462" name="Object 22"/>
          <p:cNvGraphicFramePr>
            <a:graphicFrameLocks noChangeAspect="1"/>
          </p:cNvGraphicFramePr>
          <p:nvPr/>
        </p:nvGraphicFramePr>
        <p:xfrm>
          <a:off x="7848600" y="5867400"/>
          <a:ext cx="215900" cy="393700"/>
        </p:xfrm>
        <a:graphic>
          <a:graphicData uri="http://schemas.openxmlformats.org/presentationml/2006/ole">
            <p:oleObj spid="_x0000_s701462" name="Equation" r:id="rId11" imgW="215640" imgH="393480" progId="Equation.3">
              <p:embed/>
            </p:oleObj>
          </a:graphicData>
        </a:graphic>
      </p:graphicFrame>
      <p:graphicFrame>
        <p:nvGraphicFramePr>
          <p:cNvPr id="701463" name="Object 23"/>
          <p:cNvGraphicFramePr>
            <a:graphicFrameLocks noChangeAspect="1"/>
          </p:cNvGraphicFramePr>
          <p:nvPr/>
        </p:nvGraphicFramePr>
        <p:xfrm>
          <a:off x="7848600" y="3657600"/>
          <a:ext cx="330200" cy="469900"/>
        </p:xfrm>
        <a:graphic>
          <a:graphicData uri="http://schemas.openxmlformats.org/presentationml/2006/ole">
            <p:oleObj spid="_x0000_s701463" name="Equation" r:id="rId12" imgW="330120" imgH="469800" progId="Equation.3">
              <p:embed/>
            </p:oleObj>
          </a:graphicData>
        </a:graphic>
      </p:graphicFrame>
      <p:graphicFrame>
        <p:nvGraphicFramePr>
          <p:cNvPr id="701464" name="Object 24"/>
          <p:cNvGraphicFramePr>
            <a:graphicFrameLocks noChangeAspect="1"/>
          </p:cNvGraphicFramePr>
          <p:nvPr/>
        </p:nvGraphicFramePr>
        <p:xfrm>
          <a:off x="7823200" y="4114800"/>
          <a:ext cx="381000" cy="469900"/>
        </p:xfrm>
        <a:graphic>
          <a:graphicData uri="http://schemas.openxmlformats.org/presentationml/2006/ole">
            <p:oleObj spid="_x0000_s701464" name="Equation" r:id="rId13" imgW="380880" imgH="469800" progId="Equation.3">
              <p:embed/>
            </p:oleObj>
          </a:graphicData>
        </a:graphic>
      </p:graphicFrame>
      <p:graphicFrame>
        <p:nvGraphicFramePr>
          <p:cNvPr id="701465" name="Object 25"/>
          <p:cNvGraphicFramePr>
            <a:graphicFrameLocks noChangeAspect="1"/>
          </p:cNvGraphicFramePr>
          <p:nvPr/>
        </p:nvGraphicFramePr>
        <p:xfrm>
          <a:off x="7810500" y="5403850"/>
          <a:ext cx="457200" cy="482600"/>
        </p:xfrm>
        <a:graphic>
          <a:graphicData uri="http://schemas.openxmlformats.org/presentationml/2006/ole">
            <p:oleObj spid="_x0000_s701465" name="Equation" r:id="rId14" imgW="457200" imgH="482400" progId="Equation.3">
              <p:embed/>
            </p:oleObj>
          </a:graphicData>
        </a:graphic>
      </p:graphicFrame>
      <p:sp>
        <p:nvSpPr>
          <p:cNvPr id="701466" name="AutoShape 26"/>
          <p:cNvSpPr>
            <a:spLocks/>
          </p:cNvSpPr>
          <p:nvPr/>
        </p:nvSpPr>
        <p:spPr bwMode="auto">
          <a:xfrm rot="5353425">
            <a:off x="4914900" y="419100"/>
            <a:ext cx="381000" cy="1676400"/>
          </a:xfrm>
          <a:prstGeom prst="rightBrace">
            <a:avLst>
              <a:gd name="adj1" fmla="val 36667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1467" name="AutoShape 27"/>
          <p:cNvSpPr>
            <a:spLocks/>
          </p:cNvSpPr>
          <p:nvPr/>
        </p:nvSpPr>
        <p:spPr bwMode="auto">
          <a:xfrm rot="5353425">
            <a:off x="6703219" y="531019"/>
            <a:ext cx="381000" cy="1446212"/>
          </a:xfrm>
          <a:prstGeom prst="rightBrace">
            <a:avLst>
              <a:gd name="adj1" fmla="val 31632"/>
              <a:gd name="adj2" fmla="val 50000"/>
            </a:avLst>
          </a:prstGeom>
          <a:noFill/>
          <a:ln w="9525">
            <a:solidFill>
              <a:schemeClr val="accent2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1468" name="Text Box 28"/>
          <p:cNvSpPr txBox="1">
            <a:spLocks noChangeArrowheads="1"/>
          </p:cNvSpPr>
          <p:nvPr/>
        </p:nvSpPr>
        <p:spPr bwMode="auto">
          <a:xfrm>
            <a:off x="3657600" y="1447800"/>
            <a:ext cx="1619250" cy="895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algn="r"/>
            <a:r>
              <a:rPr lang="en-US" sz="2400"/>
              <a:t>Input</a:t>
            </a:r>
          </a:p>
          <a:p>
            <a:pPr algn="r"/>
            <a:r>
              <a:rPr lang="en-US" sz="2400"/>
              <a:t>processed</a:t>
            </a:r>
          </a:p>
        </p:txBody>
      </p:sp>
      <p:sp>
        <p:nvSpPr>
          <p:cNvPr id="701469" name="Text Box 29"/>
          <p:cNvSpPr txBox="1">
            <a:spLocks noChangeArrowheads="1"/>
          </p:cNvSpPr>
          <p:nvPr/>
        </p:nvSpPr>
        <p:spPr bwMode="auto">
          <a:xfrm>
            <a:off x="6705600" y="1447800"/>
            <a:ext cx="1422400" cy="895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Stack</a:t>
            </a:r>
          </a:p>
          <a:p>
            <a:r>
              <a:rPr lang="en-US" sz="2400"/>
              <a:t>contents</a:t>
            </a:r>
          </a:p>
        </p:txBody>
      </p:sp>
      <p:graphicFrame>
        <p:nvGraphicFramePr>
          <p:cNvPr id="701470" name="Object 30"/>
          <p:cNvGraphicFramePr>
            <a:graphicFrameLocks noChangeAspect="1"/>
          </p:cNvGraphicFramePr>
          <p:nvPr/>
        </p:nvGraphicFramePr>
        <p:xfrm>
          <a:off x="515938" y="533400"/>
          <a:ext cx="627062" cy="457200"/>
        </p:xfrm>
        <a:graphic>
          <a:graphicData uri="http://schemas.openxmlformats.org/presentationml/2006/ole">
            <p:oleObj spid="_x0000_s701470" name="Equation" r:id="rId15" imgW="469800" imgH="342720" progId="Equation.3">
              <p:embed/>
            </p:oleObj>
          </a:graphicData>
        </a:graphic>
      </p:graphicFrame>
      <p:graphicFrame>
        <p:nvGraphicFramePr>
          <p:cNvPr id="701471" name="Object 31"/>
          <p:cNvGraphicFramePr>
            <a:graphicFrameLocks noChangeAspect="1"/>
          </p:cNvGraphicFramePr>
          <p:nvPr/>
        </p:nvGraphicFramePr>
        <p:xfrm>
          <a:off x="450850" y="3194050"/>
          <a:ext cx="692150" cy="406400"/>
        </p:xfrm>
        <a:graphic>
          <a:graphicData uri="http://schemas.openxmlformats.org/presentationml/2006/ole">
            <p:oleObj spid="_x0000_s701471" name="Equation" r:id="rId16" imgW="583920" imgH="342720" progId="Equation.3">
              <p:embed/>
            </p:oleObj>
          </a:graphicData>
        </a:graphic>
      </p:graphicFrame>
      <p:sp>
        <p:nvSpPr>
          <p:cNvPr id="701472" name="Line 32"/>
          <p:cNvSpPr>
            <a:spLocks noChangeShapeType="1"/>
          </p:cNvSpPr>
          <p:nvPr/>
        </p:nvSpPr>
        <p:spPr bwMode="auto">
          <a:xfrm>
            <a:off x="0" y="2895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1473" name="Text Box 33"/>
          <p:cNvSpPr txBox="1">
            <a:spLocks noChangeArrowheads="1"/>
          </p:cNvSpPr>
          <p:nvPr/>
        </p:nvSpPr>
        <p:spPr bwMode="auto">
          <a:xfrm>
            <a:off x="1812925" y="3835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</a:t>
            </a:r>
          </a:p>
        </p:txBody>
      </p:sp>
      <p:sp>
        <p:nvSpPr>
          <p:cNvPr id="701474" name="Text Box 34"/>
          <p:cNvSpPr txBox="1">
            <a:spLocks noChangeArrowheads="1"/>
          </p:cNvSpPr>
          <p:nvPr/>
        </p:nvSpPr>
        <p:spPr bwMode="auto">
          <a:xfrm>
            <a:off x="7315200" y="2971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Stack</a:t>
            </a:r>
          </a:p>
        </p:txBody>
      </p:sp>
      <p:sp>
        <p:nvSpPr>
          <p:cNvPr id="701475" name="Line 35"/>
          <p:cNvSpPr>
            <a:spLocks noChangeShapeType="1"/>
          </p:cNvSpPr>
          <p:nvPr/>
        </p:nvSpPr>
        <p:spPr bwMode="auto">
          <a:xfrm flipV="1">
            <a:off x="5867400" y="990600"/>
            <a:ext cx="228600" cy="1295400"/>
          </a:xfrm>
          <a:prstGeom prst="line">
            <a:avLst/>
          </a:prstGeom>
          <a:noFill/>
          <a:ln w="9525">
            <a:solidFill>
              <a:srgbClr val="FF00FF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01476" name="Text Box 36"/>
          <p:cNvSpPr txBox="1">
            <a:spLocks noChangeArrowheads="1"/>
          </p:cNvSpPr>
          <p:nvPr/>
        </p:nvSpPr>
        <p:spPr bwMode="auto">
          <a:xfrm>
            <a:off x="5029200" y="2390775"/>
            <a:ext cx="2633663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FF"/>
                </a:solidFill>
              </a:rPr>
              <a:t>leftmost variable</a:t>
            </a:r>
          </a:p>
        </p:txBody>
      </p:sp>
      <p:sp>
        <p:nvSpPr>
          <p:cNvPr id="701477" name="Text Box 37"/>
          <p:cNvSpPr txBox="1">
            <a:spLocks noChangeArrowheads="1"/>
          </p:cNvSpPr>
          <p:nvPr/>
        </p:nvSpPr>
        <p:spPr bwMode="auto">
          <a:xfrm>
            <a:off x="3124200" y="0"/>
            <a:ext cx="39814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Leftmost derivation</a:t>
            </a:r>
          </a:p>
        </p:txBody>
      </p:sp>
      <p:sp>
        <p:nvSpPr>
          <p:cNvPr id="701478" name="Text Box 38"/>
          <p:cNvSpPr txBox="1">
            <a:spLocks noChangeArrowheads="1"/>
          </p:cNvSpPr>
          <p:nvPr/>
        </p:nvSpPr>
        <p:spPr bwMode="auto">
          <a:xfrm>
            <a:off x="1752600" y="3048000"/>
            <a:ext cx="47355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Simulation of derivation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894591-E632-4E22-BE4B-A2A7364D74DA}" type="slidenum">
              <a:rPr lang="en-US" altLang="en-US"/>
              <a:pPr/>
              <a:t>8</a:t>
            </a:fld>
            <a:endParaRPr lang="en-US" altLang="en-US"/>
          </a:p>
        </p:txBody>
      </p:sp>
      <p:graphicFrame>
        <p:nvGraphicFramePr>
          <p:cNvPr id="700418" name="Object 2"/>
          <p:cNvGraphicFramePr>
            <a:graphicFrameLocks noChangeAspect="1"/>
          </p:cNvGraphicFramePr>
          <p:nvPr/>
        </p:nvGraphicFramePr>
        <p:xfrm>
          <a:off x="3124200" y="685800"/>
          <a:ext cx="4178300" cy="482600"/>
        </p:xfrm>
        <a:graphic>
          <a:graphicData uri="http://schemas.openxmlformats.org/presentationml/2006/ole">
            <p:oleObj spid="_x0000_s700418" name="Equation" r:id="rId3" imgW="4178160" imgH="482400" progId="Equation.3">
              <p:embed/>
            </p:oleObj>
          </a:graphicData>
        </a:graphic>
      </p:graphicFrame>
      <p:sp>
        <p:nvSpPr>
          <p:cNvPr id="700419" name="Rectangle 3"/>
          <p:cNvSpPr>
            <a:spLocks noChangeArrowheads="1"/>
          </p:cNvSpPr>
          <p:nvPr/>
        </p:nvSpPr>
        <p:spPr bwMode="auto">
          <a:xfrm>
            <a:off x="762000" y="4495800"/>
            <a:ext cx="51816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00420" name="Line 4"/>
          <p:cNvSpPr>
            <a:spLocks noChangeShapeType="1"/>
          </p:cNvSpPr>
          <p:nvPr/>
        </p:nvSpPr>
        <p:spPr bwMode="auto">
          <a:xfrm>
            <a:off x="1371600" y="4495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0421" name="Line 5"/>
          <p:cNvSpPr>
            <a:spLocks noChangeShapeType="1"/>
          </p:cNvSpPr>
          <p:nvPr/>
        </p:nvSpPr>
        <p:spPr bwMode="auto">
          <a:xfrm>
            <a:off x="1981200" y="4495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0422" name="Line 6"/>
          <p:cNvSpPr>
            <a:spLocks noChangeShapeType="1"/>
          </p:cNvSpPr>
          <p:nvPr/>
        </p:nvSpPr>
        <p:spPr bwMode="auto">
          <a:xfrm>
            <a:off x="5257800" y="4495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0424" name="Line 8"/>
          <p:cNvSpPr>
            <a:spLocks noChangeShapeType="1"/>
          </p:cNvSpPr>
          <p:nvPr/>
        </p:nvSpPr>
        <p:spPr bwMode="auto">
          <a:xfrm flipV="1">
            <a:off x="5638800" y="5181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700425" name="Rectangle 9"/>
          <p:cNvSpPr>
            <a:spLocks noChangeArrowheads="1"/>
          </p:cNvSpPr>
          <p:nvPr/>
        </p:nvSpPr>
        <p:spPr bwMode="auto">
          <a:xfrm>
            <a:off x="7543800" y="4572000"/>
            <a:ext cx="9144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00432" name="Object 16"/>
          <p:cNvGraphicFramePr>
            <a:graphicFrameLocks noChangeAspect="1"/>
          </p:cNvGraphicFramePr>
          <p:nvPr/>
        </p:nvGraphicFramePr>
        <p:xfrm>
          <a:off x="3048000" y="4800600"/>
          <a:ext cx="1262063" cy="168275"/>
        </p:xfrm>
        <a:graphic>
          <a:graphicData uri="http://schemas.openxmlformats.org/presentationml/2006/ole">
            <p:oleObj spid="_x0000_s700432" name="Equation" r:id="rId4" imgW="761760" imgH="101520" progId="Equation.3">
              <p:embed/>
            </p:oleObj>
          </a:graphicData>
        </a:graphic>
      </p:graphicFrame>
      <p:graphicFrame>
        <p:nvGraphicFramePr>
          <p:cNvPr id="700434" name="Object 18"/>
          <p:cNvGraphicFramePr>
            <a:graphicFrameLocks noChangeAspect="1"/>
          </p:cNvGraphicFramePr>
          <p:nvPr/>
        </p:nvGraphicFramePr>
        <p:xfrm>
          <a:off x="838200" y="4572000"/>
          <a:ext cx="393700" cy="469900"/>
        </p:xfrm>
        <a:graphic>
          <a:graphicData uri="http://schemas.openxmlformats.org/presentationml/2006/ole">
            <p:oleObj spid="_x0000_s700434" name="Equation" r:id="rId5" imgW="393480" imgH="469800" progId="Equation.3">
              <p:embed/>
            </p:oleObj>
          </a:graphicData>
        </a:graphic>
      </p:graphicFrame>
      <p:graphicFrame>
        <p:nvGraphicFramePr>
          <p:cNvPr id="700435" name="Object 19"/>
          <p:cNvGraphicFramePr>
            <a:graphicFrameLocks noChangeAspect="1"/>
          </p:cNvGraphicFramePr>
          <p:nvPr/>
        </p:nvGraphicFramePr>
        <p:xfrm>
          <a:off x="1498600" y="4572000"/>
          <a:ext cx="444500" cy="469900"/>
        </p:xfrm>
        <a:graphic>
          <a:graphicData uri="http://schemas.openxmlformats.org/presentationml/2006/ole">
            <p:oleObj spid="_x0000_s700435" name="Equation" r:id="rId6" imgW="444240" imgH="469800" progId="Equation.3">
              <p:embed/>
            </p:oleObj>
          </a:graphicData>
        </a:graphic>
      </p:graphicFrame>
      <p:graphicFrame>
        <p:nvGraphicFramePr>
          <p:cNvPr id="700436" name="Object 20"/>
          <p:cNvGraphicFramePr>
            <a:graphicFrameLocks noChangeAspect="1"/>
          </p:cNvGraphicFramePr>
          <p:nvPr/>
        </p:nvGraphicFramePr>
        <p:xfrm>
          <a:off x="5410200" y="4572000"/>
          <a:ext cx="457200" cy="482600"/>
        </p:xfrm>
        <a:graphic>
          <a:graphicData uri="http://schemas.openxmlformats.org/presentationml/2006/ole">
            <p:oleObj spid="_x0000_s700436" name="Equation" r:id="rId7" imgW="457200" imgH="482400" progId="Equation.3">
              <p:embed/>
            </p:oleObj>
          </a:graphicData>
        </a:graphic>
      </p:graphicFrame>
      <p:graphicFrame>
        <p:nvGraphicFramePr>
          <p:cNvPr id="700438" name="Object 22"/>
          <p:cNvGraphicFramePr>
            <a:graphicFrameLocks noChangeAspect="1"/>
          </p:cNvGraphicFramePr>
          <p:nvPr/>
        </p:nvGraphicFramePr>
        <p:xfrm>
          <a:off x="7848600" y="4648200"/>
          <a:ext cx="215900" cy="393700"/>
        </p:xfrm>
        <a:graphic>
          <a:graphicData uri="http://schemas.openxmlformats.org/presentationml/2006/ole">
            <p:oleObj spid="_x0000_s700438" name="Equation" r:id="rId8" imgW="215640" imgH="393480" progId="Equation.3">
              <p:embed/>
            </p:oleObj>
          </a:graphicData>
        </a:graphic>
      </p:graphicFrame>
      <p:graphicFrame>
        <p:nvGraphicFramePr>
          <p:cNvPr id="700446" name="Object 30"/>
          <p:cNvGraphicFramePr>
            <a:graphicFrameLocks noChangeAspect="1"/>
          </p:cNvGraphicFramePr>
          <p:nvPr/>
        </p:nvGraphicFramePr>
        <p:xfrm>
          <a:off x="515938" y="533400"/>
          <a:ext cx="627062" cy="457200"/>
        </p:xfrm>
        <a:graphic>
          <a:graphicData uri="http://schemas.openxmlformats.org/presentationml/2006/ole">
            <p:oleObj spid="_x0000_s700446" name="Equation" r:id="rId9" imgW="469800" imgH="342720" progId="Equation.3">
              <p:embed/>
            </p:oleObj>
          </a:graphicData>
        </a:graphic>
      </p:graphicFrame>
      <p:graphicFrame>
        <p:nvGraphicFramePr>
          <p:cNvPr id="700447" name="Object 31"/>
          <p:cNvGraphicFramePr>
            <a:graphicFrameLocks noChangeAspect="1"/>
          </p:cNvGraphicFramePr>
          <p:nvPr/>
        </p:nvGraphicFramePr>
        <p:xfrm>
          <a:off x="450850" y="3194050"/>
          <a:ext cx="692150" cy="406400"/>
        </p:xfrm>
        <a:graphic>
          <a:graphicData uri="http://schemas.openxmlformats.org/presentationml/2006/ole">
            <p:oleObj spid="_x0000_s700447" name="Equation" r:id="rId10" imgW="583920" imgH="342720" progId="Equation.3">
              <p:embed/>
            </p:oleObj>
          </a:graphicData>
        </a:graphic>
      </p:graphicFrame>
      <p:sp>
        <p:nvSpPr>
          <p:cNvPr id="700448" name="Line 32"/>
          <p:cNvSpPr>
            <a:spLocks noChangeShapeType="1"/>
          </p:cNvSpPr>
          <p:nvPr/>
        </p:nvSpPr>
        <p:spPr bwMode="auto">
          <a:xfrm>
            <a:off x="0" y="28956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700449" name="Text Box 33"/>
          <p:cNvSpPr txBox="1">
            <a:spLocks noChangeArrowheads="1"/>
          </p:cNvSpPr>
          <p:nvPr/>
        </p:nvSpPr>
        <p:spPr bwMode="auto">
          <a:xfrm>
            <a:off x="1812925" y="3835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</a:t>
            </a:r>
          </a:p>
        </p:txBody>
      </p:sp>
      <p:sp>
        <p:nvSpPr>
          <p:cNvPr id="700450" name="Text Box 34"/>
          <p:cNvSpPr txBox="1">
            <a:spLocks noChangeArrowheads="1"/>
          </p:cNvSpPr>
          <p:nvPr/>
        </p:nvSpPr>
        <p:spPr bwMode="auto">
          <a:xfrm>
            <a:off x="7315200" y="29718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Stack</a:t>
            </a:r>
          </a:p>
        </p:txBody>
      </p:sp>
      <p:sp>
        <p:nvSpPr>
          <p:cNvPr id="700453" name="Text Box 37"/>
          <p:cNvSpPr txBox="1">
            <a:spLocks noChangeArrowheads="1"/>
          </p:cNvSpPr>
          <p:nvPr/>
        </p:nvSpPr>
        <p:spPr bwMode="auto">
          <a:xfrm>
            <a:off x="3124200" y="0"/>
            <a:ext cx="39814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Leftmost derivation</a:t>
            </a:r>
          </a:p>
        </p:txBody>
      </p:sp>
      <p:sp>
        <p:nvSpPr>
          <p:cNvPr id="700454" name="Text Box 38"/>
          <p:cNvSpPr txBox="1">
            <a:spLocks noChangeArrowheads="1"/>
          </p:cNvSpPr>
          <p:nvPr/>
        </p:nvSpPr>
        <p:spPr bwMode="auto">
          <a:xfrm>
            <a:off x="1752600" y="3048000"/>
            <a:ext cx="47355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Simulation of derivation</a:t>
            </a:r>
          </a:p>
        </p:txBody>
      </p:sp>
      <p:sp>
        <p:nvSpPr>
          <p:cNvPr id="700455" name="Text Box 39"/>
          <p:cNvSpPr txBox="1">
            <a:spLocks noChangeArrowheads="1"/>
          </p:cNvSpPr>
          <p:nvPr/>
        </p:nvSpPr>
        <p:spPr bwMode="auto">
          <a:xfrm>
            <a:off x="5562600" y="1219200"/>
            <a:ext cx="2851150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string of terminals</a:t>
            </a:r>
          </a:p>
        </p:txBody>
      </p:sp>
      <p:sp>
        <p:nvSpPr>
          <p:cNvPr id="700456" name="Text Box 40"/>
          <p:cNvSpPr txBox="1">
            <a:spLocks noChangeArrowheads="1"/>
          </p:cNvSpPr>
          <p:nvPr/>
        </p:nvSpPr>
        <p:spPr bwMode="auto">
          <a:xfrm>
            <a:off x="2346325" y="5664200"/>
            <a:ext cx="4557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end of input is reached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B6B5D-B0F7-4EA1-ABF9-2359F3725BFB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613378" name="Text Box 2"/>
          <p:cNvSpPr txBox="1">
            <a:spLocks noChangeArrowheads="1"/>
          </p:cNvSpPr>
          <p:nvPr/>
        </p:nvSpPr>
        <p:spPr bwMode="auto">
          <a:xfrm>
            <a:off x="212725" y="101600"/>
            <a:ext cx="4251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An example grammar:</a:t>
            </a:r>
          </a:p>
        </p:txBody>
      </p:sp>
      <p:graphicFrame>
        <p:nvGraphicFramePr>
          <p:cNvPr id="613379" name="Object 3"/>
          <p:cNvGraphicFramePr>
            <a:graphicFrameLocks noChangeAspect="1"/>
          </p:cNvGraphicFramePr>
          <p:nvPr/>
        </p:nvGraphicFramePr>
        <p:xfrm>
          <a:off x="4800600" y="228600"/>
          <a:ext cx="2095500" cy="2717800"/>
        </p:xfrm>
        <a:graphic>
          <a:graphicData uri="http://schemas.openxmlformats.org/presentationml/2006/ole">
            <p:oleObj spid="_x0000_s613379" name="Equation" r:id="rId3" imgW="2095200" imgH="2717640" progId="Equation.3">
              <p:embed/>
            </p:oleObj>
          </a:graphicData>
        </a:graphic>
      </p:graphicFrame>
      <p:sp>
        <p:nvSpPr>
          <p:cNvPr id="613380" name="Text Box 4"/>
          <p:cNvSpPr txBox="1">
            <a:spLocks noChangeArrowheads="1"/>
          </p:cNvSpPr>
          <p:nvPr/>
        </p:nvSpPr>
        <p:spPr bwMode="auto">
          <a:xfrm>
            <a:off x="228600" y="3962400"/>
            <a:ext cx="5934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What is the equivalent NPDA?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19D654-2116-4A5A-9F98-5D460147F3C0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614402" name="Oval 2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4403" name="Line 3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4404" name="Line 4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4405" name="Line 5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4406" name="Text Box 6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14407" name="Oval 7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4408" name="Oval 8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4409" name="Oval 9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14410" name="Object 10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14410" name="Equation" r:id="rId3" imgW="444500" imgH="469900" progId="Equation.3">
              <p:embed/>
            </p:oleObj>
          </a:graphicData>
        </a:graphic>
      </p:graphicFrame>
      <p:graphicFrame>
        <p:nvGraphicFramePr>
          <p:cNvPr id="614411" name="Object 11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14411" name="Equation" r:id="rId4" imgW="381000" imgH="457200" progId="Equation.3">
              <p:embed/>
            </p:oleObj>
          </a:graphicData>
        </a:graphic>
      </p:graphicFrame>
      <p:graphicFrame>
        <p:nvGraphicFramePr>
          <p:cNvPr id="614412" name="Object 12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14412" name="Equation" r:id="rId5" imgW="444240" imgH="520560" progId="Equation.3">
              <p:embed/>
            </p:oleObj>
          </a:graphicData>
        </a:graphic>
      </p:graphicFrame>
      <p:graphicFrame>
        <p:nvGraphicFramePr>
          <p:cNvPr id="614413" name="Object 13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14413" name="Equation" r:id="rId6" imgW="1714320" imgH="482400" progId="Equation.3">
              <p:embed/>
            </p:oleObj>
          </a:graphicData>
        </a:graphic>
      </p:graphicFrame>
      <p:graphicFrame>
        <p:nvGraphicFramePr>
          <p:cNvPr id="614414" name="Object 14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14414" name="Equation" r:id="rId7" imgW="1574800" imgH="469900" progId="Equation.3">
              <p:embed/>
            </p:oleObj>
          </a:graphicData>
        </a:graphic>
      </p:graphicFrame>
      <p:sp>
        <p:nvSpPr>
          <p:cNvPr id="614415" name="Text Box 15"/>
          <p:cNvSpPr txBox="1">
            <a:spLocks noChangeArrowheads="1"/>
          </p:cNvSpPr>
          <p:nvPr/>
        </p:nvSpPr>
        <p:spPr bwMode="auto">
          <a:xfrm>
            <a:off x="0" y="0"/>
            <a:ext cx="2020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Grammar:</a:t>
            </a:r>
          </a:p>
        </p:txBody>
      </p:sp>
      <p:sp>
        <p:nvSpPr>
          <p:cNvPr id="614416" name="Text Box 16"/>
          <p:cNvSpPr txBox="1">
            <a:spLocks noChangeArrowheads="1"/>
          </p:cNvSpPr>
          <p:nvPr/>
        </p:nvSpPr>
        <p:spPr bwMode="auto">
          <a:xfrm>
            <a:off x="4343400" y="1219200"/>
            <a:ext cx="14319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NPDA:</a:t>
            </a:r>
          </a:p>
        </p:txBody>
      </p:sp>
      <p:graphicFrame>
        <p:nvGraphicFramePr>
          <p:cNvPr id="614417" name="Object 17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14417" name="Equation" r:id="rId8" imgW="2387520" imgH="2539800" progId="Equation.3">
              <p:embed/>
            </p:oleObj>
          </a:graphicData>
        </a:graphic>
      </p:graphicFrame>
      <p:graphicFrame>
        <p:nvGraphicFramePr>
          <p:cNvPr id="614418" name="Object 18"/>
          <p:cNvGraphicFramePr>
            <a:graphicFrameLocks noChangeAspect="1"/>
          </p:cNvGraphicFramePr>
          <p:nvPr/>
        </p:nvGraphicFramePr>
        <p:xfrm>
          <a:off x="114300" y="685800"/>
          <a:ext cx="1892300" cy="2438400"/>
        </p:xfrm>
        <a:graphic>
          <a:graphicData uri="http://schemas.openxmlformats.org/presentationml/2006/ole">
            <p:oleObj spid="_x0000_s614418" name="Equation" r:id="rId9" imgW="1892160" imgH="2438280" progId="Equation.3">
              <p:embed/>
            </p:oleObj>
          </a:graphicData>
        </a:graphic>
      </p:graphicFrame>
      <p:graphicFrame>
        <p:nvGraphicFramePr>
          <p:cNvPr id="614419" name="Object 19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14419" name="Equation" r:id="rId10" imgW="1638000" imgH="1168200" progId="Equation.3">
              <p:embed/>
            </p:oleObj>
          </a:graphicData>
        </a:graphic>
      </p:graphicFrame>
      <p:sp>
        <p:nvSpPr>
          <p:cNvPr id="614420" name="Freeform 20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95B58-0F06-4428-BB7B-E41F26F1FA60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616450" name="Text Box 2"/>
          <p:cNvSpPr txBox="1">
            <a:spLocks noChangeArrowheads="1"/>
          </p:cNvSpPr>
          <p:nvPr/>
        </p:nvSpPr>
        <p:spPr bwMode="auto">
          <a:xfrm>
            <a:off x="0" y="0"/>
            <a:ext cx="20208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Grammar:</a:t>
            </a:r>
          </a:p>
        </p:txBody>
      </p:sp>
      <p:graphicFrame>
        <p:nvGraphicFramePr>
          <p:cNvPr id="616451" name="Object 3"/>
          <p:cNvGraphicFramePr>
            <a:graphicFrameLocks noChangeAspect="1"/>
          </p:cNvGraphicFramePr>
          <p:nvPr/>
        </p:nvGraphicFramePr>
        <p:xfrm>
          <a:off x="2209800" y="228600"/>
          <a:ext cx="1892300" cy="2438400"/>
        </p:xfrm>
        <a:graphic>
          <a:graphicData uri="http://schemas.openxmlformats.org/presentationml/2006/ole">
            <p:oleObj spid="_x0000_s616451" name="Equation" r:id="rId3" imgW="1892160" imgH="2438280" progId="Equation.3">
              <p:embed/>
            </p:oleObj>
          </a:graphicData>
        </a:graphic>
      </p:graphicFrame>
      <p:sp>
        <p:nvSpPr>
          <p:cNvPr id="616452" name="Text Box 4"/>
          <p:cNvSpPr txBox="1">
            <a:spLocks noChangeArrowheads="1"/>
          </p:cNvSpPr>
          <p:nvPr/>
        </p:nvSpPr>
        <p:spPr bwMode="auto">
          <a:xfrm>
            <a:off x="152400" y="3886200"/>
            <a:ext cx="4410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leftmost derivation:</a:t>
            </a:r>
          </a:p>
        </p:txBody>
      </p:sp>
      <p:graphicFrame>
        <p:nvGraphicFramePr>
          <p:cNvPr id="616453" name="Object 5"/>
          <p:cNvGraphicFramePr>
            <a:graphicFrameLocks noChangeAspect="1"/>
          </p:cNvGraphicFramePr>
          <p:nvPr/>
        </p:nvGraphicFramePr>
        <p:xfrm>
          <a:off x="996950" y="4800600"/>
          <a:ext cx="6846888" cy="392113"/>
        </p:xfrm>
        <a:graphic>
          <a:graphicData uri="http://schemas.openxmlformats.org/presentationml/2006/ole">
            <p:oleObj spid="_x0000_s616453" name="Equation" r:id="rId4" imgW="684504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26A3E-7655-456B-91E6-1DEF540153E7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617475" name="Oval 3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7476" name="Line 4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7477" name="Line 5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7478" name="Line 6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7479" name="Text Box 7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17480" name="Oval 8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7481" name="Oval 9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7482" name="Oval 10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17483" name="Object 11"/>
          <p:cNvGraphicFramePr>
            <a:graphicFrameLocks noChangeAspect="1"/>
          </p:cNvGraphicFramePr>
          <p:nvPr/>
        </p:nvGraphicFramePr>
        <p:xfrm>
          <a:off x="974725" y="6038850"/>
          <a:ext cx="482600" cy="584200"/>
        </p:xfrm>
        <a:graphic>
          <a:graphicData uri="http://schemas.openxmlformats.org/presentationml/2006/ole">
            <p:oleObj spid="_x0000_s617483" name="Equation" r:id="rId3" imgW="482400" imgH="583920" progId="Equation.3">
              <p:embed/>
            </p:oleObj>
          </a:graphicData>
        </a:graphic>
      </p:graphicFrame>
      <p:graphicFrame>
        <p:nvGraphicFramePr>
          <p:cNvPr id="617484" name="Object 12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17484" name="Equation" r:id="rId4" imgW="381000" imgH="457200" progId="Equation.3">
              <p:embed/>
            </p:oleObj>
          </a:graphicData>
        </a:graphic>
      </p:graphicFrame>
      <p:graphicFrame>
        <p:nvGraphicFramePr>
          <p:cNvPr id="617485" name="Object 13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17485" name="Equation" r:id="rId5" imgW="444240" imgH="520560" progId="Equation.3">
              <p:embed/>
            </p:oleObj>
          </a:graphicData>
        </a:graphic>
      </p:graphicFrame>
      <p:graphicFrame>
        <p:nvGraphicFramePr>
          <p:cNvPr id="617486" name="Object 14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17486" name="Equation" r:id="rId6" imgW="1714320" imgH="482400" progId="Equation.3">
              <p:embed/>
            </p:oleObj>
          </a:graphicData>
        </a:graphic>
      </p:graphicFrame>
      <p:graphicFrame>
        <p:nvGraphicFramePr>
          <p:cNvPr id="617487" name="Object 15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17487" name="Equation" r:id="rId7" imgW="1574800" imgH="469900" progId="Equation.3">
              <p:embed/>
            </p:oleObj>
          </a:graphicData>
        </a:graphic>
      </p:graphicFrame>
      <p:graphicFrame>
        <p:nvGraphicFramePr>
          <p:cNvPr id="617488" name="Object 16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17488" name="Equation" r:id="rId8" imgW="2387520" imgH="2539800" progId="Equation.3">
              <p:embed/>
            </p:oleObj>
          </a:graphicData>
        </a:graphic>
      </p:graphicFrame>
      <p:graphicFrame>
        <p:nvGraphicFramePr>
          <p:cNvPr id="617489" name="Object 17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17489" name="Equation" r:id="rId9" imgW="1638000" imgH="1168200" progId="Equation.3">
              <p:embed/>
            </p:oleObj>
          </a:graphicData>
        </a:graphic>
      </p:graphicFrame>
      <p:sp>
        <p:nvSpPr>
          <p:cNvPr id="617490" name="Freeform 18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7491" name="Text Box 19"/>
          <p:cNvSpPr txBox="1">
            <a:spLocks noChangeArrowheads="1"/>
          </p:cNvSpPr>
          <p:nvPr/>
        </p:nvSpPr>
        <p:spPr bwMode="auto">
          <a:xfrm>
            <a:off x="152400" y="914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17492" name="Line 20"/>
          <p:cNvSpPr>
            <a:spLocks noChangeShapeType="1"/>
          </p:cNvSpPr>
          <p:nvPr/>
        </p:nvSpPr>
        <p:spPr bwMode="auto">
          <a:xfrm flipV="1">
            <a:off x="12192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7493" name="Rectangle 21"/>
          <p:cNvSpPr>
            <a:spLocks noChangeArrowheads="1"/>
          </p:cNvSpPr>
          <p:nvPr/>
        </p:nvSpPr>
        <p:spPr bwMode="auto">
          <a:xfrm>
            <a:off x="7467600" y="2286000"/>
            <a:ext cx="914400" cy="569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7494" name="Text Box 22"/>
          <p:cNvSpPr txBox="1">
            <a:spLocks noChangeArrowheads="1"/>
          </p:cNvSpPr>
          <p:nvPr/>
        </p:nvSpPr>
        <p:spPr bwMode="auto">
          <a:xfrm>
            <a:off x="7239000" y="3048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17495" name="Object 23"/>
          <p:cNvGraphicFramePr>
            <a:graphicFrameLocks noChangeAspect="1"/>
          </p:cNvGraphicFramePr>
          <p:nvPr/>
        </p:nvGraphicFramePr>
        <p:xfrm>
          <a:off x="7848600" y="2362200"/>
          <a:ext cx="228600" cy="419100"/>
        </p:xfrm>
        <a:graphic>
          <a:graphicData uri="http://schemas.openxmlformats.org/presentationml/2006/ole">
            <p:oleObj spid="_x0000_s617495" name="Equation" r:id="rId10" imgW="228600" imgH="419100" progId="Equation.3">
              <p:embed/>
            </p:oleObj>
          </a:graphicData>
        </a:graphic>
      </p:graphicFrame>
      <p:sp>
        <p:nvSpPr>
          <p:cNvPr id="617496" name="Rectangle 24"/>
          <p:cNvSpPr>
            <a:spLocks noChangeArrowheads="1"/>
          </p:cNvSpPr>
          <p:nvPr/>
        </p:nvSpPr>
        <p:spPr bwMode="auto">
          <a:xfrm>
            <a:off x="1524000" y="838200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7497" name="Line 25"/>
          <p:cNvSpPr>
            <a:spLocks noChangeShapeType="1"/>
          </p:cNvSpPr>
          <p:nvPr/>
        </p:nvSpPr>
        <p:spPr bwMode="auto">
          <a:xfrm>
            <a:off x="22098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7498" name="Line 26"/>
          <p:cNvSpPr>
            <a:spLocks noChangeShapeType="1"/>
          </p:cNvSpPr>
          <p:nvPr/>
        </p:nvSpPr>
        <p:spPr bwMode="auto">
          <a:xfrm>
            <a:off x="2895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7499" name="Line 27"/>
          <p:cNvSpPr>
            <a:spLocks noChangeShapeType="1"/>
          </p:cNvSpPr>
          <p:nvPr/>
        </p:nvSpPr>
        <p:spPr bwMode="auto">
          <a:xfrm>
            <a:off x="35814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7500" name="Object 28"/>
          <p:cNvGraphicFramePr>
            <a:graphicFrameLocks noChangeAspect="1"/>
          </p:cNvGraphicFramePr>
          <p:nvPr/>
        </p:nvGraphicFramePr>
        <p:xfrm>
          <a:off x="1752600" y="1143000"/>
          <a:ext cx="254000" cy="254000"/>
        </p:xfrm>
        <a:graphic>
          <a:graphicData uri="http://schemas.openxmlformats.org/presentationml/2006/ole">
            <p:oleObj spid="_x0000_s617500" name="Equation" r:id="rId11" imgW="254000" imgH="254000" progId="Equation.3">
              <p:embed/>
            </p:oleObj>
          </a:graphicData>
        </a:graphic>
      </p:graphicFrame>
      <p:graphicFrame>
        <p:nvGraphicFramePr>
          <p:cNvPr id="617501" name="Object 29"/>
          <p:cNvGraphicFramePr>
            <a:graphicFrameLocks noChangeAspect="1"/>
          </p:cNvGraphicFramePr>
          <p:nvPr/>
        </p:nvGraphicFramePr>
        <p:xfrm>
          <a:off x="3108325" y="1182688"/>
          <a:ext cx="254000" cy="254000"/>
        </p:xfrm>
        <a:graphic>
          <a:graphicData uri="http://schemas.openxmlformats.org/presentationml/2006/ole">
            <p:oleObj spid="_x0000_s617501" name="Equation" r:id="rId12" imgW="254000" imgH="254000" progId="Equation.3">
              <p:embed/>
            </p:oleObj>
          </a:graphicData>
        </a:graphic>
      </p:graphicFrame>
      <p:graphicFrame>
        <p:nvGraphicFramePr>
          <p:cNvPr id="617502" name="Object 30"/>
          <p:cNvGraphicFramePr>
            <a:graphicFrameLocks noChangeAspect="1"/>
          </p:cNvGraphicFramePr>
          <p:nvPr/>
        </p:nvGraphicFramePr>
        <p:xfrm>
          <a:off x="2422525" y="1106488"/>
          <a:ext cx="254000" cy="355600"/>
        </p:xfrm>
        <a:graphic>
          <a:graphicData uri="http://schemas.openxmlformats.org/presentationml/2006/ole">
            <p:oleObj spid="_x0000_s617502" name="Equation" r:id="rId13" imgW="254000" imgH="355600" progId="Equation.3">
              <p:embed/>
            </p:oleObj>
          </a:graphicData>
        </a:graphic>
      </p:graphicFrame>
      <p:sp>
        <p:nvSpPr>
          <p:cNvPr id="617503" name="Text Box 31"/>
          <p:cNvSpPr txBox="1">
            <a:spLocks noChangeArrowheads="1"/>
          </p:cNvSpPr>
          <p:nvPr/>
        </p:nvSpPr>
        <p:spPr bwMode="auto">
          <a:xfrm>
            <a:off x="3048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0</a:t>
            </a:r>
          </a:p>
        </p:txBody>
      </p:sp>
      <p:graphicFrame>
        <p:nvGraphicFramePr>
          <p:cNvPr id="617504" name="Object 32"/>
          <p:cNvGraphicFramePr>
            <a:graphicFrameLocks noChangeAspect="1"/>
          </p:cNvGraphicFramePr>
          <p:nvPr/>
        </p:nvGraphicFramePr>
        <p:xfrm>
          <a:off x="3794125" y="1106488"/>
          <a:ext cx="254000" cy="355600"/>
        </p:xfrm>
        <a:graphic>
          <a:graphicData uri="http://schemas.openxmlformats.org/presentationml/2006/ole">
            <p:oleObj spid="_x0000_s617504" name="Equation" r:id="rId14" imgW="254000" imgH="355600" progId="Equation.3">
              <p:embed/>
            </p:oleObj>
          </a:graphicData>
        </a:graphic>
      </p:graphicFrame>
      <p:sp>
        <p:nvSpPr>
          <p:cNvPr id="617506" name="Line 34"/>
          <p:cNvSpPr>
            <a:spLocks noChangeShapeType="1"/>
          </p:cNvSpPr>
          <p:nvPr/>
        </p:nvSpPr>
        <p:spPr bwMode="auto">
          <a:xfrm flipH="1">
            <a:off x="8382000" y="251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17508" name="Text Box 36"/>
          <p:cNvSpPr txBox="1">
            <a:spLocks noChangeArrowheads="1"/>
          </p:cNvSpPr>
          <p:nvPr/>
        </p:nvSpPr>
        <p:spPr bwMode="auto">
          <a:xfrm>
            <a:off x="0" y="0"/>
            <a:ext cx="227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Derivation:</a:t>
            </a:r>
          </a:p>
        </p:txBody>
      </p:sp>
      <p:sp>
        <p:nvSpPr>
          <p:cNvPr id="617509" name="Line 37"/>
          <p:cNvSpPr>
            <a:spLocks noChangeShapeType="1"/>
          </p:cNvSpPr>
          <p:nvPr/>
        </p:nvSpPr>
        <p:spPr bwMode="auto">
          <a:xfrm>
            <a:off x="0" y="533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8C89B-C665-42D0-8A75-3003BD4BCD84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618498" name="Oval 2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8499" name="Line 3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8500" name="Line 4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8501" name="Line 5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8502" name="Text Box 6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18503" name="Oval 7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8504" name="Oval 8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8505" name="Oval 9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18506" name="Object 10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18506" name="Equation" r:id="rId3" imgW="444500" imgH="469900" progId="Equation.3">
              <p:embed/>
            </p:oleObj>
          </a:graphicData>
        </a:graphic>
      </p:graphicFrame>
      <p:graphicFrame>
        <p:nvGraphicFramePr>
          <p:cNvPr id="618507" name="Object 11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18507" name="Equation" r:id="rId4" imgW="381000" imgH="457200" progId="Equation.3">
              <p:embed/>
            </p:oleObj>
          </a:graphicData>
        </a:graphic>
      </p:graphicFrame>
      <p:graphicFrame>
        <p:nvGraphicFramePr>
          <p:cNvPr id="618508" name="Object 12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18508" name="Equation" r:id="rId5" imgW="444240" imgH="520560" progId="Equation.3">
              <p:embed/>
            </p:oleObj>
          </a:graphicData>
        </a:graphic>
      </p:graphicFrame>
      <p:graphicFrame>
        <p:nvGraphicFramePr>
          <p:cNvPr id="618509" name="Object 13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18509" name="Equation" r:id="rId6" imgW="1714320" imgH="482400" progId="Equation.3">
              <p:embed/>
            </p:oleObj>
          </a:graphicData>
        </a:graphic>
      </p:graphicFrame>
      <p:graphicFrame>
        <p:nvGraphicFramePr>
          <p:cNvPr id="618510" name="Object 14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18510" name="Equation" r:id="rId7" imgW="1574800" imgH="469900" progId="Equation.3">
              <p:embed/>
            </p:oleObj>
          </a:graphicData>
        </a:graphic>
      </p:graphicFrame>
      <p:graphicFrame>
        <p:nvGraphicFramePr>
          <p:cNvPr id="618511" name="Object 15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18511" name="Equation" r:id="rId8" imgW="2387520" imgH="2539800" progId="Equation.3">
              <p:embed/>
            </p:oleObj>
          </a:graphicData>
        </a:graphic>
      </p:graphicFrame>
      <p:graphicFrame>
        <p:nvGraphicFramePr>
          <p:cNvPr id="618512" name="Object 16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18512" name="Equation" r:id="rId9" imgW="1638000" imgH="1168200" progId="Equation.3">
              <p:embed/>
            </p:oleObj>
          </a:graphicData>
        </a:graphic>
      </p:graphicFrame>
      <p:sp>
        <p:nvSpPr>
          <p:cNvPr id="618513" name="Freeform 17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8514" name="Text Box 18"/>
          <p:cNvSpPr txBox="1">
            <a:spLocks noChangeArrowheads="1"/>
          </p:cNvSpPr>
          <p:nvPr/>
        </p:nvSpPr>
        <p:spPr bwMode="auto">
          <a:xfrm>
            <a:off x="152400" y="914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18515" name="Line 19"/>
          <p:cNvSpPr>
            <a:spLocks noChangeShapeType="1"/>
          </p:cNvSpPr>
          <p:nvPr/>
        </p:nvSpPr>
        <p:spPr bwMode="auto">
          <a:xfrm flipV="1">
            <a:off x="12192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8516" name="Rectangle 20"/>
          <p:cNvSpPr>
            <a:spLocks noChangeArrowheads="1"/>
          </p:cNvSpPr>
          <p:nvPr/>
        </p:nvSpPr>
        <p:spPr bwMode="auto">
          <a:xfrm>
            <a:off x="7467600" y="1676400"/>
            <a:ext cx="914400" cy="1179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8517" name="Text Box 21"/>
          <p:cNvSpPr txBox="1">
            <a:spLocks noChangeArrowheads="1"/>
          </p:cNvSpPr>
          <p:nvPr/>
        </p:nvSpPr>
        <p:spPr bwMode="auto">
          <a:xfrm>
            <a:off x="7239000" y="3048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18518" name="Object 22"/>
          <p:cNvGraphicFramePr>
            <a:graphicFrameLocks noChangeAspect="1"/>
          </p:cNvGraphicFramePr>
          <p:nvPr/>
        </p:nvGraphicFramePr>
        <p:xfrm>
          <a:off x="7848600" y="2362200"/>
          <a:ext cx="228600" cy="419100"/>
        </p:xfrm>
        <a:graphic>
          <a:graphicData uri="http://schemas.openxmlformats.org/presentationml/2006/ole">
            <p:oleObj spid="_x0000_s618518" name="Equation" r:id="rId10" imgW="228600" imgH="419100" progId="Equation.3">
              <p:embed/>
            </p:oleObj>
          </a:graphicData>
        </a:graphic>
      </p:graphicFrame>
      <p:sp>
        <p:nvSpPr>
          <p:cNvPr id="618519" name="Rectangle 23"/>
          <p:cNvSpPr>
            <a:spLocks noChangeArrowheads="1"/>
          </p:cNvSpPr>
          <p:nvPr/>
        </p:nvSpPr>
        <p:spPr bwMode="auto">
          <a:xfrm>
            <a:off x="1524000" y="838200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8520" name="Line 24"/>
          <p:cNvSpPr>
            <a:spLocks noChangeShapeType="1"/>
          </p:cNvSpPr>
          <p:nvPr/>
        </p:nvSpPr>
        <p:spPr bwMode="auto">
          <a:xfrm>
            <a:off x="22098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8521" name="Line 25"/>
          <p:cNvSpPr>
            <a:spLocks noChangeShapeType="1"/>
          </p:cNvSpPr>
          <p:nvPr/>
        </p:nvSpPr>
        <p:spPr bwMode="auto">
          <a:xfrm>
            <a:off x="2895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8522" name="Line 26"/>
          <p:cNvSpPr>
            <a:spLocks noChangeShapeType="1"/>
          </p:cNvSpPr>
          <p:nvPr/>
        </p:nvSpPr>
        <p:spPr bwMode="auto">
          <a:xfrm>
            <a:off x="35814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8523" name="Object 27"/>
          <p:cNvGraphicFramePr>
            <a:graphicFrameLocks noChangeAspect="1"/>
          </p:cNvGraphicFramePr>
          <p:nvPr/>
        </p:nvGraphicFramePr>
        <p:xfrm>
          <a:off x="1752600" y="1143000"/>
          <a:ext cx="254000" cy="254000"/>
        </p:xfrm>
        <a:graphic>
          <a:graphicData uri="http://schemas.openxmlformats.org/presentationml/2006/ole">
            <p:oleObj spid="_x0000_s618523" name="Equation" r:id="rId11" imgW="254000" imgH="254000" progId="Equation.3">
              <p:embed/>
            </p:oleObj>
          </a:graphicData>
        </a:graphic>
      </p:graphicFrame>
      <p:graphicFrame>
        <p:nvGraphicFramePr>
          <p:cNvPr id="618524" name="Object 28"/>
          <p:cNvGraphicFramePr>
            <a:graphicFrameLocks noChangeAspect="1"/>
          </p:cNvGraphicFramePr>
          <p:nvPr/>
        </p:nvGraphicFramePr>
        <p:xfrm>
          <a:off x="3108325" y="1182688"/>
          <a:ext cx="254000" cy="254000"/>
        </p:xfrm>
        <a:graphic>
          <a:graphicData uri="http://schemas.openxmlformats.org/presentationml/2006/ole">
            <p:oleObj spid="_x0000_s618524" name="Equation" r:id="rId12" imgW="254000" imgH="254000" progId="Equation.3">
              <p:embed/>
            </p:oleObj>
          </a:graphicData>
        </a:graphic>
      </p:graphicFrame>
      <p:graphicFrame>
        <p:nvGraphicFramePr>
          <p:cNvPr id="618525" name="Object 29"/>
          <p:cNvGraphicFramePr>
            <a:graphicFrameLocks noChangeAspect="1"/>
          </p:cNvGraphicFramePr>
          <p:nvPr/>
        </p:nvGraphicFramePr>
        <p:xfrm>
          <a:off x="2422525" y="1106488"/>
          <a:ext cx="254000" cy="355600"/>
        </p:xfrm>
        <a:graphic>
          <a:graphicData uri="http://schemas.openxmlformats.org/presentationml/2006/ole">
            <p:oleObj spid="_x0000_s618525" name="Equation" r:id="rId13" imgW="254000" imgH="355600" progId="Equation.3">
              <p:embed/>
            </p:oleObj>
          </a:graphicData>
        </a:graphic>
      </p:graphicFrame>
      <p:graphicFrame>
        <p:nvGraphicFramePr>
          <p:cNvPr id="618527" name="Object 31"/>
          <p:cNvGraphicFramePr>
            <a:graphicFrameLocks noChangeAspect="1"/>
          </p:cNvGraphicFramePr>
          <p:nvPr/>
        </p:nvGraphicFramePr>
        <p:xfrm>
          <a:off x="3794125" y="1106488"/>
          <a:ext cx="254000" cy="355600"/>
        </p:xfrm>
        <a:graphic>
          <a:graphicData uri="http://schemas.openxmlformats.org/presentationml/2006/ole">
            <p:oleObj spid="_x0000_s618527" name="Equation" r:id="rId14" imgW="254000" imgH="355600" progId="Equation.3">
              <p:embed/>
            </p:oleObj>
          </a:graphicData>
        </a:graphic>
      </p:graphicFrame>
      <p:sp>
        <p:nvSpPr>
          <p:cNvPr id="618528" name="Oval 32"/>
          <p:cNvSpPr>
            <a:spLocks noChangeArrowheads="1"/>
          </p:cNvSpPr>
          <p:nvPr/>
        </p:nvSpPr>
        <p:spPr bwMode="auto">
          <a:xfrm>
            <a:off x="1600200" y="5715000"/>
            <a:ext cx="22098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8529" name="Line 33"/>
          <p:cNvSpPr>
            <a:spLocks noChangeShapeType="1"/>
          </p:cNvSpPr>
          <p:nvPr/>
        </p:nvSpPr>
        <p:spPr bwMode="auto">
          <a:xfrm>
            <a:off x="7467600" y="2286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8530" name="Object 34"/>
          <p:cNvGraphicFramePr>
            <a:graphicFrameLocks noChangeAspect="1"/>
          </p:cNvGraphicFramePr>
          <p:nvPr/>
        </p:nvGraphicFramePr>
        <p:xfrm>
          <a:off x="7848600" y="1752600"/>
          <a:ext cx="303213" cy="381000"/>
        </p:xfrm>
        <a:graphic>
          <a:graphicData uri="http://schemas.openxmlformats.org/presentationml/2006/ole">
            <p:oleObj spid="_x0000_s618530" name="Equation" r:id="rId15" imgW="304560" imgH="380880" progId="Equation.3">
              <p:embed/>
            </p:oleObj>
          </a:graphicData>
        </a:graphic>
      </p:graphicFrame>
      <p:sp>
        <p:nvSpPr>
          <p:cNvPr id="618531" name="Line 35"/>
          <p:cNvSpPr>
            <a:spLocks noChangeShapeType="1"/>
          </p:cNvSpPr>
          <p:nvPr/>
        </p:nvSpPr>
        <p:spPr bwMode="auto">
          <a:xfrm flipH="1">
            <a:off x="8382000" y="1981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18532" name="Text Box 36"/>
          <p:cNvSpPr txBox="1">
            <a:spLocks noChangeArrowheads="1"/>
          </p:cNvSpPr>
          <p:nvPr/>
        </p:nvSpPr>
        <p:spPr bwMode="auto">
          <a:xfrm>
            <a:off x="3048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0</a:t>
            </a:r>
          </a:p>
        </p:txBody>
      </p:sp>
      <p:sp>
        <p:nvSpPr>
          <p:cNvPr id="618534" name="Text Box 38"/>
          <p:cNvSpPr txBox="1">
            <a:spLocks noChangeArrowheads="1"/>
          </p:cNvSpPr>
          <p:nvPr/>
        </p:nvSpPr>
        <p:spPr bwMode="auto">
          <a:xfrm>
            <a:off x="0" y="0"/>
            <a:ext cx="227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Derivation:</a:t>
            </a:r>
          </a:p>
        </p:txBody>
      </p:sp>
      <p:sp>
        <p:nvSpPr>
          <p:cNvPr id="618535" name="Line 39"/>
          <p:cNvSpPr>
            <a:spLocks noChangeShapeType="1"/>
          </p:cNvSpPr>
          <p:nvPr/>
        </p:nvSpPr>
        <p:spPr bwMode="auto">
          <a:xfrm>
            <a:off x="0" y="533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18536" name="Object 40"/>
          <p:cNvGraphicFramePr>
            <a:graphicFrameLocks noChangeAspect="1"/>
          </p:cNvGraphicFramePr>
          <p:nvPr/>
        </p:nvGraphicFramePr>
        <p:xfrm>
          <a:off x="2514600" y="152400"/>
          <a:ext cx="279400" cy="341313"/>
        </p:xfrm>
        <a:graphic>
          <a:graphicData uri="http://schemas.openxmlformats.org/presentationml/2006/ole">
            <p:oleObj spid="_x0000_s618536" name="Equation" r:id="rId16" imgW="279360" imgH="342720" progId="Equation.3">
              <p:embed/>
            </p:oleObj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A5C25-C0E7-4935-B5BB-9173FC61FD8D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619522" name="Line 2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9523" name="Line 3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9524" name="Line 4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9525" name="Text Box 5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19526" name="Oval 6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9527" name="Oval 7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9528" name="Oval 8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19529" name="Object 9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19529" name="Equation" r:id="rId3" imgW="444500" imgH="469900" progId="Equation.3">
              <p:embed/>
            </p:oleObj>
          </a:graphicData>
        </a:graphic>
      </p:graphicFrame>
      <p:graphicFrame>
        <p:nvGraphicFramePr>
          <p:cNvPr id="619530" name="Object 10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19530" name="Equation" r:id="rId4" imgW="444240" imgH="520560" progId="Equation.3">
              <p:embed/>
            </p:oleObj>
          </a:graphicData>
        </a:graphic>
      </p:graphicFrame>
      <p:graphicFrame>
        <p:nvGraphicFramePr>
          <p:cNvPr id="619531" name="Object 11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19531" name="Equation" r:id="rId5" imgW="1714320" imgH="482400" progId="Equation.3">
              <p:embed/>
            </p:oleObj>
          </a:graphicData>
        </a:graphic>
      </p:graphicFrame>
      <p:graphicFrame>
        <p:nvGraphicFramePr>
          <p:cNvPr id="619532" name="Object 12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19532" name="Equation" r:id="rId6" imgW="1574800" imgH="469900" progId="Equation.3">
              <p:embed/>
            </p:oleObj>
          </a:graphicData>
        </a:graphic>
      </p:graphicFrame>
      <p:graphicFrame>
        <p:nvGraphicFramePr>
          <p:cNvPr id="619533" name="Object 13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19533" name="Equation" r:id="rId7" imgW="2387520" imgH="2539800" progId="Equation.3">
              <p:embed/>
            </p:oleObj>
          </a:graphicData>
        </a:graphic>
      </p:graphicFrame>
      <p:graphicFrame>
        <p:nvGraphicFramePr>
          <p:cNvPr id="619534" name="Object 14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19534" name="Equation" r:id="rId8" imgW="1638000" imgH="1168200" progId="Equation.3">
              <p:embed/>
            </p:oleObj>
          </a:graphicData>
        </a:graphic>
      </p:graphicFrame>
      <p:sp>
        <p:nvSpPr>
          <p:cNvPr id="619535" name="Freeform 15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9536" name="Text Box 16"/>
          <p:cNvSpPr txBox="1">
            <a:spLocks noChangeArrowheads="1"/>
          </p:cNvSpPr>
          <p:nvPr/>
        </p:nvSpPr>
        <p:spPr bwMode="auto">
          <a:xfrm>
            <a:off x="152400" y="914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19537" name="Line 17"/>
          <p:cNvSpPr>
            <a:spLocks noChangeShapeType="1"/>
          </p:cNvSpPr>
          <p:nvPr/>
        </p:nvSpPr>
        <p:spPr bwMode="auto">
          <a:xfrm flipV="1">
            <a:off x="12192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9538" name="Rectangle 18"/>
          <p:cNvSpPr>
            <a:spLocks noChangeArrowheads="1"/>
          </p:cNvSpPr>
          <p:nvPr/>
        </p:nvSpPr>
        <p:spPr bwMode="auto">
          <a:xfrm>
            <a:off x="7467600" y="152400"/>
            <a:ext cx="914400" cy="2703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9539" name="Text Box 19"/>
          <p:cNvSpPr txBox="1">
            <a:spLocks noChangeArrowheads="1"/>
          </p:cNvSpPr>
          <p:nvPr/>
        </p:nvSpPr>
        <p:spPr bwMode="auto">
          <a:xfrm>
            <a:off x="7239000" y="3048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19540" name="Object 20"/>
          <p:cNvGraphicFramePr>
            <a:graphicFrameLocks noChangeAspect="1"/>
          </p:cNvGraphicFramePr>
          <p:nvPr/>
        </p:nvGraphicFramePr>
        <p:xfrm>
          <a:off x="7848600" y="2362200"/>
          <a:ext cx="228600" cy="419100"/>
        </p:xfrm>
        <a:graphic>
          <a:graphicData uri="http://schemas.openxmlformats.org/presentationml/2006/ole">
            <p:oleObj spid="_x0000_s619540" name="Equation" r:id="rId9" imgW="228600" imgH="419100" progId="Equation.3">
              <p:embed/>
            </p:oleObj>
          </a:graphicData>
        </a:graphic>
      </p:graphicFrame>
      <p:sp>
        <p:nvSpPr>
          <p:cNvPr id="619541" name="Rectangle 21"/>
          <p:cNvSpPr>
            <a:spLocks noChangeArrowheads="1"/>
          </p:cNvSpPr>
          <p:nvPr/>
        </p:nvSpPr>
        <p:spPr bwMode="auto">
          <a:xfrm>
            <a:off x="1524000" y="838200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9542" name="Line 22"/>
          <p:cNvSpPr>
            <a:spLocks noChangeShapeType="1"/>
          </p:cNvSpPr>
          <p:nvPr/>
        </p:nvSpPr>
        <p:spPr bwMode="auto">
          <a:xfrm>
            <a:off x="22098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9543" name="Line 23"/>
          <p:cNvSpPr>
            <a:spLocks noChangeShapeType="1"/>
          </p:cNvSpPr>
          <p:nvPr/>
        </p:nvSpPr>
        <p:spPr bwMode="auto">
          <a:xfrm>
            <a:off x="2895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9544" name="Line 24"/>
          <p:cNvSpPr>
            <a:spLocks noChangeShapeType="1"/>
          </p:cNvSpPr>
          <p:nvPr/>
        </p:nvSpPr>
        <p:spPr bwMode="auto">
          <a:xfrm>
            <a:off x="35814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9545" name="Object 25"/>
          <p:cNvGraphicFramePr>
            <a:graphicFrameLocks noChangeAspect="1"/>
          </p:cNvGraphicFramePr>
          <p:nvPr/>
        </p:nvGraphicFramePr>
        <p:xfrm>
          <a:off x="1752600" y="1143000"/>
          <a:ext cx="254000" cy="254000"/>
        </p:xfrm>
        <a:graphic>
          <a:graphicData uri="http://schemas.openxmlformats.org/presentationml/2006/ole">
            <p:oleObj spid="_x0000_s619545" name="Equation" r:id="rId10" imgW="254000" imgH="254000" progId="Equation.3">
              <p:embed/>
            </p:oleObj>
          </a:graphicData>
        </a:graphic>
      </p:graphicFrame>
      <p:graphicFrame>
        <p:nvGraphicFramePr>
          <p:cNvPr id="619546" name="Object 26"/>
          <p:cNvGraphicFramePr>
            <a:graphicFrameLocks noChangeAspect="1"/>
          </p:cNvGraphicFramePr>
          <p:nvPr/>
        </p:nvGraphicFramePr>
        <p:xfrm>
          <a:off x="3108325" y="1182688"/>
          <a:ext cx="254000" cy="254000"/>
        </p:xfrm>
        <a:graphic>
          <a:graphicData uri="http://schemas.openxmlformats.org/presentationml/2006/ole">
            <p:oleObj spid="_x0000_s619546" name="Equation" r:id="rId11" imgW="254000" imgH="254000" progId="Equation.3">
              <p:embed/>
            </p:oleObj>
          </a:graphicData>
        </a:graphic>
      </p:graphicFrame>
      <p:graphicFrame>
        <p:nvGraphicFramePr>
          <p:cNvPr id="619547" name="Object 27"/>
          <p:cNvGraphicFramePr>
            <a:graphicFrameLocks noChangeAspect="1"/>
          </p:cNvGraphicFramePr>
          <p:nvPr/>
        </p:nvGraphicFramePr>
        <p:xfrm>
          <a:off x="2422525" y="1106488"/>
          <a:ext cx="254000" cy="355600"/>
        </p:xfrm>
        <a:graphic>
          <a:graphicData uri="http://schemas.openxmlformats.org/presentationml/2006/ole">
            <p:oleObj spid="_x0000_s619547" name="Equation" r:id="rId12" imgW="254000" imgH="355600" progId="Equation.3">
              <p:embed/>
            </p:oleObj>
          </a:graphicData>
        </a:graphic>
      </p:graphicFrame>
      <p:graphicFrame>
        <p:nvGraphicFramePr>
          <p:cNvPr id="619549" name="Object 29"/>
          <p:cNvGraphicFramePr>
            <a:graphicFrameLocks noChangeAspect="1"/>
          </p:cNvGraphicFramePr>
          <p:nvPr/>
        </p:nvGraphicFramePr>
        <p:xfrm>
          <a:off x="3794125" y="1106488"/>
          <a:ext cx="254000" cy="355600"/>
        </p:xfrm>
        <a:graphic>
          <a:graphicData uri="http://schemas.openxmlformats.org/presentationml/2006/ole">
            <p:oleObj spid="_x0000_s619549" name="Equation" r:id="rId13" imgW="254000" imgH="355600" progId="Equation.3">
              <p:embed/>
            </p:oleObj>
          </a:graphicData>
        </a:graphic>
      </p:graphicFrame>
      <p:sp>
        <p:nvSpPr>
          <p:cNvPr id="619550" name="Oval 30"/>
          <p:cNvSpPr>
            <a:spLocks noChangeArrowheads="1"/>
          </p:cNvSpPr>
          <p:nvPr/>
        </p:nvSpPr>
        <p:spPr bwMode="auto">
          <a:xfrm>
            <a:off x="2438400" y="2209800"/>
            <a:ext cx="28956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19551" name="Line 31"/>
          <p:cNvSpPr>
            <a:spLocks noChangeShapeType="1"/>
          </p:cNvSpPr>
          <p:nvPr/>
        </p:nvSpPr>
        <p:spPr bwMode="auto">
          <a:xfrm>
            <a:off x="7467600" y="2286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9552" name="Line 32"/>
          <p:cNvSpPr>
            <a:spLocks noChangeShapeType="1"/>
          </p:cNvSpPr>
          <p:nvPr/>
        </p:nvSpPr>
        <p:spPr bwMode="auto">
          <a:xfrm>
            <a:off x="7467600" y="1752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9553" name="Line 33"/>
          <p:cNvSpPr>
            <a:spLocks noChangeShapeType="1"/>
          </p:cNvSpPr>
          <p:nvPr/>
        </p:nvSpPr>
        <p:spPr bwMode="auto">
          <a:xfrm>
            <a:off x="7467600" y="121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19554" name="Line 34"/>
          <p:cNvSpPr>
            <a:spLocks noChangeShapeType="1"/>
          </p:cNvSpPr>
          <p:nvPr/>
        </p:nvSpPr>
        <p:spPr bwMode="auto">
          <a:xfrm>
            <a:off x="7467600" y="685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19555" name="Object 35"/>
          <p:cNvGraphicFramePr>
            <a:graphicFrameLocks noChangeAspect="1"/>
          </p:cNvGraphicFramePr>
          <p:nvPr/>
        </p:nvGraphicFramePr>
        <p:xfrm>
          <a:off x="7772400" y="304800"/>
          <a:ext cx="254000" cy="254000"/>
        </p:xfrm>
        <a:graphic>
          <a:graphicData uri="http://schemas.openxmlformats.org/presentationml/2006/ole">
            <p:oleObj spid="_x0000_s619555" name="Equation" r:id="rId14" imgW="254000" imgH="254000" progId="Equation.3">
              <p:embed/>
            </p:oleObj>
          </a:graphicData>
        </a:graphic>
      </p:graphicFrame>
      <p:graphicFrame>
        <p:nvGraphicFramePr>
          <p:cNvPr id="619556" name="Object 36"/>
          <p:cNvGraphicFramePr>
            <a:graphicFrameLocks noChangeAspect="1"/>
          </p:cNvGraphicFramePr>
          <p:nvPr/>
        </p:nvGraphicFramePr>
        <p:xfrm>
          <a:off x="7772400" y="1828800"/>
          <a:ext cx="254000" cy="355600"/>
        </p:xfrm>
        <a:graphic>
          <a:graphicData uri="http://schemas.openxmlformats.org/presentationml/2006/ole">
            <p:oleObj spid="_x0000_s619556" name="Equation" r:id="rId15" imgW="254000" imgH="355600" progId="Equation.3">
              <p:embed/>
            </p:oleObj>
          </a:graphicData>
        </a:graphic>
      </p:graphicFrame>
      <p:graphicFrame>
        <p:nvGraphicFramePr>
          <p:cNvPr id="619557" name="Object 37"/>
          <p:cNvGraphicFramePr>
            <a:graphicFrameLocks noChangeAspect="1"/>
          </p:cNvGraphicFramePr>
          <p:nvPr/>
        </p:nvGraphicFramePr>
        <p:xfrm>
          <a:off x="7772400" y="762000"/>
          <a:ext cx="303213" cy="381000"/>
        </p:xfrm>
        <a:graphic>
          <a:graphicData uri="http://schemas.openxmlformats.org/presentationml/2006/ole">
            <p:oleObj spid="_x0000_s619557" name="Equation" r:id="rId16" imgW="304560" imgH="380880" progId="Equation.3">
              <p:embed/>
            </p:oleObj>
          </a:graphicData>
        </a:graphic>
      </p:graphicFrame>
      <p:graphicFrame>
        <p:nvGraphicFramePr>
          <p:cNvPr id="619558" name="Object 38"/>
          <p:cNvGraphicFramePr>
            <a:graphicFrameLocks noChangeAspect="1"/>
          </p:cNvGraphicFramePr>
          <p:nvPr/>
        </p:nvGraphicFramePr>
        <p:xfrm>
          <a:off x="7772400" y="1295400"/>
          <a:ext cx="315913" cy="368300"/>
        </p:xfrm>
        <a:graphic>
          <a:graphicData uri="http://schemas.openxmlformats.org/presentationml/2006/ole">
            <p:oleObj spid="_x0000_s619558" name="Equation" r:id="rId17" imgW="317160" imgH="368280" progId="Equation.3">
              <p:embed/>
            </p:oleObj>
          </a:graphicData>
        </a:graphic>
      </p:graphicFrame>
      <p:sp>
        <p:nvSpPr>
          <p:cNvPr id="619559" name="Oval 39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19560" name="Object 40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19560" name="Equation" r:id="rId18" imgW="381000" imgH="457200" progId="Equation.3">
              <p:embed/>
            </p:oleObj>
          </a:graphicData>
        </a:graphic>
      </p:graphicFrame>
      <p:sp>
        <p:nvSpPr>
          <p:cNvPr id="619561" name="Line 41"/>
          <p:cNvSpPr>
            <a:spLocks noChangeShapeType="1"/>
          </p:cNvSpPr>
          <p:nvPr/>
        </p:nvSpPr>
        <p:spPr bwMode="auto">
          <a:xfrm flipH="1">
            <a:off x="8382000" y="457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19562" name="Text Box 42"/>
          <p:cNvSpPr txBox="1">
            <a:spLocks noChangeArrowheads="1"/>
          </p:cNvSpPr>
          <p:nvPr/>
        </p:nvSpPr>
        <p:spPr bwMode="auto">
          <a:xfrm>
            <a:off x="304800" y="2667000"/>
            <a:ext cx="14176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1</a:t>
            </a:r>
          </a:p>
        </p:txBody>
      </p:sp>
      <p:sp>
        <p:nvSpPr>
          <p:cNvPr id="619563" name="Text Box 43"/>
          <p:cNvSpPr txBox="1">
            <a:spLocks noChangeArrowheads="1"/>
          </p:cNvSpPr>
          <p:nvPr/>
        </p:nvSpPr>
        <p:spPr bwMode="auto">
          <a:xfrm>
            <a:off x="0" y="0"/>
            <a:ext cx="227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Derivation:</a:t>
            </a:r>
          </a:p>
        </p:txBody>
      </p:sp>
      <p:sp>
        <p:nvSpPr>
          <p:cNvPr id="619564" name="Line 44"/>
          <p:cNvSpPr>
            <a:spLocks noChangeShapeType="1"/>
          </p:cNvSpPr>
          <p:nvPr/>
        </p:nvSpPr>
        <p:spPr bwMode="auto">
          <a:xfrm>
            <a:off x="0" y="533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19566" name="Object 46"/>
          <p:cNvGraphicFramePr>
            <a:graphicFrameLocks noChangeAspect="1"/>
          </p:cNvGraphicFramePr>
          <p:nvPr/>
        </p:nvGraphicFramePr>
        <p:xfrm>
          <a:off x="2286000" y="152400"/>
          <a:ext cx="1689100" cy="354013"/>
        </p:xfrm>
        <a:graphic>
          <a:graphicData uri="http://schemas.openxmlformats.org/presentationml/2006/ole">
            <p:oleObj spid="_x0000_s619566" name="Equation" r:id="rId19" imgW="1688760" imgH="355320" progId="Equation.3">
              <p:embed/>
            </p:oleObj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F7BFA0-6540-412F-9DFE-768A92AABD4A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620546" name="Line 2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0547" name="Line 3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0548" name="Line 4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0549" name="Text Box 5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20550" name="Oval 6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0551" name="Oval 7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0552" name="Oval 8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0553" name="Object 9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20553" name="Equation" r:id="rId3" imgW="444500" imgH="469900" progId="Equation.3">
              <p:embed/>
            </p:oleObj>
          </a:graphicData>
        </a:graphic>
      </p:graphicFrame>
      <p:graphicFrame>
        <p:nvGraphicFramePr>
          <p:cNvPr id="620554" name="Object 10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20554" name="Equation" r:id="rId4" imgW="444240" imgH="520560" progId="Equation.3">
              <p:embed/>
            </p:oleObj>
          </a:graphicData>
        </a:graphic>
      </p:graphicFrame>
      <p:graphicFrame>
        <p:nvGraphicFramePr>
          <p:cNvPr id="620555" name="Object 11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20555" name="Equation" r:id="rId5" imgW="1714320" imgH="482400" progId="Equation.3">
              <p:embed/>
            </p:oleObj>
          </a:graphicData>
        </a:graphic>
      </p:graphicFrame>
      <p:graphicFrame>
        <p:nvGraphicFramePr>
          <p:cNvPr id="620556" name="Object 12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20556" name="Equation" r:id="rId6" imgW="1574800" imgH="469900" progId="Equation.3">
              <p:embed/>
            </p:oleObj>
          </a:graphicData>
        </a:graphic>
      </p:graphicFrame>
      <p:graphicFrame>
        <p:nvGraphicFramePr>
          <p:cNvPr id="620557" name="Object 13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20557" name="Equation" r:id="rId7" imgW="2387520" imgH="2539800" progId="Equation.3">
              <p:embed/>
            </p:oleObj>
          </a:graphicData>
        </a:graphic>
      </p:graphicFrame>
      <p:graphicFrame>
        <p:nvGraphicFramePr>
          <p:cNvPr id="620558" name="Object 14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20558" name="Equation" r:id="rId8" imgW="1638000" imgH="1168200" progId="Equation.3">
              <p:embed/>
            </p:oleObj>
          </a:graphicData>
        </a:graphic>
      </p:graphicFrame>
      <p:sp>
        <p:nvSpPr>
          <p:cNvPr id="620559" name="Freeform 15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0560" name="Text Box 16"/>
          <p:cNvSpPr txBox="1">
            <a:spLocks noChangeArrowheads="1"/>
          </p:cNvSpPr>
          <p:nvPr/>
        </p:nvSpPr>
        <p:spPr bwMode="auto">
          <a:xfrm>
            <a:off x="152400" y="914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20561" name="Line 17"/>
          <p:cNvSpPr>
            <a:spLocks noChangeShapeType="1"/>
          </p:cNvSpPr>
          <p:nvPr/>
        </p:nvSpPr>
        <p:spPr bwMode="auto">
          <a:xfrm flipV="1">
            <a:off x="18288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0562" name="Rectangle 18"/>
          <p:cNvSpPr>
            <a:spLocks noChangeArrowheads="1"/>
          </p:cNvSpPr>
          <p:nvPr/>
        </p:nvSpPr>
        <p:spPr bwMode="auto">
          <a:xfrm>
            <a:off x="7467600" y="152400"/>
            <a:ext cx="914400" cy="27035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0563" name="Text Box 19"/>
          <p:cNvSpPr txBox="1">
            <a:spLocks noChangeArrowheads="1"/>
          </p:cNvSpPr>
          <p:nvPr/>
        </p:nvSpPr>
        <p:spPr bwMode="auto">
          <a:xfrm>
            <a:off x="7239000" y="3048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20564" name="Object 20"/>
          <p:cNvGraphicFramePr>
            <a:graphicFrameLocks noChangeAspect="1"/>
          </p:cNvGraphicFramePr>
          <p:nvPr/>
        </p:nvGraphicFramePr>
        <p:xfrm>
          <a:off x="7848600" y="2362200"/>
          <a:ext cx="228600" cy="419100"/>
        </p:xfrm>
        <a:graphic>
          <a:graphicData uri="http://schemas.openxmlformats.org/presentationml/2006/ole">
            <p:oleObj spid="_x0000_s620564" name="Equation" r:id="rId9" imgW="228600" imgH="419100" progId="Equation.3">
              <p:embed/>
            </p:oleObj>
          </a:graphicData>
        </a:graphic>
      </p:graphicFrame>
      <p:sp>
        <p:nvSpPr>
          <p:cNvPr id="620565" name="Rectangle 21"/>
          <p:cNvSpPr>
            <a:spLocks noChangeArrowheads="1"/>
          </p:cNvSpPr>
          <p:nvPr/>
        </p:nvSpPr>
        <p:spPr bwMode="auto">
          <a:xfrm>
            <a:off x="1524000" y="838200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0566" name="Line 22"/>
          <p:cNvSpPr>
            <a:spLocks noChangeShapeType="1"/>
          </p:cNvSpPr>
          <p:nvPr/>
        </p:nvSpPr>
        <p:spPr bwMode="auto">
          <a:xfrm>
            <a:off x="22098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0567" name="Line 23"/>
          <p:cNvSpPr>
            <a:spLocks noChangeShapeType="1"/>
          </p:cNvSpPr>
          <p:nvPr/>
        </p:nvSpPr>
        <p:spPr bwMode="auto">
          <a:xfrm>
            <a:off x="2895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0568" name="Line 24"/>
          <p:cNvSpPr>
            <a:spLocks noChangeShapeType="1"/>
          </p:cNvSpPr>
          <p:nvPr/>
        </p:nvSpPr>
        <p:spPr bwMode="auto">
          <a:xfrm>
            <a:off x="35814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0569" name="Object 25"/>
          <p:cNvGraphicFramePr>
            <a:graphicFrameLocks noChangeAspect="1"/>
          </p:cNvGraphicFramePr>
          <p:nvPr/>
        </p:nvGraphicFramePr>
        <p:xfrm>
          <a:off x="1752600" y="1143000"/>
          <a:ext cx="254000" cy="254000"/>
        </p:xfrm>
        <a:graphic>
          <a:graphicData uri="http://schemas.openxmlformats.org/presentationml/2006/ole">
            <p:oleObj spid="_x0000_s620569" name="Equation" r:id="rId10" imgW="254000" imgH="254000" progId="Equation.3">
              <p:embed/>
            </p:oleObj>
          </a:graphicData>
        </a:graphic>
      </p:graphicFrame>
      <p:graphicFrame>
        <p:nvGraphicFramePr>
          <p:cNvPr id="620570" name="Object 26"/>
          <p:cNvGraphicFramePr>
            <a:graphicFrameLocks noChangeAspect="1"/>
          </p:cNvGraphicFramePr>
          <p:nvPr/>
        </p:nvGraphicFramePr>
        <p:xfrm>
          <a:off x="3108325" y="1182688"/>
          <a:ext cx="254000" cy="254000"/>
        </p:xfrm>
        <a:graphic>
          <a:graphicData uri="http://schemas.openxmlformats.org/presentationml/2006/ole">
            <p:oleObj spid="_x0000_s620570" name="Equation" r:id="rId11" imgW="254000" imgH="254000" progId="Equation.3">
              <p:embed/>
            </p:oleObj>
          </a:graphicData>
        </a:graphic>
      </p:graphicFrame>
      <p:graphicFrame>
        <p:nvGraphicFramePr>
          <p:cNvPr id="620571" name="Object 27"/>
          <p:cNvGraphicFramePr>
            <a:graphicFrameLocks noChangeAspect="1"/>
          </p:cNvGraphicFramePr>
          <p:nvPr/>
        </p:nvGraphicFramePr>
        <p:xfrm>
          <a:off x="2422525" y="1106488"/>
          <a:ext cx="254000" cy="355600"/>
        </p:xfrm>
        <a:graphic>
          <a:graphicData uri="http://schemas.openxmlformats.org/presentationml/2006/ole">
            <p:oleObj spid="_x0000_s620571" name="Equation" r:id="rId12" imgW="254000" imgH="355600" progId="Equation.3">
              <p:embed/>
            </p:oleObj>
          </a:graphicData>
        </a:graphic>
      </p:graphicFrame>
      <p:graphicFrame>
        <p:nvGraphicFramePr>
          <p:cNvPr id="620573" name="Object 29"/>
          <p:cNvGraphicFramePr>
            <a:graphicFrameLocks noChangeAspect="1"/>
          </p:cNvGraphicFramePr>
          <p:nvPr/>
        </p:nvGraphicFramePr>
        <p:xfrm>
          <a:off x="3794125" y="1106488"/>
          <a:ext cx="254000" cy="355600"/>
        </p:xfrm>
        <a:graphic>
          <a:graphicData uri="http://schemas.openxmlformats.org/presentationml/2006/ole">
            <p:oleObj spid="_x0000_s620573" name="Equation" r:id="rId13" imgW="254000" imgH="355600" progId="Equation.3">
              <p:embed/>
            </p:oleObj>
          </a:graphicData>
        </a:graphic>
      </p:graphicFrame>
      <p:sp>
        <p:nvSpPr>
          <p:cNvPr id="620574" name="Oval 30"/>
          <p:cNvSpPr>
            <a:spLocks noChangeArrowheads="1"/>
          </p:cNvSpPr>
          <p:nvPr/>
        </p:nvSpPr>
        <p:spPr bwMode="auto">
          <a:xfrm>
            <a:off x="5029200" y="3657600"/>
            <a:ext cx="21336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0575" name="Line 31"/>
          <p:cNvSpPr>
            <a:spLocks noChangeShapeType="1"/>
          </p:cNvSpPr>
          <p:nvPr/>
        </p:nvSpPr>
        <p:spPr bwMode="auto">
          <a:xfrm>
            <a:off x="7467600" y="2286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0576" name="Line 32"/>
          <p:cNvSpPr>
            <a:spLocks noChangeShapeType="1"/>
          </p:cNvSpPr>
          <p:nvPr/>
        </p:nvSpPr>
        <p:spPr bwMode="auto">
          <a:xfrm>
            <a:off x="7467600" y="1752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0577" name="Line 33"/>
          <p:cNvSpPr>
            <a:spLocks noChangeShapeType="1"/>
          </p:cNvSpPr>
          <p:nvPr/>
        </p:nvSpPr>
        <p:spPr bwMode="auto">
          <a:xfrm>
            <a:off x="7467600" y="121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0578" name="Line 34"/>
          <p:cNvSpPr>
            <a:spLocks noChangeShapeType="1"/>
          </p:cNvSpPr>
          <p:nvPr/>
        </p:nvSpPr>
        <p:spPr bwMode="auto">
          <a:xfrm>
            <a:off x="7467600" y="6858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0579" name="Object 35"/>
          <p:cNvGraphicFramePr>
            <a:graphicFrameLocks noChangeAspect="1"/>
          </p:cNvGraphicFramePr>
          <p:nvPr/>
        </p:nvGraphicFramePr>
        <p:xfrm>
          <a:off x="7772400" y="304800"/>
          <a:ext cx="254000" cy="254000"/>
        </p:xfrm>
        <a:graphic>
          <a:graphicData uri="http://schemas.openxmlformats.org/presentationml/2006/ole">
            <p:oleObj spid="_x0000_s620579" name="Equation" r:id="rId14" imgW="254000" imgH="254000" progId="Equation.3">
              <p:embed/>
            </p:oleObj>
          </a:graphicData>
        </a:graphic>
      </p:graphicFrame>
      <p:graphicFrame>
        <p:nvGraphicFramePr>
          <p:cNvPr id="620580" name="Object 36"/>
          <p:cNvGraphicFramePr>
            <a:graphicFrameLocks noChangeAspect="1"/>
          </p:cNvGraphicFramePr>
          <p:nvPr/>
        </p:nvGraphicFramePr>
        <p:xfrm>
          <a:off x="7772400" y="1828800"/>
          <a:ext cx="254000" cy="355600"/>
        </p:xfrm>
        <a:graphic>
          <a:graphicData uri="http://schemas.openxmlformats.org/presentationml/2006/ole">
            <p:oleObj spid="_x0000_s620580" name="Equation" r:id="rId15" imgW="254000" imgH="355600" progId="Equation.3">
              <p:embed/>
            </p:oleObj>
          </a:graphicData>
        </a:graphic>
      </p:graphicFrame>
      <p:graphicFrame>
        <p:nvGraphicFramePr>
          <p:cNvPr id="620581" name="Object 37"/>
          <p:cNvGraphicFramePr>
            <a:graphicFrameLocks noChangeAspect="1"/>
          </p:cNvGraphicFramePr>
          <p:nvPr/>
        </p:nvGraphicFramePr>
        <p:xfrm>
          <a:off x="7772400" y="762000"/>
          <a:ext cx="303213" cy="381000"/>
        </p:xfrm>
        <a:graphic>
          <a:graphicData uri="http://schemas.openxmlformats.org/presentationml/2006/ole">
            <p:oleObj spid="_x0000_s620581" name="Equation" r:id="rId16" imgW="304560" imgH="380880" progId="Equation.3">
              <p:embed/>
            </p:oleObj>
          </a:graphicData>
        </a:graphic>
      </p:graphicFrame>
      <p:graphicFrame>
        <p:nvGraphicFramePr>
          <p:cNvPr id="620582" name="Object 38"/>
          <p:cNvGraphicFramePr>
            <a:graphicFrameLocks noChangeAspect="1"/>
          </p:cNvGraphicFramePr>
          <p:nvPr/>
        </p:nvGraphicFramePr>
        <p:xfrm>
          <a:off x="7772400" y="1295400"/>
          <a:ext cx="315913" cy="368300"/>
        </p:xfrm>
        <a:graphic>
          <a:graphicData uri="http://schemas.openxmlformats.org/presentationml/2006/ole">
            <p:oleObj spid="_x0000_s620582" name="Equation" r:id="rId17" imgW="317160" imgH="368280" progId="Equation.3">
              <p:embed/>
            </p:oleObj>
          </a:graphicData>
        </a:graphic>
      </p:graphicFrame>
      <p:sp>
        <p:nvSpPr>
          <p:cNvPr id="620583" name="Line 39"/>
          <p:cNvSpPr>
            <a:spLocks noChangeShapeType="1"/>
          </p:cNvSpPr>
          <p:nvPr/>
        </p:nvSpPr>
        <p:spPr bwMode="auto">
          <a:xfrm>
            <a:off x="7467600" y="1524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0584" name="Line 40"/>
          <p:cNvSpPr>
            <a:spLocks noChangeShapeType="1"/>
          </p:cNvSpPr>
          <p:nvPr/>
        </p:nvSpPr>
        <p:spPr bwMode="auto">
          <a:xfrm flipV="1">
            <a:off x="7467600" y="1524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0585" name="Oval 41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0586" name="Object 42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20586" name="Equation" r:id="rId18" imgW="381000" imgH="457200" progId="Equation.3">
              <p:embed/>
            </p:oleObj>
          </a:graphicData>
        </a:graphic>
      </p:graphicFrame>
      <p:sp>
        <p:nvSpPr>
          <p:cNvPr id="620587" name="Line 43"/>
          <p:cNvSpPr>
            <a:spLocks noChangeShapeType="1"/>
          </p:cNvSpPr>
          <p:nvPr/>
        </p:nvSpPr>
        <p:spPr bwMode="auto">
          <a:xfrm flipH="1">
            <a:off x="8382000" y="990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20588" name="Text Box 44"/>
          <p:cNvSpPr txBox="1">
            <a:spLocks noChangeArrowheads="1"/>
          </p:cNvSpPr>
          <p:nvPr/>
        </p:nvSpPr>
        <p:spPr bwMode="auto">
          <a:xfrm>
            <a:off x="3048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2</a:t>
            </a:r>
          </a:p>
        </p:txBody>
      </p:sp>
      <p:sp>
        <p:nvSpPr>
          <p:cNvPr id="620589" name="Line 45"/>
          <p:cNvSpPr>
            <a:spLocks noChangeShapeType="1"/>
          </p:cNvSpPr>
          <p:nvPr/>
        </p:nvSpPr>
        <p:spPr bwMode="auto">
          <a:xfrm>
            <a:off x="0" y="533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20590" name="Object 46"/>
          <p:cNvGraphicFramePr>
            <a:graphicFrameLocks noChangeAspect="1"/>
          </p:cNvGraphicFramePr>
          <p:nvPr/>
        </p:nvGraphicFramePr>
        <p:xfrm>
          <a:off x="2286000" y="152400"/>
          <a:ext cx="1689100" cy="354013"/>
        </p:xfrm>
        <a:graphic>
          <a:graphicData uri="http://schemas.openxmlformats.org/presentationml/2006/ole">
            <p:oleObj spid="_x0000_s620590" name="Equation" r:id="rId19" imgW="1688760" imgH="355320" progId="Equation.3">
              <p:embed/>
            </p:oleObj>
          </a:graphicData>
        </a:graphic>
      </p:graphicFrame>
      <p:sp>
        <p:nvSpPr>
          <p:cNvPr id="620591" name="Text Box 47"/>
          <p:cNvSpPr txBox="1">
            <a:spLocks noChangeArrowheads="1"/>
          </p:cNvSpPr>
          <p:nvPr/>
        </p:nvSpPr>
        <p:spPr bwMode="auto">
          <a:xfrm>
            <a:off x="0" y="0"/>
            <a:ext cx="227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BEC80-2DFB-465A-AB65-E01D7D2DEB2E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621570" name="Line 2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1571" name="Line 3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1572" name="Line 4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1573" name="Text Box 5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21574" name="Oval 6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1575" name="Oval 7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1576" name="Oval 8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1577" name="Object 9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21577" name="Equation" r:id="rId3" imgW="444500" imgH="469900" progId="Equation.3">
              <p:embed/>
            </p:oleObj>
          </a:graphicData>
        </a:graphic>
      </p:graphicFrame>
      <p:graphicFrame>
        <p:nvGraphicFramePr>
          <p:cNvPr id="621578" name="Object 10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21578" name="Equation" r:id="rId4" imgW="444240" imgH="520560" progId="Equation.3">
              <p:embed/>
            </p:oleObj>
          </a:graphicData>
        </a:graphic>
      </p:graphicFrame>
      <p:graphicFrame>
        <p:nvGraphicFramePr>
          <p:cNvPr id="621579" name="Object 11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21579" name="Equation" r:id="rId5" imgW="1714320" imgH="482400" progId="Equation.3">
              <p:embed/>
            </p:oleObj>
          </a:graphicData>
        </a:graphic>
      </p:graphicFrame>
      <p:graphicFrame>
        <p:nvGraphicFramePr>
          <p:cNvPr id="621580" name="Object 12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21580" name="Equation" r:id="rId6" imgW="1574800" imgH="469900" progId="Equation.3">
              <p:embed/>
            </p:oleObj>
          </a:graphicData>
        </a:graphic>
      </p:graphicFrame>
      <p:graphicFrame>
        <p:nvGraphicFramePr>
          <p:cNvPr id="621581" name="Object 13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21581" name="Equation" r:id="rId7" imgW="2387520" imgH="2539800" progId="Equation.3">
              <p:embed/>
            </p:oleObj>
          </a:graphicData>
        </a:graphic>
      </p:graphicFrame>
      <p:graphicFrame>
        <p:nvGraphicFramePr>
          <p:cNvPr id="621582" name="Object 14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21582" name="Equation" r:id="rId8" imgW="1638000" imgH="1168200" progId="Equation.3">
              <p:embed/>
            </p:oleObj>
          </a:graphicData>
        </a:graphic>
      </p:graphicFrame>
      <p:sp>
        <p:nvSpPr>
          <p:cNvPr id="621583" name="Freeform 15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1584" name="Text Box 16"/>
          <p:cNvSpPr txBox="1">
            <a:spLocks noChangeArrowheads="1"/>
          </p:cNvSpPr>
          <p:nvPr/>
        </p:nvSpPr>
        <p:spPr bwMode="auto">
          <a:xfrm>
            <a:off x="152400" y="914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21585" name="Line 17"/>
          <p:cNvSpPr>
            <a:spLocks noChangeShapeType="1"/>
          </p:cNvSpPr>
          <p:nvPr/>
        </p:nvSpPr>
        <p:spPr bwMode="auto">
          <a:xfrm flipV="1">
            <a:off x="18288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1586" name="Rectangle 18"/>
          <p:cNvSpPr>
            <a:spLocks noChangeArrowheads="1"/>
          </p:cNvSpPr>
          <p:nvPr/>
        </p:nvSpPr>
        <p:spPr bwMode="auto">
          <a:xfrm>
            <a:off x="7467600" y="685800"/>
            <a:ext cx="914400" cy="2170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1587" name="Text Box 19"/>
          <p:cNvSpPr txBox="1">
            <a:spLocks noChangeArrowheads="1"/>
          </p:cNvSpPr>
          <p:nvPr/>
        </p:nvSpPr>
        <p:spPr bwMode="auto">
          <a:xfrm>
            <a:off x="7239000" y="3048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21588" name="Object 20"/>
          <p:cNvGraphicFramePr>
            <a:graphicFrameLocks noChangeAspect="1"/>
          </p:cNvGraphicFramePr>
          <p:nvPr/>
        </p:nvGraphicFramePr>
        <p:xfrm>
          <a:off x="7848600" y="2362200"/>
          <a:ext cx="228600" cy="419100"/>
        </p:xfrm>
        <a:graphic>
          <a:graphicData uri="http://schemas.openxmlformats.org/presentationml/2006/ole">
            <p:oleObj spid="_x0000_s621588" name="Equation" r:id="rId9" imgW="228600" imgH="419100" progId="Equation.3">
              <p:embed/>
            </p:oleObj>
          </a:graphicData>
        </a:graphic>
      </p:graphicFrame>
      <p:sp>
        <p:nvSpPr>
          <p:cNvPr id="621589" name="Rectangle 21"/>
          <p:cNvSpPr>
            <a:spLocks noChangeArrowheads="1"/>
          </p:cNvSpPr>
          <p:nvPr/>
        </p:nvSpPr>
        <p:spPr bwMode="auto">
          <a:xfrm>
            <a:off x="1524000" y="838200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1590" name="Line 22"/>
          <p:cNvSpPr>
            <a:spLocks noChangeShapeType="1"/>
          </p:cNvSpPr>
          <p:nvPr/>
        </p:nvSpPr>
        <p:spPr bwMode="auto">
          <a:xfrm>
            <a:off x="22098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1591" name="Line 23"/>
          <p:cNvSpPr>
            <a:spLocks noChangeShapeType="1"/>
          </p:cNvSpPr>
          <p:nvPr/>
        </p:nvSpPr>
        <p:spPr bwMode="auto">
          <a:xfrm>
            <a:off x="2895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1592" name="Line 24"/>
          <p:cNvSpPr>
            <a:spLocks noChangeShapeType="1"/>
          </p:cNvSpPr>
          <p:nvPr/>
        </p:nvSpPr>
        <p:spPr bwMode="auto">
          <a:xfrm>
            <a:off x="35814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1593" name="Object 25"/>
          <p:cNvGraphicFramePr>
            <a:graphicFrameLocks noChangeAspect="1"/>
          </p:cNvGraphicFramePr>
          <p:nvPr/>
        </p:nvGraphicFramePr>
        <p:xfrm>
          <a:off x="1752600" y="1143000"/>
          <a:ext cx="254000" cy="254000"/>
        </p:xfrm>
        <a:graphic>
          <a:graphicData uri="http://schemas.openxmlformats.org/presentationml/2006/ole">
            <p:oleObj spid="_x0000_s621593" name="Equation" r:id="rId10" imgW="254000" imgH="254000" progId="Equation.3">
              <p:embed/>
            </p:oleObj>
          </a:graphicData>
        </a:graphic>
      </p:graphicFrame>
      <p:graphicFrame>
        <p:nvGraphicFramePr>
          <p:cNvPr id="621594" name="Object 26"/>
          <p:cNvGraphicFramePr>
            <a:graphicFrameLocks noChangeAspect="1"/>
          </p:cNvGraphicFramePr>
          <p:nvPr/>
        </p:nvGraphicFramePr>
        <p:xfrm>
          <a:off x="3108325" y="1182688"/>
          <a:ext cx="254000" cy="254000"/>
        </p:xfrm>
        <a:graphic>
          <a:graphicData uri="http://schemas.openxmlformats.org/presentationml/2006/ole">
            <p:oleObj spid="_x0000_s621594" name="Equation" r:id="rId11" imgW="254000" imgH="254000" progId="Equation.3">
              <p:embed/>
            </p:oleObj>
          </a:graphicData>
        </a:graphic>
      </p:graphicFrame>
      <p:graphicFrame>
        <p:nvGraphicFramePr>
          <p:cNvPr id="621595" name="Object 27"/>
          <p:cNvGraphicFramePr>
            <a:graphicFrameLocks noChangeAspect="1"/>
          </p:cNvGraphicFramePr>
          <p:nvPr/>
        </p:nvGraphicFramePr>
        <p:xfrm>
          <a:off x="2422525" y="1106488"/>
          <a:ext cx="254000" cy="355600"/>
        </p:xfrm>
        <a:graphic>
          <a:graphicData uri="http://schemas.openxmlformats.org/presentationml/2006/ole">
            <p:oleObj spid="_x0000_s621595" name="Equation" r:id="rId12" imgW="254000" imgH="355600" progId="Equation.3">
              <p:embed/>
            </p:oleObj>
          </a:graphicData>
        </a:graphic>
      </p:graphicFrame>
      <p:graphicFrame>
        <p:nvGraphicFramePr>
          <p:cNvPr id="621597" name="Object 29"/>
          <p:cNvGraphicFramePr>
            <a:graphicFrameLocks noChangeAspect="1"/>
          </p:cNvGraphicFramePr>
          <p:nvPr/>
        </p:nvGraphicFramePr>
        <p:xfrm>
          <a:off x="3794125" y="1106488"/>
          <a:ext cx="254000" cy="355600"/>
        </p:xfrm>
        <a:graphic>
          <a:graphicData uri="http://schemas.openxmlformats.org/presentationml/2006/ole">
            <p:oleObj spid="_x0000_s621597" name="Equation" r:id="rId13" imgW="254000" imgH="355600" progId="Equation.3">
              <p:embed/>
            </p:oleObj>
          </a:graphicData>
        </a:graphic>
      </p:graphicFrame>
      <p:sp>
        <p:nvSpPr>
          <p:cNvPr id="621598" name="Oval 30"/>
          <p:cNvSpPr>
            <a:spLocks noChangeArrowheads="1"/>
          </p:cNvSpPr>
          <p:nvPr/>
        </p:nvSpPr>
        <p:spPr bwMode="auto">
          <a:xfrm>
            <a:off x="2438400" y="2895600"/>
            <a:ext cx="21336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1599" name="Line 31"/>
          <p:cNvSpPr>
            <a:spLocks noChangeShapeType="1"/>
          </p:cNvSpPr>
          <p:nvPr/>
        </p:nvSpPr>
        <p:spPr bwMode="auto">
          <a:xfrm>
            <a:off x="7467600" y="2286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1600" name="Line 32"/>
          <p:cNvSpPr>
            <a:spLocks noChangeShapeType="1"/>
          </p:cNvSpPr>
          <p:nvPr/>
        </p:nvSpPr>
        <p:spPr bwMode="auto">
          <a:xfrm>
            <a:off x="7467600" y="1752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1601" name="Line 33"/>
          <p:cNvSpPr>
            <a:spLocks noChangeShapeType="1"/>
          </p:cNvSpPr>
          <p:nvPr/>
        </p:nvSpPr>
        <p:spPr bwMode="auto">
          <a:xfrm>
            <a:off x="7467600" y="121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1602" name="Object 34"/>
          <p:cNvGraphicFramePr>
            <a:graphicFrameLocks noChangeAspect="1"/>
          </p:cNvGraphicFramePr>
          <p:nvPr/>
        </p:nvGraphicFramePr>
        <p:xfrm>
          <a:off x="7772400" y="1828800"/>
          <a:ext cx="254000" cy="355600"/>
        </p:xfrm>
        <a:graphic>
          <a:graphicData uri="http://schemas.openxmlformats.org/presentationml/2006/ole">
            <p:oleObj spid="_x0000_s621602" name="Equation" r:id="rId14" imgW="254000" imgH="355600" progId="Equation.3">
              <p:embed/>
            </p:oleObj>
          </a:graphicData>
        </a:graphic>
      </p:graphicFrame>
      <p:graphicFrame>
        <p:nvGraphicFramePr>
          <p:cNvPr id="621603" name="Object 35"/>
          <p:cNvGraphicFramePr>
            <a:graphicFrameLocks noChangeAspect="1"/>
          </p:cNvGraphicFramePr>
          <p:nvPr/>
        </p:nvGraphicFramePr>
        <p:xfrm>
          <a:off x="7772400" y="1295400"/>
          <a:ext cx="315913" cy="368300"/>
        </p:xfrm>
        <a:graphic>
          <a:graphicData uri="http://schemas.openxmlformats.org/presentationml/2006/ole">
            <p:oleObj spid="_x0000_s621603" name="Equation" r:id="rId15" imgW="317160" imgH="368280" progId="Equation.3">
              <p:embed/>
            </p:oleObj>
          </a:graphicData>
        </a:graphic>
      </p:graphicFrame>
      <p:graphicFrame>
        <p:nvGraphicFramePr>
          <p:cNvPr id="621604" name="Object 36"/>
          <p:cNvGraphicFramePr>
            <a:graphicFrameLocks noChangeAspect="1"/>
          </p:cNvGraphicFramePr>
          <p:nvPr/>
        </p:nvGraphicFramePr>
        <p:xfrm>
          <a:off x="7772400" y="762000"/>
          <a:ext cx="254000" cy="355600"/>
        </p:xfrm>
        <a:graphic>
          <a:graphicData uri="http://schemas.openxmlformats.org/presentationml/2006/ole">
            <p:oleObj spid="_x0000_s621604" name="Equation" r:id="rId16" imgW="254000" imgH="355600" progId="Equation.3">
              <p:embed/>
            </p:oleObj>
          </a:graphicData>
        </a:graphic>
      </p:graphicFrame>
      <p:sp>
        <p:nvSpPr>
          <p:cNvPr id="621605" name="Oval 37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1606" name="Object 38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21606" name="Equation" r:id="rId17" imgW="381000" imgH="457200" progId="Equation.3">
              <p:embed/>
            </p:oleObj>
          </a:graphicData>
        </a:graphic>
      </p:graphicFrame>
      <p:sp>
        <p:nvSpPr>
          <p:cNvPr id="621607" name="Line 39"/>
          <p:cNvSpPr>
            <a:spLocks noChangeShapeType="1"/>
          </p:cNvSpPr>
          <p:nvPr/>
        </p:nvSpPr>
        <p:spPr bwMode="auto">
          <a:xfrm flipH="1">
            <a:off x="8382000" y="914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21608" name="Text Box 40"/>
          <p:cNvSpPr txBox="1">
            <a:spLocks noChangeArrowheads="1"/>
          </p:cNvSpPr>
          <p:nvPr/>
        </p:nvSpPr>
        <p:spPr bwMode="auto">
          <a:xfrm>
            <a:off x="3048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3</a:t>
            </a:r>
          </a:p>
        </p:txBody>
      </p:sp>
      <p:sp>
        <p:nvSpPr>
          <p:cNvPr id="621609" name="Text Box 41"/>
          <p:cNvSpPr txBox="1">
            <a:spLocks noChangeArrowheads="1"/>
          </p:cNvSpPr>
          <p:nvPr/>
        </p:nvSpPr>
        <p:spPr bwMode="auto">
          <a:xfrm>
            <a:off x="0" y="0"/>
            <a:ext cx="227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Derivation:</a:t>
            </a:r>
          </a:p>
        </p:txBody>
      </p:sp>
      <p:sp>
        <p:nvSpPr>
          <p:cNvPr id="621610" name="Line 42"/>
          <p:cNvSpPr>
            <a:spLocks noChangeShapeType="1"/>
          </p:cNvSpPr>
          <p:nvPr/>
        </p:nvSpPr>
        <p:spPr bwMode="auto">
          <a:xfrm>
            <a:off x="0" y="533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21611" name="Object 43"/>
          <p:cNvGraphicFramePr>
            <a:graphicFrameLocks noChangeAspect="1"/>
          </p:cNvGraphicFramePr>
          <p:nvPr/>
        </p:nvGraphicFramePr>
        <p:xfrm>
          <a:off x="2286000" y="152400"/>
          <a:ext cx="3087688" cy="354013"/>
        </p:xfrm>
        <a:graphic>
          <a:graphicData uri="http://schemas.openxmlformats.org/presentationml/2006/ole">
            <p:oleObj spid="_x0000_s621611" name="Equation" r:id="rId18" imgW="3085920" imgH="355320" progId="Equation.3">
              <p:embed/>
            </p:oleObj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99D54D-4FE1-43A3-8073-BD8B75E6A2A5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622594" name="Line 2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595" name="Line 3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596" name="Line 4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597" name="Text Box 5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22598" name="Oval 6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599" name="Oval 7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600" name="Oval 8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2601" name="Object 9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22601" name="Equation" r:id="rId3" imgW="444500" imgH="469900" progId="Equation.3">
              <p:embed/>
            </p:oleObj>
          </a:graphicData>
        </a:graphic>
      </p:graphicFrame>
      <p:graphicFrame>
        <p:nvGraphicFramePr>
          <p:cNvPr id="622602" name="Object 10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22602" name="Equation" r:id="rId4" imgW="444240" imgH="520560" progId="Equation.3">
              <p:embed/>
            </p:oleObj>
          </a:graphicData>
        </a:graphic>
      </p:graphicFrame>
      <p:graphicFrame>
        <p:nvGraphicFramePr>
          <p:cNvPr id="622603" name="Object 11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22603" name="Equation" r:id="rId5" imgW="1714320" imgH="482400" progId="Equation.3">
              <p:embed/>
            </p:oleObj>
          </a:graphicData>
        </a:graphic>
      </p:graphicFrame>
      <p:graphicFrame>
        <p:nvGraphicFramePr>
          <p:cNvPr id="622604" name="Object 12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22604" name="Equation" r:id="rId6" imgW="1574800" imgH="469900" progId="Equation.3">
              <p:embed/>
            </p:oleObj>
          </a:graphicData>
        </a:graphic>
      </p:graphicFrame>
      <p:graphicFrame>
        <p:nvGraphicFramePr>
          <p:cNvPr id="622605" name="Object 13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22605" name="Equation" r:id="rId7" imgW="2387520" imgH="2539800" progId="Equation.3">
              <p:embed/>
            </p:oleObj>
          </a:graphicData>
        </a:graphic>
      </p:graphicFrame>
      <p:graphicFrame>
        <p:nvGraphicFramePr>
          <p:cNvPr id="622606" name="Object 14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22606" name="Equation" r:id="rId8" imgW="1638000" imgH="1168200" progId="Equation.3">
              <p:embed/>
            </p:oleObj>
          </a:graphicData>
        </a:graphic>
      </p:graphicFrame>
      <p:sp>
        <p:nvSpPr>
          <p:cNvPr id="622607" name="Freeform 15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2608" name="Text Box 16"/>
          <p:cNvSpPr txBox="1">
            <a:spLocks noChangeArrowheads="1"/>
          </p:cNvSpPr>
          <p:nvPr/>
        </p:nvSpPr>
        <p:spPr bwMode="auto">
          <a:xfrm>
            <a:off x="152400" y="914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22609" name="Line 17"/>
          <p:cNvSpPr>
            <a:spLocks noChangeShapeType="1"/>
          </p:cNvSpPr>
          <p:nvPr/>
        </p:nvSpPr>
        <p:spPr bwMode="auto">
          <a:xfrm flipV="1">
            <a:off x="25146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610" name="Rectangle 18"/>
          <p:cNvSpPr>
            <a:spLocks noChangeArrowheads="1"/>
          </p:cNvSpPr>
          <p:nvPr/>
        </p:nvSpPr>
        <p:spPr bwMode="auto">
          <a:xfrm>
            <a:off x="7467600" y="685800"/>
            <a:ext cx="914400" cy="2170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611" name="Text Box 19"/>
          <p:cNvSpPr txBox="1">
            <a:spLocks noChangeArrowheads="1"/>
          </p:cNvSpPr>
          <p:nvPr/>
        </p:nvSpPr>
        <p:spPr bwMode="auto">
          <a:xfrm>
            <a:off x="7239000" y="3048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22612" name="Object 20"/>
          <p:cNvGraphicFramePr>
            <a:graphicFrameLocks noChangeAspect="1"/>
          </p:cNvGraphicFramePr>
          <p:nvPr/>
        </p:nvGraphicFramePr>
        <p:xfrm>
          <a:off x="7848600" y="2362200"/>
          <a:ext cx="228600" cy="419100"/>
        </p:xfrm>
        <a:graphic>
          <a:graphicData uri="http://schemas.openxmlformats.org/presentationml/2006/ole">
            <p:oleObj spid="_x0000_s622612" name="Equation" r:id="rId9" imgW="228600" imgH="419100" progId="Equation.3">
              <p:embed/>
            </p:oleObj>
          </a:graphicData>
        </a:graphic>
      </p:graphicFrame>
      <p:sp>
        <p:nvSpPr>
          <p:cNvPr id="622613" name="Rectangle 21"/>
          <p:cNvSpPr>
            <a:spLocks noChangeArrowheads="1"/>
          </p:cNvSpPr>
          <p:nvPr/>
        </p:nvSpPr>
        <p:spPr bwMode="auto">
          <a:xfrm>
            <a:off x="1524000" y="838200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614" name="Line 22"/>
          <p:cNvSpPr>
            <a:spLocks noChangeShapeType="1"/>
          </p:cNvSpPr>
          <p:nvPr/>
        </p:nvSpPr>
        <p:spPr bwMode="auto">
          <a:xfrm>
            <a:off x="22098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2615" name="Line 23"/>
          <p:cNvSpPr>
            <a:spLocks noChangeShapeType="1"/>
          </p:cNvSpPr>
          <p:nvPr/>
        </p:nvSpPr>
        <p:spPr bwMode="auto">
          <a:xfrm>
            <a:off x="2895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2616" name="Line 24"/>
          <p:cNvSpPr>
            <a:spLocks noChangeShapeType="1"/>
          </p:cNvSpPr>
          <p:nvPr/>
        </p:nvSpPr>
        <p:spPr bwMode="auto">
          <a:xfrm>
            <a:off x="35814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2617" name="Object 25"/>
          <p:cNvGraphicFramePr>
            <a:graphicFrameLocks noChangeAspect="1"/>
          </p:cNvGraphicFramePr>
          <p:nvPr/>
        </p:nvGraphicFramePr>
        <p:xfrm>
          <a:off x="1752600" y="1143000"/>
          <a:ext cx="254000" cy="254000"/>
        </p:xfrm>
        <a:graphic>
          <a:graphicData uri="http://schemas.openxmlformats.org/presentationml/2006/ole">
            <p:oleObj spid="_x0000_s622617" name="Equation" r:id="rId10" imgW="254000" imgH="254000" progId="Equation.3">
              <p:embed/>
            </p:oleObj>
          </a:graphicData>
        </a:graphic>
      </p:graphicFrame>
      <p:graphicFrame>
        <p:nvGraphicFramePr>
          <p:cNvPr id="622618" name="Object 26"/>
          <p:cNvGraphicFramePr>
            <a:graphicFrameLocks noChangeAspect="1"/>
          </p:cNvGraphicFramePr>
          <p:nvPr/>
        </p:nvGraphicFramePr>
        <p:xfrm>
          <a:off x="3108325" y="1182688"/>
          <a:ext cx="254000" cy="254000"/>
        </p:xfrm>
        <a:graphic>
          <a:graphicData uri="http://schemas.openxmlformats.org/presentationml/2006/ole">
            <p:oleObj spid="_x0000_s622618" name="Equation" r:id="rId11" imgW="254000" imgH="254000" progId="Equation.3">
              <p:embed/>
            </p:oleObj>
          </a:graphicData>
        </a:graphic>
      </p:graphicFrame>
      <p:graphicFrame>
        <p:nvGraphicFramePr>
          <p:cNvPr id="622619" name="Object 27"/>
          <p:cNvGraphicFramePr>
            <a:graphicFrameLocks noChangeAspect="1"/>
          </p:cNvGraphicFramePr>
          <p:nvPr/>
        </p:nvGraphicFramePr>
        <p:xfrm>
          <a:off x="2422525" y="1106488"/>
          <a:ext cx="254000" cy="355600"/>
        </p:xfrm>
        <a:graphic>
          <a:graphicData uri="http://schemas.openxmlformats.org/presentationml/2006/ole">
            <p:oleObj spid="_x0000_s622619" name="Equation" r:id="rId12" imgW="254000" imgH="355600" progId="Equation.3">
              <p:embed/>
            </p:oleObj>
          </a:graphicData>
        </a:graphic>
      </p:graphicFrame>
      <p:graphicFrame>
        <p:nvGraphicFramePr>
          <p:cNvPr id="622621" name="Object 29"/>
          <p:cNvGraphicFramePr>
            <a:graphicFrameLocks noChangeAspect="1"/>
          </p:cNvGraphicFramePr>
          <p:nvPr/>
        </p:nvGraphicFramePr>
        <p:xfrm>
          <a:off x="3794125" y="1106488"/>
          <a:ext cx="254000" cy="355600"/>
        </p:xfrm>
        <a:graphic>
          <a:graphicData uri="http://schemas.openxmlformats.org/presentationml/2006/ole">
            <p:oleObj spid="_x0000_s622621" name="Equation" r:id="rId13" imgW="254000" imgH="355600" progId="Equation.3">
              <p:embed/>
            </p:oleObj>
          </a:graphicData>
        </a:graphic>
      </p:graphicFrame>
      <p:sp>
        <p:nvSpPr>
          <p:cNvPr id="622622" name="Oval 30"/>
          <p:cNvSpPr>
            <a:spLocks noChangeArrowheads="1"/>
          </p:cNvSpPr>
          <p:nvPr/>
        </p:nvSpPr>
        <p:spPr bwMode="auto">
          <a:xfrm>
            <a:off x="4953000" y="4343400"/>
            <a:ext cx="21336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2623" name="Line 31"/>
          <p:cNvSpPr>
            <a:spLocks noChangeShapeType="1"/>
          </p:cNvSpPr>
          <p:nvPr/>
        </p:nvSpPr>
        <p:spPr bwMode="auto">
          <a:xfrm>
            <a:off x="7467600" y="2286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2624" name="Line 32"/>
          <p:cNvSpPr>
            <a:spLocks noChangeShapeType="1"/>
          </p:cNvSpPr>
          <p:nvPr/>
        </p:nvSpPr>
        <p:spPr bwMode="auto">
          <a:xfrm>
            <a:off x="7467600" y="1752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2625" name="Line 33"/>
          <p:cNvSpPr>
            <a:spLocks noChangeShapeType="1"/>
          </p:cNvSpPr>
          <p:nvPr/>
        </p:nvSpPr>
        <p:spPr bwMode="auto">
          <a:xfrm>
            <a:off x="7467600" y="121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2626" name="Object 34"/>
          <p:cNvGraphicFramePr>
            <a:graphicFrameLocks noChangeAspect="1"/>
          </p:cNvGraphicFramePr>
          <p:nvPr/>
        </p:nvGraphicFramePr>
        <p:xfrm>
          <a:off x="7772400" y="1828800"/>
          <a:ext cx="254000" cy="355600"/>
        </p:xfrm>
        <a:graphic>
          <a:graphicData uri="http://schemas.openxmlformats.org/presentationml/2006/ole">
            <p:oleObj spid="_x0000_s622626" name="Equation" r:id="rId14" imgW="254000" imgH="355600" progId="Equation.3">
              <p:embed/>
            </p:oleObj>
          </a:graphicData>
        </a:graphic>
      </p:graphicFrame>
      <p:graphicFrame>
        <p:nvGraphicFramePr>
          <p:cNvPr id="622627" name="Object 35"/>
          <p:cNvGraphicFramePr>
            <a:graphicFrameLocks noChangeAspect="1"/>
          </p:cNvGraphicFramePr>
          <p:nvPr/>
        </p:nvGraphicFramePr>
        <p:xfrm>
          <a:off x="7772400" y="1295400"/>
          <a:ext cx="315913" cy="368300"/>
        </p:xfrm>
        <a:graphic>
          <a:graphicData uri="http://schemas.openxmlformats.org/presentationml/2006/ole">
            <p:oleObj spid="_x0000_s622627" name="Equation" r:id="rId15" imgW="317160" imgH="368280" progId="Equation.3">
              <p:embed/>
            </p:oleObj>
          </a:graphicData>
        </a:graphic>
      </p:graphicFrame>
      <p:graphicFrame>
        <p:nvGraphicFramePr>
          <p:cNvPr id="622628" name="Object 36"/>
          <p:cNvGraphicFramePr>
            <a:graphicFrameLocks noChangeAspect="1"/>
          </p:cNvGraphicFramePr>
          <p:nvPr/>
        </p:nvGraphicFramePr>
        <p:xfrm>
          <a:off x="7772400" y="762000"/>
          <a:ext cx="254000" cy="355600"/>
        </p:xfrm>
        <a:graphic>
          <a:graphicData uri="http://schemas.openxmlformats.org/presentationml/2006/ole">
            <p:oleObj spid="_x0000_s622628" name="Equation" r:id="rId16" imgW="254000" imgH="355600" progId="Equation.3">
              <p:embed/>
            </p:oleObj>
          </a:graphicData>
        </a:graphic>
      </p:graphicFrame>
      <p:sp>
        <p:nvSpPr>
          <p:cNvPr id="622629" name="Line 37"/>
          <p:cNvSpPr>
            <a:spLocks noChangeShapeType="1"/>
          </p:cNvSpPr>
          <p:nvPr/>
        </p:nvSpPr>
        <p:spPr bwMode="auto">
          <a:xfrm>
            <a:off x="7467600" y="6858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2630" name="Line 38"/>
          <p:cNvSpPr>
            <a:spLocks noChangeShapeType="1"/>
          </p:cNvSpPr>
          <p:nvPr/>
        </p:nvSpPr>
        <p:spPr bwMode="auto">
          <a:xfrm flipV="1">
            <a:off x="7467600" y="6858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2631" name="Oval 39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2632" name="Object 40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22632" name="Equation" r:id="rId17" imgW="381000" imgH="457200" progId="Equation.3">
              <p:embed/>
            </p:oleObj>
          </a:graphicData>
        </a:graphic>
      </p:graphicFrame>
      <p:sp>
        <p:nvSpPr>
          <p:cNvPr id="622633" name="Line 41"/>
          <p:cNvSpPr>
            <a:spLocks noChangeShapeType="1"/>
          </p:cNvSpPr>
          <p:nvPr/>
        </p:nvSpPr>
        <p:spPr bwMode="auto">
          <a:xfrm flipH="1">
            <a:off x="8382000" y="152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22634" name="Text Box 42"/>
          <p:cNvSpPr txBox="1">
            <a:spLocks noChangeArrowheads="1"/>
          </p:cNvSpPr>
          <p:nvPr/>
        </p:nvSpPr>
        <p:spPr bwMode="auto">
          <a:xfrm>
            <a:off x="3048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4</a:t>
            </a:r>
          </a:p>
        </p:txBody>
      </p:sp>
      <p:sp>
        <p:nvSpPr>
          <p:cNvPr id="622635" name="Text Box 43"/>
          <p:cNvSpPr txBox="1">
            <a:spLocks noChangeArrowheads="1"/>
          </p:cNvSpPr>
          <p:nvPr/>
        </p:nvSpPr>
        <p:spPr bwMode="auto">
          <a:xfrm>
            <a:off x="0" y="0"/>
            <a:ext cx="227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Derivation:</a:t>
            </a:r>
          </a:p>
        </p:txBody>
      </p:sp>
      <p:sp>
        <p:nvSpPr>
          <p:cNvPr id="622636" name="Line 44"/>
          <p:cNvSpPr>
            <a:spLocks noChangeShapeType="1"/>
          </p:cNvSpPr>
          <p:nvPr/>
        </p:nvSpPr>
        <p:spPr bwMode="auto">
          <a:xfrm>
            <a:off x="0" y="533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22637" name="Object 45"/>
          <p:cNvGraphicFramePr>
            <a:graphicFrameLocks noChangeAspect="1"/>
          </p:cNvGraphicFramePr>
          <p:nvPr/>
        </p:nvGraphicFramePr>
        <p:xfrm>
          <a:off x="2286000" y="152400"/>
          <a:ext cx="3087688" cy="354013"/>
        </p:xfrm>
        <a:graphic>
          <a:graphicData uri="http://schemas.openxmlformats.org/presentationml/2006/ole">
            <p:oleObj spid="_x0000_s622637" name="Equation" r:id="rId18" imgW="3085920" imgH="355320" progId="Equation.3">
              <p:embed/>
            </p:oleObj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FFE1E0-7BC9-412D-A92E-B2D42D165F92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623618" name="Line 2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3619" name="Line 3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3620" name="Line 4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3621" name="Text Box 5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23622" name="Oval 6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3623" name="Oval 7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3624" name="Oval 8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3625" name="Object 9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23625" name="Equation" r:id="rId3" imgW="444500" imgH="469900" progId="Equation.3">
              <p:embed/>
            </p:oleObj>
          </a:graphicData>
        </a:graphic>
      </p:graphicFrame>
      <p:graphicFrame>
        <p:nvGraphicFramePr>
          <p:cNvPr id="623626" name="Object 10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23626" name="Equation" r:id="rId4" imgW="444240" imgH="520560" progId="Equation.3">
              <p:embed/>
            </p:oleObj>
          </a:graphicData>
        </a:graphic>
      </p:graphicFrame>
      <p:graphicFrame>
        <p:nvGraphicFramePr>
          <p:cNvPr id="623627" name="Object 11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23627" name="Equation" r:id="rId5" imgW="1714320" imgH="482400" progId="Equation.3">
              <p:embed/>
            </p:oleObj>
          </a:graphicData>
        </a:graphic>
      </p:graphicFrame>
      <p:graphicFrame>
        <p:nvGraphicFramePr>
          <p:cNvPr id="623628" name="Object 12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23628" name="Equation" r:id="rId6" imgW="1574800" imgH="469900" progId="Equation.3">
              <p:embed/>
            </p:oleObj>
          </a:graphicData>
        </a:graphic>
      </p:graphicFrame>
      <p:graphicFrame>
        <p:nvGraphicFramePr>
          <p:cNvPr id="623629" name="Object 13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23629" name="Equation" r:id="rId7" imgW="2387520" imgH="2539800" progId="Equation.3">
              <p:embed/>
            </p:oleObj>
          </a:graphicData>
        </a:graphic>
      </p:graphicFrame>
      <p:graphicFrame>
        <p:nvGraphicFramePr>
          <p:cNvPr id="623630" name="Object 14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23630" name="Equation" r:id="rId8" imgW="1638000" imgH="1168200" progId="Equation.3">
              <p:embed/>
            </p:oleObj>
          </a:graphicData>
        </a:graphic>
      </p:graphicFrame>
      <p:sp>
        <p:nvSpPr>
          <p:cNvPr id="623631" name="Freeform 15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3632" name="Text Box 16"/>
          <p:cNvSpPr txBox="1">
            <a:spLocks noChangeArrowheads="1"/>
          </p:cNvSpPr>
          <p:nvPr/>
        </p:nvSpPr>
        <p:spPr bwMode="auto">
          <a:xfrm>
            <a:off x="152400" y="914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23633" name="Line 17"/>
          <p:cNvSpPr>
            <a:spLocks noChangeShapeType="1"/>
          </p:cNvSpPr>
          <p:nvPr/>
        </p:nvSpPr>
        <p:spPr bwMode="auto">
          <a:xfrm flipV="1">
            <a:off x="25146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3634" name="Rectangle 18"/>
          <p:cNvSpPr>
            <a:spLocks noChangeArrowheads="1"/>
          </p:cNvSpPr>
          <p:nvPr/>
        </p:nvSpPr>
        <p:spPr bwMode="auto">
          <a:xfrm>
            <a:off x="7467600" y="685800"/>
            <a:ext cx="914400" cy="2170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3635" name="Text Box 19"/>
          <p:cNvSpPr txBox="1">
            <a:spLocks noChangeArrowheads="1"/>
          </p:cNvSpPr>
          <p:nvPr/>
        </p:nvSpPr>
        <p:spPr bwMode="auto">
          <a:xfrm>
            <a:off x="7239000" y="3048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23636" name="Object 20"/>
          <p:cNvGraphicFramePr>
            <a:graphicFrameLocks noChangeAspect="1"/>
          </p:cNvGraphicFramePr>
          <p:nvPr/>
        </p:nvGraphicFramePr>
        <p:xfrm>
          <a:off x="7848600" y="2362200"/>
          <a:ext cx="228600" cy="419100"/>
        </p:xfrm>
        <a:graphic>
          <a:graphicData uri="http://schemas.openxmlformats.org/presentationml/2006/ole">
            <p:oleObj spid="_x0000_s623636" name="Equation" r:id="rId9" imgW="228600" imgH="419100" progId="Equation.3">
              <p:embed/>
            </p:oleObj>
          </a:graphicData>
        </a:graphic>
      </p:graphicFrame>
      <p:sp>
        <p:nvSpPr>
          <p:cNvPr id="623637" name="Rectangle 21"/>
          <p:cNvSpPr>
            <a:spLocks noChangeArrowheads="1"/>
          </p:cNvSpPr>
          <p:nvPr/>
        </p:nvSpPr>
        <p:spPr bwMode="auto">
          <a:xfrm>
            <a:off x="1524000" y="838200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3638" name="Line 22"/>
          <p:cNvSpPr>
            <a:spLocks noChangeShapeType="1"/>
          </p:cNvSpPr>
          <p:nvPr/>
        </p:nvSpPr>
        <p:spPr bwMode="auto">
          <a:xfrm>
            <a:off x="22098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3639" name="Line 23"/>
          <p:cNvSpPr>
            <a:spLocks noChangeShapeType="1"/>
          </p:cNvSpPr>
          <p:nvPr/>
        </p:nvSpPr>
        <p:spPr bwMode="auto">
          <a:xfrm>
            <a:off x="2895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3640" name="Line 24"/>
          <p:cNvSpPr>
            <a:spLocks noChangeShapeType="1"/>
          </p:cNvSpPr>
          <p:nvPr/>
        </p:nvSpPr>
        <p:spPr bwMode="auto">
          <a:xfrm>
            <a:off x="35814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3641" name="Object 25"/>
          <p:cNvGraphicFramePr>
            <a:graphicFrameLocks noChangeAspect="1"/>
          </p:cNvGraphicFramePr>
          <p:nvPr/>
        </p:nvGraphicFramePr>
        <p:xfrm>
          <a:off x="1752600" y="1143000"/>
          <a:ext cx="254000" cy="254000"/>
        </p:xfrm>
        <a:graphic>
          <a:graphicData uri="http://schemas.openxmlformats.org/presentationml/2006/ole">
            <p:oleObj spid="_x0000_s623641" name="Equation" r:id="rId10" imgW="254000" imgH="254000" progId="Equation.3">
              <p:embed/>
            </p:oleObj>
          </a:graphicData>
        </a:graphic>
      </p:graphicFrame>
      <p:graphicFrame>
        <p:nvGraphicFramePr>
          <p:cNvPr id="623642" name="Object 26"/>
          <p:cNvGraphicFramePr>
            <a:graphicFrameLocks noChangeAspect="1"/>
          </p:cNvGraphicFramePr>
          <p:nvPr/>
        </p:nvGraphicFramePr>
        <p:xfrm>
          <a:off x="3108325" y="1182688"/>
          <a:ext cx="254000" cy="254000"/>
        </p:xfrm>
        <a:graphic>
          <a:graphicData uri="http://schemas.openxmlformats.org/presentationml/2006/ole">
            <p:oleObj spid="_x0000_s623642" name="Equation" r:id="rId11" imgW="254000" imgH="254000" progId="Equation.3">
              <p:embed/>
            </p:oleObj>
          </a:graphicData>
        </a:graphic>
      </p:graphicFrame>
      <p:graphicFrame>
        <p:nvGraphicFramePr>
          <p:cNvPr id="623643" name="Object 27"/>
          <p:cNvGraphicFramePr>
            <a:graphicFrameLocks noChangeAspect="1"/>
          </p:cNvGraphicFramePr>
          <p:nvPr/>
        </p:nvGraphicFramePr>
        <p:xfrm>
          <a:off x="2422525" y="1106488"/>
          <a:ext cx="254000" cy="355600"/>
        </p:xfrm>
        <a:graphic>
          <a:graphicData uri="http://schemas.openxmlformats.org/presentationml/2006/ole">
            <p:oleObj spid="_x0000_s623643" name="Equation" r:id="rId12" imgW="254000" imgH="355600" progId="Equation.3">
              <p:embed/>
            </p:oleObj>
          </a:graphicData>
        </a:graphic>
      </p:graphicFrame>
      <p:graphicFrame>
        <p:nvGraphicFramePr>
          <p:cNvPr id="623645" name="Object 29"/>
          <p:cNvGraphicFramePr>
            <a:graphicFrameLocks noChangeAspect="1"/>
          </p:cNvGraphicFramePr>
          <p:nvPr/>
        </p:nvGraphicFramePr>
        <p:xfrm>
          <a:off x="3794125" y="1106488"/>
          <a:ext cx="254000" cy="355600"/>
        </p:xfrm>
        <a:graphic>
          <a:graphicData uri="http://schemas.openxmlformats.org/presentationml/2006/ole">
            <p:oleObj spid="_x0000_s623645" name="Equation" r:id="rId13" imgW="254000" imgH="355600" progId="Equation.3">
              <p:embed/>
            </p:oleObj>
          </a:graphicData>
        </a:graphic>
      </p:graphicFrame>
      <p:sp>
        <p:nvSpPr>
          <p:cNvPr id="623646" name="Oval 30"/>
          <p:cNvSpPr>
            <a:spLocks noChangeArrowheads="1"/>
          </p:cNvSpPr>
          <p:nvPr/>
        </p:nvSpPr>
        <p:spPr bwMode="auto">
          <a:xfrm>
            <a:off x="2362200" y="3581400"/>
            <a:ext cx="2438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3647" name="Line 31"/>
          <p:cNvSpPr>
            <a:spLocks noChangeShapeType="1"/>
          </p:cNvSpPr>
          <p:nvPr/>
        </p:nvSpPr>
        <p:spPr bwMode="auto">
          <a:xfrm>
            <a:off x="7467600" y="2286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3648" name="Line 32"/>
          <p:cNvSpPr>
            <a:spLocks noChangeShapeType="1"/>
          </p:cNvSpPr>
          <p:nvPr/>
        </p:nvSpPr>
        <p:spPr bwMode="auto">
          <a:xfrm>
            <a:off x="7467600" y="1752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3649" name="Line 33"/>
          <p:cNvSpPr>
            <a:spLocks noChangeShapeType="1"/>
          </p:cNvSpPr>
          <p:nvPr/>
        </p:nvSpPr>
        <p:spPr bwMode="auto">
          <a:xfrm>
            <a:off x="7467600" y="121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3650" name="Object 34"/>
          <p:cNvGraphicFramePr>
            <a:graphicFrameLocks noChangeAspect="1"/>
          </p:cNvGraphicFramePr>
          <p:nvPr/>
        </p:nvGraphicFramePr>
        <p:xfrm>
          <a:off x="7772400" y="1828800"/>
          <a:ext cx="254000" cy="355600"/>
        </p:xfrm>
        <a:graphic>
          <a:graphicData uri="http://schemas.openxmlformats.org/presentationml/2006/ole">
            <p:oleObj spid="_x0000_s623650" name="Equation" r:id="rId14" imgW="254000" imgH="355600" progId="Equation.3">
              <p:embed/>
            </p:oleObj>
          </a:graphicData>
        </a:graphic>
      </p:graphicFrame>
      <p:graphicFrame>
        <p:nvGraphicFramePr>
          <p:cNvPr id="623651" name="Object 35"/>
          <p:cNvGraphicFramePr>
            <a:graphicFrameLocks noChangeAspect="1"/>
          </p:cNvGraphicFramePr>
          <p:nvPr/>
        </p:nvGraphicFramePr>
        <p:xfrm>
          <a:off x="7772400" y="762000"/>
          <a:ext cx="315913" cy="368300"/>
        </p:xfrm>
        <a:graphic>
          <a:graphicData uri="http://schemas.openxmlformats.org/presentationml/2006/ole">
            <p:oleObj spid="_x0000_s623651" name="Equation" r:id="rId15" imgW="317160" imgH="368280" progId="Equation.3">
              <p:embed/>
            </p:oleObj>
          </a:graphicData>
        </a:graphic>
      </p:graphicFrame>
      <p:graphicFrame>
        <p:nvGraphicFramePr>
          <p:cNvPr id="623652" name="Object 36"/>
          <p:cNvGraphicFramePr>
            <a:graphicFrameLocks noChangeAspect="1"/>
          </p:cNvGraphicFramePr>
          <p:nvPr/>
        </p:nvGraphicFramePr>
        <p:xfrm>
          <a:off x="7772400" y="1371600"/>
          <a:ext cx="254000" cy="254000"/>
        </p:xfrm>
        <a:graphic>
          <a:graphicData uri="http://schemas.openxmlformats.org/presentationml/2006/ole">
            <p:oleObj spid="_x0000_s623652" name="Equation" r:id="rId16" imgW="254000" imgH="254000" progId="Equation.3">
              <p:embed/>
            </p:oleObj>
          </a:graphicData>
        </a:graphic>
      </p:graphicFrame>
      <p:sp>
        <p:nvSpPr>
          <p:cNvPr id="623653" name="Oval 37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3654" name="Object 38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23654" name="Equation" r:id="rId17" imgW="381000" imgH="457200" progId="Equation.3">
              <p:embed/>
            </p:oleObj>
          </a:graphicData>
        </a:graphic>
      </p:graphicFrame>
      <p:sp>
        <p:nvSpPr>
          <p:cNvPr id="623655" name="Line 39"/>
          <p:cNvSpPr>
            <a:spLocks noChangeShapeType="1"/>
          </p:cNvSpPr>
          <p:nvPr/>
        </p:nvSpPr>
        <p:spPr bwMode="auto">
          <a:xfrm flipH="1">
            <a:off x="8382000" y="914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23656" name="Text Box 40"/>
          <p:cNvSpPr txBox="1">
            <a:spLocks noChangeArrowheads="1"/>
          </p:cNvSpPr>
          <p:nvPr/>
        </p:nvSpPr>
        <p:spPr bwMode="auto">
          <a:xfrm>
            <a:off x="3048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5</a:t>
            </a:r>
          </a:p>
        </p:txBody>
      </p:sp>
      <p:sp>
        <p:nvSpPr>
          <p:cNvPr id="623657" name="Text Box 41"/>
          <p:cNvSpPr txBox="1">
            <a:spLocks noChangeArrowheads="1"/>
          </p:cNvSpPr>
          <p:nvPr/>
        </p:nvSpPr>
        <p:spPr bwMode="auto">
          <a:xfrm>
            <a:off x="0" y="0"/>
            <a:ext cx="227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Derivation:</a:t>
            </a:r>
          </a:p>
        </p:txBody>
      </p:sp>
      <p:sp>
        <p:nvSpPr>
          <p:cNvPr id="623658" name="Line 42"/>
          <p:cNvSpPr>
            <a:spLocks noChangeShapeType="1"/>
          </p:cNvSpPr>
          <p:nvPr/>
        </p:nvSpPr>
        <p:spPr bwMode="auto">
          <a:xfrm>
            <a:off x="0" y="533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23659" name="Object 43"/>
          <p:cNvGraphicFramePr>
            <a:graphicFrameLocks noChangeAspect="1"/>
          </p:cNvGraphicFramePr>
          <p:nvPr/>
        </p:nvGraphicFramePr>
        <p:xfrm>
          <a:off x="2286000" y="152400"/>
          <a:ext cx="4699000" cy="354013"/>
        </p:xfrm>
        <a:graphic>
          <a:graphicData uri="http://schemas.openxmlformats.org/presentationml/2006/ole">
            <p:oleObj spid="_x0000_s623659" name="Equation" r:id="rId18" imgW="4698720" imgH="355320" progId="Equation.3">
              <p:embed/>
            </p:oleObj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E7848-5093-4B11-B7FF-5EE81BE8D14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624642" name="Line 2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4643" name="Line 3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4644" name="Line 4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4645" name="Text Box 5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24646" name="Oval 6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4647" name="Oval 7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4648" name="Oval 8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4649" name="Object 9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24649" name="Equation" r:id="rId3" imgW="444500" imgH="469900" progId="Equation.3">
              <p:embed/>
            </p:oleObj>
          </a:graphicData>
        </a:graphic>
      </p:graphicFrame>
      <p:graphicFrame>
        <p:nvGraphicFramePr>
          <p:cNvPr id="624650" name="Object 10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24650" name="Equation" r:id="rId4" imgW="444240" imgH="520560" progId="Equation.3">
              <p:embed/>
            </p:oleObj>
          </a:graphicData>
        </a:graphic>
      </p:graphicFrame>
      <p:graphicFrame>
        <p:nvGraphicFramePr>
          <p:cNvPr id="624651" name="Object 11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24651" name="Equation" r:id="rId5" imgW="1714320" imgH="482400" progId="Equation.3">
              <p:embed/>
            </p:oleObj>
          </a:graphicData>
        </a:graphic>
      </p:graphicFrame>
      <p:graphicFrame>
        <p:nvGraphicFramePr>
          <p:cNvPr id="624652" name="Object 12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24652" name="Equation" r:id="rId6" imgW="1574800" imgH="469900" progId="Equation.3">
              <p:embed/>
            </p:oleObj>
          </a:graphicData>
        </a:graphic>
      </p:graphicFrame>
      <p:graphicFrame>
        <p:nvGraphicFramePr>
          <p:cNvPr id="624653" name="Object 13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24653" name="Equation" r:id="rId7" imgW="2387520" imgH="2539800" progId="Equation.3">
              <p:embed/>
            </p:oleObj>
          </a:graphicData>
        </a:graphic>
      </p:graphicFrame>
      <p:graphicFrame>
        <p:nvGraphicFramePr>
          <p:cNvPr id="624654" name="Object 14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24654" name="Equation" r:id="rId8" imgW="1638000" imgH="1168200" progId="Equation.3">
              <p:embed/>
            </p:oleObj>
          </a:graphicData>
        </a:graphic>
      </p:graphicFrame>
      <p:sp>
        <p:nvSpPr>
          <p:cNvPr id="624655" name="Freeform 15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656" name="Text Box 16"/>
          <p:cNvSpPr txBox="1">
            <a:spLocks noChangeArrowheads="1"/>
          </p:cNvSpPr>
          <p:nvPr/>
        </p:nvSpPr>
        <p:spPr bwMode="auto">
          <a:xfrm>
            <a:off x="152400" y="914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24657" name="Line 17"/>
          <p:cNvSpPr>
            <a:spLocks noChangeShapeType="1"/>
          </p:cNvSpPr>
          <p:nvPr/>
        </p:nvSpPr>
        <p:spPr bwMode="auto">
          <a:xfrm flipV="1">
            <a:off x="25146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4658" name="Rectangle 18"/>
          <p:cNvSpPr>
            <a:spLocks noChangeArrowheads="1"/>
          </p:cNvSpPr>
          <p:nvPr/>
        </p:nvSpPr>
        <p:spPr bwMode="auto">
          <a:xfrm>
            <a:off x="7467600" y="685800"/>
            <a:ext cx="914400" cy="2170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4659" name="Text Box 19"/>
          <p:cNvSpPr txBox="1">
            <a:spLocks noChangeArrowheads="1"/>
          </p:cNvSpPr>
          <p:nvPr/>
        </p:nvSpPr>
        <p:spPr bwMode="auto">
          <a:xfrm>
            <a:off x="7239000" y="3048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24660" name="Object 20"/>
          <p:cNvGraphicFramePr>
            <a:graphicFrameLocks noChangeAspect="1"/>
          </p:cNvGraphicFramePr>
          <p:nvPr/>
        </p:nvGraphicFramePr>
        <p:xfrm>
          <a:off x="7848600" y="2362200"/>
          <a:ext cx="228600" cy="419100"/>
        </p:xfrm>
        <a:graphic>
          <a:graphicData uri="http://schemas.openxmlformats.org/presentationml/2006/ole">
            <p:oleObj spid="_x0000_s624660" name="Equation" r:id="rId9" imgW="228600" imgH="419100" progId="Equation.3">
              <p:embed/>
            </p:oleObj>
          </a:graphicData>
        </a:graphic>
      </p:graphicFrame>
      <p:sp>
        <p:nvSpPr>
          <p:cNvPr id="624661" name="Rectangle 21"/>
          <p:cNvSpPr>
            <a:spLocks noChangeArrowheads="1"/>
          </p:cNvSpPr>
          <p:nvPr/>
        </p:nvSpPr>
        <p:spPr bwMode="auto">
          <a:xfrm>
            <a:off x="1524000" y="838200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4662" name="Line 22"/>
          <p:cNvSpPr>
            <a:spLocks noChangeShapeType="1"/>
          </p:cNvSpPr>
          <p:nvPr/>
        </p:nvSpPr>
        <p:spPr bwMode="auto">
          <a:xfrm>
            <a:off x="22098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663" name="Line 23"/>
          <p:cNvSpPr>
            <a:spLocks noChangeShapeType="1"/>
          </p:cNvSpPr>
          <p:nvPr/>
        </p:nvSpPr>
        <p:spPr bwMode="auto">
          <a:xfrm>
            <a:off x="2895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664" name="Line 24"/>
          <p:cNvSpPr>
            <a:spLocks noChangeShapeType="1"/>
          </p:cNvSpPr>
          <p:nvPr/>
        </p:nvSpPr>
        <p:spPr bwMode="auto">
          <a:xfrm>
            <a:off x="35814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4665" name="Object 25"/>
          <p:cNvGraphicFramePr>
            <a:graphicFrameLocks noChangeAspect="1"/>
          </p:cNvGraphicFramePr>
          <p:nvPr/>
        </p:nvGraphicFramePr>
        <p:xfrm>
          <a:off x="1752600" y="1143000"/>
          <a:ext cx="254000" cy="254000"/>
        </p:xfrm>
        <a:graphic>
          <a:graphicData uri="http://schemas.openxmlformats.org/presentationml/2006/ole">
            <p:oleObj spid="_x0000_s624665" name="Equation" r:id="rId10" imgW="254000" imgH="254000" progId="Equation.3">
              <p:embed/>
            </p:oleObj>
          </a:graphicData>
        </a:graphic>
      </p:graphicFrame>
      <p:graphicFrame>
        <p:nvGraphicFramePr>
          <p:cNvPr id="624666" name="Object 26"/>
          <p:cNvGraphicFramePr>
            <a:graphicFrameLocks noChangeAspect="1"/>
          </p:cNvGraphicFramePr>
          <p:nvPr/>
        </p:nvGraphicFramePr>
        <p:xfrm>
          <a:off x="3108325" y="1182688"/>
          <a:ext cx="254000" cy="254000"/>
        </p:xfrm>
        <a:graphic>
          <a:graphicData uri="http://schemas.openxmlformats.org/presentationml/2006/ole">
            <p:oleObj spid="_x0000_s624666" name="Equation" r:id="rId11" imgW="254000" imgH="254000" progId="Equation.3">
              <p:embed/>
            </p:oleObj>
          </a:graphicData>
        </a:graphic>
      </p:graphicFrame>
      <p:graphicFrame>
        <p:nvGraphicFramePr>
          <p:cNvPr id="624667" name="Object 27"/>
          <p:cNvGraphicFramePr>
            <a:graphicFrameLocks noChangeAspect="1"/>
          </p:cNvGraphicFramePr>
          <p:nvPr/>
        </p:nvGraphicFramePr>
        <p:xfrm>
          <a:off x="2422525" y="1106488"/>
          <a:ext cx="254000" cy="355600"/>
        </p:xfrm>
        <a:graphic>
          <a:graphicData uri="http://schemas.openxmlformats.org/presentationml/2006/ole">
            <p:oleObj spid="_x0000_s624667" name="Equation" r:id="rId12" imgW="254000" imgH="355600" progId="Equation.3">
              <p:embed/>
            </p:oleObj>
          </a:graphicData>
        </a:graphic>
      </p:graphicFrame>
      <p:graphicFrame>
        <p:nvGraphicFramePr>
          <p:cNvPr id="624669" name="Object 29"/>
          <p:cNvGraphicFramePr>
            <a:graphicFrameLocks noChangeAspect="1"/>
          </p:cNvGraphicFramePr>
          <p:nvPr/>
        </p:nvGraphicFramePr>
        <p:xfrm>
          <a:off x="3794125" y="1106488"/>
          <a:ext cx="254000" cy="355600"/>
        </p:xfrm>
        <a:graphic>
          <a:graphicData uri="http://schemas.openxmlformats.org/presentationml/2006/ole">
            <p:oleObj spid="_x0000_s624669" name="Equation" r:id="rId13" imgW="254000" imgH="355600" progId="Equation.3">
              <p:embed/>
            </p:oleObj>
          </a:graphicData>
        </a:graphic>
      </p:graphicFrame>
      <p:sp>
        <p:nvSpPr>
          <p:cNvPr id="624670" name="Oval 30"/>
          <p:cNvSpPr>
            <a:spLocks noChangeArrowheads="1"/>
          </p:cNvSpPr>
          <p:nvPr/>
        </p:nvSpPr>
        <p:spPr bwMode="auto">
          <a:xfrm>
            <a:off x="2362200" y="4267200"/>
            <a:ext cx="22098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4671" name="Line 31"/>
          <p:cNvSpPr>
            <a:spLocks noChangeShapeType="1"/>
          </p:cNvSpPr>
          <p:nvPr/>
        </p:nvSpPr>
        <p:spPr bwMode="auto">
          <a:xfrm>
            <a:off x="7467600" y="2286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672" name="Line 32"/>
          <p:cNvSpPr>
            <a:spLocks noChangeShapeType="1"/>
          </p:cNvSpPr>
          <p:nvPr/>
        </p:nvSpPr>
        <p:spPr bwMode="auto">
          <a:xfrm>
            <a:off x="7467600" y="1752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673" name="Line 33"/>
          <p:cNvSpPr>
            <a:spLocks noChangeShapeType="1"/>
          </p:cNvSpPr>
          <p:nvPr/>
        </p:nvSpPr>
        <p:spPr bwMode="auto">
          <a:xfrm>
            <a:off x="7467600" y="1219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4674" name="Object 34"/>
          <p:cNvGraphicFramePr>
            <a:graphicFrameLocks noChangeAspect="1"/>
          </p:cNvGraphicFramePr>
          <p:nvPr/>
        </p:nvGraphicFramePr>
        <p:xfrm>
          <a:off x="7772400" y="1828800"/>
          <a:ext cx="254000" cy="355600"/>
        </p:xfrm>
        <a:graphic>
          <a:graphicData uri="http://schemas.openxmlformats.org/presentationml/2006/ole">
            <p:oleObj spid="_x0000_s624674" name="Equation" r:id="rId14" imgW="254000" imgH="355600" progId="Equation.3">
              <p:embed/>
            </p:oleObj>
          </a:graphicData>
        </a:graphic>
      </p:graphicFrame>
      <p:graphicFrame>
        <p:nvGraphicFramePr>
          <p:cNvPr id="624675" name="Object 35"/>
          <p:cNvGraphicFramePr>
            <a:graphicFrameLocks noChangeAspect="1"/>
          </p:cNvGraphicFramePr>
          <p:nvPr/>
        </p:nvGraphicFramePr>
        <p:xfrm>
          <a:off x="7772400" y="762000"/>
          <a:ext cx="315913" cy="368300"/>
        </p:xfrm>
        <a:graphic>
          <a:graphicData uri="http://schemas.openxmlformats.org/presentationml/2006/ole">
            <p:oleObj spid="_x0000_s624675" name="Equation" r:id="rId15" imgW="317160" imgH="368280" progId="Equation.3">
              <p:embed/>
            </p:oleObj>
          </a:graphicData>
        </a:graphic>
      </p:graphicFrame>
      <p:graphicFrame>
        <p:nvGraphicFramePr>
          <p:cNvPr id="624676" name="Object 36"/>
          <p:cNvGraphicFramePr>
            <a:graphicFrameLocks noChangeAspect="1"/>
          </p:cNvGraphicFramePr>
          <p:nvPr/>
        </p:nvGraphicFramePr>
        <p:xfrm>
          <a:off x="7772400" y="1371600"/>
          <a:ext cx="254000" cy="254000"/>
        </p:xfrm>
        <a:graphic>
          <a:graphicData uri="http://schemas.openxmlformats.org/presentationml/2006/ole">
            <p:oleObj spid="_x0000_s624676" name="Equation" r:id="rId16" imgW="254000" imgH="254000" progId="Equation.3">
              <p:embed/>
            </p:oleObj>
          </a:graphicData>
        </a:graphic>
      </p:graphicFrame>
      <p:sp>
        <p:nvSpPr>
          <p:cNvPr id="624677" name="Line 37"/>
          <p:cNvSpPr>
            <a:spLocks noChangeShapeType="1"/>
          </p:cNvSpPr>
          <p:nvPr/>
        </p:nvSpPr>
        <p:spPr bwMode="auto">
          <a:xfrm>
            <a:off x="7467600" y="6858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678" name="Line 38"/>
          <p:cNvSpPr>
            <a:spLocks noChangeShapeType="1"/>
          </p:cNvSpPr>
          <p:nvPr/>
        </p:nvSpPr>
        <p:spPr bwMode="auto">
          <a:xfrm flipV="1">
            <a:off x="7467600" y="6858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4679" name="Oval 39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4680" name="Object 40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24680" name="Equation" r:id="rId17" imgW="381000" imgH="457200" progId="Equation.3">
              <p:embed/>
            </p:oleObj>
          </a:graphicData>
        </a:graphic>
      </p:graphicFrame>
      <p:sp>
        <p:nvSpPr>
          <p:cNvPr id="624681" name="Line 41"/>
          <p:cNvSpPr>
            <a:spLocks noChangeShapeType="1"/>
          </p:cNvSpPr>
          <p:nvPr/>
        </p:nvSpPr>
        <p:spPr bwMode="auto">
          <a:xfrm flipH="1">
            <a:off x="8382000" y="1524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24682" name="Text Box 42"/>
          <p:cNvSpPr txBox="1">
            <a:spLocks noChangeArrowheads="1"/>
          </p:cNvSpPr>
          <p:nvPr/>
        </p:nvSpPr>
        <p:spPr bwMode="auto">
          <a:xfrm>
            <a:off x="3048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6</a:t>
            </a:r>
          </a:p>
        </p:txBody>
      </p:sp>
      <p:sp>
        <p:nvSpPr>
          <p:cNvPr id="624683" name="Text Box 43"/>
          <p:cNvSpPr txBox="1">
            <a:spLocks noChangeArrowheads="1"/>
          </p:cNvSpPr>
          <p:nvPr/>
        </p:nvSpPr>
        <p:spPr bwMode="auto">
          <a:xfrm>
            <a:off x="0" y="0"/>
            <a:ext cx="227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Derivation:</a:t>
            </a:r>
          </a:p>
        </p:txBody>
      </p:sp>
      <p:sp>
        <p:nvSpPr>
          <p:cNvPr id="624684" name="Line 44"/>
          <p:cNvSpPr>
            <a:spLocks noChangeShapeType="1"/>
          </p:cNvSpPr>
          <p:nvPr/>
        </p:nvSpPr>
        <p:spPr bwMode="auto">
          <a:xfrm>
            <a:off x="0" y="533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24685" name="Object 45"/>
          <p:cNvGraphicFramePr>
            <a:graphicFrameLocks noChangeAspect="1"/>
          </p:cNvGraphicFramePr>
          <p:nvPr/>
        </p:nvGraphicFramePr>
        <p:xfrm>
          <a:off x="2286000" y="152400"/>
          <a:ext cx="6084888" cy="354013"/>
        </p:xfrm>
        <a:graphic>
          <a:graphicData uri="http://schemas.openxmlformats.org/presentationml/2006/ole">
            <p:oleObj spid="_x0000_s624685" name="Equation" r:id="rId18" imgW="6083280" imgH="355320" progId="Equation.3">
              <p:embed/>
            </p:oleObj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492F0-66D6-426D-B7DE-430B553E2A79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625666" name="Line 2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5667" name="Line 3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5668" name="Line 4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5669" name="Text Box 5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25670" name="Oval 6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5671" name="Oval 7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5672" name="Oval 8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5673" name="Object 9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25673" name="Equation" r:id="rId3" imgW="444500" imgH="469900" progId="Equation.3">
              <p:embed/>
            </p:oleObj>
          </a:graphicData>
        </a:graphic>
      </p:graphicFrame>
      <p:graphicFrame>
        <p:nvGraphicFramePr>
          <p:cNvPr id="625674" name="Object 10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25674" name="Equation" r:id="rId4" imgW="444240" imgH="520560" progId="Equation.3">
              <p:embed/>
            </p:oleObj>
          </a:graphicData>
        </a:graphic>
      </p:graphicFrame>
      <p:graphicFrame>
        <p:nvGraphicFramePr>
          <p:cNvPr id="625675" name="Object 11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25675" name="Equation" r:id="rId5" imgW="1714320" imgH="482400" progId="Equation.3">
              <p:embed/>
            </p:oleObj>
          </a:graphicData>
        </a:graphic>
      </p:graphicFrame>
      <p:graphicFrame>
        <p:nvGraphicFramePr>
          <p:cNvPr id="625676" name="Object 12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25676" name="Equation" r:id="rId6" imgW="1574800" imgH="469900" progId="Equation.3">
              <p:embed/>
            </p:oleObj>
          </a:graphicData>
        </a:graphic>
      </p:graphicFrame>
      <p:graphicFrame>
        <p:nvGraphicFramePr>
          <p:cNvPr id="625677" name="Object 13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25677" name="Equation" r:id="rId7" imgW="2387520" imgH="2539800" progId="Equation.3">
              <p:embed/>
            </p:oleObj>
          </a:graphicData>
        </a:graphic>
      </p:graphicFrame>
      <p:graphicFrame>
        <p:nvGraphicFramePr>
          <p:cNvPr id="625678" name="Object 14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25678" name="Equation" r:id="rId8" imgW="1638000" imgH="1168200" progId="Equation.3">
              <p:embed/>
            </p:oleObj>
          </a:graphicData>
        </a:graphic>
      </p:graphicFrame>
      <p:sp>
        <p:nvSpPr>
          <p:cNvPr id="625679" name="Freeform 15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5680" name="Text Box 16"/>
          <p:cNvSpPr txBox="1">
            <a:spLocks noChangeArrowheads="1"/>
          </p:cNvSpPr>
          <p:nvPr/>
        </p:nvSpPr>
        <p:spPr bwMode="auto">
          <a:xfrm>
            <a:off x="152400" y="914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25681" name="Line 17"/>
          <p:cNvSpPr>
            <a:spLocks noChangeShapeType="1"/>
          </p:cNvSpPr>
          <p:nvPr/>
        </p:nvSpPr>
        <p:spPr bwMode="auto">
          <a:xfrm flipV="1">
            <a:off x="32766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5682" name="Rectangle 18"/>
          <p:cNvSpPr>
            <a:spLocks noChangeArrowheads="1"/>
          </p:cNvSpPr>
          <p:nvPr/>
        </p:nvSpPr>
        <p:spPr bwMode="auto">
          <a:xfrm>
            <a:off x="7467600" y="1219200"/>
            <a:ext cx="914400" cy="16367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5683" name="Text Box 19"/>
          <p:cNvSpPr txBox="1">
            <a:spLocks noChangeArrowheads="1"/>
          </p:cNvSpPr>
          <p:nvPr/>
        </p:nvSpPr>
        <p:spPr bwMode="auto">
          <a:xfrm>
            <a:off x="7239000" y="3048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25684" name="Object 20"/>
          <p:cNvGraphicFramePr>
            <a:graphicFrameLocks noChangeAspect="1"/>
          </p:cNvGraphicFramePr>
          <p:nvPr/>
        </p:nvGraphicFramePr>
        <p:xfrm>
          <a:off x="7848600" y="2362200"/>
          <a:ext cx="228600" cy="419100"/>
        </p:xfrm>
        <a:graphic>
          <a:graphicData uri="http://schemas.openxmlformats.org/presentationml/2006/ole">
            <p:oleObj spid="_x0000_s625684" name="Equation" r:id="rId9" imgW="228600" imgH="419100" progId="Equation.3">
              <p:embed/>
            </p:oleObj>
          </a:graphicData>
        </a:graphic>
      </p:graphicFrame>
      <p:sp>
        <p:nvSpPr>
          <p:cNvPr id="625685" name="Rectangle 21"/>
          <p:cNvSpPr>
            <a:spLocks noChangeArrowheads="1"/>
          </p:cNvSpPr>
          <p:nvPr/>
        </p:nvSpPr>
        <p:spPr bwMode="auto">
          <a:xfrm>
            <a:off x="1524000" y="838200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5686" name="Line 22"/>
          <p:cNvSpPr>
            <a:spLocks noChangeShapeType="1"/>
          </p:cNvSpPr>
          <p:nvPr/>
        </p:nvSpPr>
        <p:spPr bwMode="auto">
          <a:xfrm>
            <a:off x="22098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5687" name="Line 23"/>
          <p:cNvSpPr>
            <a:spLocks noChangeShapeType="1"/>
          </p:cNvSpPr>
          <p:nvPr/>
        </p:nvSpPr>
        <p:spPr bwMode="auto">
          <a:xfrm>
            <a:off x="2895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5688" name="Line 24"/>
          <p:cNvSpPr>
            <a:spLocks noChangeShapeType="1"/>
          </p:cNvSpPr>
          <p:nvPr/>
        </p:nvSpPr>
        <p:spPr bwMode="auto">
          <a:xfrm>
            <a:off x="35814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5689" name="Object 25"/>
          <p:cNvGraphicFramePr>
            <a:graphicFrameLocks noChangeAspect="1"/>
          </p:cNvGraphicFramePr>
          <p:nvPr/>
        </p:nvGraphicFramePr>
        <p:xfrm>
          <a:off x="1752600" y="1143000"/>
          <a:ext cx="254000" cy="254000"/>
        </p:xfrm>
        <a:graphic>
          <a:graphicData uri="http://schemas.openxmlformats.org/presentationml/2006/ole">
            <p:oleObj spid="_x0000_s625689" name="Equation" r:id="rId10" imgW="254000" imgH="254000" progId="Equation.3">
              <p:embed/>
            </p:oleObj>
          </a:graphicData>
        </a:graphic>
      </p:graphicFrame>
      <p:graphicFrame>
        <p:nvGraphicFramePr>
          <p:cNvPr id="625690" name="Object 26"/>
          <p:cNvGraphicFramePr>
            <a:graphicFrameLocks noChangeAspect="1"/>
          </p:cNvGraphicFramePr>
          <p:nvPr/>
        </p:nvGraphicFramePr>
        <p:xfrm>
          <a:off x="3108325" y="1182688"/>
          <a:ext cx="254000" cy="254000"/>
        </p:xfrm>
        <a:graphic>
          <a:graphicData uri="http://schemas.openxmlformats.org/presentationml/2006/ole">
            <p:oleObj spid="_x0000_s625690" name="Equation" r:id="rId11" imgW="254000" imgH="254000" progId="Equation.3">
              <p:embed/>
            </p:oleObj>
          </a:graphicData>
        </a:graphic>
      </p:graphicFrame>
      <p:graphicFrame>
        <p:nvGraphicFramePr>
          <p:cNvPr id="625691" name="Object 27"/>
          <p:cNvGraphicFramePr>
            <a:graphicFrameLocks noChangeAspect="1"/>
          </p:cNvGraphicFramePr>
          <p:nvPr/>
        </p:nvGraphicFramePr>
        <p:xfrm>
          <a:off x="2422525" y="1106488"/>
          <a:ext cx="254000" cy="355600"/>
        </p:xfrm>
        <a:graphic>
          <a:graphicData uri="http://schemas.openxmlformats.org/presentationml/2006/ole">
            <p:oleObj spid="_x0000_s625691" name="Equation" r:id="rId12" imgW="254000" imgH="355600" progId="Equation.3">
              <p:embed/>
            </p:oleObj>
          </a:graphicData>
        </a:graphic>
      </p:graphicFrame>
      <p:graphicFrame>
        <p:nvGraphicFramePr>
          <p:cNvPr id="625693" name="Object 29"/>
          <p:cNvGraphicFramePr>
            <a:graphicFrameLocks noChangeAspect="1"/>
          </p:cNvGraphicFramePr>
          <p:nvPr/>
        </p:nvGraphicFramePr>
        <p:xfrm>
          <a:off x="3794125" y="1106488"/>
          <a:ext cx="254000" cy="355600"/>
        </p:xfrm>
        <a:graphic>
          <a:graphicData uri="http://schemas.openxmlformats.org/presentationml/2006/ole">
            <p:oleObj spid="_x0000_s625693" name="Equation" r:id="rId13" imgW="254000" imgH="355600" progId="Equation.3">
              <p:embed/>
            </p:oleObj>
          </a:graphicData>
        </a:graphic>
      </p:graphicFrame>
      <p:sp>
        <p:nvSpPr>
          <p:cNvPr id="625694" name="Oval 30"/>
          <p:cNvSpPr>
            <a:spLocks noChangeArrowheads="1"/>
          </p:cNvSpPr>
          <p:nvPr/>
        </p:nvSpPr>
        <p:spPr bwMode="auto">
          <a:xfrm>
            <a:off x="4953000" y="3505200"/>
            <a:ext cx="22098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5695" name="Line 31"/>
          <p:cNvSpPr>
            <a:spLocks noChangeShapeType="1"/>
          </p:cNvSpPr>
          <p:nvPr/>
        </p:nvSpPr>
        <p:spPr bwMode="auto">
          <a:xfrm>
            <a:off x="7467600" y="2286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5696" name="Line 32"/>
          <p:cNvSpPr>
            <a:spLocks noChangeShapeType="1"/>
          </p:cNvSpPr>
          <p:nvPr/>
        </p:nvSpPr>
        <p:spPr bwMode="auto">
          <a:xfrm>
            <a:off x="7467600" y="1752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5697" name="Object 33"/>
          <p:cNvGraphicFramePr>
            <a:graphicFrameLocks noChangeAspect="1"/>
          </p:cNvGraphicFramePr>
          <p:nvPr/>
        </p:nvGraphicFramePr>
        <p:xfrm>
          <a:off x="7772400" y="1828800"/>
          <a:ext cx="254000" cy="355600"/>
        </p:xfrm>
        <a:graphic>
          <a:graphicData uri="http://schemas.openxmlformats.org/presentationml/2006/ole">
            <p:oleObj spid="_x0000_s625697" name="Equation" r:id="rId14" imgW="254000" imgH="355600" progId="Equation.3">
              <p:embed/>
            </p:oleObj>
          </a:graphicData>
        </a:graphic>
      </p:graphicFrame>
      <p:graphicFrame>
        <p:nvGraphicFramePr>
          <p:cNvPr id="625698" name="Object 34"/>
          <p:cNvGraphicFramePr>
            <a:graphicFrameLocks noChangeAspect="1"/>
          </p:cNvGraphicFramePr>
          <p:nvPr/>
        </p:nvGraphicFramePr>
        <p:xfrm>
          <a:off x="7772400" y="1371600"/>
          <a:ext cx="254000" cy="254000"/>
        </p:xfrm>
        <a:graphic>
          <a:graphicData uri="http://schemas.openxmlformats.org/presentationml/2006/ole">
            <p:oleObj spid="_x0000_s625698" name="Equation" r:id="rId15" imgW="254000" imgH="254000" progId="Equation.3">
              <p:embed/>
            </p:oleObj>
          </a:graphicData>
        </a:graphic>
      </p:graphicFrame>
      <p:sp>
        <p:nvSpPr>
          <p:cNvPr id="625699" name="Line 35"/>
          <p:cNvSpPr>
            <a:spLocks noChangeShapeType="1"/>
          </p:cNvSpPr>
          <p:nvPr/>
        </p:nvSpPr>
        <p:spPr bwMode="auto">
          <a:xfrm>
            <a:off x="7467600" y="12192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5700" name="Line 36"/>
          <p:cNvSpPr>
            <a:spLocks noChangeShapeType="1"/>
          </p:cNvSpPr>
          <p:nvPr/>
        </p:nvSpPr>
        <p:spPr bwMode="auto">
          <a:xfrm flipV="1">
            <a:off x="7467600" y="12192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5701" name="Oval 37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5702" name="Object 38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25702" name="Equation" r:id="rId16" imgW="381000" imgH="457200" progId="Equation.3">
              <p:embed/>
            </p:oleObj>
          </a:graphicData>
        </a:graphic>
      </p:graphicFrame>
      <p:sp>
        <p:nvSpPr>
          <p:cNvPr id="625703" name="Line 39"/>
          <p:cNvSpPr>
            <a:spLocks noChangeShapeType="1"/>
          </p:cNvSpPr>
          <p:nvPr/>
        </p:nvSpPr>
        <p:spPr bwMode="auto">
          <a:xfrm flipH="1">
            <a:off x="8382000" y="19812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25704" name="Text Box 40"/>
          <p:cNvSpPr txBox="1">
            <a:spLocks noChangeArrowheads="1"/>
          </p:cNvSpPr>
          <p:nvPr/>
        </p:nvSpPr>
        <p:spPr bwMode="auto">
          <a:xfrm>
            <a:off x="3048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7</a:t>
            </a:r>
          </a:p>
        </p:txBody>
      </p:sp>
      <p:sp>
        <p:nvSpPr>
          <p:cNvPr id="625705" name="Text Box 41"/>
          <p:cNvSpPr txBox="1">
            <a:spLocks noChangeArrowheads="1"/>
          </p:cNvSpPr>
          <p:nvPr/>
        </p:nvSpPr>
        <p:spPr bwMode="auto">
          <a:xfrm>
            <a:off x="0" y="0"/>
            <a:ext cx="227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Derivation:</a:t>
            </a:r>
          </a:p>
        </p:txBody>
      </p:sp>
      <p:sp>
        <p:nvSpPr>
          <p:cNvPr id="625706" name="Line 42"/>
          <p:cNvSpPr>
            <a:spLocks noChangeShapeType="1"/>
          </p:cNvSpPr>
          <p:nvPr/>
        </p:nvSpPr>
        <p:spPr bwMode="auto">
          <a:xfrm>
            <a:off x="0" y="533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625707" name="Object 43"/>
          <p:cNvGraphicFramePr>
            <a:graphicFrameLocks noChangeAspect="1"/>
          </p:cNvGraphicFramePr>
          <p:nvPr/>
        </p:nvGraphicFramePr>
        <p:xfrm>
          <a:off x="2286000" y="152400"/>
          <a:ext cx="6084888" cy="354013"/>
        </p:xfrm>
        <a:graphic>
          <a:graphicData uri="http://schemas.openxmlformats.org/presentationml/2006/ole">
            <p:oleObj spid="_x0000_s625707" name="Equation" r:id="rId17" imgW="6083280" imgH="355320" progId="Equation.3">
              <p:embed/>
            </p:oleObj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43F984-17E3-47B6-B2E2-7541618FDEC8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626690" name="Line 2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6691" name="Line 3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6692" name="Line 4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6693" name="Text Box 5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26694" name="Oval 6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6695" name="Oval 7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6696" name="Oval 8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6697" name="Object 9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26697" name="Equation" r:id="rId3" imgW="444500" imgH="469900" progId="Equation.3">
              <p:embed/>
            </p:oleObj>
          </a:graphicData>
        </a:graphic>
      </p:graphicFrame>
      <p:graphicFrame>
        <p:nvGraphicFramePr>
          <p:cNvPr id="626698" name="Object 10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26698" name="Equation" r:id="rId4" imgW="444240" imgH="520560" progId="Equation.3">
              <p:embed/>
            </p:oleObj>
          </a:graphicData>
        </a:graphic>
      </p:graphicFrame>
      <p:graphicFrame>
        <p:nvGraphicFramePr>
          <p:cNvPr id="626699" name="Object 11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26699" name="Equation" r:id="rId5" imgW="1714320" imgH="482400" progId="Equation.3">
              <p:embed/>
            </p:oleObj>
          </a:graphicData>
        </a:graphic>
      </p:graphicFrame>
      <p:graphicFrame>
        <p:nvGraphicFramePr>
          <p:cNvPr id="626700" name="Object 12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26700" name="Equation" r:id="rId6" imgW="1574800" imgH="469900" progId="Equation.3">
              <p:embed/>
            </p:oleObj>
          </a:graphicData>
        </a:graphic>
      </p:graphicFrame>
      <p:graphicFrame>
        <p:nvGraphicFramePr>
          <p:cNvPr id="626701" name="Object 13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26701" name="Equation" r:id="rId7" imgW="2387520" imgH="2539800" progId="Equation.3">
              <p:embed/>
            </p:oleObj>
          </a:graphicData>
        </a:graphic>
      </p:graphicFrame>
      <p:graphicFrame>
        <p:nvGraphicFramePr>
          <p:cNvPr id="626702" name="Object 14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26702" name="Equation" r:id="rId8" imgW="1638000" imgH="1168200" progId="Equation.3">
              <p:embed/>
            </p:oleObj>
          </a:graphicData>
        </a:graphic>
      </p:graphicFrame>
      <p:sp>
        <p:nvSpPr>
          <p:cNvPr id="626703" name="Freeform 15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6704" name="Text Box 16"/>
          <p:cNvSpPr txBox="1">
            <a:spLocks noChangeArrowheads="1"/>
          </p:cNvSpPr>
          <p:nvPr/>
        </p:nvSpPr>
        <p:spPr bwMode="auto">
          <a:xfrm>
            <a:off x="152400" y="914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26705" name="Line 17"/>
          <p:cNvSpPr>
            <a:spLocks noChangeShapeType="1"/>
          </p:cNvSpPr>
          <p:nvPr/>
        </p:nvSpPr>
        <p:spPr bwMode="auto">
          <a:xfrm flipV="1">
            <a:off x="38862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6706" name="Rectangle 18"/>
          <p:cNvSpPr>
            <a:spLocks noChangeArrowheads="1"/>
          </p:cNvSpPr>
          <p:nvPr/>
        </p:nvSpPr>
        <p:spPr bwMode="auto">
          <a:xfrm>
            <a:off x="7467600" y="1752600"/>
            <a:ext cx="914400" cy="11033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6707" name="Text Box 19"/>
          <p:cNvSpPr txBox="1">
            <a:spLocks noChangeArrowheads="1"/>
          </p:cNvSpPr>
          <p:nvPr/>
        </p:nvSpPr>
        <p:spPr bwMode="auto">
          <a:xfrm>
            <a:off x="7239000" y="3048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26708" name="Object 20"/>
          <p:cNvGraphicFramePr>
            <a:graphicFrameLocks noChangeAspect="1"/>
          </p:cNvGraphicFramePr>
          <p:nvPr/>
        </p:nvGraphicFramePr>
        <p:xfrm>
          <a:off x="7848600" y="2362200"/>
          <a:ext cx="228600" cy="419100"/>
        </p:xfrm>
        <a:graphic>
          <a:graphicData uri="http://schemas.openxmlformats.org/presentationml/2006/ole">
            <p:oleObj spid="_x0000_s626708" name="Equation" r:id="rId9" imgW="228600" imgH="419100" progId="Equation.3">
              <p:embed/>
            </p:oleObj>
          </a:graphicData>
        </a:graphic>
      </p:graphicFrame>
      <p:sp>
        <p:nvSpPr>
          <p:cNvPr id="626709" name="Rectangle 21"/>
          <p:cNvSpPr>
            <a:spLocks noChangeArrowheads="1"/>
          </p:cNvSpPr>
          <p:nvPr/>
        </p:nvSpPr>
        <p:spPr bwMode="auto">
          <a:xfrm>
            <a:off x="1524000" y="838200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6710" name="Line 22"/>
          <p:cNvSpPr>
            <a:spLocks noChangeShapeType="1"/>
          </p:cNvSpPr>
          <p:nvPr/>
        </p:nvSpPr>
        <p:spPr bwMode="auto">
          <a:xfrm>
            <a:off x="22098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6711" name="Line 23"/>
          <p:cNvSpPr>
            <a:spLocks noChangeShapeType="1"/>
          </p:cNvSpPr>
          <p:nvPr/>
        </p:nvSpPr>
        <p:spPr bwMode="auto">
          <a:xfrm>
            <a:off x="2895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6712" name="Line 24"/>
          <p:cNvSpPr>
            <a:spLocks noChangeShapeType="1"/>
          </p:cNvSpPr>
          <p:nvPr/>
        </p:nvSpPr>
        <p:spPr bwMode="auto">
          <a:xfrm>
            <a:off x="35814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6713" name="Object 25"/>
          <p:cNvGraphicFramePr>
            <a:graphicFrameLocks noChangeAspect="1"/>
          </p:cNvGraphicFramePr>
          <p:nvPr/>
        </p:nvGraphicFramePr>
        <p:xfrm>
          <a:off x="1752600" y="1143000"/>
          <a:ext cx="254000" cy="254000"/>
        </p:xfrm>
        <a:graphic>
          <a:graphicData uri="http://schemas.openxmlformats.org/presentationml/2006/ole">
            <p:oleObj spid="_x0000_s626713" name="Equation" r:id="rId10" imgW="254000" imgH="254000" progId="Equation.3">
              <p:embed/>
            </p:oleObj>
          </a:graphicData>
        </a:graphic>
      </p:graphicFrame>
      <p:graphicFrame>
        <p:nvGraphicFramePr>
          <p:cNvPr id="626714" name="Object 26"/>
          <p:cNvGraphicFramePr>
            <a:graphicFrameLocks noChangeAspect="1"/>
          </p:cNvGraphicFramePr>
          <p:nvPr/>
        </p:nvGraphicFramePr>
        <p:xfrm>
          <a:off x="3108325" y="1182688"/>
          <a:ext cx="254000" cy="254000"/>
        </p:xfrm>
        <a:graphic>
          <a:graphicData uri="http://schemas.openxmlformats.org/presentationml/2006/ole">
            <p:oleObj spid="_x0000_s626714" name="Equation" r:id="rId11" imgW="254000" imgH="254000" progId="Equation.3">
              <p:embed/>
            </p:oleObj>
          </a:graphicData>
        </a:graphic>
      </p:graphicFrame>
      <p:graphicFrame>
        <p:nvGraphicFramePr>
          <p:cNvPr id="626715" name="Object 27"/>
          <p:cNvGraphicFramePr>
            <a:graphicFrameLocks noChangeAspect="1"/>
          </p:cNvGraphicFramePr>
          <p:nvPr/>
        </p:nvGraphicFramePr>
        <p:xfrm>
          <a:off x="2422525" y="1106488"/>
          <a:ext cx="254000" cy="355600"/>
        </p:xfrm>
        <a:graphic>
          <a:graphicData uri="http://schemas.openxmlformats.org/presentationml/2006/ole">
            <p:oleObj spid="_x0000_s626715" name="Equation" r:id="rId12" imgW="254000" imgH="355600" progId="Equation.3">
              <p:embed/>
            </p:oleObj>
          </a:graphicData>
        </a:graphic>
      </p:graphicFrame>
      <p:graphicFrame>
        <p:nvGraphicFramePr>
          <p:cNvPr id="626717" name="Object 29"/>
          <p:cNvGraphicFramePr>
            <a:graphicFrameLocks noChangeAspect="1"/>
          </p:cNvGraphicFramePr>
          <p:nvPr/>
        </p:nvGraphicFramePr>
        <p:xfrm>
          <a:off x="3794125" y="1106488"/>
          <a:ext cx="254000" cy="355600"/>
        </p:xfrm>
        <a:graphic>
          <a:graphicData uri="http://schemas.openxmlformats.org/presentationml/2006/ole">
            <p:oleObj spid="_x0000_s626717" name="Equation" r:id="rId13" imgW="254000" imgH="355600" progId="Equation.3">
              <p:embed/>
            </p:oleObj>
          </a:graphicData>
        </a:graphic>
      </p:graphicFrame>
      <p:sp>
        <p:nvSpPr>
          <p:cNvPr id="626718" name="Oval 30"/>
          <p:cNvSpPr>
            <a:spLocks noChangeArrowheads="1"/>
          </p:cNvSpPr>
          <p:nvPr/>
        </p:nvSpPr>
        <p:spPr bwMode="auto">
          <a:xfrm>
            <a:off x="4953000" y="4267200"/>
            <a:ext cx="22098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6719" name="Line 31"/>
          <p:cNvSpPr>
            <a:spLocks noChangeShapeType="1"/>
          </p:cNvSpPr>
          <p:nvPr/>
        </p:nvSpPr>
        <p:spPr bwMode="auto">
          <a:xfrm>
            <a:off x="7467600" y="22860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6720" name="Object 32"/>
          <p:cNvGraphicFramePr>
            <a:graphicFrameLocks noChangeAspect="1"/>
          </p:cNvGraphicFramePr>
          <p:nvPr/>
        </p:nvGraphicFramePr>
        <p:xfrm>
          <a:off x="7772400" y="1828800"/>
          <a:ext cx="254000" cy="355600"/>
        </p:xfrm>
        <a:graphic>
          <a:graphicData uri="http://schemas.openxmlformats.org/presentationml/2006/ole">
            <p:oleObj spid="_x0000_s626720" name="Equation" r:id="rId14" imgW="254000" imgH="355600" progId="Equation.3">
              <p:embed/>
            </p:oleObj>
          </a:graphicData>
        </a:graphic>
      </p:graphicFrame>
      <p:sp>
        <p:nvSpPr>
          <p:cNvPr id="626721" name="Line 33"/>
          <p:cNvSpPr>
            <a:spLocks noChangeShapeType="1"/>
          </p:cNvSpPr>
          <p:nvPr/>
        </p:nvSpPr>
        <p:spPr bwMode="auto">
          <a:xfrm>
            <a:off x="7467600" y="17526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6722" name="Line 34"/>
          <p:cNvSpPr>
            <a:spLocks noChangeShapeType="1"/>
          </p:cNvSpPr>
          <p:nvPr/>
        </p:nvSpPr>
        <p:spPr bwMode="auto">
          <a:xfrm flipV="1">
            <a:off x="7467600" y="1752600"/>
            <a:ext cx="914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6723" name="Oval 35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6724" name="Object 36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26724" name="Equation" r:id="rId15" imgW="381000" imgH="457200" progId="Equation.3">
              <p:embed/>
            </p:oleObj>
          </a:graphicData>
        </a:graphic>
      </p:graphicFrame>
      <p:sp>
        <p:nvSpPr>
          <p:cNvPr id="626725" name="Line 37"/>
          <p:cNvSpPr>
            <a:spLocks noChangeShapeType="1"/>
          </p:cNvSpPr>
          <p:nvPr/>
        </p:nvSpPr>
        <p:spPr bwMode="auto">
          <a:xfrm flipH="1">
            <a:off x="8382000" y="251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26726" name="Text Box 38"/>
          <p:cNvSpPr txBox="1">
            <a:spLocks noChangeArrowheads="1"/>
          </p:cNvSpPr>
          <p:nvPr/>
        </p:nvSpPr>
        <p:spPr bwMode="auto">
          <a:xfrm>
            <a:off x="3048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8</a:t>
            </a:r>
          </a:p>
        </p:txBody>
      </p:sp>
      <p:sp>
        <p:nvSpPr>
          <p:cNvPr id="626727" name="Text Box 39"/>
          <p:cNvSpPr txBox="1">
            <a:spLocks noChangeArrowheads="1"/>
          </p:cNvSpPr>
          <p:nvPr/>
        </p:nvSpPr>
        <p:spPr bwMode="auto">
          <a:xfrm>
            <a:off x="0" y="0"/>
            <a:ext cx="227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Derivation:</a:t>
            </a:r>
          </a:p>
        </p:txBody>
      </p:sp>
      <p:sp>
        <p:nvSpPr>
          <p:cNvPr id="626728" name="Line 40"/>
          <p:cNvSpPr>
            <a:spLocks noChangeShapeType="1"/>
          </p:cNvSpPr>
          <p:nvPr/>
        </p:nvSpPr>
        <p:spPr bwMode="auto">
          <a:xfrm>
            <a:off x="0" y="533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91F02-314E-4814-8251-D14C7918DACD}" type="slidenum">
              <a:rPr lang="en-US" altLang="en-US"/>
              <a:pPr/>
              <a:t>22</a:t>
            </a:fld>
            <a:endParaRPr lang="en-US" altLang="en-US"/>
          </a:p>
        </p:txBody>
      </p:sp>
      <p:sp>
        <p:nvSpPr>
          <p:cNvPr id="627714" name="Oval 2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7715" name="Line 3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7716" name="Line 4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7717" name="Line 5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7718" name="Text Box 6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27719" name="Oval 7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7720" name="Oval 8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solidFill>
            <a:srgbClr val="FF0000">
              <a:alpha val="50000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7721" name="Oval 9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7722" name="Object 10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27722" name="Equation" r:id="rId3" imgW="444500" imgH="469900" progId="Equation.3">
              <p:embed/>
            </p:oleObj>
          </a:graphicData>
        </a:graphic>
      </p:graphicFrame>
      <p:graphicFrame>
        <p:nvGraphicFramePr>
          <p:cNvPr id="627723" name="Object 11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27723" name="Equation" r:id="rId4" imgW="381000" imgH="457200" progId="Equation.3">
              <p:embed/>
            </p:oleObj>
          </a:graphicData>
        </a:graphic>
      </p:graphicFrame>
      <p:graphicFrame>
        <p:nvGraphicFramePr>
          <p:cNvPr id="627724" name="Object 12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27724" name="Equation" r:id="rId5" imgW="444240" imgH="520560" progId="Equation.3">
              <p:embed/>
            </p:oleObj>
          </a:graphicData>
        </a:graphic>
      </p:graphicFrame>
      <p:graphicFrame>
        <p:nvGraphicFramePr>
          <p:cNvPr id="627725" name="Object 13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27725" name="Equation" r:id="rId6" imgW="1714320" imgH="482400" progId="Equation.3">
              <p:embed/>
            </p:oleObj>
          </a:graphicData>
        </a:graphic>
      </p:graphicFrame>
      <p:graphicFrame>
        <p:nvGraphicFramePr>
          <p:cNvPr id="627726" name="Object 14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27726" name="Equation" r:id="rId7" imgW="1574800" imgH="469900" progId="Equation.3">
              <p:embed/>
            </p:oleObj>
          </a:graphicData>
        </a:graphic>
      </p:graphicFrame>
      <p:graphicFrame>
        <p:nvGraphicFramePr>
          <p:cNvPr id="627727" name="Object 15"/>
          <p:cNvGraphicFramePr>
            <a:graphicFrameLocks noChangeAspect="1"/>
          </p:cNvGraphicFramePr>
          <p:nvPr/>
        </p:nvGraphicFramePr>
        <p:xfrm>
          <a:off x="2628900" y="2362200"/>
          <a:ext cx="2387600" cy="2540000"/>
        </p:xfrm>
        <a:graphic>
          <a:graphicData uri="http://schemas.openxmlformats.org/presentationml/2006/ole">
            <p:oleObj spid="_x0000_s627727" name="Equation" r:id="rId8" imgW="2387520" imgH="2539800" progId="Equation.3">
              <p:embed/>
            </p:oleObj>
          </a:graphicData>
        </a:graphic>
      </p:graphicFrame>
      <p:graphicFrame>
        <p:nvGraphicFramePr>
          <p:cNvPr id="627728" name="Object 16"/>
          <p:cNvGraphicFramePr>
            <a:graphicFrameLocks noChangeAspect="1"/>
          </p:cNvGraphicFramePr>
          <p:nvPr/>
        </p:nvGraphicFramePr>
        <p:xfrm>
          <a:off x="5257800" y="3733800"/>
          <a:ext cx="1638300" cy="1168400"/>
        </p:xfrm>
        <a:graphic>
          <a:graphicData uri="http://schemas.openxmlformats.org/presentationml/2006/ole">
            <p:oleObj spid="_x0000_s627728" name="Equation" r:id="rId9" imgW="1638000" imgH="1168200" progId="Equation.3">
              <p:embed/>
            </p:oleObj>
          </a:graphicData>
        </a:graphic>
      </p:graphicFrame>
      <p:sp>
        <p:nvSpPr>
          <p:cNvPr id="627729" name="Freeform 17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7730" name="Text Box 18"/>
          <p:cNvSpPr txBox="1">
            <a:spLocks noChangeArrowheads="1"/>
          </p:cNvSpPr>
          <p:nvPr/>
        </p:nvSpPr>
        <p:spPr bwMode="auto">
          <a:xfrm>
            <a:off x="152400" y="914400"/>
            <a:ext cx="1239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Input</a:t>
            </a:r>
          </a:p>
        </p:txBody>
      </p:sp>
      <p:sp>
        <p:nvSpPr>
          <p:cNvPr id="627731" name="Line 19"/>
          <p:cNvSpPr>
            <a:spLocks noChangeShapeType="1"/>
          </p:cNvSpPr>
          <p:nvPr/>
        </p:nvSpPr>
        <p:spPr bwMode="auto">
          <a:xfrm flipV="1">
            <a:off x="3886200" y="1600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7732" name="Rectangle 20"/>
          <p:cNvSpPr>
            <a:spLocks noChangeArrowheads="1"/>
          </p:cNvSpPr>
          <p:nvPr/>
        </p:nvSpPr>
        <p:spPr bwMode="auto">
          <a:xfrm>
            <a:off x="7467600" y="2286000"/>
            <a:ext cx="914400" cy="5699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7733" name="Text Box 21"/>
          <p:cNvSpPr txBox="1">
            <a:spLocks noChangeArrowheads="1"/>
          </p:cNvSpPr>
          <p:nvPr/>
        </p:nvSpPr>
        <p:spPr bwMode="auto">
          <a:xfrm>
            <a:off x="7239000" y="3048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altLang="en-US"/>
              <a:t>Stack</a:t>
            </a:r>
          </a:p>
        </p:txBody>
      </p:sp>
      <p:graphicFrame>
        <p:nvGraphicFramePr>
          <p:cNvPr id="627734" name="Object 22"/>
          <p:cNvGraphicFramePr>
            <a:graphicFrameLocks noChangeAspect="1"/>
          </p:cNvGraphicFramePr>
          <p:nvPr/>
        </p:nvGraphicFramePr>
        <p:xfrm>
          <a:off x="7848600" y="2362200"/>
          <a:ext cx="228600" cy="419100"/>
        </p:xfrm>
        <a:graphic>
          <a:graphicData uri="http://schemas.openxmlformats.org/presentationml/2006/ole">
            <p:oleObj spid="_x0000_s627734" name="Equation" r:id="rId10" imgW="228600" imgH="419100" progId="Equation.3">
              <p:embed/>
            </p:oleObj>
          </a:graphicData>
        </a:graphic>
      </p:graphicFrame>
      <p:sp>
        <p:nvSpPr>
          <p:cNvPr id="627735" name="Rectangle 23"/>
          <p:cNvSpPr>
            <a:spLocks noChangeArrowheads="1"/>
          </p:cNvSpPr>
          <p:nvPr/>
        </p:nvSpPr>
        <p:spPr bwMode="auto">
          <a:xfrm>
            <a:off x="1524000" y="838200"/>
            <a:ext cx="2727325" cy="762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7736" name="Line 24"/>
          <p:cNvSpPr>
            <a:spLocks noChangeShapeType="1"/>
          </p:cNvSpPr>
          <p:nvPr/>
        </p:nvSpPr>
        <p:spPr bwMode="auto">
          <a:xfrm>
            <a:off x="22098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7737" name="Line 25"/>
          <p:cNvSpPr>
            <a:spLocks noChangeShapeType="1"/>
          </p:cNvSpPr>
          <p:nvPr/>
        </p:nvSpPr>
        <p:spPr bwMode="auto">
          <a:xfrm>
            <a:off x="28956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27738" name="Line 26"/>
          <p:cNvSpPr>
            <a:spLocks noChangeShapeType="1"/>
          </p:cNvSpPr>
          <p:nvPr/>
        </p:nvSpPr>
        <p:spPr bwMode="auto">
          <a:xfrm>
            <a:off x="3581400" y="8382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7739" name="Object 27"/>
          <p:cNvGraphicFramePr>
            <a:graphicFrameLocks noChangeAspect="1"/>
          </p:cNvGraphicFramePr>
          <p:nvPr/>
        </p:nvGraphicFramePr>
        <p:xfrm>
          <a:off x="1752600" y="1143000"/>
          <a:ext cx="254000" cy="254000"/>
        </p:xfrm>
        <a:graphic>
          <a:graphicData uri="http://schemas.openxmlformats.org/presentationml/2006/ole">
            <p:oleObj spid="_x0000_s627739" name="Equation" r:id="rId11" imgW="254000" imgH="254000" progId="Equation.3">
              <p:embed/>
            </p:oleObj>
          </a:graphicData>
        </a:graphic>
      </p:graphicFrame>
      <p:graphicFrame>
        <p:nvGraphicFramePr>
          <p:cNvPr id="627740" name="Object 28"/>
          <p:cNvGraphicFramePr>
            <a:graphicFrameLocks noChangeAspect="1"/>
          </p:cNvGraphicFramePr>
          <p:nvPr/>
        </p:nvGraphicFramePr>
        <p:xfrm>
          <a:off x="3108325" y="1182688"/>
          <a:ext cx="254000" cy="254000"/>
        </p:xfrm>
        <a:graphic>
          <a:graphicData uri="http://schemas.openxmlformats.org/presentationml/2006/ole">
            <p:oleObj spid="_x0000_s627740" name="Equation" r:id="rId12" imgW="254000" imgH="254000" progId="Equation.3">
              <p:embed/>
            </p:oleObj>
          </a:graphicData>
        </a:graphic>
      </p:graphicFrame>
      <p:graphicFrame>
        <p:nvGraphicFramePr>
          <p:cNvPr id="627741" name="Object 29"/>
          <p:cNvGraphicFramePr>
            <a:graphicFrameLocks noChangeAspect="1"/>
          </p:cNvGraphicFramePr>
          <p:nvPr/>
        </p:nvGraphicFramePr>
        <p:xfrm>
          <a:off x="2422525" y="1106488"/>
          <a:ext cx="254000" cy="355600"/>
        </p:xfrm>
        <a:graphic>
          <a:graphicData uri="http://schemas.openxmlformats.org/presentationml/2006/ole">
            <p:oleObj spid="_x0000_s627741" name="Equation" r:id="rId13" imgW="254000" imgH="355600" progId="Equation.3">
              <p:embed/>
            </p:oleObj>
          </a:graphicData>
        </a:graphic>
      </p:graphicFrame>
      <p:graphicFrame>
        <p:nvGraphicFramePr>
          <p:cNvPr id="627743" name="Object 31"/>
          <p:cNvGraphicFramePr>
            <a:graphicFrameLocks noChangeAspect="1"/>
          </p:cNvGraphicFramePr>
          <p:nvPr/>
        </p:nvGraphicFramePr>
        <p:xfrm>
          <a:off x="3794125" y="1106488"/>
          <a:ext cx="254000" cy="355600"/>
        </p:xfrm>
        <a:graphic>
          <a:graphicData uri="http://schemas.openxmlformats.org/presentationml/2006/ole">
            <p:oleObj spid="_x0000_s627743" name="Equation" r:id="rId14" imgW="254000" imgH="355600" progId="Equation.3">
              <p:embed/>
            </p:oleObj>
          </a:graphicData>
        </a:graphic>
      </p:graphicFrame>
      <p:sp>
        <p:nvSpPr>
          <p:cNvPr id="627744" name="Oval 32"/>
          <p:cNvSpPr>
            <a:spLocks noChangeArrowheads="1"/>
          </p:cNvSpPr>
          <p:nvPr/>
        </p:nvSpPr>
        <p:spPr bwMode="auto">
          <a:xfrm>
            <a:off x="5334000" y="5715000"/>
            <a:ext cx="22098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7745" name="Text Box 33"/>
          <p:cNvSpPr txBox="1">
            <a:spLocks noChangeArrowheads="1"/>
          </p:cNvSpPr>
          <p:nvPr/>
        </p:nvSpPr>
        <p:spPr bwMode="auto">
          <a:xfrm>
            <a:off x="7391400" y="5105400"/>
            <a:ext cx="1443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accept</a:t>
            </a:r>
          </a:p>
        </p:txBody>
      </p:sp>
      <p:sp>
        <p:nvSpPr>
          <p:cNvPr id="627746" name="Line 34"/>
          <p:cNvSpPr>
            <a:spLocks noChangeShapeType="1"/>
          </p:cNvSpPr>
          <p:nvPr/>
        </p:nvSpPr>
        <p:spPr bwMode="auto">
          <a:xfrm flipH="1">
            <a:off x="8382000" y="251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27747" name="Text Box 35"/>
          <p:cNvSpPr txBox="1">
            <a:spLocks noChangeArrowheads="1"/>
          </p:cNvSpPr>
          <p:nvPr/>
        </p:nvSpPr>
        <p:spPr bwMode="auto">
          <a:xfrm>
            <a:off x="304800" y="2667000"/>
            <a:ext cx="14827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Time 9</a:t>
            </a:r>
          </a:p>
        </p:txBody>
      </p:sp>
      <p:sp>
        <p:nvSpPr>
          <p:cNvPr id="627748" name="Text Box 36"/>
          <p:cNvSpPr txBox="1">
            <a:spLocks noChangeArrowheads="1"/>
          </p:cNvSpPr>
          <p:nvPr/>
        </p:nvSpPr>
        <p:spPr bwMode="auto">
          <a:xfrm>
            <a:off x="0" y="0"/>
            <a:ext cx="22717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Derivation:</a:t>
            </a:r>
          </a:p>
        </p:txBody>
      </p:sp>
      <p:sp>
        <p:nvSpPr>
          <p:cNvPr id="627749" name="Line 37"/>
          <p:cNvSpPr>
            <a:spLocks noChangeShapeType="1"/>
          </p:cNvSpPr>
          <p:nvPr/>
        </p:nvSpPr>
        <p:spPr bwMode="auto">
          <a:xfrm>
            <a:off x="0" y="533400"/>
            <a:ext cx="701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508F7-EBF3-47FF-98E7-3520EBDF2278}" type="slidenum">
              <a:rPr lang="en-US" altLang="en-US"/>
              <a:pPr/>
              <a:t>23</a:t>
            </a:fld>
            <a:endParaRPr lang="en-US" altLang="en-US"/>
          </a:p>
        </p:txBody>
      </p:sp>
      <p:sp>
        <p:nvSpPr>
          <p:cNvPr id="628738" name="Text Box 2"/>
          <p:cNvSpPr txBox="1">
            <a:spLocks noChangeArrowheads="1"/>
          </p:cNvSpPr>
          <p:nvPr/>
        </p:nvSpPr>
        <p:spPr bwMode="auto">
          <a:xfrm>
            <a:off x="288925" y="177800"/>
            <a:ext cx="2251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In general:</a:t>
            </a:r>
          </a:p>
        </p:txBody>
      </p:sp>
      <p:sp>
        <p:nvSpPr>
          <p:cNvPr id="628739" name="Text Box 3"/>
          <p:cNvSpPr txBox="1">
            <a:spLocks noChangeArrowheads="1"/>
          </p:cNvSpPr>
          <p:nvPr/>
        </p:nvSpPr>
        <p:spPr bwMode="auto">
          <a:xfrm>
            <a:off x="1127125" y="1244600"/>
            <a:ext cx="3860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Given any grammar </a:t>
            </a:r>
          </a:p>
        </p:txBody>
      </p:sp>
      <p:graphicFrame>
        <p:nvGraphicFramePr>
          <p:cNvPr id="628740" name="Object 4"/>
          <p:cNvGraphicFramePr>
            <a:graphicFrameLocks noChangeAspect="1"/>
          </p:cNvGraphicFramePr>
          <p:nvPr/>
        </p:nvGraphicFramePr>
        <p:xfrm>
          <a:off x="5168900" y="1352550"/>
          <a:ext cx="393700" cy="419100"/>
        </p:xfrm>
        <a:graphic>
          <a:graphicData uri="http://schemas.openxmlformats.org/presentationml/2006/ole">
            <p:oleObj spid="_x0000_s628740" name="Equation" r:id="rId3" imgW="393480" imgH="419040" progId="Equation.3">
              <p:embed/>
            </p:oleObj>
          </a:graphicData>
        </a:graphic>
      </p:graphicFrame>
      <p:sp>
        <p:nvSpPr>
          <p:cNvPr id="628741" name="Text Box 5"/>
          <p:cNvSpPr txBox="1">
            <a:spLocks noChangeArrowheads="1"/>
          </p:cNvSpPr>
          <p:nvPr/>
        </p:nvSpPr>
        <p:spPr bwMode="auto">
          <a:xfrm>
            <a:off x="1127125" y="2387600"/>
            <a:ext cx="52387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can construct a NPDA </a:t>
            </a:r>
          </a:p>
        </p:txBody>
      </p:sp>
      <p:graphicFrame>
        <p:nvGraphicFramePr>
          <p:cNvPr id="628742" name="Object 6"/>
          <p:cNvGraphicFramePr>
            <a:graphicFrameLocks noChangeAspect="1"/>
          </p:cNvGraphicFramePr>
          <p:nvPr/>
        </p:nvGraphicFramePr>
        <p:xfrm>
          <a:off x="6376988" y="2501900"/>
          <a:ext cx="542925" cy="393700"/>
        </p:xfrm>
        <a:graphic>
          <a:graphicData uri="http://schemas.openxmlformats.org/presentationml/2006/ole">
            <p:oleObj spid="_x0000_s628742" name="Equation" r:id="rId4" imgW="545760" imgH="393480" progId="Equation.3">
              <p:embed/>
            </p:oleObj>
          </a:graphicData>
        </a:graphic>
      </p:graphicFrame>
      <p:sp>
        <p:nvSpPr>
          <p:cNvPr id="628743" name="Text Box 7"/>
          <p:cNvSpPr txBox="1">
            <a:spLocks noChangeArrowheads="1"/>
          </p:cNvSpPr>
          <p:nvPr/>
        </p:nvSpPr>
        <p:spPr bwMode="auto">
          <a:xfrm>
            <a:off x="1279525" y="3530600"/>
            <a:ext cx="1147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With</a:t>
            </a:r>
          </a:p>
        </p:txBody>
      </p:sp>
      <p:graphicFrame>
        <p:nvGraphicFramePr>
          <p:cNvPr id="628744" name="Object 8"/>
          <p:cNvGraphicFramePr>
            <a:graphicFrameLocks noChangeAspect="1"/>
          </p:cNvGraphicFramePr>
          <p:nvPr/>
        </p:nvGraphicFramePr>
        <p:xfrm>
          <a:off x="2832100" y="3556000"/>
          <a:ext cx="2755900" cy="531813"/>
        </p:xfrm>
        <a:graphic>
          <a:graphicData uri="http://schemas.openxmlformats.org/presentationml/2006/ole">
            <p:oleObj spid="_x0000_s628744" name="Equation" r:id="rId5" imgW="275580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B9B678-0DB7-4FFD-9447-061BB5B224F0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629762" name="Text Box 2"/>
          <p:cNvSpPr txBox="1">
            <a:spLocks noChangeArrowheads="1"/>
          </p:cNvSpPr>
          <p:nvPr/>
        </p:nvSpPr>
        <p:spPr bwMode="auto">
          <a:xfrm>
            <a:off x="0" y="152400"/>
            <a:ext cx="8264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Constructing NPDA       from grammar      :</a:t>
            </a:r>
          </a:p>
        </p:txBody>
      </p:sp>
      <p:sp>
        <p:nvSpPr>
          <p:cNvPr id="629763" name="Oval 3"/>
          <p:cNvSpPr>
            <a:spLocks noChangeArrowheads="1"/>
          </p:cNvSpPr>
          <p:nvPr/>
        </p:nvSpPr>
        <p:spPr bwMode="auto">
          <a:xfrm>
            <a:off x="44958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9764" name="Line 4"/>
          <p:cNvSpPr>
            <a:spLocks noChangeShapeType="1"/>
          </p:cNvSpPr>
          <p:nvPr/>
        </p:nvSpPr>
        <p:spPr bwMode="auto">
          <a:xfrm>
            <a:off x="1524000" y="63246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9765" name="Line 5"/>
          <p:cNvSpPr>
            <a:spLocks noChangeShapeType="1"/>
          </p:cNvSpPr>
          <p:nvPr/>
        </p:nvSpPr>
        <p:spPr bwMode="auto">
          <a:xfrm>
            <a:off x="5106988" y="6324600"/>
            <a:ext cx="26654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9766" name="Line 6"/>
          <p:cNvSpPr>
            <a:spLocks noChangeShapeType="1"/>
          </p:cNvSpPr>
          <p:nvPr/>
        </p:nvSpPr>
        <p:spPr bwMode="auto">
          <a:xfrm>
            <a:off x="381000" y="6324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9767" name="Text Box 7"/>
          <p:cNvSpPr txBox="1">
            <a:spLocks noChangeArrowheads="1"/>
          </p:cNvSpPr>
          <p:nvPr/>
        </p:nvSpPr>
        <p:spPr bwMode="auto">
          <a:xfrm>
            <a:off x="2727325" y="56784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29768" name="Oval 8"/>
          <p:cNvSpPr>
            <a:spLocks noChangeArrowheads="1"/>
          </p:cNvSpPr>
          <p:nvPr/>
        </p:nvSpPr>
        <p:spPr bwMode="auto">
          <a:xfrm>
            <a:off x="912813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9769" name="Oval 9"/>
          <p:cNvSpPr>
            <a:spLocks noChangeArrowheads="1"/>
          </p:cNvSpPr>
          <p:nvPr/>
        </p:nvSpPr>
        <p:spPr bwMode="auto">
          <a:xfrm>
            <a:off x="7848600" y="60198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9770" name="Oval 10"/>
          <p:cNvSpPr>
            <a:spLocks noChangeArrowheads="1"/>
          </p:cNvSpPr>
          <p:nvPr/>
        </p:nvSpPr>
        <p:spPr bwMode="auto">
          <a:xfrm>
            <a:off x="7772400" y="5943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29771" name="Object 11"/>
          <p:cNvGraphicFramePr>
            <a:graphicFrameLocks noChangeAspect="1"/>
          </p:cNvGraphicFramePr>
          <p:nvPr/>
        </p:nvGraphicFramePr>
        <p:xfrm>
          <a:off x="993775" y="6096000"/>
          <a:ext cx="444500" cy="469900"/>
        </p:xfrm>
        <a:graphic>
          <a:graphicData uri="http://schemas.openxmlformats.org/presentationml/2006/ole">
            <p:oleObj spid="_x0000_s629771" name="Equation" r:id="rId3" imgW="444500" imgH="469900" progId="Equation.3">
              <p:embed/>
            </p:oleObj>
          </a:graphicData>
        </a:graphic>
      </p:graphicFrame>
      <p:graphicFrame>
        <p:nvGraphicFramePr>
          <p:cNvPr id="629772" name="Object 12"/>
          <p:cNvGraphicFramePr>
            <a:graphicFrameLocks noChangeAspect="1"/>
          </p:cNvGraphicFramePr>
          <p:nvPr/>
        </p:nvGraphicFramePr>
        <p:xfrm>
          <a:off x="4608513" y="6102350"/>
          <a:ext cx="381000" cy="457200"/>
        </p:xfrm>
        <a:graphic>
          <a:graphicData uri="http://schemas.openxmlformats.org/presentationml/2006/ole">
            <p:oleObj spid="_x0000_s629772" name="Equation" r:id="rId4" imgW="381000" imgH="457200" progId="Equation.3">
              <p:embed/>
            </p:oleObj>
          </a:graphicData>
        </a:graphic>
      </p:graphicFrame>
      <p:graphicFrame>
        <p:nvGraphicFramePr>
          <p:cNvPr id="629773" name="Object 13"/>
          <p:cNvGraphicFramePr>
            <a:graphicFrameLocks noChangeAspect="1"/>
          </p:cNvGraphicFramePr>
          <p:nvPr/>
        </p:nvGraphicFramePr>
        <p:xfrm>
          <a:off x="7899400" y="6064250"/>
          <a:ext cx="442913" cy="520700"/>
        </p:xfrm>
        <a:graphic>
          <a:graphicData uri="http://schemas.openxmlformats.org/presentationml/2006/ole">
            <p:oleObj spid="_x0000_s629773" name="Equation" r:id="rId5" imgW="444240" imgH="520560" progId="Equation.3">
              <p:embed/>
            </p:oleObj>
          </a:graphicData>
        </a:graphic>
      </p:graphicFrame>
      <p:graphicFrame>
        <p:nvGraphicFramePr>
          <p:cNvPr id="629774" name="Object 14"/>
          <p:cNvGraphicFramePr>
            <a:graphicFrameLocks noChangeAspect="1"/>
          </p:cNvGraphicFramePr>
          <p:nvPr/>
        </p:nvGraphicFramePr>
        <p:xfrm>
          <a:off x="1822450" y="5861050"/>
          <a:ext cx="1714500" cy="481013"/>
        </p:xfrm>
        <a:graphic>
          <a:graphicData uri="http://schemas.openxmlformats.org/presentationml/2006/ole">
            <p:oleObj spid="_x0000_s629774" name="Equation" r:id="rId6" imgW="1714320" imgH="482400" progId="Equation.3">
              <p:embed/>
            </p:oleObj>
          </a:graphicData>
        </a:graphic>
      </p:graphicFrame>
      <p:graphicFrame>
        <p:nvGraphicFramePr>
          <p:cNvPr id="629775" name="Object 15"/>
          <p:cNvGraphicFramePr>
            <a:graphicFrameLocks noChangeAspect="1"/>
          </p:cNvGraphicFramePr>
          <p:nvPr/>
        </p:nvGraphicFramePr>
        <p:xfrm>
          <a:off x="5638800" y="5867400"/>
          <a:ext cx="1574800" cy="469900"/>
        </p:xfrm>
        <a:graphic>
          <a:graphicData uri="http://schemas.openxmlformats.org/presentationml/2006/ole">
            <p:oleObj spid="_x0000_s629775" name="Equation" r:id="rId7" imgW="1574800" imgH="469900" progId="Equation.3">
              <p:embed/>
            </p:oleObj>
          </a:graphicData>
        </a:graphic>
      </p:graphicFrame>
      <p:sp>
        <p:nvSpPr>
          <p:cNvPr id="629776" name="Freeform 16"/>
          <p:cNvSpPr>
            <a:spLocks/>
          </p:cNvSpPr>
          <p:nvPr/>
        </p:nvSpPr>
        <p:spPr bwMode="auto">
          <a:xfrm>
            <a:off x="3797300" y="4940300"/>
            <a:ext cx="1739900" cy="11557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29777" name="Object 17"/>
          <p:cNvGraphicFramePr>
            <a:graphicFrameLocks noChangeAspect="1"/>
          </p:cNvGraphicFramePr>
          <p:nvPr/>
        </p:nvGraphicFramePr>
        <p:xfrm>
          <a:off x="2590800" y="4343400"/>
          <a:ext cx="1765300" cy="481013"/>
        </p:xfrm>
        <a:graphic>
          <a:graphicData uri="http://schemas.openxmlformats.org/presentationml/2006/ole">
            <p:oleObj spid="_x0000_s629777" name="Equation" r:id="rId8" imgW="1765080" imgH="482400" progId="Equation.3">
              <p:embed/>
            </p:oleObj>
          </a:graphicData>
        </a:graphic>
      </p:graphicFrame>
      <p:graphicFrame>
        <p:nvGraphicFramePr>
          <p:cNvPr id="629778" name="Object 18"/>
          <p:cNvGraphicFramePr>
            <a:graphicFrameLocks noChangeAspect="1"/>
          </p:cNvGraphicFramePr>
          <p:nvPr/>
        </p:nvGraphicFramePr>
        <p:xfrm>
          <a:off x="5321300" y="4343400"/>
          <a:ext cx="1638300" cy="481013"/>
        </p:xfrm>
        <a:graphic>
          <a:graphicData uri="http://schemas.openxmlformats.org/presentationml/2006/ole">
            <p:oleObj spid="_x0000_s629778" name="Equation" r:id="rId9" imgW="1638000" imgH="482400" progId="Equation.3">
              <p:embed/>
            </p:oleObj>
          </a:graphicData>
        </a:graphic>
      </p:graphicFrame>
      <p:graphicFrame>
        <p:nvGraphicFramePr>
          <p:cNvPr id="629779" name="Object 19"/>
          <p:cNvGraphicFramePr>
            <a:graphicFrameLocks noChangeAspect="1"/>
          </p:cNvGraphicFramePr>
          <p:nvPr/>
        </p:nvGraphicFramePr>
        <p:xfrm>
          <a:off x="3937000" y="215900"/>
          <a:ext cx="544513" cy="393700"/>
        </p:xfrm>
        <a:graphic>
          <a:graphicData uri="http://schemas.openxmlformats.org/presentationml/2006/ole">
            <p:oleObj spid="_x0000_s629779" name="Equation" r:id="rId10" imgW="545760" imgH="393480" progId="Equation.3">
              <p:embed/>
            </p:oleObj>
          </a:graphicData>
        </a:graphic>
      </p:graphicFrame>
      <p:sp>
        <p:nvSpPr>
          <p:cNvPr id="629780" name="Line 20"/>
          <p:cNvSpPr>
            <a:spLocks noChangeShapeType="1"/>
          </p:cNvSpPr>
          <p:nvPr/>
        </p:nvSpPr>
        <p:spPr bwMode="auto">
          <a:xfrm>
            <a:off x="2362200" y="3048000"/>
            <a:ext cx="838200" cy="1066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9781" name="Text Box 21"/>
          <p:cNvSpPr txBox="1">
            <a:spLocks noChangeArrowheads="1"/>
          </p:cNvSpPr>
          <p:nvPr/>
        </p:nvSpPr>
        <p:spPr bwMode="auto">
          <a:xfrm>
            <a:off x="304800" y="1676400"/>
            <a:ext cx="37353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production</a:t>
            </a:r>
          </a:p>
        </p:txBody>
      </p:sp>
      <p:graphicFrame>
        <p:nvGraphicFramePr>
          <p:cNvPr id="629782" name="Object 22"/>
          <p:cNvGraphicFramePr>
            <a:graphicFrameLocks noChangeAspect="1"/>
          </p:cNvGraphicFramePr>
          <p:nvPr/>
        </p:nvGraphicFramePr>
        <p:xfrm>
          <a:off x="1447800" y="2438400"/>
          <a:ext cx="1409700" cy="419100"/>
        </p:xfrm>
        <a:graphic>
          <a:graphicData uri="http://schemas.openxmlformats.org/presentationml/2006/ole">
            <p:oleObj spid="_x0000_s629782" name="Equation" r:id="rId11" imgW="1409400" imgH="419040" progId="Equation.3">
              <p:embed/>
            </p:oleObj>
          </a:graphicData>
        </a:graphic>
      </p:graphicFrame>
      <p:sp>
        <p:nvSpPr>
          <p:cNvPr id="629783" name="Line 23"/>
          <p:cNvSpPr>
            <a:spLocks noChangeShapeType="1"/>
          </p:cNvSpPr>
          <p:nvPr/>
        </p:nvSpPr>
        <p:spPr bwMode="auto">
          <a:xfrm flipH="1">
            <a:off x="6629400" y="2895600"/>
            <a:ext cx="762000" cy="1219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29784" name="Text Box 24"/>
          <p:cNvSpPr txBox="1">
            <a:spLocks noChangeArrowheads="1"/>
          </p:cNvSpPr>
          <p:nvPr/>
        </p:nvSpPr>
        <p:spPr bwMode="auto">
          <a:xfrm>
            <a:off x="5856288" y="1752600"/>
            <a:ext cx="3287712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terminal</a:t>
            </a:r>
          </a:p>
        </p:txBody>
      </p:sp>
      <p:graphicFrame>
        <p:nvGraphicFramePr>
          <p:cNvPr id="629785" name="Object 25"/>
          <p:cNvGraphicFramePr>
            <a:graphicFrameLocks noChangeAspect="1"/>
          </p:cNvGraphicFramePr>
          <p:nvPr/>
        </p:nvGraphicFramePr>
        <p:xfrm>
          <a:off x="7391400" y="2514600"/>
          <a:ext cx="290513" cy="304800"/>
        </p:xfrm>
        <a:graphic>
          <a:graphicData uri="http://schemas.openxmlformats.org/presentationml/2006/ole">
            <p:oleObj spid="_x0000_s629785" name="Equation" r:id="rId12" imgW="291960" imgH="304560" progId="Equation.3">
              <p:embed/>
            </p:oleObj>
          </a:graphicData>
        </a:graphic>
      </p:graphicFrame>
      <p:graphicFrame>
        <p:nvGraphicFramePr>
          <p:cNvPr id="629786" name="Object 26"/>
          <p:cNvGraphicFramePr>
            <a:graphicFrameLocks noChangeAspect="1"/>
          </p:cNvGraphicFramePr>
          <p:nvPr/>
        </p:nvGraphicFramePr>
        <p:xfrm>
          <a:off x="7543800" y="152400"/>
          <a:ext cx="393700" cy="419100"/>
        </p:xfrm>
        <a:graphic>
          <a:graphicData uri="http://schemas.openxmlformats.org/presentationml/2006/ole">
            <p:oleObj spid="_x0000_s629786" name="Equation" r:id="rId13" imgW="393480" imgH="419040" progId="Equation.3">
              <p:embed/>
            </p:oleObj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D3C0-241E-43D5-856C-7538ACC75B59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630786" name="Text Box 2"/>
          <p:cNvSpPr txBox="1">
            <a:spLocks noChangeArrowheads="1"/>
          </p:cNvSpPr>
          <p:nvPr/>
        </p:nvSpPr>
        <p:spPr bwMode="auto">
          <a:xfrm>
            <a:off x="669925" y="635000"/>
            <a:ext cx="63833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          generates string </a:t>
            </a:r>
          </a:p>
        </p:txBody>
      </p:sp>
      <p:graphicFrame>
        <p:nvGraphicFramePr>
          <p:cNvPr id="630787" name="Object 3"/>
          <p:cNvGraphicFramePr>
            <a:graphicFrameLocks noChangeAspect="1"/>
          </p:cNvGraphicFramePr>
          <p:nvPr/>
        </p:nvGraphicFramePr>
        <p:xfrm>
          <a:off x="2882900" y="666750"/>
          <a:ext cx="393700" cy="419100"/>
        </p:xfrm>
        <a:graphic>
          <a:graphicData uri="http://schemas.openxmlformats.org/presentationml/2006/ole">
            <p:oleObj spid="_x0000_s630787" name="Equation" r:id="rId3" imgW="393480" imgH="419040" progId="Equation.3">
              <p:embed/>
            </p:oleObj>
          </a:graphicData>
        </a:graphic>
      </p:graphicFrame>
      <p:graphicFrame>
        <p:nvGraphicFramePr>
          <p:cNvPr id="630788" name="Object 4"/>
          <p:cNvGraphicFramePr>
            <a:graphicFrameLocks noChangeAspect="1"/>
          </p:cNvGraphicFramePr>
          <p:nvPr/>
        </p:nvGraphicFramePr>
        <p:xfrm>
          <a:off x="7143750" y="825500"/>
          <a:ext cx="368300" cy="304800"/>
        </p:xfrm>
        <a:graphic>
          <a:graphicData uri="http://schemas.openxmlformats.org/presentationml/2006/ole">
            <p:oleObj spid="_x0000_s630788" name="Equation" r:id="rId4" imgW="368280" imgH="304560" progId="Equation.3">
              <p:embed/>
            </p:oleObj>
          </a:graphicData>
        </a:graphic>
      </p:graphicFrame>
      <p:sp>
        <p:nvSpPr>
          <p:cNvPr id="630789" name="Text Box 5"/>
          <p:cNvSpPr txBox="1">
            <a:spLocks noChangeArrowheads="1"/>
          </p:cNvSpPr>
          <p:nvPr/>
        </p:nvSpPr>
        <p:spPr bwMode="auto">
          <a:xfrm>
            <a:off x="838200" y="1828800"/>
            <a:ext cx="2600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and only if</a:t>
            </a:r>
          </a:p>
        </p:txBody>
      </p:sp>
      <p:sp>
        <p:nvSpPr>
          <p:cNvPr id="630790" name="Text Box 6"/>
          <p:cNvSpPr txBox="1">
            <a:spLocks noChangeArrowheads="1"/>
          </p:cNvSpPr>
          <p:nvPr/>
        </p:nvSpPr>
        <p:spPr bwMode="auto">
          <a:xfrm>
            <a:off x="762000" y="2971800"/>
            <a:ext cx="4111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NPDA           accepts</a:t>
            </a:r>
          </a:p>
        </p:txBody>
      </p:sp>
      <p:graphicFrame>
        <p:nvGraphicFramePr>
          <p:cNvPr id="630791" name="Object 7"/>
          <p:cNvGraphicFramePr>
            <a:graphicFrameLocks noChangeAspect="1"/>
          </p:cNvGraphicFramePr>
          <p:nvPr/>
        </p:nvGraphicFramePr>
        <p:xfrm>
          <a:off x="2505075" y="3086100"/>
          <a:ext cx="544513" cy="393700"/>
        </p:xfrm>
        <a:graphic>
          <a:graphicData uri="http://schemas.openxmlformats.org/presentationml/2006/ole">
            <p:oleObj spid="_x0000_s630791" name="Equation" r:id="rId5" imgW="545760" imgH="393480" progId="Equation.3">
              <p:embed/>
            </p:oleObj>
          </a:graphicData>
        </a:graphic>
      </p:graphicFrame>
      <p:graphicFrame>
        <p:nvGraphicFramePr>
          <p:cNvPr id="630792" name="Object 8"/>
          <p:cNvGraphicFramePr>
            <a:graphicFrameLocks noChangeAspect="1"/>
          </p:cNvGraphicFramePr>
          <p:nvPr/>
        </p:nvGraphicFramePr>
        <p:xfrm>
          <a:off x="5178425" y="3162300"/>
          <a:ext cx="368300" cy="304800"/>
        </p:xfrm>
        <a:graphic>
          <a:graphicData uri="http://schemas.openxmlformats.org/presentationml/2006/ole">
            <p:oleObj spid="_x0000_s630792" name="Equation" r:id="rId6" imgW="368280" imgH="304560" progId="Equation.3">
              <p:embed/>
            </p:oleObj>
          </a:graphicData>
        </a:graphic>
      </p:graphicFrame>
      <p:sp>
        <p:nvSpPr>
          <p:cNvPr id="630793" name="AutoShape 9"/>
          <p:cNvSpPr>
            <a:spLocks noChangeArrowheads="1"/>
          </p:cNvSpPr>
          <p:nvPr/>
        </p:nvSpPr>
        <p:spPr bwMode="auto">
          <a:xfrm>
            <a:off x="2895600" y="4038600"/>
            <a:ext cx="485775" cy="976313"/>
          </a:xfrm>
          <a:prstGeom prst="down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30794" name="Object 10"/>
          <p:cNvGraphicFramePr>
            <a:graphicFrameLocks noChangeAspect="1"/>
          </p:cNvGraphicFramePr>
          <p:nvPr/>
        </p:nvGraphicFramePr>
        <p:xfrm>
          <a:off x="1905000" y="5486400"/>
          <a:ext cx="2476500" cy="481013"/>
        </p:xfrm>
        <a:graphic>
          <a:graphicData uri="http://schemas.openxmlformats.org/presentationml/2006/ole">
            <p:oleObj spid="_x0000_s630794" name="Equation" r:id="rId7" imgW="2476440" imgH="482400" progId="Equation.3">
              <p:embed/>
            </p:oleObj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F54DD-D46B-4DE6-83F8-C7DB6A867756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631810" name="Text Box 2"/>
          <p:cNvSpPr txBox="1">
            <a:spLocks noChangeArrowheads="1"/>
          </p:cNvSpPr>
          <p:nvPr/>
        </p:nvSpPr>
        <p:spPr bwMode="auto">
          <a:xfrm>
            <a:off x="212725" y="101600"/>
            <a:ext cx="2295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Therefore:</a:t>
            </a:r>
          </a:p>
        </p:txBody>
      </p:sp>
      <p:sp>
        <p:nvSpPr>
          <p:cNvPr id="631811" name="Text Box 3"/>
          <p:cNvSpPr txBox="1">
            <a:spLocks noChangeArrowheads="1"/>
          </p:cNvSpPr>
          <p:nvPr/>
        </p:nvSpPr>
        <p:spPr bwMode="auto">
          <a:xfrm>
            <a:off x="1431925" y="1473200"/>
            <a:ext cx="6156325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context-free language</a:t>
            </a:r>
          </a:p>
          <a:p>
            <a:r>
              <a:rPr lang="en-US"/>
              <a:t>there is a NPDA</a:t>
            </a:r>
          </a:p>
          <a:p>
            <a:r>
              <a:rPr lang="en-US"/>
              <a:t>that accepts the same language</a:t>
            </a:r>
          </a:p>
        </p:txBody>
      </p:sp>
      <p:sp>
        <p:nvSpPr>
          <p:cNvPr id="631812" name="AutoShape 4"/>
          <p:cNvSpPr>
            <a:spLocks noChangeArrowheads="1"/>
          </p:cNvSpPr>
          <p:nvPr/>
        </p:nvSpPr>
        <p:spPr bwMode="auto">
          <a:xfrm>
            <a:off x="568325" y="4259263"/>
            <a:ext cx="3138488" cy="1843087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Context-Free</a:t>
            </a:r>
          </a:p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(Grammars)</a:t>
            </a:r>
          </a:p>
        </p:txBody>
      </p:sp>
      <p:sp>
        <p:nvSpPr>
          <p:cNvPr id="631813" name="AutoShape 5"/>
          <p:cNvSpPr>
            <a:spLocks noChangeArrowheads="1"/>
          </p:cNvSpPr>
          <p:nvPr/>
        </p:nvSpPr>
        <p:spPr bwMode="auto">
          <a:xfrm>
            <a:off x="5410200" y="4267200"/>
            <a:ext cx="2944813" cy="1843088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Accepted by</a:t>
            </a:r>
          </a:p>
          <a:p>
            <a:pPr algn="ctr"/>
            <a:r>
              <a:rPr lang="en-US"/>
              <a:t>NPDAs</a:t>
            </a:r>
          </a:p>
        </p:txBody>
      </p:sp>
      <p:graphicFrame>
        <p:nvGraphicFramePr>
          <p:cNvPr id="631814" name="Object 6"/>
          <p:cNvGraphicFramePr>
            <a:graphicFrameLocks noChangeAspect="1"/>
          </p:cNvGraphicFramePr>
          <p:nvPr/>
        </p:nvGraphicFramePr>
        <p:xfrm>
          <a:off x="4167188" y="4738688"/>
          <a:ext cx="885825" cy="828675"/>
        </p:xfrm>
        <a:graphic>
          <a:graphicData uri="http://schemas.openxmlformats.org/presentationml/2006/ole">
            <p:oleObj spid="_x0000_s631814" name="Equation" r:id="rId3" imgW="393480" imgH="368280" progId="Equation.3">
              <p:embed/>
            </p:oleObj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8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i="1"/>
              <a:t>Converting</a:t>
            </a:r>
            <a:r>
              <a:rPr lang="en-US"/>
              <a:t> </a:t>
            </a:r>
            <a:br>
              <a:rPr lang="en-US"/>
            </a:br>
            <a:r>
              <a:rPr lang="en-US"/>
              <a:t>NPDAs</a:t>
            </a:r>
            <a:br>
              <a:rPr lang="en-US"/>
            </a:br>
            <a:r>
              <a:rPr lang="en-US"/>
              <a:t>to</a:t>
            </a:r>
            <a:br>
              <a:rPr lang="en-US"/>
            </a:br>
            <a:r>
              <a:rPr lang="en-US"/>
              <a:t>Context-Free Grammars</a:t>
            </a:r>
          </a:p>
        </p:txBody>
      </p:sp>
      <p:sp>
        <p:nvSpPr>
          <p:cNvPr id="632835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632836" name="Text Box 4"/>
          <p:cNvSpPr txBox="1">
            <a:spLocks noChangeArrowheads="1"/>
          </p:cNvSpPr>
          <p:nvPr/>
        </p:nvSpPr>
        <p:spPr bwMode="auto">
          <a:xfrm>
            <a:off x="3048000" y="685800"/>
            <a:ext cx="30892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Proof - step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D6290-8BD1-4969-BB49-B249A1FD2277}" type="slidenum">
              <a:rPr lang="en-US" altLang="en-US"/>
              <a:pPr/>
              <a:t>28</a:t>
            </a:fld>
            <a:endParaRPr lang="en-US" altLang="en-US"/>
          </a:p>
        </p:txBody>
      </p:sp>
      <p:sp>
        <p:nvSpPr>
          <p:cNvPr id="633858" name="Text Box 2"/>
          <p:cNvSpPr txBox="1">
            <a:spLocks noChangeArrowheads="1"/>
          </p:cNvSpPr>
          <p:nvPr/>
        </p:nvSpPr>
        <p:spPr bwMode="auto">
          <a:xfrm>
            <a:off x="457200" y="381000"/>
            <a:ext cx="2841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NPDA</a:t>
            </a:r>
          </a:p>
        </p:txBody>
      </p:sp>
      <p:graphicFrame>
        <p:nvGraphicFramePr>
          <p:cNvPr id="633859" name="Object 3"/>
          <p:cNvGraphicFramePr>
            <a:graphicFrameLocks noChangeAspect="1"/>
          </p:cNvGraphicFramePr>
          <p:nvPr/>
        </p:nvGraphicFramePr>
        <p:xfrm>
          <a:off x="3632200" y="444500"/>
          <a:ext cx="544513" cy="393700"/>
        </p:xfrm>
        <a:graphic>
          <a:graphicData uri="http://schemas.openxmlformats.org/presentationml/2006/ole">
            <p:oleObj spid="_x0000_s633859" name="Equation" r:id="rId3" imgW="545760" imgH="393480" progId="Equation.3">
              <p:embed/>
            </p:oleObj>
          </a:graphicData>
        </a:graphic>
      </p:graphicFrame>
      <p:sp>
        <p:nvSpPr>
          <p:cNvPr id="633860" name="Text Box 4"/>
          <p:cNvSpPr txBox="1">
            <a:spLocks noChangeArrowheads="1"/>
          </p:cNvSpPr>
          <p:nvPr/>
        </p:nvSpPr>
        <p:spPr bwMode="auto">
          <a:xfrm>
            <a:off x="533400" y="1676400"/>
            <a:ext cx="683101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will construct </a:t>
            </a:r>
          </a:p>
          <a:p>
            <a:endParaRPr lang="en-US"/>
          </a:p>
          <a:p>
            <a:r>
              <a:rPr lang="en-US"/>
              <a:t>a context-free grammar          with</a:t>
            </a:r>
          </a:p>
        </p:txBody>
      </p:sp>
      <p:graphicFrame>
        <p:nvGraphicFramePr>
          <p:cNvPr id="633861" name="Object 5"/>
          <p:cNvGraphicFramePr>
            <a:graphicFrameLocks noChangeAspect="1"/>
          </p:cNvGraphicFramePr>
          <p:nvPr/>
        </p:nvGraphicFramePr>
        <p:xfrm>
          <a:off x="5702300" y="2952750"/>
          <a:ext cx="393700" cy="419100"/>
        </p:xfrm>
        <a:graphic>
          <a:graphicData uri="http://schemas.openxmlformats.org/presentationml/2006/ole">
            <p:oleObj spid="_x0000_s633861" name="Equation" r:id="rId4" imgW="393480" imgH="419040" progId="Equation.3">
              <p:embed/>
            </p:oleObj>
          </a:graphicData>
        </a:graphic>
      </p:graphicFrame>
      <p:graphicFrame>
        <p:nvGraphicFramePr>
          <p:cNvPr id="633862" name="Object 6"/>
          <p:cNvGraphicFramePr>
            <a:graphicFrameLocks noChangeAspect="1"/>
          </p:cNvGraphicFramePr>
          <p:nvPr/>
        </p:nvGraphicFramePr>
        <p:xfrm>
          <a:off x="3136900" y="4318000"/>
          <a:ext cx="2755900" cy="531813"/>
        </p:xfrm>
        <a:graphic>
          <a:graphicData uri="http://schemas.openxmlformats.org/presentationml/2006/ole">
            <p:oleObj spid="_x0000_s633862" name="Equation" r:id="rId5" imgW="275580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7DB19D-9C8E-40E4-9702-3B6ECC599CCA}" type="slidenum">
              <a:rPr lang="en-US" altLang="en-US"/>
              <a:pPr/>
              <a:t>29</a:t>
            </a:fld>
            <a:endParaRPr lang="en-US" altLang="en-US"/>
          </a:p>
        </p:txBody>
      </p:sp>
      <p:sp>
        <p:nvSpPr>
          <p:cNvPr id="634882" name="Text Box 2"/>
          <p:cNvSpPr txBox="1">
            <a:spLocks noChangeArrowheads="1"/>
          </p:cNvSpPr>
          <p:nvPr/>
        </p:nvSpPr>
        <p:spPr bwMode="auto">
          <a:xfrm>
            <a:off x="0" y="0"/>
            <a:ext cx="19923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Intuition:</a:t>
            </a:r>
          </a:p>
        </p:txBody>
      </p:sp>
      <p:graphicFrame>
        <p:nvGraphicFramePr>
          <p:cNvPr id="634883" name="Object 3"/>
          <p:cNvGraphicFramePr>
            <a:graphicFrameLocks noChangeAspect="1"/>
          </p:cNvGraphicFramePr>
          <p:nvPr/>
        </p:nvGraphicFramePr>
        <p:xfrm>
          <a:off x="5032375" y="1631950"/>
          <a:ext cx="393700" cy="419100"/>
        </p:xfrm>
        <a:graphic>
          <a:graphicData uri="http://schemas.openxmlformats.org/presentationml/2006/ole">
            <p:oleObj spid="_x0000_s634883" name="Equation" r:id="rId3" imgW="393480" imgH="419040" progId="Equation.3">
              <p:embed/>
            </p:oleObj>
          </a:graphicData>
        </a:graphic>
      </p:graphicFrame>
      <p:sp>
        <p:nvSpPr>
          <p:cNvPr id="634884" name="Text Box 4"/>
          <p:cNvSpPr txBox="1">
            <a:spLocks noChangeArrowheads="1"/>
          </p:cNvSpPr>
          <p:nvPr/>
        </p:nvSpPr>
        <p:spPr bwMode="auto">
          <a:xfrm>
            <a:off x="2144713" y="0"/>
            <a:ext cx="6999287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grammar simulates the machine</a:t>
            </a:r>
          </a:p>
        </p:txBody>
      </p:sp>
      <p:sp>
        <p:nvSpPr>
          <p:cNvPr id="634885" name="Text Box 5"/>
          <p:cNvSpPr txBox="1">
            <a:spLocks noChangeArrowheads="1"/>
          </p:cNvSpPr>
          <p:nvPr/>
        </p:nvSpPr>
        <p:spPr bwMode="auto">
          <a:xfrm>
            <a:off x="0" y="1524000"/>
            <a:ext cx="5899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derivation in Grammar       : </a:t>
            </a:r>
          </a:p>
        </p:txBody>
      </p:sp>
      <p:sp>
        <p:nvSpPr>
          <p:cNvPr id="634887" name="Text Box 7"/>
          <p:cNvSpPr txBox="1">
            <a:spLocks noChangeArrowheads="1"/>
          </p:cNvSpPr>
          <p:nvPr/>
        </p:nvSpPr>
        <p:spPr bwMode="auto">
          <a:xfrm>
            <a:off x="1295400" y="5486400"/>
            <a:ext cx="6119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Current configuration in NPDA </a:t>
            </a:r>
          </a:p>
        </p:txBody>
      </p:sp>
      <p:graphicFrame>
        <p:nvGraphicFramePr>
          <p:cNvPr id="634888" name="Object 8"/>
          <p:cNvGraphicFramePr>
            <a:graphicFrameLocks noChangeAspect="1"/>
          </p:cNvGraphicFramePr>
          <p:nvPr/>
        </p:nvGraphicFramePr>
        <p:xfrm>
          <a:off x="7442200" y="5549900"/>
          <a:ext cx="544513" cy="393700"/>
        </p:xfrm>
        <a:graphic>
          <a:graphicData uri="http://schemas.openxmlformats.org/presentationml/2006/ole">
            <p:oleObj spid="_x0000_s634888" name="Equation" r:id="rId4" imgW="545760" imgH="393480" progId="Equation.3">
              <p:embed/>
            </p:oleObj>
          </a:graphicData>
        </a:graphic>
      </p:graphicFrame>
      <p:graphicFrame>
        <p:nvGraphicFramePr>
          <p:cNvPr id="634891" name="Object 11"/>
          <p:cNvGraphicFramePr>
            <a:graphicFrameLocks noChangeAspect="1"/>
          </p:cNvGraphicFramePr>
          <p:nvPr/>
        </p:nvGraphicFramePr>
        <p:xfrm>
          <a:off x="1054100" y="3105150"/>
          <a:ext cx="8015288" cy="430213"/>
        </p:xfrm>
        <a:graphic>
          <a:graphicData uri="http://schemas.openxmlformats.org/presentationml/2006/ole">
            <p:oleObj spid="_x0000_s634891" name="Equation" r:id="rId5" imgW="8013600" imgH="431640" progId="Equation.3">
              <p:embed/>
            </p:oleObj>
          </a:graphicData>
        </a:graphic>
      </p:graphicFrame>
      <p:sp>
        <p:nvSpPr>
          <p:cNvPr id="634892" name="Line 12"/>
          <p:cNvSpPr>
            <a:spLocks noChangeShapeType="1"/>
          </p:cNvSpPr>
          <p:nvPr/>
        </p:nvSpPr>
        <p:spPr bwMode="auto">
          <a:xfrm flipH="1">
            <a:off x="2286000" y="3581400"/>
            <a:ext cx="1219200" cy="1066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34893" name="Line 13"/>
          <p:cNvSpPr>
            <a:spLocks noChangeShapeType="1"/>
          </p:cNvSpPr>
          <p:nvPr/>
        </p:nvSpPr>
        <p:spPr bwMode="auto">
          <a:xfrm>
            <a:off x="5105400" y="3581400"/>
            <a:ext cx="14478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34894" name="Text Box 14"/>
          <p:cNvSpPr txBox="1">
            <a:spLocks noChangeArrowheads="1"/>
          </p:cNvSpPr>
          <p:nvPr/>
        </p:nvSpPr>
        <p:spPr bwMode="auto">
          <a:xfrm>
            <a:off x="838200" y="4572000"/>
            <a:ext cx="3278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Input processed</a:t>
            </a:r>
          </a:p>
        </p:txBody>
      </p:sp>
      <p:sp>
        <p:nvSpPr>
          <p:cNvPr id="634895" name="Text Box 15"/>
          <p:cNvSpPr txBox="1">
            <a:spLocks noChangeArrowheads="1"/>
          </p:cNvSpPr>
          <p:nvPr/>
        </p:nvSpPr>
        <p:spPr bwMode="auto">
          <a:xfrm>
            <a:off x="5257800" y="4572000"/>
            <a:ext cx="3071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Stack contents</a:t>
            </a:r>
          </a:p>
        </p:txBody>
      </p:sp>
      <p:sp>
        <p:nvSpPr>
          <p:cNvPr id="634896" name="Text Box 16"/>
          <p:cNvSpPr txBox="1">
            <a:spLocks noChangeArrowheads="1"/>
          </p:cNvSpPr>
          <p:nvPr/>
        </p:nvSpPr>
        <p:spPr bwMode="auto">
          <a:xfrm>
            <a:off x="2209800" y="2514600"/>
            <a:ext cx="19542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terminals</a:t>
            </a:r>
          </a:p>
        </p:txBody>
      </p:sp>
      <p:sp>
        <p:nvSpPr>
          <p:cNvPr id="634897" name="Text Box 17"/>
          <p:cNvSpPr txBox="1">
            <a:spLocks noChangeArrowheads="1"/>
          </p:cNvSpPr>
          <p:nvPr/>
        </p:nvSpPr>
        <p:spPr bwMode="auto">
          <a:xfrm>
            <a:off x="4648200" y="2514600"/>
            <a:ext cx="1881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variables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DFD40D-3CB8-4001-AA6A-8F1683BC3B67}" type="slidenum">
              <a:rPr lang="en-US" altLang="en-US"/>
              <a:pPr/>
              <a:t>30</a:t>
            </a:fld>
            <a:endParaRPr lang="en-US" altLang="en-US"/>
          </a:p>
        </p:txBody>
      </p:sp>
      <p:sp>
        <p:nvSpPr>
          <p:cNvPr id="636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Some Necessary Modifications </a:t>
            </a:r>
          </a:p>
        </p:txBody>
      </p:sp>
      <p:sp>
        <p:nvSpPr>
          <p:cNvPr id="636980" name="Text Box 52"/>
          <p:cNvSpPr txBox="1">
            <a:spLocks noChangeArrowheads="1"/>
          </p:cNvSpPr>
          <p:nvPr/>
        </p:nvSpPr>
        <p:spPr bwMode="auto">
          <a:xfrm>
            <a:off x="304800" y="1371600"/>
            <a:ext cx="8345488" cy="41084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 sz="2800">
                <a:solidFill>
                  <a:srgbClr val="FF0000"/>
                </a:solidFill>
              </a:rPr>
              <a:t>Modify (if necessary) the NPDA so that:</a:t>
            </a:r>
            <a:r>
              <a:rPr lang="en-US" sz="2800"/>
              <a:t> </a:t>
            </a:r>
          </a:p>
          <a:p>
            <a:pPr marL="457200" indent="-457200"/>
            <a:endParaRPr lang="en-US" sz="2800"/>
          </a:p>
          <a:p>
            <a:pPr marL="457200" indent="-457200"/>
            <a:r>
              <a:rPr lang="en-US" sz="2800">
                <a:solidFill>
                  <a:srgbClr val="339933"/>
                </a:solidFill>
              </a:rPr>
              <a:t>1) The stack is never empty</a:t>
            </a:r>
          </a:p>
          <a:p>
            <a:pPr marL="457200" indent="-457200">
              <a:buFontTx/>
              <a:buChar char="•"/>
            </a:pPr>
            <a:endParaRPr lang="en-US" sz="2800">
              <a:solidFill>
                <a:srgbClr val="339933"/>
              </a:solidFill>
            </a:endParaRPr>
          </a:p>
          <a:p>
            <a:pPr marL="457200" indent="-457200"/>
            <a:r>
              <a:rPr lang="en-US" sz="2800">
                <a:solidFill>
                  <a:srgbClr val="339933"/>
                </a:solidFill>
              </a:rPr>
              <a:t>2) It has a single final state </a:t>
            </a:r>
          </a:p>
          <a:p>
            <a:pPr marL="457200" indent="-457200"/>
            <a:r>
              <a:rPr lang="en-US" sz="2800">
                <a:solidFill>
                  <a:srgbClr val="339933"/>
                </a:solidFill>
              </a:rPr>
              <a:t>    and empties the stack when it accepts a string</a:t>
            </a:r>
          </a:p>
          <a:p>
            <a:pPr marL="457200" indent="-457200"/>
            <a:endParaRPr lang="en-US" sz="2800">
              <a:solidFill>
                <a:srgbClr val="339933"/>
              </a:solidFill>
            </a:endParaRPr>
          </a:p>
          <a:p>
            <a:pPr marL="457200" indent="-457200"/>
            <a:r>
              <a:rPr lang="en-US" sz="2800">
                <a:solidFill>
                  <a:srgbClr val="339933"/>
                </a:solidFill>
              </a:rPr>
              <a:t>3) Has transitions in a special form</a:t>
            </a:r>
            <a:r>
              <a:rPr lang="en-US" sz="2800"/>
              <a:t> 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3C71F-F761-495F-9751-75D589B15F72}" type="slidenum">
              <a:rPr lang="en-US" altLang="en-US"/>
              <a:pPr/>
              <a:t>31</a:t>
            </a:fld>
            <a:endParaRPr lang="en-US" altLang="en-US"/>
          </a:p>
        </p:txBody>
      </p:sp>
      <p:sp>
        <p:nvSpPr>
          <p:cNvPr id="688131" name="Text Box 3"/>
          <p:cNvSpPr txBox="1">
            <a:spLocks noChangeArrowheads="1"/>
          </p:cNvSpPr>
          <p:nvPr/>
        </p:nvSpPr>
        <p:spPr bwMode="auto">
          <a:xfrm>
            <a:off x="1905000" y="609600"/>
            <a:ext cx="56102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457200" indent="-457200">
              <a:buFontTx/>
              <a:buAutoNum type="arabicParenR"/>
            </a:pPr>
            <a:r>
              <a:rPr lang="en-US">
                <a:solidFill>
                  <a:srgbClr val="339933"/>
                </a:solidFill>
              </a:rPr>
              <a:t>Modify the NPDA so that </a:t>
            </a:r>
          </a:p>
          <a:p>
            <a:pPr marL="457200" indent="-457200"/>
            <a:r>
              <a:rPr lang="en-US">
                <a:solidFill>
                  <a:srgbClr val="339933"/>
                </a:solidFill>
              </a:rPr>
              <a:t>    the stack is never empty</a:t>
            </a:r>
            <a:r>
              <a:rPr lang="en-US" sz="2800"/>
              <a:t>  </a:t>
            </a:r>
          </a:p>
        </p:txBody>
      </p:sp>
      <p:sp>
        <p:nvSpPr>
          <p:cNvPr id="688132" name="Rectangle 4"/>
          <p:cNvSpPr>
            <a:spLocks noChangeArrowheads="1"/>
          </p:cNvSpPr>
          <p:nvPr/>
        </p:nvSpPr>
        <p:spPr bwMode="auto">
          <a:xfrm>
            <a:off x="1371600" y="3657600"/>
            <a:ext cx="8382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8133" name="Line 5"/>
          <p:cNvSpPr>
            <a:spLocks noChangeShapeType="1"/>
          </p:cNvSpPr>
          <p:nvPr/>
        </p:nvSpPr>
        <p:spPr bwMode="auto">
          <a:xfrm>
            <a:off x="685800" y="3962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702464" name="Object 0"/>
          <p:cNvGraphicFramePr>
            <a:graphicFrameLocks noChangeAspect="1"/>
          </p:cNvGraphicFramePr>
          <p:nvPr/>
        </p:nvGraphicFramePr>
        <p:xfrm>
          <a:off x="1676400" y="4343400"/>
          <a:ext cx="250825" cy="457200"/>
        </p:xfrm>
        <a:graphic>
          <a:graphicData uri="http://schemas.openxmlformats.org/presentationml/2006/ole">
            <p:oleObj spid="_x0000_s702464" name="Equation" r:id="rId3" imgW="215640" imgH="393480" progId="Equation.3">
              <p:embed/>
            </p:oleObj>
          </a:graphicData>
        </a:graphic>
      </p:graphicFrame>
      <p:sp>
        <p:nvSpPr>
          <p:cNvPr id="688135" name="Text Box 7"/>
          <p:cNvSpPr txBox="1">
            <a:spLocks noChangeArrowheads="1"/>
          </p:cNvSpPr>
          <p:nvPr/>
        </p:nvSpPr>
        <p:spPr bwMode="auto">
          <a:xfrm>
            <a:off x="4114800" y="2667000"/>
            <a:ext cx="12954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u="sng">
                <a:solidFill>
                  <a:srgbClr val="FF00FF"/>
                </a:solidFill>
              </a:rPr>
              <a:t>Stack</a:t>
            </a:r>
          </a:p>
        </p:txBody>
      </p:sp>
      <p:sp>
        <p:nvSpPr>
          <p:cNvPr id="688136" name="Line 8"/>
          <p:cNvSpPr>
            <a:spLocks noChangeShapeType="1"/>
          </p:cNvSpPr>
          <p:nvPr/>
        </p:nvSpPr>
        <p:spPr bwMode="auto">
          <a:xfrm>
            <a:off x="1371600" y="4267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702465" name="Object 1"/>
          <p:cNvGraphicFramePr>
            <a:graphicFrameLocks noChangeAspect="1"/>
          </p:cNvGraphicFramePr>
          <p:nvPr/>
        </p:nvGraphicFramePr>
        <p:xfrm>
          <a:off x="1676400" y="3810000"/>
          <a:ext cx="288925" cy="304800"/>
        </p:xfrm>
        <a:graphic>
          <a:graphicData uri="http://schemas.openxmlformats.org/presentationml/2006/ole">
            <p:oleObj spid="_x0000_s702465" name="Equation" r:id="rId4" imgW="241200" imgH="253800" progId="Equation.3">
              <p:embed/>
            </p:oleObj>
          </a:graphicData>
        </a:graphic>
      </p:graphicFrame>
      <p:sp>
        <p:nvSpPr>
          <p:cNvPr id="688138" name="Text Box 10"/>
          <p:cNvSpPr txBox="1">
            <a:spLocks noChangeArrowheads="1"/>
          </p:cNvSpPr>
          <p:nvPr/>
        </p:nvSpPr>
        <p:spPr bwMode="auto">
          <a:xfrm>
            <a:off x="1371600" y="5105400"/>
            <a:ext cx="755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OK</a:t>
            </a:r>
          </a:p>
        </p:txBody>
      </p:sp>
      <p:sp>
        <p:nvSpPr>
          <p:cNvPr id="688139" name="Rectangle 11"/>
          <p:cNvSpPr>
            <a:spLocks noChangeArrowheads="1"/>
          </p:cNvSpPr>
          <p:nvPr/>
        </p:nvSpPr>
        <p:spPr bwMode="auto">
          <a:xfrm>
            <a:off x="4343400" y="4267200"/>
            <a:ext cx="8382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8140" name="Line 12"/>
          <p:cNvSpPr>
            <a:spLocks noChangeShapeType="1"/>
          </p:cNvSpPr>
          <p:nvPr/>
        </p:nvSpPr>
        <p:spPr bwMode="auto">
          <a:xfrm>
            <a:off x="3657600" y="4572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702466" name="Object 2"/>
          <p:cNvGraphicFramePr>
            <a:graphicFrameLocks noChangeAspect="1"/>
          </p:cNvGraphicFramePr>
          <p:nvPr/>
        </p:nvGraphicFramePr>
        <p:xfrm>
          <a:off x="4648200" y="4343400"/>
          <a:ext cx="250825" cy="457200"/>
        </p:xfrm>
        <a:graphic>
          <a:graphicData uri="http://schemas.openxmlformats.org/presentationml/2006/ole">
            <p:oleObj spid="_x0000_s702466" name="Equation" r:id="rId5" imgW="215640" imgH="393480" progId="Equation.3">
              <p:embed/>
            </p:oleObj>
          </a:graphicData>
        </a:graphic>
      </p:graphicFrame>
      <p:sp>
        <p:nvSpPr>
          <p:cNvPr id="688142" name="Text Box 14"/>
          <p:cNvSpPr txBox="1">
            <a:spLocks noChangeArrowheads="1"/>
          </p:cNvSpPr>
          <p:nvPr/>
        </p:nvSpPr>
        <p:spPr bwMode="auto">
          <a:xfrm>
            <a:off x="4343400" y="5105400"/>
            <a:ext cx="755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OK</a:t>
            </a:r>
          </a:p>
        </p:txBody>
      </p:sp>
      <p:sp>
        <p:nvSpPr>
          <p:cNvPr id="688143" name="Rectangle 15"/>
          <p:cNvSpPr>
            <a:spLocks noChangeArrowheads="1"/>
          </p:cNvSpPr>
          <p:nvPr/>
        </p:nvSpPr>
        <p:spPr bwMode="auto">
          <a:xfrm>
            <a:off x="7239000" y="4648200"/>
            <a:ext cx="8382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8144" name="Line 16"/>
          <p:cNvSpPr>
            <a:spLocks noChangeShapeType="1"/>
          </p:cNvSpPr>
          <p:nvPr/>
        </p:nvSpPr>
        <p:spPr bwMode="auto">
          <a:xfrm>
            <a:off x="6553200" y="4953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88145" name="Text Box 17"/>
          <p:cNvSpPr txBox="1">
            <a:spLocks noChangeArrowheads="1"/>
          </p:cNvSpPr>
          <p:nvPr/>
        </p:nvSpPr>
        <p:spPr bwMode="auto">
          <a:xfrm>
            <a:off x="6858000" y="5105400"/>
            <a:ext cx="1801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NOT OK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FCBB-F53C-4C4C-A5E4-AD3991E1F81F}" type="slidenum">
              <a:rPr lang="en-US" altLang="en-US"/>
              <a:pPr/>
              <a:t>32</a:t>
            </a:fld>
            <a:endParaRPr lang="en-US" altLang="en-US"/>
          </a:p>
        </p:txBody>
      </p:sp>
      <p:sp>
        <p:nvSpPr>
          <p:cNvPr id="690179" name="Rectangle 3"/>
          <p:cNvSpPr>
            <a:spLocks noChangeArrowheads="1"/>
          </p:cNvSpPr>
          <p:nvPr/>
        </p:nvSpPr>
        <p:spPr bwMode="auto">
          <a:xfrm>
            <a:off x="1371600" y="1752600"/>
            <a:ext cx="838200" cy="1219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0180" name="Line 4"/>
          <p:cNvSpPr>
            <a:spLocks noChangeShapeType="1"/>
          </p:cNvSpPr>
          <p:nvPr/>
        </p:nvSpPr>
        <p:spPr bwMode="auto">
          <a:xfrm>
            <a:off x="685800" y="2667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90181" name="Object 5"/>
          <p:cNvGraphicFramePr>
            <a:graphicFrameLocks noChangeAspect="1"/>
          </p:cNvGraphicFramePr>
          <p:nvPr/>
        </p:nvGraphicFramePr>
        <p:xfrm>
          <a:off x="1676400" y="2438400"/>
          <a:ext cx="250825" cy="457200"/>
        </p:xfrm>
        <a:graphic>
          <a:graphicData uri="http://schemas.openxmlformats.org/presentationml/2006/ole">
            <p:oleObj spid="_x0000_s690181" name="Equation" r:id="rId3" imgW="215640" imgH="393480" progId="Equation.3">
              <p:embed/>
            </p:oleObj>
          </a:graphicData>
        </a:graphic>
      </p:graphicFrame>
      <p:sp>
        <p:nvSpPr>
          <p:cNvPr id="690183" name="Line 7"/>
          <p:cNvSpPr>
            <a:spLocks noChangeShapeType="1"/>
          </p:cNvSpPr>
          <p:nvPr/>
        </p:nvSpPr>
        <p:spPr bwMode="auto">
          <a:xfrm>
            <a:off x="1371600" y="236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90184" name="Object 8"/>
          <p:cNvGraphicFramePr>
            <a:graphicFrameLocks noChangeAspect="1"/>
          </p:cNvGraphicFramePr>
          <p:nvPr/>
        </p:nvGraphicFramePr>
        <p:xfrm>
          <a:off x="1676400" y="1905000"/>
          <a:ext cx="288925" cy="304800"/>
        </p:xfrm>
        <a:graphic>
          <a:graphicData uri="http://schemas.openxmlformats.org/presentationml/2006/ole">
            <p:oleObj spid="_x0000_s690184" name="Equation" r:id="rId4" imgW="241200" imgH="253800" progId="Equation.3">
              <p:embed/>
            </p:oleObj>
          </a:graphicData>
        </a:graphic>
      </p:graphicFrame>
      <p:sp>
        <p:nvSpPr>
          <p:cNvPr id="690186" name="Rectangle 10"/>
          <p:cNvSpPr>
            <a:spLocks noChangeArrowheads="1"/>
          </p:cNvSpPr>
          <p:nvPr/>
        </p:nvSpPr>
        <p:spPr bwMode="auto">
          <a:xfrm>
            <a:off x="4343400" y="2362200"/>
            <a:ext cx="8382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0187" name="Line 11"/>
          <p:cNvSpPr>
            <a:spLocks noChangeShapeType="1"/>
          </p:cNvSpPr>
          <p:nvPr/>
        </p:nvSpPr>
        <p:spPr bwMode="auto">
          <a:xfrm>
            <a:off x="3657600" y="2667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90188" name="Object 12"/>
          <p:cNvGraphicFramePr>
            <a:graphicFrameLocks noChangeAspect="1"/>
          </p:cNvGraphicFramePr>
          <p:nvPr/>
        </p:nvGraphicFramePr>
        <p:xfrm>
          <a:off x="4648200" y="2438400"/>
          <a:ext cx="250825" cy="457200"/>
        </p:xfrm>
        <a:graphic>
          <a:graphicData uri="http://schemas.openxmlformats.org/presentationml/2006/ole">
            <p:oleObj spid="_x0000_s690188" name="Equation" r:id="rId5" imgW="215640" imgH="393480" progId="Equation.3">
              <p:embed/>
            </p:oleObj>
          </a:graphicData>
        </a:graphic>
      </p:graphicFrame>
      <p:sp>
        <p:nvSpPr>
          <p:cNvPr id="690190" name="Rectangle 14"/>
          <p:cNvSpPr>
            <a:spLocks noChangeArrowheads="1"/>
          </p:cNvSpPr>
          <p:nvPr/>
        </p:nvSpPr>
        <p:spPr bwMode="auto">
          <a:xfrm>
            <a:off x="7239000" y="2743200"/>
            <a:ext cx="838200" cy="228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0191" name="Line 15"/>
          <p:cNvSpPr>
            <a:spLocks noChangeShapeType="1"/>
          </p:cNvSpPr>
          <p:nvPr/>
        </p:nvSpPr>
        <p:spPr bwMode="auto">
          <a:xfrm>
            <a:off x="6553200" y="30480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90193" name="Text Box 17"/>
          <p:cNvSpPr txBox="1">
            <a:spLocks noChangeArrowheads="1"/>
          </p:cNvSpPr>
          <p:nvPr/>
        </p:nvSpPr>
        <p:spPr bwMode="auto">
          <a:xfrm>
            <a:off x="609600" y="304800"/>
            <a:ext cx="80533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Introduce the new symbol        to denote </a:t>
            </a:r>
          </a:p>
          <a:p>
            <a:r>
              <a:rPr lang="en-US"/>
              <a:t>the bottom of the stack</a:t>
            </a:r>
          </a:p>
        </p:txBody>
      </p:sp>
      <p:graphicFrame>
        <p:nvGraphicFramePr>
          <p:cNvPr id="690194" name="Object 18"/>
          <p:cNvGraphicFramePr>
            <a:graphicFrameLocks noChangeAspect="1"/>
          </p:cNvGraphicFramePr>
          <p:nvPr/>
        </p:nvGraphicFramePr>
        <p:xfrm>
          <a:off x="5943600" y="304800"/>
          <a:ext cx="355600" cy="533400"/>
        </p:xfrm>
        <a:graphic>
          <a:graphicData uri="http://schemas.openxmlformats.org/presentationml/2006/ole">
            <p:oleObj spid="_x0000_s690194" name="Equation" r:id="rId6" imgW="228600" imgH="342720" progId="Equation.3">
              <p:embed/>
            </p:oleObj>
          </a:graphicData>
        </a:graphic>
      </p:graphicFrame>
      <p:sp>
        <p:nvSpPr>
          <p:cNvPr id="690195" name="Rectangle 19"/>
          <p:cNvSpPr>
            <a:spLocks noChangeArrowheads="1"/>
          </p:cNvSpPr>
          <p:nvPr/>
        </p:nvSpPr>
        <p:spPr bwMode="auto">
          <a:xfrm>
            <a:off x="1371600" y="4572000"/>
            <a:ext cx="838200" cy="1752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0196" name="Line 20"/>
          <p:cNvSpPr>
            <a:spLocks noChangeShapeType="1"/>
          </p:cNvSpPr>
          <p:nvPr/>
        </p:nvSpPr>
        <p:spPr bwMode="auto">
          <a:xfrm>
            <a:off x="685800" y="4876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90197" name="Object 21"/>
          <p:cNvGraphicFramePr>
            <a:graphicFrameLocks noChangeAspect="1"/>
          </p:cNvGraphicFramePr>
          <p:nvPr/>
        </p:nvGraphicFramePr>
        <p:xfrm>
          <a:off x="1676400" y="5791200"/>
          <a:ext cx="250825" cy="457200"/>
        </p:xfrm>
        <a:graphic>
          <a:graphicData uri="http://schemas.openxmlformats.org/presentationml/2006/ole">
            <p:oleObj spid="_x0000_s690197" name="Equation" r:id="rId7" imgW="215640" imgH="393480" progId="Equation.3">
              <p:embed/>
            </p:oleObj>
          </a:graphicData>
        </a:graphic>
      </p:graphicFrame>
      <p:sp>
        <p:nvSpPr>
          <p:cNvPr id="690198" name="Line 22"/>
          <p:cNvSpPr>
            <a:spLocks noChangeShapeType="1"/>
          </p:cNvSpPr>
          <p:nvPr/>
        </p:nvSpPr>
        <p:spPr bwMode="auto">
          <a:xfrm>
            <a:off x="1371600" y="571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90200" name="Line 24"/>
          <p:cNvSpPr>
            <a:spLocks noChangeShapeType="1"/>
          </p:cNvSpPr>
          <p:nvPr/>
        </p:nvSpPr>
        <p:spPr bwMode="auto">
          <a:xfrm>
            <a:off x="1371600" y="51054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90201" name="Object 25"/>
          <p:cNvGraphicFramePr>
            <a:graphicFrameLocks noChangeAspect="1"/>
          </p:cNvGraphicFramePr>
          <p:nvPr/>
        </p:nvGraphicFramePr>
        <p:xfrm>
          <a:off x="1676400" y="4724400"/>
          <a:ext cx="288925" cy="304800"/>
        </p:xfrm>
        <a:graphic>
          <a:graphicData uri="http://schemas.openxmlformats.org/presentationml/2006/ole">
            <p:oleObj spid="_x0000_s690201" name="Equation" r:id="rId8" imgW="241200" imgH="253800" progId="Equation.3">
              <p:embed/>
            </p:oleObj>
          </a:graphicData>
        </a:graphic>
      </p:graphicFrame>
      <p:graphicFrame>
        <p:nvGraphicFramePr>
          <p:cNvPr id="690204" name="Object 28"/>
          <p:cNvGraphicFramePr>
            <a:graphicFrameLocks noChangeAspect="1"/>
          </p:cNvGraphicFramePr>
          <p:nvPr/>
        </p:nvGraphicFramePr>
        <p:xfrm>
          <a:off x="1600200" y="5105400"/>
          <a:ext cx="355600" cy="533400"/>
        </p:xfrm>
        <a:graphic>
          <a:graphicData uri="http://schemas.openxmlformats.org/presentationml/2006/ole">
            <p:oleObj spid="_x0000_s690204" name="Equation" r:id="rId9" imgW="228600" imgH="342720" progId="Equation.3">
              <p:embed/>
            </p:oleObj>
          </a:graphicData>
        </a:graphic>
      </p:graphicFrame>
      <p:sp>
        <p:nvSpPr>
          <p:cNvPr id="690205" name="Rectangle 29"/>
          <p:cNvSpPr>
            <a:spLocks noChangeArrowheads="1"/>
          </p:cNvSpPr>
          <p:nvPr/>
        </p:nvSpPr>
        <p:spPr bwMode="auto">
          <a:xfrm>
            <a:off x="4267200" y="5181600"/>
            <a:ext cx="838200" cy="1143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0206" name="Line 30"/>
          <p:cNvSpPr>
            <a:spLocks noChangeShapeType="1"/>
          </p:cNvSpPr>
          <p:nvPr/>
        </p:nvSpPr>
        <p:spPr bwMode="auto">
          <a:xfrm>
            <a:off x="3581400" y="5486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90207" name="Object 31"/>
          <p:cNvGraphicFramePr>
            <a:graphicFrameLocks noChangeAspect="1"/>
          </p:cNvGraphicFramePr>
          <p:nvPr/>
        </p:nvGraphicFramePr>
        <p:xfrm>
          <a:off x="4572000" y="5791200"/>
          <a:ext cx="250825" cy="457200"/>
        </p:xfrm>
        <a:graphic>
          <a:graphicData uri="http://schemas.openxmlformats.org/presentationml/2006/ole">
            <p:oleObj spid="_x0000_s690207" name="Equation" r:id="rId10" imgW="215640" imgH="393480" progId="Equation.3">
              <p:embed/>
            </p:oleObj>
          </a:graphicData>
        </a:graphic>
      </p:graphicFrame>
      <p:sp>
        <p:nvSpPr>
          <p:cNvPr id="690208" name="AutoShape 32"/>
          <p:cNvSpPr>
            <a:spLocks noChangeArrowheads="1"/>
          </p:cNvSpPr>
          <p:nvPr/>
        </p:nvSpPr>
        <p:spPr bwMode="auto">
          <a:xfrm>
            <a:off x="3276600" y="3352800"/>
            <a:ext cx="2819400" cy="990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0209" name="Line 33"/>
          <p:cNvSpPr>
            <a:spLocks noChangeShapeType="1"/>
          </p:cNvSpPr>
          <p:nvPr/>
        </p:nvSpPr>
        <p:spPr bwMode="auto">
          <a:xfrm>
            <a:off x="4267200" y="571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90210" name="Object 34"/>
          <p:cNvGraphicFramePr>
            <a:graphicFrameLocks noChangeAspect="1"/>
          </p:cNvGraphicFramePr>
          <p:nvPr/>
        </p:nvGraphicFramePr>
        <p:xfrm>
          <a:off x="4495800" y="5181600"/>
          <a:ext cx="355600" cy="533400"/>
        </p:xfrm>
        <a:graphic>
          <a:graphicData uri="http://schemas.openxmlformats.org/presentationml/2006/ole">
            <p:oleObj spid="_x0000_s690210" name="Equation" r:id="rId11" imgW="228600" imgH="342720" progId="Equation.3">
              <p:embed/>
            </p:oleObj>
          </a:graphicData>
        </a:graphic>
      </p:graphicFrame>
      <p:sp>
        <p:nvSpPr>
          <p:cNvPr id="690211" name="Rectangle 35"/>
          <p:cNvSpPr>
            <a:spLocks noChangeArrowheads="1"/>
          </p:cNvSpPr>
          <p:nvPr/>
        </p:nvSpPr>
        <p:spPr bwMode="auto">
          <a:xfrm>
            <a:off x="7162800" y="5715000"/>
            <a:ext cx="838200" cy="609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0212" name="Line 36"/>
          <p:cNvSpPr>
            <a:spLocks noChangeShapeType="1"/>
          </p:cNvSpPr>
          <p:nvPr/>
        </p:nvSpPr>
        <p:spPr bwMode="auto">
          <a:xfrm>
            <a:off x="6477000" y="60198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90213" name="Object 37"/>
          <p:cNvGraphicFramePr>
            <a:graphicFrameLocks noChangeAspect="1"/>
          </p:cNvGraphicFramePr>
          <p:nvPr/>
        </p:nvGraphicFramePr>
        <p:xfrm>
          <a:off x="7467600" y="5791200"/>
          <a:ext cx="355600" cy="533400"/>
        </p:xfrm>
        <a:graphic>
          <a:graphicData uri="http://schemas.openxmlformats.org/presentationml/2006/ole">
            <p:oleObj spid="_x0000_s690213" name="Equation" r:id="rId12" imgW="228600" imgH="342720" progId="Equation.3">
              <p:embed/>
            </p:oleObj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DC182-0DA7-4BE3-91E3-F48ECBC07E94}" type="slidenum">
              <a:rPr lang="en-US" altLang="en-US"/>
              <a:pPr/>
              <a:t>33</a:t>
            </a:fld>
            <a:endParaRPr lang="en-US" altLang="en-US"/>
          </a:p>
        </p:txBody>
      </p:sp>
      <p:sp>
        <p:nvSpPr>
          <p:cNvPr id="689175" name="Text Box 23"/>
          <p:cNvSpPr txBox="1">
            <a:spLocks noChangeArrowheads="1"/>
          </p:cNvSpPr>
          <p:nvPr/>
        </p:nvSpPr>
        <p:spPr bwMode="auto">
          <a:xfrm>
            <a:off x="4419600" y="2209800"/>
            <a:ext cx="3397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Original NPDA</a:t>
            </a:r>
          </a:p>
        </p:txBody>
      </p:sp>
      <p:sp>
        <p:nvSpPr>
          <p:cNvPr id="689176" name="Rectangle 24"/>
          <p:cNvSpPr>
            <a:spLocks noChangeArrowheads="1"/>
          </p:cNvSpPr>
          <p:nvPr/>
        </p:nvSpPr>
        <p:spPr bwMode="auto">
          <a:xfrm>
            <a:off x="4038600" y="2743200"/>
            <a:ext cx="3984625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9177" name="Oval 25"/>
          <p:cNvSpPr>
            <a:spLocks noChangeArrowheads="1"/>
          </p:cNvSpPr>
          <p:nvPr/>
        </p:nvSpPr>
        <p:spPr bwMode="auto">
          <a:xfrm>
            <a:off x="6824663" y="4876800"/>
            <a:ext cx="644525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9178" name="Oval 26"/>
          <p:cNvSpPr>
            <a:spLocks noChangeArrowheads="1"/>
          </p:cNvSpPr>
          <p:nvPr/>
        </p:nvSpPr>
        <p:spPr bwMode="auto">
          <a:xfrm>
            <a:off x="6753225" y="4800600"/>
            <a:ext cx="787400" cy="7620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9179" name="Oval 27"/>
          <p:cNvSpPr>
            <a:spLocks noChangeArrowheads="1"/>
          </p:cNvSpPr>
          <p:nvPr/>
        </p:nvSpPr>
        <p:spPr bwMode="auto">
          <a:xfrm>
            <a:off x="4324350" y="3810000"/>
            <a:ext cx="64135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9181" name="Oval 29"/>
          <p:cNvSpPr>
            <a:spLocks noChangeArrowheads="1"/>
          </p:cNvSpPr>
          <p:nvPr/>
        </p:nvSpPr>
        <p:spPr bwMode="auto">
          <a:xfrm>
            <a:off x="6824663" y="3886200"/>
            <a:ext cx="644525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9182" name="Oval 30"/>
          <p:cNvSpPr>
            <a:spLocks noChangeArrowheads="1"/>
          </p:cNvSpPr>
          <p:nvPr/>
        </p:nvSpPr>
        <p:spPr bwMode="auto">
          <a:xfrm>
            <a:off x="6753225" y="3810000"/>
            <a:ext cx="787400" cy="7620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9183" name="Oval 31"/>
          <p:cNvSpPr>
            <a:spLocks noChangeArrowheads="1"/>
          </p:cNvSpPr>
          <p:nvPr/>
        </p:nvSpPr>
        <p:spPr bwMode="auto">
          <a:xfrm>
            <a:off x="6824663" y="2895600"/>
            <a:ext cx="644525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9184" name="Oval 32"/>
          <p:cNvSpPr>
            <a:spLocks noChangeArrowheads="1"/>
          </p:cNvSpPr>
          <p:nvPr/>
        </p:nvSpPr>
        <p:spPr bwMode="auto">
          <a:xfrm>
            <a:off x="6753225" y="2819400"/>
            <a:ext cx="787400" cy="7620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9185" name="Freeform 33"/>
          <p:cNvSpPr>
            <a:spLocks/>
          </p:cNvSpPr>
          <p:nvPr/>
        </p:nvSpPr>
        <p:spPr bwMode="auto">
          <a:xfrm>
            <a:off x="4767263" y="3270250"/>
            <a:ext cx="1989137" cy="555625"/>
          </a:xfrm>
          <a:custGeom>
            <a:avLst/>
            <a:gdLst/>
            <a:ahLst/>
            <a:cxnLst>
              <a:cxn ang="0">
                <a:pos x="0" y="350"/>
              </a:cxn>
              <a:cxn ang="0">
                <a:pos x="34" y="167"/>
              </a:cxn>
              <a:cxn ang="0">
                <a:pos x="109" y="108"/>
              </a:cxn>
              <a:cxn ang="0">
                <a:pos x="301" y="142"/>
              </a:cxn>
              <a:cxn ang="0">
                <a:pos x="384" y="183"/>
              </a:cxn>
              <a:cxn ang="0">
                <a:pos x="393" y="242"/>
              </a:cxn>
              <a:cxn ang="0">
                <a:pos x="485" y="250"/>
              </a:cxn>
              <a:cxn ang="0">
                <a:pos x="585" y="275"/>
              </a:cxn>
              <a:cxn ang="0">
                <a:pos x="702" y="259"/>
              </a:cxn>
              <a:cxn ang="0">
                <a:pos x="852" y="125"/>
              </a:cxn>
              <a:cxn ang="0">
                <a:pos x="902" y="92"/>
              </a:cxn>
              <a:cxn ang="0">
                <a:pos x="1077" y="0"/>
              </a:cxn>
              <a:cxn ang="0">
                <a:pos x="1177" y="8"/>
              </a:cxn>
              <a:cxn ang="0">
                <a:pos x="1336" y="50"/>
              </a:cxn>
            </a:cxnLst>
            <a:rect l="0" t="0" r="r" b="b"/>
            <a:pathLst>
              <a:path w="1336" h="350">
                <a:moveTo>
                  <a:pt x="0" y="350"/>
                </a:moveTo>
                <a:cubicBezTo>
                  <a:pt x="5" y="304"/>
                  <a:pt x="4" y="211"/>
                  <a:pt x="34" y="167"/>
                </a:cubicBezTo>
                <a:cubicBezTo>
                  <a:pt x="52" y="141"/>
                  <a:pt x="109" y="108"/>
                  <a:pt x="109" y="108"/>
                </a:cubicBezTo>
                <a:cubicBezTo>
                  <a:pt x="182" y="114"/>
                  <a:pt x="234" y="124"/>
                  <a:pt x="301" y="142"/>
                </a:cubicBezTo>
                <a:cubicBezTo>
                  <a:pt x="329" y="160"/>
                  <a:pt x="356" y="165"/>
                  <a:pt x="384" y="183"/>
                </a:cubicBezTo>
                <a:cubicBezTo>
                  <a:pt x="387" y="203"/>
                  <a:pt x="376" y="231"/>
                  <a:pt x="393" y="242"/>
                </a:cubicBezTo>
                <a:cubicBezTo>
                  <a:pt x="419" y="259"/>
                  <a:pt x="455" y="246"/>
                  <a:pt x="485" y="250"/>
                </a:cubicBezTo>
                <a:cubicBezTo>
                  <a:pt x="518" y="255"/>
                  <a:pt x="551" y="270"/>
                  <a:pt x="585" y="275"/>
                </a:cubicBezTo>
                <a:cubicBezTo>
                  <a:pt x="602" y="273"/>
                  <a:pt x="671" y="274"/>
                  <a:pt x="702" y="259"/>
                </a:cubicBezTo>
                <a:cubicBezTo>
                  <a:pt x="754" y="233"/>
                  <a:pt x="812" y="165"/>
                  <a:pt x="852" y="125"/>
                </a:cubicBezTo>
                <a:cubicBezTo>
                  <a:pt x="866" y="111"/>
                  <a:pt x="888" y="106"/>
                  <a:pt x="902" y="92"/>
                </a:cubicBezTo>
                <a:cubicBezTo>
                  <a:pt x="955" y="39"/>
                  <a:pt x="1009" y="22"/>
                  <a:pt x="1077" y="0"/>
                </a:cubicBezTo>
                <a:cubicBezTo>
                  <a:pt x="1110" y="3"/>
                  <a:pt x="1144" y="3"/>
                  <a:pt x="1177" y="8"/>
                </a:cubicBezTo>
                <a:cubicBezTo>
                  <a:pt x="1234" y="17"/>
                  <a:pt x="1277" y="50"/>
                  <a:pt x="1336" y="5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89186" name="Freeform 34"/>
          <p:cNvSpPr>
            <a:spLocks/>
          </p:cNvSpPr>
          <p:nvPr/>
        </p:nvSpPr>
        <p:spPr bwMode="auto">
          <a:xfrm>
            <a:off x="4954588" y="4159250"/>
            <a:ext cx="1828800" cy="382588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75" y="58"/>
              </a:cxn>
              <a:cxn ang="0">
                <a:pos x="142" y="174"/>
              </a:cxn>
              <a:cxn ang="0">
                <a:pos x="283" y="241"/>
              </a:cxn>
              <a:cxn ang="0">
                <a:pos x="467" y="199"/>
              </a:cxn>
              <a:cxn ang="0">
                <a:pos x="642" y="33"/>
              </a:cxn>
              <a:cxn ang="0">
                <a:pos x="718" y="7"/>
              </a:cxn>
              <a:cxn ang="0">
                <a:pos x="809" y="16"/>
              </a:cxn>
              <a:cxn ang="0">
                <a:pos x="826" y="74"/>
              </a:cxn>
              <a:cxn ang="0">
                <a:pos x="868" y="116"/>
              </a:cxn>
              <a:cxn ang="0">
                <a:pos x="993" y="183"/>
              </a:cxn>
              <a:cxn ang="0">
                <a:pos x="1093" y="174"/>
              </a:cxn>
              <a:cxn ang="0">
                <a:pos x="1143" y="158"/>
              </a:cxn>
              <a:cxn ang="0">
                <a:pos x="1227" y="124"/>
              </a:cxn>
            </a:cxnLst>
            <a:rect l="0" t="0" r="r" b="b"/>
            <a:pathLst>
              <a:path w="1227" h="241">
                <a:moveTo>
                  <a:pt x="0" y="7"/>
                </a:moveTo>
                <a:cubicBezTo>
                  <a:pt x="45" y="19"/>
                  <a:pt x="38" y="33"/>
                  <a:pt x="75" y="58"/>
                </a:cubicBezTo>
                <a:cubicBezTo>
                  <a:pt x="107" y="108"/>
                  <a:pt x="86" y="138"/>
                  <a:pt x="142" y="174"/>
                </a:cubicBezTo>
                <a:cubicBezTo>
                  <a:pt x="172" y="221"/>
                  <a:pt x="230" y="233"/>
                  <a:pt x="283" y="241"/>
                </a:cubicBezTo>
                <a:cubicBezTo>
                  <a:pt x="425" y="231"/>
                  <a:pt x="370" y="234"/>
                  <a:pt x="467" y="199"/>
                </a:cubicBezTo>
                <a:cubicBezTo>
                  <a:pt x="514" y="152"/>
                  <a:pt x="582" y="63"/>
                  <a:pt x="642" y="33"/>
                </a:cubicBezTo>
                <a:cubicBezTo>
                  <a:pt x="665" y="21"/>
                  <a:pt x="693" y="16"/>
                  <a:pt x="718" y="7"/>
                </a:cubicBezTo>
                <a:cubicBezTo>
                  <a:pt x="748" y="10"/>
                  <a:pt x="783" y="0"/>
                  <a:pt x="809" y="16"/>
                </a:cubicBezTo>
                <a:cubicBezTo>
                  <a:pt x="826" y="27"/>
                  <a:pt x="818" y="55"/>
                  <a:pt x="826" y="74"/>
                </a:cubicBezTo>
                <a:cubicBezTo>
                  <a:pt x="836" y="99"/>
                  <a:pt x="847" y="102"/>
                  <a:pt x="868" y="116"/>
                </a:cubicBezTo>
                <a:cubicBezTo>
                  <a:pt x="897" y="158"/>
                  <a:pt x="946" y="166"/>
                  <a:pt x="993" y="183"/>
                </a:cubicBezTo>
                <a:cubicBezTo>
                  <a:pt x="1026" y="180"/>
                  <a:pt x="1060" y="180"/>
                  <a:pt x="1093" y="174"/>
                </a:cubicBezTo>
                <a:cubicBezTo>
                  <a:pt x="1110" y="171"/>
                  <a:pt x="1143" y="158"/>
                  <a:pt x="1143" y="158"/>
                </a:cubicBezTo>
                <a:cubicBezTo>
                  <a:pt x="1166" y="142"/>
                  <a:pt x="1198" y="124"/>
                  <a:pt x="1227" y="124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89187" name="Freeform 35"/>
          <p:cNvSpPr>
            <a:spLocks/>
          </p:cNvSpPr>
          <p:nvPr/>
        </p:nvSpPr>
        <p:spPr bwMode="auto">
          <a:xfrm>
            <a:off x="4705350" y="4410075"/>
            <a:ext cx="2039938" cy="933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6" y="50"/>
              </a:cxn>
              <a:cxn ang="0">
                <a:pos x="117" y="150"/>
              </a:cxn>
              <a:cxn ang="0">
                <a:pos x="150" y="225"/>
              </a:cxn>
              <a:cxn ang="0">
                <a:pos x="225" y="342"/>
              </a:cxn>
              <a:cxn ang="0">
                <a:pos x="317" y="400"/>
              </a:cxn>
              <a:cxn ang="0">
                <a:pos x="442" y="384"/>
              </a:cxn>
              <a:cxn ang="0">
                <a:pos x="542" y="325"/>
              </a:cxn>
              <a:cxn ang="0">
                <a:pos x="617" y="334"/>
              </a:cxn>
              <a:cxn ang="0">
                <a:pos x="651" y="375"/>
              </a:cxn>
              <a:cxn ang="0">
                <a:pos x="701" y="417"/>
              </a:cxn>
              <a:cxn ang="0">
                <a:pos x="768" y="484"/>
              </a:cxn>
              <a:cxn ang="0">
                <a:pos x="935" y="584"/>
              </a:cxn>
              <a:cxn ang="0">
                <a:pos x="1127" y="551"/>
              </a:cxn>
              <a:cxn ang="0">
                <a:pos x="1202" y="501"/>
              </a:cxn>
              <a:cxn ang="0">
                <a:pos x="1227" y="484"/>
              </a:cxn>
              <a:cxn ang="0">
                <a:pos x="1319" y="501"/>
              </a:cxn>
              <a:cxn ang="0">
                <a:pos x="1369" y="517"/>
              </a:cxn>
            </a:cxnLst>
            <a:rect l="0" t="0" r="r" b="b"/>
            <a:pathLst>
              <a:path w="1369" h="588">
                <a:moveTo>
                  <a:pt x="0" y="0"/>
                </a:moveTo>
                <a:cubicBezTo>
                  <a:pt x="28" y="18"/>
                  <a:pt x="35" y="39"/>
                  <a:pt x="66" y="50"/>
                </a:cubicBezTo>
                <a:cubicBezTo>
                  <a:pt x="78" y="84"/>
                  <a:pt x="97" y="120"/>
                  <a:pt x="117" y="150"/>
                </a:cubicBezTo>
                <a:cubicBezTo>
                  <a:pt x="136" y="210"/>
                  <a:pt x="123" y="186"/>
                  <a:pt x="150" y="225"/>
                </a:cubicBezTo>
                <a:cubicBezTo>
                  <a:pt x="165" y="273"/>
                  <a:pt x="182" y="313"/>
                  <a:pt x="225" y="342"/>
                </a:cubicBezTo>
                <a:cubicBezTo>
                  <a:pt x="250" y="379"/>
                  <a:pt x="280" y="376"/>
                  <a:pt x="317" y="400"/>
                </a:cubicBezTo>
                <a:cubicBezTo>
                  <a:pt x="317" y="400"/>
                  <a:pt x="414" y="400"/>
                  <a:pt x="442" y="384"/>
                </a:cubicBezTo>
                <a:cubicBezTo>
                  <a:pt x="479" y="363"/>
                  <a:pt x="503" y="339"/>
                  <a:pt x="542" y="325"/>
                </a:cubicBezTo>
                <a:cubicBezTo>
                  <a:pt x="567" y="328"/>
                  <a:pt x="593" y="328"/>
                  <a:pt x="617" y="334"/>
                </a:cubicBezTo>
                <a:cubicBezTo>
                  <a:pt x="654" y="343"/>
                  <a:pt x="635" y="351"/>
                  <a:pt x="651" y="375"/>
                </a:cubicBezTo>
                <a:cubicBezTo>
                  <a:pt x="664" y="394"/>
                  <a:pt x="683" y="404"/>
                  <a:pt x="701" y="417"/>
                </a:cubicBezTo>
                <a:cubicBezTo>
                  <a:pt x="720" y="446"/>
                  <a:pt x="739" y="465"/>
                  <a:pt x="768" y="484"/>
                </a:cubicBezTo>
                <a:cubicBezTo>
                  <a:pt x="806" y="543"/>
                  <a:pt x="872" y="564"/>
                  <a:pt x="935" y="584"/>
                </a:cubicBezTo>
                <a:cubicBezTo>
                  <a:pt x="1013" y="579"/>
                  <a:pt x="1064" y="588"/>
                  <a:pt x="1127" y="551"/>
                </a:cubicBezTo>
                <a:cubicBezTo>
                  <a:pt x="1153" y="536"/>
                  <a:pt x="1177" y="518"/>
                  <a:pt x="1202" y="501"/>
                </a:cubicBezTo>
                <a:cubicBezTo>
                  <a:pt x="1210" y="495"/>
                  <a:pt x="1227" y="484"/>
                  <a:pt x="1227" y="484"/>
                </a:cubicBezTo>
                <a:cubicBezTo>
                  <a:pt x="1317" y="495"/>
                  <a:pt x="1267" y="484"/>
                  <a:pt x="1319" y="501"/>
                </a:cubicBezTo>
                <a:cubicBezTo>
                  <a:pt x="1336" y="507"/>
                  <a:pt x="1369" y="517"/>
                  <a:pt x="1369" y="517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89189" name="Oval 37"/>
          <p:cNvSpPr>
            <a:spLocks noChangeArrowheads="1"/>
          </p:cNvSpPr>
          <p:nvPr/>
        </p:nvSpPr>
        <p:spPr bwMode="auto">
          <a:xfrm>
            <a:off x="1219200" y="3810000"/>
            <a:ext cx="6858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9190" name="Line 38"/>
          <p:cNvSpPr>
            <a:spLocks noChangeShapeType="1"/>
          </p:cNvSpPr>
          <p:nvPr/>
        </p:nvSpPr>
        <p:spPr bwMode="auto">
          <a:xfrm>
            <a:off x="609600" y="4114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89191" name="Line 39"/>
          <p:cNvSpPr>
            <a:spLocks noChangeShapeType="1"/>
          </p:cNvSpPr>
          <p:nvPr/>
        </p:nvSpPr>
        <p:spPr bwMode="auto">
          <a:xfrm>
            <a:off x="1905000" y="41148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703488" name="Object 0"/>
          <p:cNvGraphicFramePr>
            <a:graphicFrameLocks noChangeAspect="1"/>
          </p:cNvGraphicFramePr>
          <p:nvPr/>
        </p:nvGraphicFramePr>
        <p:xfrm>
          <a:off x="2057400" y="3581400"/>
          <a:ext cx="1676400" cy="552450"/>
        </p:xfrm>
        <a:graphic>
          <a:graphicData uri="http://schemas.openxmlformats.org/presentationml/2006/ole">
            <p:oleObj spid="_x0000_s703488" name="Equation" r:id="rId3" imgW="1346040" imgH="419040" progId="Equation.3">
              <p:embed/>
            </p:oleObj>
          </a:graphicData>
        </a:graphic>
      </p:graphicFrame>
      <p:sp>
        <p:nvSpPr>
          <p:cNvPr id="689193" name="Text Box 41"/>
          <p:cNvSpPr txBox="1">
            <a:spLocks noChangeArrowheads="1"/>
          </p:cNvSpPr>
          <p:nvPr/>
        </p:nvSpPr>
        <p:spPr bwMode="auto">
          <a:xfrm>
            <a:off x="685800" y="838200"/>
            <a:ext cx="80676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At the beginning push         into the stack</a:t>
            </a:r>
          </a:p>
        </p:txBody>
      </p:sp>
      <p:graphicFrame>
        <p:nvGraphicFramePr>
          <p:cNvPr id="703489" name="Object 1"/>
          <p:cNvGraphicFramePr>
            <a:graphicFrameLocks noChangeAspect="1"/>
          </p:cNvGraphicFramePr>
          <p:nvPr/>
        </p:nvGraphicFramePr>
        <p:xfrm>
          <a:off x="5197475" y="812800"/>
          <a:ext cx="406400" cy="609600"/>
        </p:xfrm>
        <a:graphic>
          <a:graphicData uri="http://schemas.openxmlformats.org/presentationml/2006/ole">
            <p:oleObj spid="_x0000_s703489" name="Equation" r:id="rId4" imgW="228600" imgH="342720" progId="Equation.3">
              <p:embed/>
            </p:oleObj>
          </a:graphicData>
        </a:graphic>
      </p:graphicFrame>
      <p:sp>
        <p:nvSpPr>
          <p:cNvPr id="689195" name="Line 43"/>
          <p:cNvSpPr>
            <a:spLocks noChangeShapeType="1"/>
          </p:cNvSpPr>
          <p:nvPr/>
        </p:nvSpPr>
        <p:spPr bwMode="auto">
          <a:xfrm flipV="1">
            <a:off x="3048000" y="4419600"/>
            <a:ext cx="1295400" cy="12192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arrow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89196" name="Text Box 44"/>
          <p:cNvSpPr txBox="1">
            <a:spLocks noChangeArrowheads="1"/>
          </p:cNvSpPr>
          <p:nvPr/>
        </p:nvSpPr>
        <p:spPr bwMode="auto">
          <a:xfrm>
            <a:off x="2057400" y="5715000"/>
            <a:ext cx="1830388" cy="895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original </a:t>
            </a:r>
          </a:p>
          <a:p>
            <a:r>
              <a:rPr lang="en-US" sz="2400"/>
              <a:t>initial state</a:t>
            </a:r>
          </a:p>
        </p:txBody>
      </p:sp>
      <p:sp>
        <p:nvSpPr>
          <p:cNvPr id="689197" name="Text Box 45"/>
          <p:cNvSpPr txBox="1">
            <a:spLocks noChangeArrowheads="1"/>
          </p:cNvSpPr>
          <p:nvPr/>
        </p:nvSpPr>
        <p:spPr bwMode="auto">
          <a:xfrm>
            <a:off x="152400" y="2743200"/>
            <a:ext cx="1830388" cy="895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new </a:t>
            </a:r>
          </a:p>
          <a:p>
            <a:r>
              <a:rPr lang="en-US" sz="2400"/>
              <a:t>initial state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ACB69-8FD3-4E82-9B33-BDC6C70F54B2}" type="slidenum">
              <a:rPr lang="en-US" altLang="en-US"/>
              <a:pPr/>
              <a:t>34</a:t>
            </a:fld>
            <a:endParaRPr lang="en-US" altLang="en-US"/>
          </a:p>
        </p:txBody>
      </p:sp>
      <p:sp>
        <p:nvSpPr>
          <p:cNvPr id="691202" name="Oval 2"/>
          <p:cNvSpPr>
            <a:spLocks noChangeArrowheads="1"/>
          </p:cNvSpPr>
          <p:nvPr/>
        </p:nvSpPr>
        <p:spPr bwMode="auto">
          <a:xfrm>
            <a:off x="32766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1203" name="Oval 3"/>
          <p:cNvSpPr>
            <a:spLocks noChangeArrowheads="1"/>
          </p:cNvSpPr>
          <p:nvPr/>
        </p:nvSpPr>
        <p:spPr bwMode="auto">
          <a:xfrm>
            <a:off x="6096000" y="2819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1204" name="Line 4"/>
          <p:cNvSpPr>
            <a:spLocks noChangeShapeType="1"/>
          </p:cNvSpPr>
          <p:nvPr/>
        </p:nvSpPr>
        <p:spPr bwMode="auto">
          <a:xfrm>
            <a:off x="3962400" y="3200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04512" name="Object 0"/>
          <p:cNvGraphicFramePr>
            <a:graphicFrameLocks noChangeAspect="1"/>
          </p:cNvGraphicFramePr>
          <p:nvPr/>
        </p:nvGraphicFramePr>
        <p:xfrm>
          <a:off x="3435350" y="2935288"/>
          <a:ext cx="368300" cy="531812"/>
        </p:xfrm>
        <a:graphic>
          <a:graphicData uri="http://schemas.openxmlformats.org/presentationml/2006/ole">
            <p:oleObj spid="_x0000_s704512" name="Equation" r:id="rId3" imgW="368280" imgH="533160" progId="Equation.3">
              <p:embed/>
            </p:oleObj>
          </a:graphicData>
        </a:graphic>
      </p:graphicFrame>
      <p:graphicFrame>
        <p:nvGraphicFramePr>
          <p:cNvPr id="704513" name="Object 1"/>
          <p:cNvGraphicFramePr>
            <a:graphicFrameLocks noChangeAspect="1"/>
          </p:cNvGraphicFramePr>
          <p:nvPr/>
        </p:nvGraphicFramePr>
        <p:xfrm>
          <a:off x="6210300" y="2895600"/>
          <a:ext cx="457200" cy="609600"/>
        </p:xfrm>
        <a:graphic>
          <a:graphicData uri="http://schemas.openxmlformats.org/presentationml/2006/ole">
            <p:oleObj spid="_x0000_s704513" name="Equation" r:id="rId4" imgW="457200" imgH="609480" progId="Equation.3">
              <p:embed/>
            </p:oleObj>
          </a:graphicData>
        </a:graphic>
      </p:graphicFrame>
      <p:graphicFrame>
        <p:nvGraphicFramePr>
          <p:cNvPr id="704514" name="Object 2"/>
          <p:cNvGraphicFramePr>
            <a:graphicFrameLocks noChangeAspect="1"/>
          </p:cNvGraphicFramePr>
          <p:nvPr/>
        </p:nvGraphicFramePr>
        <p:xfrm>
          <a:off x="4257675" y="2738438"/>
          <a:ext cx="1579563" cy="520700"/>
        </p:xfrm>
        <a:graphic>
          <a:graphicData uri="http://schemas.openxmlformats.org/presentationml/2006/ole">
            <p:oleObj spid="_x0000_s704514" name="Equation" r:id="rId5" imgW="1384200" imgH="457200" progId="Equation.3">
              <p:embed/>
            </p:oleObj>
          </a:graphicData>
        </a:graphic>
      </p:graphicFrame>
      <p:sp>
        <p:nvSpPr>
          <p:cNvPr id="691208" name="AutoShape 8"/>
          <p:cNvSpPr>
            <a:spLocks noChangeArrowheads="1"/>
          </p:cNvSpPr>
          <p:nvPr/>
        </p:nvSpPr>
        <p:spPr bwMode="auto">
          <a:xfrm>
            <a:off x="4724400" y="3733800"/>
            <a:ext cx="685800" cy="990600"/>
          </a:xfrm>
          <a:prstGeom prst="downArrow">
            <a:avLst>
              <a:gd name="adj1" fmla="val 50000"/>
              <a:gd name="adj2" fmla="val 36111"/>
            </a:avLst>
          </a:prstGeom>
          <a:solidFill>
            <a:srgbClr val="FFFF00"/>
          </a:solidFill>
          <a:ln w="9525">
            <a:solidFill>
              <a:schemeClr val="tx2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1209" name="Oval 9"/>
          <p:cNvSpPr>
            <a:spLocks noChangeArrowheads="1"/>
          </p:cNvSpPr>
          <p:nvPr/>
        </p:nvSpPr>
        <p:spPr bwMode="auto">
          <a:xfrm>
            <a:off x="3352800" y="5257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1210" name="Oval 10"/>
          <p:cNvSpPr>
            <a:spLocks noChangeArrowheads="1"/>
          </p:cNvSpPr>
          <p:nvPr/>
        </p:nvSpPr>
        <p:spPr bwMode="auto">
          <a:xfrm>
            <a:off x="6172200" y="5257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1211" name="Line 11"/>
          <p:cNvSpPr>
            <a:spLocks noChangeShapeType="1"/>
          </p:cNvSpPr>
          <p:nvPr/>
        </p:nvSpPr>
        <p:spPr bwMode="auto">
          <a:xfrm>
            <a:off x="4038600" y="56388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04515" name="Object 3"/>
          <p:cNvGraphicFramePr>
            <a:graphicFrameLocks noChangeAspect="1"/>
          </p:cNvGraphicFramePr>
          <p:nvPr/>
        </p:nvGraphicFramePr>
        <p:xfrm>
          <a:off x="3511550" y="5373688"/>
          <a:ext cx="368300" cy="531812"/>
        </p:xfrm>
        <a:graphic>
          <a:graphicData uri="http://schemas.openxmlformats.org/presentationml/2006/ole">
            <p:oleObj spid="_x0000_s704515" name="Equation" r:id="rId6" imgW="368280" imgH="533160" progId="Equation.3">
              <p:embed/>
            </p:oleObj>
          </a:graphicData>
        </a:graphic>
      </p:graphicFrame>
      <p:graphicFrame>
        <p:nvGraphicFramePr>
          <p:cNvPr id="704516" name="Object 4"/>
          <p:cNvGraphicFramePr>
            <a:graphicFrameLocks noChangeAspect="1"/>
          </p:cNvGraphicFramePr>
          <p:nvPr/>
        </p:nvGraphicFramePr>
        <p:xfrm>
          <a:off x="6286500" y="5334000"/>
          <a:ext cx="457200" cy="609600"/>
        </p:xfrm>
        <a:graphic>
          <a:graphicData uri="http://schemas.openxmlformats.org/presentationml/2006/ole">
            <p:oleObj spid="_x0000_s704516" name="Equation" r:id="rId7" imgW="457200" imgH="609480" progId="Equation.3">
              <p:embed/>
            </p:oleObj>
          </a:graphicData>
        </a:graphic>
      </p:graphicFrame>
      <p:graphicFrame>
        <p:nvGraphicFramePr>
          <p:cNvPr id="704517" name="Object 5"/>
          <p:cNvGraphicFramePr>
            <a:graphicFrameLocks noChangeAspect="1"/>
          </p:cNvGraphicFramePr>
          <p:nvPr/>
        </p:nvGraphicFramePr>
        <p:xfrm>
          <a:off x="4221163" y="5181600"/>
          <a:ext cx="1616075" cy="527050"/>
        </p:xfrm>
        <a:graphic>
          <a:graphicData uri="http://schemas.openxmlformats.org/presentationml/2006/ole">
            <p:oleObj spid="_x0000_s704517" name="Equation" r:id="rId8" imgW="1358640" imgH="444240" progId="Equation.3">
              <p:embed/>
            </p:oleObj>
          </a:graphicData>
        </a:graphic>
      </p:graphicFrame>
      <p:sp>
        <p:nvSpPr>
          <p:cNvPr id="691229" name="Text Box 29"/>
          <p:cNvSpPr txBox="1">
            <a:spLocks noChangeArrowheads="1"/>
          </p:cNvSpPr>
          <p:nvPr/>
        </p:nvSpPr>
        <p:spPr bwMode="auto">
          <a:xfrm>
            <a:off x="441325" y="330200"/>
            <a:ext cx="71405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In transitions:</a:t>
            </a:r>
          </a:p>
          <a:p>
            <a:r>
              <a:rPr lang="en-US"/>
              <a:t>    replace every instance of      with </a:t>
            </a:r>
          </a:p>
        </p:txBody>
      </p:sp>
      <p:graphicFrame>
        <p:nvGraphicFramePr>
          <p:cNvPr id="704518" name="Object 6"/>
          <p:cNvGraphicFramePr>
            <a:graphicFrameLocks noChangeAspect="1"/>
          </p:cNvGraphicFramePr>
          <p:nvPr/>
        </p:nvGraphicFramePr>
        <p:xfrm>
          <a:off x="5943600" y="914400"/>
          <a:ext cx="293688" cy="533400"/>
        </p:xfrm>
        <a:graphic>
          <a:graphicData uri="http://schemas.openxmlformats.org/presentationml/2006/ole">
            <p:oleObj spid="_x0000_s704518" name="Equation" r:id="rId9" imgW="215640" imgH="393480" progId="Equation.3">
              <p:embed/>
            </p:oleObj>
          </a:graphicData>
        </a:graphic>
      </p:graphicFrame>
      <p:graphicFrame>
        <p:nvGraphicFramePr>
          <p:cNvPr id="704519" name="Object 7"/>
          <p:cNvGraphicFramePr>
            <a:graphicFrameLocks noChangeAspect="1"/>
          </p:cNvGraphicFramePr>
          <p:nvPr/>
        </p:nvGraphicFramePr>
        <p:xfrm>
          <a:off x="7543800" y="914400"/>
          <a:ext cx="304800" cy="457200"/>
        </p:xfrm>
        <a:graphic>
          <a:graphicData uri="http://schemas.openxmlformats.org/presentationml/2006/ole">
            <p:oleObj spid="_x0000_s704519" name="Equation" r:id="rId10" imgW="228600" imgH="342720" progId="Equation.3">
              <p:embed/>
            </p:oleObj>
          </a:graphicData>
        </a:graphic>
      </p:graphicFrame>
      <p:sp>
        <p:nvSpPr>
          <p:cNvPr id="691232" name="Text Box 32"/>
          <p:cNvSpPr txBox="1">
            <a:spLocks noChangeArrowheads="1"/>
          </p:cNvSpPr>
          <p:nvPr/>
        </p:nvSpPr>
        <p:spPr bwMode="auto">
          <a:xfrm>
            <a:off x="669925" y="26924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953094-6B20-4D4F-A353-E62BCB7FA8D3}" type="slidenum">
              <a:rPr lang="en-US" altLang="en-US"/>
              <a:pPr/>
              <a:t>35</a:t>
            </a:fld>
            <a:endParaRPr lang="en-US" altLang="en-US"/>
          </a:p>
        </p:txBody>
      </p:sp>
      <p:sp>
        <p:nvSpPr>
          <p:cNvPr id="694274" name="Text Box 2"/>
          <p:cNvSpPr txBox="1">
            <a:spLocks noChangeArrowheads="1"/>
          </p:cNvSpPr>
          <p:nvPr/>
        </p:nvSpPr>
        <p:spPr bwMode="auto">
          <a:xfrm>
            <a:off x="1539875" y="2946400"/>
            <a:ext cx="652780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the automaton attempts to pop</a:t>
            </a:r>
          </a:p>
          <a:p>
            <a:r>
              <a:rPr lang="en-US"/>
              <a:t>or replace      it will halt </a:t>
            </a:r>
          </a:p>
        </p:txBody>
      </p:sp>
      <p:graphicFrame>
        <p:nvGraphicFramePr>
          <p:cNvPr id="705536" name="Object 0"/>
          <p:cNvGraphicFramePr>
            <a:graphicFrameLocks noChangeAspect="1"/>
          </p:cNvGraphicFramePr>
          <p:nvPr/>
        </p:nvGraphicFramePr>
        <p:xfrm>
          <a:off x="3765550" y="3530600"/>
          <a:ext cx="317500" cy="577850"/>
        </p:xfrm>
        <a:graphic>
          <a:graphicData uri="http://schemas.openxmlformats.org/presentationml/2006/ole">
            <p:oleObj spid="_x0000_s705536" name="Equation" r:id="rId3" imgW="215640" imgH="393480" progId="Equation.3">
              <p:embed/>
            </p:oleObj>
          </a:graphicData>
        </a:graphic>
      </p:graphicFrame>
      <p:sp>
        <p:nvSpPr>
          <p:cNvPr id="694277" name="Text Box 5"/>
          <p:cNvSpPr txBox="1">
            <a:spLocks noChangeArrowheads="1"/>
          </p:cNvSpPr>
          <p:nvPr/>
        </p:nvSpPr>
        <p:spPr bwMode="auto">
          <a:xfrm>
            <a:off x="533400" y="1676400"/>
            <a:ext cx="59975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Convert all transitions so that: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92FC04-0CE3-43FB-A71F-DC3FA604F849}" type="slidenum">
              <a:rPr lang="en-US" altLang="en-US"/>
              <a:pPr/>
              <a:t>36</a:t>
            </a:fld>
            <a:endParaRPr lang="en-US" altLang="en-US"/>
          </a:p>
        </p:txBody>
      </p:sp>
      <p:sp>
        <p:nvSpPr>
          <p:cNvPr id="693250" name="Oval 2"/>
          <p:cNvSpPr>
            <a:spLocks noChangeArrowheads="1"/>
          </p:cNvSpPr>
          <p:nvPr/>
        </p:nvSpPr>
        <p:spPr bwMode="auto">
          <a:xfrm>
            <a:off x="2819400" y="990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3251" name="Oval 3"/>
          <p:cNvSpPr>
            <a:spLocks noChangeArrowheads="1"/>
          </p:cNvSpPr>
          <p:nvPr/>
        </p:nvSpPr>
        <p:spPr bwMode="auto">
          <a:xfrm>
            <a:off x="5638800" y="990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3252" name="Line 4"/>
          <p:cNvSpPr>
            <a:spLocks noChangeShapeType="1"/>
          </p:cNvSpPr>
          <p:nvPr/>
        </p:nvSpPr>
        <p:spPr bwMode="auto">
          <a:xfrm>
            <a:off x="3505200" y="13716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06560" name="Object 0"/>
          <p:cNvGraphicFramePr>
            <a:graphicFrameLocks noChangeAspect="1"/>
          </p:cNvGraphicFramePr>
          <p:nvPr/>
        </p:nvGraphicFramePr>
        <p:xfrm>
          <a:off x="2978150" y="1106488"/>
          <a:ext cx="368300" cy="531812"/>
        </p:xfrm>
        <a:graphic>
          <a:graphicData uri="http://schemas.openxmlformats.org/presentationml/2006/ole">
            <p:oleObj spid="_x0000_s706560" name="Equation" r:id="rId3" imgW="368280" imgH="533160" progId="Equation.3">
              <p:embed/>
            </p:oleObj>
          </a:graphicData>
        </a:graphic>
      </p:graphicFrame>
      <p:graphicFrame>
        <p:nvGraphicFramePr>
          <p:cNvPr id="706561" name="Object 1"/>
          <p:cNvGraphicFramePr>
            <a:graphicFrameLocks noChangeAspect="1"/>
          </p:cNvGraphicFramePr>
          <p:nvPr/>
        </p:nvGraphicFramePr>
        <p:xfrm>
          <a:off x="5753100" y="1066800"/>
          <a:ext cx="457200" cy="609600"/>
        </p:xfrm>
        <a:graphic>
          <a:graphicData uri="http://schemas.openxmlformats.org/presentationml/2006/ole">
            <p:oleObj spid="_x0000_s706561" name="Equation" r:id="rId4" imgW="457200" imgH="609480" progId="Equation.3">
              <p:embed/>
            </p:oleObj>
          </a:graphicData>
        </a:graphic>
      </p:graphicFrame>
      <p:graphicFrame>
        <p:nvGraphicFramePr>
          <p:cNvPr id="706562" name="Object 2"/>
          <p:cNvGraphicFramePr>
            <a:graphicFrameLocks noChangeAspect="1"/>
          </p:cNvGraphicFramePr>
          <p:nvPr/>
        </p:nvGraphicFramePr>
        <p:xfrm>
          <a:off x="3757613" y="923925"/>
          <a:ext cx="1666875" cy="492125"/>
        </p:xfrm>
        <a:graphic>
          <a:graphicData uri="http://schemas.openxmlformats.org/presentationml/2006/ole">
            <p:oleObj spid="_x0000_s706562" name="Equation" r:id="rId5" imgW="1460160" imgH="431640" progId="Equation.3">
              <p:embed/>
            </p:oleObj>
          </a:graphicData>
        </a:graphic>
      </p:graphicFrame>
      <p:sp>
        <p:nvSpPr>
          <p:cNvPr id="693256" name="Oval 8"/>
          <p:cNvSpPr>
            <a:spLocks noChangeArrowheads="1"/>
          </p:cNvSpPr>
          <p:nvPr/>
        </p:nvSpPr>
        <p:spPr bwMode="auto">
          <a:xfrm>
            <a:off x="12954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06563" name="Object 3"/>
          <p:cNvGraphicFramePr>
            <a:graphicFrameLocks noChangeAspect="1"/>
          </p:cNvGraphicFramePr>
          <p:nvPr/>
        </p:nvGraphicFramePr>
        <p:xfrm>
          <a:off x="1454150" y="4154488"/>
          <a:ext cx="368300" cy="531812"/>
        </p:xfrm>
        <a:graphic>
          <a:graphicData uri="http://schemas.openxmlformats.org/presentationml/2006/ole">
            <p:oleObj spid="_x0000_s706563" name="Equation" r:id="rId6" imgW="368280" imgH="533160" progId="Equation.3">
              <p:embed/>
            </p:oleObj>
          </a:graphicData>
        </a:graphic>
      </p:graphicFrame>
      <p:sp>
        <p:nvSpPr>
          <p:cNvPr id="693258" name="Oval 10"/>
          <p:cNvSpPr>
            <a:spLocks noChangeArrowheads="1"/>
          </p:cNvSpPr>
          <p:nvPr/>
        </p:nvSpPr>
        <p:spPr bwMode="auto">
          <a:xfrm>
            <a:off x="73914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06564" name="Object 4"/>
          <p:cNvGraphicFramePr>
            <a:graphicFrameLocks noChangeAspect="1"/>
          </p:cNvGraphicFramePr>
          <p:nvPr/>
        </p:nvGraphicFramePr>
        <p:xfrm>
          <a:off x="7467600" y="4038600"/>
          <a:ext cx="471488" cy="652463"/>
        </p:xfrm>
        <a:graphic>
          <a:graphicData uri="http://schemas.openxmlformats.org/presentationml/2006/ole">
            <p:oleObj spid="_x0000_s706564" name="Equation" r:id="rId7" imgW="393480" imgH="545760" progId="Equation.3">
              <p:embed/>
            </p:oleObj>
          </a:graphicData>
        </a:graphic>
      </p:graphicFrame>
      <p:sp>
        <p:nvSpPr>
          <p:cNvPr id="693260" name="Oval 12"/>
          <p:cNvSpPr>
            <a:spLocks noChangeArrowheads="1"/>
          </p:cNvSpPr>
          <p:nvPr/>
        </p:nvSpPr>
        <p:spPr bwMode="auto">
          <a:xfrm>
            <a:off x="4495800" y="4038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3261" name="Line 13"/>
          <p:cNvSpPr>
            <a:spLocks noChangeShapeType="1"/>
          </p:cNvSpPr>
          <p:nvPr/>
        </p:nvSpPr>
        <p:spPr bwMode="auto">
          <a:xfrm>
            <a:off x="1981200" y="44196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93262" name="Line 14"/>
          <p:cNvSpPr>
            <a:spLocks noChangeShapeType="1"/>
          </p:cNvSpPr>
          <p:nvPr/>
        </p:nvSpPr>
        <p:spPr bwMode="auto">
          <a:xfrm>
            <a:off x="5181600" y="44196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706565" name="Object 5"/>
          <p:cNvGraphicFramePr>
            <a:graphicFrameLocks noChangeAspect="1"/>
          </p:cNvGraphicFramePr>
          <p:nvPr/>
        </p:nvGraphicFramePr>
        <p:xfrm>
          <a:off x="2401888" y="3976688"/>
          <a:ext cx="1652587" cy="492125"/>
        </p:xfrm>
        <a:graphic>
          <a:graphicData uri="http://schemas.openxmlformats.org/presentationml/2006/ole">
            <p:oleObj spid="_x0000_s706565" name="Equation" r:id="rId8" imgW="1447560" imgH="431640" progId="Equation.3">
              <p:embed/>
            </p:oleObj>
          </a:graphicData>
        </a:graphic>
      </p:graphicFrame>
      <p:graphicFrame>
        <p:nvGraphicFramePr>
          <p:cNvPr id="706566" name="Object 6"/>
          <p:cNvGraphicFramePr>
            <a:graphicFrameLocks noChangeAspect="1"/>
          </p:cNvGraphicFramePr>
          <p:nvPr/>
        </p:nvGraphicFramePr>
        <p:xfrm>
          <a:off x="5410200" y="3962400"/>
          <a:ext cx="1666875" cy="492125"/>
        </p:xfrm>
        <a:graphic>
          <a:graphicData uri="http://schemas.openxmlformats.org/presentationml/2006/ole">
            <p:oleObj spid="_x0000_s706566" name="Equation" r:id="rId9" imgW="1460160" imgH="431640" progId="Equation.3">
              <p:embed/>
            </p:oleObj>
          </a:graphicData>
        </a:graphic>
      </p:graphicFrame>
      <p:sp>
        <p:nvSpPr>
          <p:cNvPr id="693266" name="Oval 18"/>
          <p:cNvSpPr>
            <a:spLocks noChangeArrowheads="1"/>
          </p:cNvSpPr>
          <p:nvPr/>
        </p:nvSpPr>
        <p:spPr bwMode="auto">
          <a:xfrm>
            <a:off x="4495800" y="5791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3267" name="Line 19"/>
          <p:cNvSpPr>
            <a:spLocks noChangeShapeType="1"/>
          </p:cNvSpPr>
          <p:nvPr/>
        </p:nvSpPr>
        <p:spPr bwMode="auto">
          <a:xfrm>
            <a:off x="1828800" y="4648200"/>
            <a:ext cx="27432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pSp>
        <p:nvGrpSpPr>
          <p:cNvPr id="693274" name="Group 26"/>
          <p:cNvGrpSpPr>
            <a:grpSpLocks/>
          </p:cNvGrpSpPr>
          <p:nvPr/>
        </p:nvGrpSpPr>
        <p:grpSpPr bwMode="auto">
          <a:xfrm rot="1327171">
            <a:off x="2625725" y="4805363"/>
            <a:ext cx="1638300" cy="617537"/>
            <a:chOff x="1606" y="2932"/>
            <a:chExt cx="1032" cy="389"/>
          </a:xfrm>
        </p:grpSpPr>
        <p:sp>
          <p:nvSpPr>
            <p:cNvPr id="693269" name="Rectangle 21"/>
            <p:cNvSpPr>
              <a:spLocks noChangeArrowheads="1"/>
            </p:cNvSpPr>
            <p:nvPr/>
          </p:nvSpPr>
          <p:spPr bwMode="auto">
            <a:xfrm>
              <a:off x="2490" y="2966"/>
              <a:ext cx="148" cy="3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700" i="1">
                  <a:solidFill>
                    <a:srgbClr val="000000"/>
                  </a:solidFill>
                  <a:latin typeface="Times New Roman" pitchFamily="18" charset="0"/>
                </a:rPr>
                <a:t>$</a:t>
              </a:r>
              <a:endParaRPr lang="en-US"/>
            </a:p>
          </p:txBody>
        </p:sp>
        <p:sp>
          <p:nvSpPr>
            <p:cNvPr id="693270" name="Rectangle 22"/>
            <p:cNvSpPr>
              <a:spLocks noChangeArrowheads="1"/>
            </p:cNvSpPr>
            <p:nvPr/>
          </p:nvSpPr>
          <p:spPr bwMode="auto">
            <a:xfrm>
              <a:off x="1936" y="2966"/>
              <a:ext cx="148" cy="3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700" i="1">
                  <a:solidFill>
                    <a:srgbClr val="000000"/>
                  </a:solidFill>
                  <a:latin typeface="Times New Roman" pitchFamily="18" charset="0"/>
                </a:rPr>
                <a:t>$</a:t>
              </a:r>
              <a:endParaRPr lang="en-US"/>
            </a:p>
          </p:txBody>
        </p:sp>
        <p:sp>
          <p:nvSpPr>
            <p:cNvPr id="693271" name="Rectangle 23"/>
            <p:cNvSpPr>
              <a:spLocks noChangeArrowheads="1"/>
            </p:cNvSpPr>
            <p:nvPr/>
          </p:nvSpPr>
          <p:spPr bwMode="auto">
            <a:xfrm>
              <a:off x="2130" y="2932"/>
              <a:ext cx="292" cy="3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700">
                  <a:solidFill>
                    <a:srgbClr val="000000"/>
                  </a:solidFill>
                  <a:latin typeface="Symbol" pitchFamily="18" charset="2"/>
                </a:rPr>
                <a:t>®</a:t>
              </a:r>
              <a:endParaRPr lang="en-US"/>
            </a:p>
          </p:txBody>
        </p:sp>
        <p:sp>
          <p:nvSpPr>
            <p:cNvPr id="693272" name="Rectangle 24"/>
            <p:cNvSpPr>
              <a:spLocks noChangeArrowheads="1"/>
            </p:cNvSpPr>
            <p:nvPr/>
          </p:nvSpPr>
          <p:spPr bwMode="auto">
            <a:xfrm>
              <a:off x="1783" y="2964"/>
              <a:ext cx="74" cy="3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7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/>
            </a:p>
          </p:txBody>
        </p:sp>
        <p:sp>
          <p:nvSpPr>
            <p:cNvPr id="693273" name="Rectangle 25"/>
            <p:cNvSpPr>
              <a:spLocks noChangeArrowheads="1"/>
            </p:cNvSpPr>
            <p:nvPr/>
          </p:nvSpPr>
          <p:spPr bwMode="auto">
            <a:xfrm>
              <a:off x="1606" y="2933"/>
              <a:ext cx="162" cy="3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3700" i="1">
                  <a:solidFill>
                    <a:srgbClr val="000000"/>
                  </a:solidFill>
                  <a:latin typeface="Symbol" pitchFamily="18" charset="2"/>
                </a:rPr>
                <a:t>l</a:t>
              </a:r>
              <a:endParaRPr lang="en-US"/>
            </a:p>
          </p:txBody>
        </p:sp>
      </p:grpSp>
      <p:graphicFrame>
        <p:nvGraphicFramePr>
          <p:cNvPr id="706567" name="Object 7"/>
          <p:cNvGraphicFramePr>
            <a:graphicFrameLocks noChangeAspect="1"/>
          </p:cNvGraphicFramePr>
          <p:nvPr/>
        </p:nvGraphicFramePr>
        <p:xfrm>
          <a:off x="2438400" y="3352800"/>
          <a:ext cx="1752600" cy="388938"/>
        </p:xfrm>
        <a:graphic>
          <a:graphicData uri="http://schemas.openxmlformats.org/presentationml/2006/ole">
            <p:oleObj spid="_x0000_s706567" name="Equation" r:id="rId10" imgW="2006280" imgH="444240" progId="Equation.3">
              <p:embed/>
            </p:oleObj>
          </a:graphicData>
        </a:graphic>
      </p:graphicFrame>
      <p:sp>
        <p:nvSpPr>
          <p:cNvPr id="693276" name="AutoShape 28"/>
          <p:cNvSpPr>
            <a:spLocks noChangeArrowheads="1"/>
          </p:cNvSpPr>
          <p:nvPr/>
        </p:nvSpPr>
        <p:spPr bwMode="auto">
          <a:xfrm>
            <a:off x="4191000" y="1905000"/>
            <a:ext cx="1066800" cy="990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2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3277" name="Text Box 29"/>
          <p:cNvSpPr txBox="1">
            <a:spLocks noChangeArrowheads="1"/>
          </p:cNvSpPr>
          <p:nvPr/>
        </p:nvSpPr>
        <p:spPr bwMode="auto">
          <a:xfrm>
            <a:off x="1447800" y="0"/>
            <a:ext cx="5945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Convert transitions as follows:</a:t>
            </a:r>
          </a:p>
        </p:txBody>
      </p:sp>
      <p:sp>
        <p:nvSpPr>
          <p:cNvPr id="693278" name="Text Box 30"/>
          <p:cNvSpPr txBox="1">
            <a:spLocks noChangeArrowheads="1"/>
          </p:cNvSpPr>
          <p:nvPr/>
        </p:nvSpPr>
        <p:spPr bwMode="auto">
          <a:xfrm>
            <a:off x="5334000" y="5715000"/>
            <a:ext cx="2608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halting state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55C9D-4F13-4DDD-A968-696AEB8AE15B}" type="slidenum">
              <a:rPr lang="en-US" altLang="en-US"/>
              <a:pPr/>
              <a:t>37</a:t>
            </a:fld>
            <a:endParaRPr lang="en-US" altLang="en-US"/>
          </a:p>
        </p:txBody>
      </p:sp>
      <p:sp>
        <p:nvSpPr>
          <p:cNvPr id="686083" name="Text Box 3"/>
          <p:cNvSpPr txBox="1">
            <a:spLocks noChangeArrowheads="1"/>
          </p:cNvSpPr>
          <p:nvPr/>
        </p:nvSpPr>
        <p:spPr bwMode="auto">
          <a:xfrm>
            <a:off x="1676400" y="2590800"/>
            <a:ext cx="14478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NPDA</a:t>
            </a:r>
          </a:p>
        </p:txBody>
      </p:sp>
      <p:sp>
        <p:nvSpPr>
          <p:cNvPr id="686084" name="Oval 4"/>
          <p:cNvSpPr>
            <a:spLocks noChangeArrowheads="1"/>
          </p:cNvSpPr>
          <p:nvPr/>
        </p:nvSpPr>
        <p:spPr bwMode="auto">
          <a:xfrm>
            <a:off x="8426450" y="4572000"/>
            <a:ext cx="646113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6085" name="Oval 5"/>
          <p:cNvSpPr>
            <a:spLocks noChangeArrowheads="1"/>
          </p:cNvSpPr>
          <p:nvPr/>
        </p:nvSpPr>
        <p:spPr bwMode="auto">
          <a:xfrm>
            <a:off x="8355013" y="4495800"/>
            <a:ext cx="788987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07584" name="Object 0"/>
          <p:cNvGraphicFramePr>
            <a:graphicFrameLocks noChangeAspect="1"/>
          </p:cNvGraphicFramePr>
          <p:nvPr/>
        </p:nvGraphicFramePr>
        <p:xfrm>
          <a:off x="8497888" y="4572000"/>
          <a:ext cx="501650" cy="609600"/>
        </p:xfrm>
        <a:graphic>
          <a:graphicData uri="http://schemas.openxmlformats.org/presentationml/2006/ole">
            <p:oleObj spid="_x0000_s707584" name="Equation" r:id="rId3" imgW="533160" imgH="609480" progId="Equation.3">
              <p:embed/>
            </p:oleObj>
          </a:graphicData>
        </a:graphic>
      </p:graphicFrame>
      <p:sp>
        <p:nvSpPr>
          <p:cNvPr id="686087" name="Freeform 7"/>
          <p:cNvSpPr>
            <a:spLocks/>
          </p:cNvSpPr>
          <p:nvPr/>
        </p:nvSpPr>
        <p:spPr bwMode="auto">
          <a:xfrm>
            <a:off x="5943600" y="3657600"/>
            <a:ext cx="944563" cy="927100"/>
          </a:xfrm>
          <a:custGeom>
            <a:avLst/>
            <a:gdLst/>
            <a:ahLst/>
            <a:cxnLst>
              <a:cxn ang="0">
                <a:pos x="488" y="728"/>
              </a:cxn>
              <a:cxn ang="0">
                <a:pos x="8" y="248"/>
              </a:cxn>
              <a:cxn ang="0">
                <a:pos x="536" y="8"/>
              </a:cxn>
              <a:cxn ang="0">
                <a:pos x="1064" y="200"/>
              </a:cxn>
              <a:cxn ang="0">
                <a:pos x="728" y="728"/>
              </a:cxn>
            </a:cxnLst>
            <a:rect l="0" t="0" r="r" b="b"/>
            <a:pathLst>
              <a:path w="1096" h="728">
                <a:moveTo>
                  <a:pt x="488" y="728"/>
                </a:moveTo>
                <a:cubicBezTo>
                  <a:pt x="244" y="548"/>
                  <a:pt x="0" y="368"/>
                  <a:pt x="8" y="248"/>
                </a:cubicBezTo>
                <a:cubicBezTo>
                  <a:pt x="16" y="128"/>
                  <a:pt x="360" y="16"/>
                  <a:pt x="536" y="8"/>
                </a:cubicBezTo>
                <a:cubicBezTo>
                  <a:pt x="712" y="0"/>
                  <a:pt x="1032" y="80"/>
                  <a:pt x="1064" y="200"/>
                </a:cubicBezTo>
                <a:cubicBezTo>
                  <a:pt x="1096" y="320"/>
                  <a:pt x="912" y="524"/>
                  <a:pt x="728" y="7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07585" name="Object 1"/>
          <p:cNvGraphicFramePr>
            <a:graphicFrameLocks noChangeAspect="1"/>
          </p:cNvGraphicFramePr>
          <p:nvPr/>
        </p:nvGraphicFramePr>
        <p:xfrm>
          <a:off x="5638800" y="3276600"/>
          <a:ext cx="1514475" cy="455613"/>
        </p:xfrm>
        <a:graphic>
          <a:graphicData uri="http://schemas.openxmlformats.org/presentationml/2006/ole">
            <p:oleObj spid="_x0000_s707585" name="Equation" r:id="rId4" imgW="1434960" imgH="406080" progId="Equation.3">
              <p:embed/>
            </p:oleObj>
          </a:graphicData>
        </a:graphic>
      </p:graphicFrame>
      <p:sp>
        <p:nvSpPr>
          <p:cNvPr id="686089" name="Rectangle 9"/>
          <p:cNvSpPr>
            <a:spLocks noChangeArrowheads="1"/>
          </p:cNvSpPr>
          <p:nvPr/>
        </p:nvSpPr>
        <p:spPr bwMode="auto">
          <a:xfrm>
            <a:off x="577850" y="3124200"/>
            <a:ext cx="3984625" cy="2971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090" name="Oval 10"/>
          <p:cNvSpPr>
            <a:spLocks noChangeArrowheads="1"/>
          </p:cNvSpPr>
          <p:nvPr/>
        </p:nvSpPr>
        <p:spPr bwMode="auto">
          <a:xfrm>
            <a:off x="3363913" y="5257800"/>
            <a:ext cx="644525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091" name="Oval 11"/>
          <p:cNvSpPr>
            <a:spLocks noChangeArrowheads="1"/>
          </p:cNvSpPr>
          <p:nvPr/>
        </p:nvSpPr>
        <p:spPr bwMode="auto">
          <a:xfrm>
            <a:off x="3292475" y="5181600"/>
            <a:ext cx="787400" cy="7620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092" name="Oval 12"/>
          <p:cNvSpPr>
            <a:spLocks noChangeArrowheads="1"/>
          </p:cNvSpPr>
          <p:nvPr/>
        </p:nvSpPr>
        <p:spPr bwMode="auto">
          <a:xfrm>
            <a:off x="863600" y="4191000"/>
            <a:ext cx="64135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093" name="Line 13"/>
          <p:cNvSpPr>
            <a:spLocks noChangeShapeType="1"/>
          </p:cNvSpPr>
          <p:nvPr/>
        </p:nvSpPr>
        <p:spPr bwMode="auto">
          <a:xfrm>
            <a:off x="76200" y="4495800"/>
            <a:ext cx="787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094" name="Oval 14"/>
          <p:cNvSpPr>
            <a:spLocks noChangeArrowheads="1"/>
          </p:cNvSpPr>
          <p:nvPr/>
        </p:nvSpPr>
        <p:spPr bwMode="auto">
          <a:xfrm>
            <a:off x="3363913" y="4267200"/>
            <a:ext cx="644525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095" name="Oval 15"/>
          <p:cNvSpPr>
            <a:spLocks noChangeArrowheads="1"/>
          </p:cNvSpPr>
          <p:nvPr/>
        </p:nvSpPr>
        <p:spPr bwMode="auto">
          <a:xfrm>
            <a:off x="3292475" y="4191000"/>
            <a:ext cx="787400" cy="7620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096" name="Oval 16"/>
          <p:cNvSpPr>
            <a:spLocks noChangeArrowheads="1"/>
          </p:cNvSpPr>
          <p:nvPr/>
        </p:nvSpPr>
        <p:spPr bwMode="auto">
          <a:xfrm>
            <a:off x="3363913" y="3276600"/>
            <a:ext cx="644525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097" name="Oval 17"/>
          <p:cNvSpPr>
            <a:spLocks noChangeArrowheads="1"/>
          </p:cNvSpPr>
          <p:nvPr/>
        </p:nvSpPr>
        <p:spPr bwMode="auto">
          <a:xfrm>
            <a:off x="3292475" y="3200400"/>
            <a:ext cx="787400" cy="762000"/>
          </a:xfrm>
          <a:prstGeom prst="ellips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098" name="Freeform 18"/>
          <p:cNvSpPr>
            <a:spLocks/>
          </p:cNvSpPr>
          <p:nvPr/>
        </p:nvSpPr>
        <p:spPr bwMode="auto">
          <a:xfrm>
            <a:off x="1306513" y="3651250"/>
            <a:ext cx="1989137" cy="555625"/>
          </a:xfrm>
          <a:custGeom>
            <a:avLst/>
            <a:gdLst/>
            <a:ahLst/>
            <a:cxnLst>
              <a:cxn ang="0">
                <a:pos x="0" y="350"/>
              </a:cxn>
              <a:cxn ang="0">
                <a:pos x="34" y="167"/>
              </a:cxn>
              <a:cxn ang="0">
                <a:pos x="109" y="108"/>
              </a:cxn>
              <a:cxn ang="0">
                <a:pos x="301" y="142"/>
              </a:cxn>
              <a:cxn ang="0">
                <a:pos x="384" y="183"/>
              </a:cxn>
              <a:cxn ang="0">
                <a:pos x="393" y="242"/>
              </a:cxn>
              <a:cxn ang="0">
                <a:pos x="485" y="250"/>
              </a:cxn>
              <a:cxn ang="0">
                <a:pos x="585" y="275"/>
              </a:cxn>
              <a:cxn ang="0">
                <a:pos x="702" y="259"/>
              </a:cxn>
              <a:cxn ang="0">
                <a:pos x="852" y="125"/>
              </a:cxn>
              <a:cxn ang="0">
                <a:pos x="902" y="92"/>
              </a:cxn>
              <a:cxn ang="0">
                <a:pos x="1077" y="0"/>
              </a:cxn>
              <a:cxn ang="0">
                <a:pos x="1177" y="8"/>
              </a:cxn>
              <a:cxn ang="0">
                <a:pos x="1336" y="50"/>
              </a:cxn>
            </a:cxnLst>
            <a:rect l="0" t="0" r="r" b="b"/>
            <a:pathLst>
              <a:path w="1336" h="350">
                <a:moveTo>
                  <a:pt x="0" y="350"/>
                </a:moveTo>
                <a:cubicBezTo>
                  <a:pt x="5" y="304"/>
                  <a:pt x="4" y="211"/>
                  <a:pt x="34" y="167"/>
                </a:cubicBezTo>
                <a:cubicBezTo>
                  <a:pt x="52" y="141"/>
                  <a:pt x="109" y="108"/>
                  <a:pt x="109" y="108"/>
                </a:cubicBezTo>
                <a:cubicBezTo>
                  <a:pt x="182" y="114"/>
                  <a:pt x="234" y="124"/>
                  <a:pt x="301" y="142"/>
                </a:cubicBezTo>
                <a:cubicBezTo>
                  <a:pt x="329" y="160"/>
                  <a:pt x="356" y="165"/>
                  <a:pt x="384" y="183"/>
                </a:cubicBezTo>
                <a:cubicBezTo>
                  <a:pt x="387" y="203"/>
                  <a:pt x="376" y="231"/>
                  <a:pt x="393" y="242"/>
                </a:cubicBezTo>
                <a:cubicBezTo>
                  <a:pt x="419" y="259"/>
                  <a:pt x="455" y="246"/>
                  <a:pt x="485" y="250"/>
                </a:cubicBezTo>
                <a:cubicBezTo>
                  <a:pt x="518" y="255"/>
                  <a:pt x="551" y="270"/>
                  <a:pt x="585" y="275"/>
                </a:cubicBezTo>
                <a:cubicBezTo>
                  <a:pt x="602" y="273"/>
                  <a:pt x="671" y="274"/>
                  <a:pt x="702" y="259"/>
                </a:cubicBezTo>
                <a:cubicBezTo>
                  <a:pt x="754" y="233"/>
                  <a:pt x="812" y="165"/>
                  <a:pt x="852" y="125"/>
                </a:cubicBezTo>
                <a:cubicBezTo>
                  <a:pt x="866" y="111"/>
                  <a:pt x="888" y="106"/>
                  <a:pt x="902" y="92"/>
                </a:cubicBezTo>
                <a:cubicBezTo>
                  <a:pt x="955" y="39"/>
                  <a:pt x="1009" y="22"/>
                  <a:pt x="1077" y="0"/>
                </a:cubicBezTo>
                <a:cubicBezTo>
                  <a:pt x="1110" y="3"/>
                  <a:pt x="1144" y="3"/>
                  <a:pt x="1177" y="8"/>
                </a:cubicBezTo>
                <a:cubicBezTo>
                  <a:pt x="1234" y="17"/>
                  <a:pt x="1277" y="50"/>
                  <a:pt x="1336" y="50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86099" name="Freeform 19"/>
          <p:cNvSpPr>
            <a:spLocks/>
          </p:cNvSpPr>
          <p:nvPr/>
        </p:nvSpPr>
        <p:spPr bwMode="auto">
          <a:xfrm>
            <a:off x="1493838" y="4540250"/>
            <a:ext cx="1828800" cy="382588"/>
          </a:xfrm>
          <a:custGeom>
            <a:avLst/>
            <a:gdLst/>
            <a:ahLst/>
            <a:cxnLst>
              <a:cxn ang="0">
                <a:pos x="0" y="7"/>
              </a:cxn>
              <a:cxn ang="0">
                <a:pos x="75" y="58"/>
              </a:cxn>
              <a:cxn ang="0">
                <a:pos x="142" y="174"/>
              </a:cxn>
              <a:cxn ang="0">
                <a:pos x="283" y="241"/>
              </a:cxn>
              <a:cxn ang="0">
                <a:pos x="467" y="199"/>
              </a:cxn>
              <a:cxn ang="0">
                <a:pos x="642" y="33"/>
              </a:cxn>
              <a:cxn ang="0">
                <a:pos x="718" y="7"/>
              </a:cxn>
              <a:cxn ang="0">
                <a:pos x="809" y="16"/>
              </a:cxn>
              <a:cxn ang="0">
                <a:pos x="826" y="74"/>
              </a:cxn>
              <a:cxn ang="0">
                <a:pos x="868" y="116"/>
              </a:cxn>
              <a:cxn ang="0">
                <a:pos x="993" y="183"/>
              </a:cxn>
              <a:cxn ang="0">
                <a:pos x="1093" y="174"/>
              </a:cxn>
              <a:cxn ang="0">
                <a:pos x="1143" y="158"/>
              </a:cxn>
              <a:cxn ang="0">
                <a:pos x="1227" y="124"/>
              </a:cxn>
            </a:cxnLst>
            <a:rect l="0" t="0" r="r" b="b"/>
            <a:pathLst>
              <a:path w="1227" h="241">
                <a:moveTo>
                  <a:pt x="0" y="7"/>
                </a:moveTo>
                <a:cubicBezTo>
                  <a:pt x="45" y="19"/>
                  <a:pt x="38" y="33"/>
                  <a:pt x="75" y="58"/>
                </a:cubicBezTo>
                <a:cubicBezTo>
                  <a:pt x="107" y="108"/>
                  <a:pt x="86" y="138"/>
                  <a:pt x="142" y="174"/>
                </a:cubicBezTo>
                <a:cubicBezTo>
                  <a:pt x="172" y="221"/>
                  <a:pt x="230" y="233"/>
                  <a:pt x="283" y="241"/>
                </a:cubicBezTo>
                <a:cubicBezTo>
                  <a:pt x="425" y="231"/>
                  <a:pt x="370" y="234"/>
                  <a:pt x="467" y="199"/>
                </a:cubicBezTo>
                <a:cubicBezTo>
                  <a:pt x="514" y="152"/>
                  <a:pt x="582" y="63"/>
                  <a:pt x="642" y="33"/>
                </a:cubicBezTo>
                <a:cubicBezTo>
                  <a:pt x="665" y="21"/>
                  <a:pt x="693" y="16"/>
                  <a:pt x="718" y="7"/>
                </a:cubicBezTo>
                <a:cubicBezTo>
                  <a:pt x="748" y="10"/>
                  <a:pt x="783" y="0"/>
                  <a:pt x="809" y="16"/>
                </a:cubicBezTo>
                <a:cubicBezTo>
                  <a:pt x="826" y="27"/>
                  <a:pt x="818" y="55"/>
                  <a:pt x="826" y="74"/>
                </a:cubicBezTo>
                <a:cubicBezTo>
                  <a:pt x="836" y="99"/>
                  <a:pt x="847" y="102"/>
                  <a:pt x="868" y="116"/>
                </a:cubicBezTo>
                <a:cubicBezTo>
                  <a:pt x="897" y="158"/>
                  <a:pt x="946" y="166"/>
                  <a:pt x="993" y="183"/>
                </a:cubicBezTo>
                <a:cubicBezTo>
                  <a:pt x="1026" y="180"/>
                  <a:pt x="1060" y="180"/>
                  <a:pt x="1093" y="174"/>
                </a:cubicBezTo>
                <a:cubicBezTo>
                  <a:pt x="1110" y="171"/>
                  <a:pt x="1143" y="158"/>
                  <a:pt x="1143" y="158"/>
                </a:cubicBezTo>
                <a:cubicBezTo>
                  <a:pt x="1166" y="142"/>
                  <a:pt x="1198" y="124"/>
                  <a:pt x="1227" y="124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86100" name="Freeform 20"/>
          <p:cNvSpPr>
            <a:spLocks/>
          </p:cNvSpPr>
          <p:nvPr/>
        </p:nvSpPr>
        <p:spPr bwMode="auto">
          <a:xfrm>
            <a:off x="1244600" y="4791075"/>
            <a:ext cx="2039938" cy="93345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66" y="50"/>
              </a:cxn>
              <a:cxn ang="0">
                <a:pos x="117" y="150"/>
              </a:cxn>
              <a:cxn ang="0">
                <a:pos x="150" y="225"/>
              </a:cxn>
              <a:cxn ang="0">
                <a:pos x="225" y="342"/>
              </a:cxn>
              <a:cxn ang="0">
                <a:pos x="317" y="400"/>
              </a:cxn>
              <a:cxn ang="0">
                <a:pos x="442" y="384"/>
              </a:cxn>
              <a:cxn ang="0">
                <a:pos x="542" y="325"/>
              </a:cxn>
              <a:cxn ang="0">
                <a:pos x="617" y="334"/>
              </a:cxn>
              <a:cxn ang="0">
                <a:pos x="651" y="375"/>
              </a:cxn>
              <a:cxn ang="0">
                <a:pos x="701" y="417"/>
              </a:cxn>
              <a:cxn ang="0">
                <a:pos x="768" y="484"/>
              </a:cxn>
              <a:cxn ang="0">
                <a:pos x="935" y="584"/>
              </a:cxn>
              <a:cxn ang="0">
                <a:pos x="1127" y="551"/>
              </a:cxn>
              <a:cxn ang="0">
                <a:pos x="1202" y="501"/>
              </a:cxn>
              <a:cxn ang="0">
                <a:pos x="1227" y="484"/>
              </a:cxn>
              <a:cxn ang="0">
                <a:pos x="1319" y="501"/>
              </a:cxn>
              <a:cxn ang="0">
                <a:pos x="1369" y="517"/>
              </a:cxn>
            </a:cxnLst>
            <a:rect l="0" t="0" r="r" b="b"/>
            <a:pathLst>
              <a:path w="1369" h="588">
                <a:moveTo>
                  <a:pt x="0" y="0"/>
                </a:moveTo>
                <a:cubicBezTo>
                  <a:pt x="28" y="18"/>
                  <a:pt x="35" y="39"/>
                  <a:pt x="66" y="50"/>
                </a:cubicBezTo>
                <a:cubicBezTo>
                  <a:pt x="78" y="84"/>
                  <a:pt x="97" y="120"/>
                  <a:pt x="117" y="150"/>
                </a:cubicBezTo>
                <a:cubicBezTo>
                  <a:pt x="136" y="210"/>
                  <a:pt x="123" y="186"/>
                  <a:pt x="150" y="225"/>
                </a:cubicBezTo>
                <a:cubicBezTo>
                  <a:pt x="165" y="273"/>
                  <a:pt x="182" y="313"/>
                  <a:pt x="225" y="342"/>
                </a:cubicBezTo>
                <a:cubicBezTo>
                  <a:pt x="250" y="379"/>
                  <a:pt x="280" y="376"/>
                  <a:pt x="317" y="400"/>
                </a:cubicBezTo>
                <a:cubicBezTo>
                  <a:pt x="317" y="400"/>
                  <a:pt x="414" y="400"/>
                  <a:pt x="442" y="384"/>
                </a:cubicBezTo>
                <a:cubicBezTo>
                  <a:pt x="479" y="363"/>
                  <a:pt x="503" y="339"/>
                  <a:pt x="542" y="325"/>
                </a:cubicBezTo>
                <a:cubicBezTo>
                  <a:pt x="567" y="328"/>
                  <a:pt x="593" y="328"/>
                  <a:pt x="617" y="334"/>
                </a:cubicBezTo>
                <a:cubicBezTo>
                  <a:pt x="654" y="343"/>
                  <a:pt x="635" y="351"/>
                  <a:pt x="651" y="375"/>
                </a:cubicBezTo>
                <a:cubicBezTo>
                  <a:pt x="664" y="394"/>
                  <a:pt x="683" y="404"/>
                  <a:pt x="701" y="417"/>
                </a:cubicBezTo>
                <a:cubicBezTo>
                  <a:pt x="720" y="446"/>
                  <a:pt x="739" y="465"/>
                  <a:pt x="768" y="484"/>
                </a:cubicBezTo>
                <a:cubicBezTo>
                  <a:pt x="806" y="543"/>
                  <a:pt x="872" y="564"/>
                  <a:pt x="935" y="584"/>
                </a:cubicBezTo>
                <a:cubicBezTo>
                  <a:pt x="1013" y="579"/>
                  <a:pt x="1064" y="588"/>
                  <a:pt x="1127" y="551"/>
                </a:cubicBezTo>
                <a:cubicBezTo>
                  <a:pt x="1153" y="536"/>
                  <a:pt x="1177" y="518"/>
                  <a:pt x="1202" y="501"/>
                </a:cubicBezTo>
                <a:cubicBezTo>
                  <a:pt x="1210" y="495"/>
                  <a:pt x="1227" y="484"/>
                  <a:pt x="1227" y="484"/>
                </a:cubicBezTo>
                <a:cubicBezTo>
                  <a:pt x="1317" y="495"/>
                  <a:pt x="1267" y="484"/>
                  <a:pt x="1319" y="501"/>
                </a:cubicBezTo>
                <a:cubicBezTo>
                  <a:pt x="1336" y="507"/>
                  <a:pt x="1369" y="517"/>
                  <a:pt x="1369" y="517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86101" name="Line 21"/>
          <p:cNvSpPr>
            <a:spLocks noChangeShapeType="1"/>
          </p:cNvSpPr>
          <p:nvPr/>
        </p:nvSpPr>
        <p:spPr bwMode="auto">
          <a:xfrm>
            <a:off x="4079875" y="3581400"/>
            <a:ext cx="2092325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86102" name="Line 22"/>
          <p:cNvSpPr>
            <a:spLocks noChangeShapeType="1"/>
          </p:cNvSpPr>
          <p:nvPr/>
        </p:nvSpPr>
        <p:spPr bwMode="auto">
          <a:xfrm>
            <a:off x="4079875" y="4572000"/>
            <a:ext cx="2092325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686103" name="Line 23"/>
          <p:cNvSpPr>
            <a:spLocks noChangeShapeType="1"/>
          </p:cNvSpPr>
          <p:nvPr/>
        </p:nvSpPr>
        <p:spPr bwMode="auto">
          <a:xfrm flipV="1">
            <a:off x="4079875" y="5105400"/>
            <a:ext cx="2092325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pSp>
        <p:nvGrpSpPr>
          <p:cNvPr id="686132" name="Group 52"/>
          <p:cNvGrpSpPr>
            <a:grpSpLocks/>
          </p:cNvGrpSpPr>
          <p:nvPr/>
        </p:nvGrpSpPr>
        <p:grpSpPr bwMode="auto">
          <a:xfrm rot="-740085">
            <a:off x="4124325" y="5045075"/>
            <a:ext cx="1244600" cy="447675"/>
            <a:chOff x="2598" y="3178"/>
            <a:chExt cx="784" cy="282"/>
          </a:xfrm>
        </p:grpSpPr>
        <p:sp>
          <p:nvSpPr>
            <p:cNvPr id="686127" name="Rectangle 47"/>
            <p:cNvSpPr>
              <a:spLocks noChangeArrowheads="1"/>
            </p:cNvSpPr>
            <p:nvPr/>
          </p:nvSpPr>
          <p:spPr bwMode="auto">
            <a:xfrm>
              <a:off x="3263" y="3178"/>
              <a:ext cx="11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 i="1">
                  <a:solidFill>
                    <a:srgbClr val="000000"/>
                  </a:solidFill>
                  <a:latin typeface="Symbol" pitchFamily="18" charset="2"/>
                </a:rPr>
                <a:t>l</a:t>
              </a:r>
              <a:endParaRPr lang="en-US"/>
            </a:p>
          </p:txBody>
        </p:sp>
        <p:sp>
          <p:nvSpPr>
            <p:cNvPr id="686128" name="Rectangle 48"/>
            <p:cNvSpPr>
              <a:spLocks noChangeArrowheads="1"/>
            </p:cNvSpPr>
            <p:nvPr/>
          </p:nvSpPr>
          <p:spPr bwMode="auto">
            <a:xfrm>
              <a:off x="2812" y="3178"/>
              <a:ext cx="11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 i="1">
                  <a:solidFill>
                    <a:srgbClr val="000000"/>
                  </a:solidFill>
                  <a:latin typeface="Symbol" pitchFamily="18" charset="2"/>
                </a:rPr>
                <a:t>l</a:t>
              </a:r>
              <a:endParaRPr lang="en-US"/>
            </a:p>
          </p:txBody>
        </p:sp>
        <p:sp>
          <p:nvSpPr>
            <p:cNvPr id="686129" name="Rectangle 49"/>
            <p:cNvSpPr>
              <a:spLocks noChangeArrowheads="1"/>
            </p:cNvSpPr>
            <p:nvPr/>
          </p:nvSpPr>
          <p:spPr bwMode="auto">
            <a:xfrm>
              <a:off x="2598" y="3178"/>
              <a:ext cx="11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 i="1">
                  <a:solidFill>
                    <a:srgbClr val="000000"/>
                  </a:solidFill>
                  <a:latin typeface="Symbol" pitchFamily="18" charset="2"/>
                </a:rPr>
                <a:t>l</a:t>
              </a:r>
              <a:endParaRPr lang="en-US"/>
            </a:p>
          </p:txBody>
        </p:sp>
        <p:sp>
          <p:nvSpPr>
            <p:cNvPr id="686130" name="Rectangle 50"/>
            <p:cNvSpPr>
              <a:spLocks noChangeArrowheads="1"/>
            </p:cNvSpPr>
            <p:nvPr/>
          </p:nvSpPr>
          <p:spPr bwMode="auto">
            <a:xfrm>
              <a:off x="2998" y="3179"/>
              <a:ext cx="213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>
                  <a:solidFill>
                    <a:srgbClr val="000000"/>
                  </a:solidFill>
                  <a:latin typeface="Symbol" pitchFamily="18" charset="2"/>
                </a:rPr>
                <a:t>®</a:t>
              </a:r>
              <a:endParaRPr lang="en-US"/>
            </a:p>
          </p:txBody>
        </p:sp>
        <p:sp>
          <p:nvSpPr>
            <p:cNvPr id="686131" name="Rectangle 51"/>
            <p:cNvSpPr>
              <a:spLocks noChangeArrowheads="1"/>
            </p:cNvSpPr>
            <p:nvPr/>
          </p:nvSpPr>
          <p:spPr bwMode="auto">
            <a:xfrm>
              <a:off x="2736" y="3201"/>
              <a:ext cx="54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/>
            </a:p>
          </p:txBody>
        </p:sp>
      </p:grpSp>
      <p:sp>
        <p:nvSpPr>
          <p:cNvPr id="686105" name="Text Box 25"/>
          <p:cNvSpPr txBox="1">
            <a:spLocks noChangeArrowheads="1"/>
          </p:cNvSpPr>
          <p:nvPr/>
        </p:nvSpPr>
        <p:spPr bwMode="auto">
          <a:xfrm>
            <a:off x="5486400" y="2514600"/>
            <a:ext cx="32956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Empty the stack</a:t>
            </a:r>
          </a:p>
        </p:txBody>
      </p:sp>
      <p:graphicFrame>
        <p:nvGraphicFramePr>
          <p:cNvPr id="707586" name="Object 2"/>
          <p:cNvGraphicFramePr>
            <a:graphicFrameLocks noChangeAspect="1"/>
          </p:cNvGraphicFramePr>
          <p:nvPr/>
        </p:nvGraphicFramePr>
        <p:xfrm>
          <a:off x="7315200" y="3276600"/>
          <a:ext cx="1587500" cy="352425"/>
        </p:xfrm>
        <a:graphic>
          <a:graphicData uri="http://schemas.openxmlformats.org/presentationml/2006/ole">
            <p:oleObj spid="_x0000_s707586" name="Equation" r:id="rId5" imgW="2006280" imgH="444240" progId="Equation.3">
              <p:embed/>
            </p:oleObj>
          </a:graphicData>
        </a:graphic>
      </p:graphicFrame>
      <p:sp>
        <p:nvSpPr>
          <p:cNvPr id="686107" name="Text Box 27"/>
          <p:cNvSpPr txBox="1">
            <a:spLocks noChangeArrowheads="1"/>
          </p:cNvSpPr>
          <p:nvPr/>
        </p:nvSpPr>
        <p:spPr bwMode="auto">
          <a:xfrm>
            <a:off x="1447800" y="228600"/>
            <a:ext cx="5840413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 marL="457200" indent="-457200"/>
            <a:r>
              <a:rPr lang="en-US">
                <a:solidFill>
                  <a:srgbClr val="339933"/>
                </a:solidFill>
              </a:rPr>
              <a:t>2) Modify the NPDA so that </a:t>
            </a:r>
          </a:p>
          <a:p>
            <a:pPr marL="457200" indent="-457200"/>
            <a:r>
              <a:rPr lang="en-US">
                <a:solidFill>
                  <a:srgbClr val="339933"/>
                </a:solidFill>
              </a:rPr>
              <a:t>    it empties the stack</a:t>
            </a:r>
          </a:p>
          <a:p>
            <a:pPr marL="457200" indent="-457200"/>
            <a:r>
              <a:rPr lang="en-US">
                <a:solidFill>
                  <a:srgbClr val="339933"/>
                </a:solidFill>
              </a:rPr>
              <a:t>    and has a unique final state</a:t>
            </a:r>
          </a:p>
        </p:txBody>
      </p:sp>
      <p:grpSp>
        <p:nvGrpSpPr>
          <p:cNvPr id="686126" name="Group 46"/>
          <p:cNvGrpSpPr>
            <a:grpSpLocks/>
          </p:cNvGrpSpPr>
          <p:nvPr/>
        </p:nvGrpSpPr>
        <p:grpSpPr bwMode="auto">
          <a:xfrm rot="503112">
            <a:off x="4206875" y="4314825"/>
            <a:ext cx="1246188" cy="449263"/>
            <a:chOff x="2650" y="2718"/>
            <a:chExt cx="785" cy="283"/>
          </a:xfrm>
        </p:grpSpPr>
        <p:sp>
          <p:nvSpPr>
            <p:cNvPr id="686121" name="Rectangle 41"/>
            <p:cNvSpPr>
              <a:spLocks noChangeArrowheads="1"/>
            </p:cNvSpPr>
            <p:nvPr/>
          </p:nvSpPr>
          <p:spPr bwMode="auto">
            <a:xfrm>
              <a:off x="3316" y="2718"/>
              <a:ext cx="11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 i="1">
                  <a:solidFill>
                    <a:srgbClr val="000000"/>
                  </a:solidFill>
                  <a:latin typeface="Symbol" pitchFamily="18" charset="2"/>
                </a:rPr>
                <a:t>l</a:t>
              </a:r>
              <a:endParaRPr lang="en-US"/>
            </a:p>
          </p:txBody>
        </p:sp>
        <p:sp>
          <p:nvSpPr>
            <p:cNvPr id="686122" name="Rectangle 42"/>
            <p:cNvSpPr>
              <a:spLocks noChangeArrowheads="1"/>
            </p:cNvSpPr>
            <p:nvPr/>
          </p:nvSpPr>
          <p:spPr bwMode="auto">
            <a:xfrm>
              <a:off x="2865" y="2718"/>
              <a:ext cx="11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 i="1">
                  <a:solidFill>
                    <a:srgbClr val="000000"/>
                  </a:solidFill>
                  <a:latin typeface="Symbol" pitchFamily="18" charset="2"/>
                </a:rPr>
                <a:t>l</a:t>
              </a:r>
              <a:endParaRPr lang="en-US"/>
            </a:p>
          </p:txBody>
        </p:sp>
        <p:sp>
          <p:nvSpPr>
            <p:cNvPr id="686123" name="Rectangle 43"/>
            <p:cNvSpPr>
              <a:spLocks noChangeArrowheads="1"/>
            </p:cNvSpPr>
            <p:nvPr/>
          </p:nvSpPr>
          <p:spPr bwMode="auto">
            <a:xfrm>
              <a:off x="2650" y="2718"/>
              <a:ext cx="11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 i="1">
                  <a:solidFill>
                    <a:srgbClr val="000000"/>
                  </a:solidFill>
                  <a:latin typeface="Symbol" pitchFamily="18" charset="2"/>
                </a:rPr>
                <a:t>l</a:t>
              </a:r>
              <a:endParaRPr lang="en-US"/>
            </a:p>
          </p:txBody>
        </p:sp>
        <p:sp>
          <p:nvSpPr>
            <p:cNvPr id="686124" name="Rectangle 44"/>
            <p:cNvSpPr>
              <a:spLocks noChangeArrowheads="1"/>
            </p:cNvSpPr>
            <p:nvPr/>
          </p:nvSpPr>
          <p:spPr bwMode="auto">
            <a:xfrm>
              <a:off x="3050" y="2719"/>
              <a:ext cx="213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>
                  <a:solidFill>
                    <a:srgbClr val="000000"/>
                  </a:solidFill>
                  <a:latin typeface="Symbol" pitchFamily="18" charset="2"/>
                </a:rPr>
                <a:t>®</a:t>
              </a:r>
              <a:endParaRPr lang="en-US"/>
            </a:p>
          </p:txBody>
        </p:sp>
        <p:sp>
          <p:nvSpPr>
            <p:cNvPr id="686125" name="Rectangle 45"/>
            <p:cNvSpPr>
              <a:spLocks noChangeArrowheads="1"/>
            </p:cNvSpPr>
            <p:nvPr/>
          </p:nvSpPr>
          <p:spPr bwMode="auto">
            <a:xfrm>
              <a:off x="2788" y="2742"/>
              <a:ext cx="54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/>
            </a:p>
          </p:txBody>
        </p:sp>
      </p:grpSp>
      <p:grpSp>
        <p:nvGrpSpPr>
          <p:cNvPr id="686120" name="Group 40"/>
          <p:cNvGrpSpPr>
            <a:grpSpLocks/>
          </p:cNvGrpSpPr>
          <p:nvPr/>
        </p:nvGrpSpPr>
        <p:grpSpPr bwMode="auto">
          <a:xfrm rot="1756024">
            <a:off x="4154488" y="3592513"/>
            <a:ext cx="1243012" cy="450850"/>
            <a:chOff x="2617" y="2263"/>
            <a:chExt cx="783" cy="284"/>
          </a:xfrm>
        </p:grpSpPr>
        <p:sp>
          <p:nvSpPr>
            <p:cNvPr id="686115" name="Rectangle 35"/>
            <p:cNvSpPr>
              <a:spLocks noChangeArrowheads="1"/>
            </p:cNvSpPr>
            <p:nvPr/>
          </p:nvSpPr>
          <p:spPr bwMode="auto">
            <a:xfrm>
              <a:off x="3281" y="2263"/>
              <a:ext cx="11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 i="1">
                  <a:solidFill>
                    <a:srgbClr val="000000"/>
                  </a:solidFill>
                  <a:latin typeface="Symbol" pitchFamily="18" charset="2"/>
                </a:rPr>
                <a:t>l</a:t>
              </a:r>
              <a:endParaRPr lang="en-US"/>
            </a:p>
          </p:txBody>
        </p:sp>
        <p:sp>
          <p:nvSpPr>
            <p:cNvPr id="686116" name="Rectangle 36"/>
            <p:cNvSpPr>
              <a:spLocks noChangeArrowheads="1"/>
            </p:cNvSpPr>
            <p:nvPr/>
          </p:nvSpPr>
          <p:spPr bwMode="auto">
            <a:xfrm>
              <a:off x="2830" y="2263"/>
              <a:ext cx="11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 i="1">
                  <a:solidFill>
                    <a:srgbClr val="000000"/>
                  </a:solidFill>
                  <a:latin typeface="Symbol" pitchFamily="18" charset="2"/>
                </a:rPr>
                <a:t>l</a:t>
              </a:r>
              <a:endParaRPr lang="en-US"/>
            </a:p>
          </p:txBody>
        </p:sp>
        <p:sp>
          <p:nvSpPr>
            <p:cNvPr id="686117" name="Rectangle 37"/>
            <p:cNvSpPr>
              <a:spLocks noChangeArrowheads="1"/>
            </p:cNvSpPr>
            <p:nvPr/>
          </p:nvSpPr>
          <p:spPr bwMode="auto">
            <a:xfrm>
              <a:off x="2617" y="2264"/>
              <a:ext cx="119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 i="1">
                  <a:solidFill>
                    <a:srgbClr val="000000"/>
                  </a:solidFill>
                  <a:latin typeface="Symbol" pitchFamily="18" charset="2"/>
                </a:rPr>
                <a:t>l</a:t>
              </a:r>
              <a:endParaRPr lang="en-US"/>
            </a:p>
          </p:txBody>
        </p:sp>
        <p:sp>
          <p:nvSpPr>
            <p:cNvPr id="686118" name="Rectangle 38"/>
            <p:cNvSpPr>
              <a:spLocks noChangeArrowheads="1"/>
            </p:cNvSpPr>
            <p:nvPr/>
          </p:nvSpPr>
          <p:spPr bwMode="auto">
            <a:xfrm>
              <a:off x="3017" y="2263"/>
              <a:ext cx="213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>
                  <a:solidFill>
                    <a:srgbClr val="000000"/>
                  </a:solidFill>
                  <a:latin typeface="Symbol" pitchFamily="18" charset="2"/>
                </a:rPr>
                <a:t>®</a:t>
              </a:r>
              <a:endParaRPr lang="en-US"/>
            </a:p>
          </p:txBody>
        </p:sp>
        <p:sp>
          <p:nvSpPr>
            <p:cNvPr id="686119" name="Rectangle 39"/>
            <p:cNvSpPr>
              <a:spLocks noChangeArrowheads="1"/>
            </p:cNvSpPr>
            <p:nvPr/>
          </p:nvSpPr>
          <p:spPr bwMode="auto">
            <a:xfrm>
              <a:off x="2754" y="2288"/>
              <a:ext cx="54" cy="2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en-US" sz="2700">
                  <a:solidFill>
                    <a:srgbClr val="000000"/>
                  </a:solidFill>
                  <a:latin typeface="Times New Roman" pitchFamily="18" charset="0"/>
                </a:rPr>
                <a:t>,</a:t>
              </a:r>
              <a:endParaRPr lang="en-US"/>
            </a:p>
          </p:txBody>
        </p:sp>
      </p:grpSp>
      <p:sp>
        <p:nvSpPr>
          <p:cNvPr id="686110" name="Text Box 30"/>
          <p:cNvSpPr txBox="1">
            <a:spLocks noChangeArrowheads="1"/>
          </p:cNvSpPr>
          <p:nvPr/>
        </p:nvSpPr>
        <p:spPr bwMode="auto">
          <a:xfrm>
            <a:off x="2819400" y="6096000"/>
            <a:ext cx="2416175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339933"/>
                </a:solidFill>
              </a:rPr>
              <a:t>Old final states</a:t>
            </a:r>
          </a:p>
        </p:txBody>
      </p:sp>
      <p:sp>
        <p:nvSpPr>
          <p:cNvPr id="686111" name="Oval 31"/>
          <p:cNvSpPr>
            <a:spLocks noChangeArrowheads="1"/>
          </p:cNvSpPr>
          <p:nvPr/>
        </p:nvSpPr>
        <p:spPr bwMode="auto">
          <a:xfrm>
            <a:off x="6172200" y="4572000"/>
            <a:ext cx="64135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6112" name="Line 32"/>
          <p:cNvSpPr>
            <a:spLocks noChangeShapeType="1"/>
          </p:cNvSpPr>
          <p:nvPr/>
        </p:nvSpPr>
        <p:spPr bwMode="auto">
          <a:xfrm>
            <a:off x="6781800" y="48768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707587" name="Object 3"/>
          <p:cNvGraphicFramePr>
            <a:graphicFrameLocks noChangeAspect="1"/>
          </p:cNvGraphicFramePr>
          <p:nvPr/>
        </p:nvGraphicFramePr>
        <p:xfrm>
          <a:off x="6858000" y="4495800"/>
          <a:ext cx="1365250" cy="466725"/>
        </p:xfrm>
        <a:graphic>
          <a:graphicData uri="http://schemas.openxmlformats.org/presentationml/2006/ole">
            <p:oleObj spid="_x0000_s707587" name="Equation" r:id="rId6" imgW="1422360" imgH="457200" progId="Equation.3">
              <p:embed/>
            </p:oleObj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EF589B-2F48-464C-8E08-1702682177A8}" type="slidenum">
              <a:rPr lang="en-US" altLang="en-US"/>
              <a:pPr/>
              <a:t>38</a:t>
            </a:fld>
            <a:endParaRPr lang="en-US" altLang="en-US"/>
          </a:p>
        </p:txBody>
      </p:sp>
      <p:sp>
        <p:nvSpPr>
          <p:cNvPr id="637954" name="Text Box 2"/>
          <p:cNvSpPr txBox="1">
            <a:spLocks noChangeArrowheads="1"/>
          </p:cNvSpPr>
          <p:nvPr/>
        </p:nvSpPr>
        <p:spPr bwMode="auto">
          <a:xfrm>
            <a:off x="365125" y="254000"/>
            <a:ext cx="778033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3) modify the NPDA so that </a:t>
            </a:r>
          </a:p>
          <a:p>
            <a:r>
              <a:rPr lang="en-US">
                <a:solidFill>
                  <a:srgbClr val="339933"/>
                </a:solidFill>
              </a:rPr>
              <a:t>     transitions have the following forms:</a:t>
            </a:r>
          </a:p>
        </p:txBody>
      </p:sp>
      <p:sp>
        <p:nvSpPr>
          <p:cNvPr id="637955" name="Oval 3"/>
          <p:cNvSpPr>
            <a:spLocks noChangeArrowheads="1"/>
          </p:cNvSpPr>
          <p:nvPr/>
        </p:nvSpPr>
        <p:spPr bwMode="auto">
          <a:xfrm>
            <a:off x="3048000" y="2209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37956" name="Oval 4"/>
          <p:cNvSpPr>
            <a:spLocks noChangeArrowheads="1"/>
          </p:cNvSpPr>
          <p:nvPr/>
        </p:nvSpPr>
        <p:spPr bwMode="auto">
          <a:xfrm>
            <a:off x="5867400" y="2209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37957" name="Line 5"/>
          <p:cNvSpPr>
            <a:spLocks noChangeShapeType="1"/>
          </p:cNvSpPr>
          <p:nvPr/>
        </p:nvSpPr>
        <p:spPr bwMode="auto">
          <a:xfrm>
            <a:off x="3733800" y="25908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37958" name="Object 6"/>
          <p:cNvGraphicFramePr>
            <a:graphicFrameLocks noChangeAspect="1"/>
          </p:cNvGraphicFramePr>
          <p:nvPr/>
        </p:nvGraphicFramePr>
        <p:xfrm>
          <a:off x="3206750" y="2325688"/>
          <a:ext cx="368300" cy="531812"/>
        </p:xfrm>
        <a:graphic>
          <a:graphicData uri="http://schemas.openxmlformats.org/presentationml/2006/ole">
            <p:oleObj spid="_x0000_s637958" name="Equation" r:id="rId3" imgW="368280" imgH="533160" progId="Equation.3">
              <p:embed/>
            </p:oleObj>
          </a:graphicData>
        </a:graphic>
      </p:graphicFrame>
      <p:graphicFrame>
        <p:nvGraphicFramePr>
          <p:cNvPr id="637959" name="Object 7"/>
          <p:cNvGraphicFramePr>
            <a:graphicFrameLocks noChangeAspect="1"/>
          </p:cNvGraphicFramePr>
          <p:nvPr/>
        </p:nvGraphicFramePr>
        <p:xfrm>
          <a:off x="5981700" y="2286000"/>
          <a:ext cx="457200" cy="609600"/>
        </p:xfrm>
        <a:graphic>
          <a:graphicData uri="http://schemas.openxmlformats.org/presentationml/2006/ole">
            <p:oleObj spid="_x0000_s637959" name="Equation" r:id="rId4" imgW="457200" imgH="609480" progId="Equation.3">
              <p:embed/>
            </p:oleObj>
          </a:graphicData>
        </a:graphic>
      </p:graphicFrame>
      <p:graphicFrame>
        <p:nvGraphicFramePr>
          <p:cNvPr id="637960" name="Object 8"/>
          <p:cNvGraphicFramePr>
            <a:graphicFrameLocks noChangeAspect="1"/>
          </p:cNvGraphicFramePr>
          <p:nvPr/>
        </p:nvGraphicFramePr>
        <p:xfrm>
          <a:off x="3924300" y="2141538"/>
          <a:ext cx="1587500" cy="430212"/>
        </p:xfrm>
        <a:graphic>
          <a:graphicData uri="http://schemas.openxmlformats.org/presentationml/2006/ole">
            <p:oleObj spid="_x0000_s637960" name="Equation" r:id="rId5" imgW="1587240" imgH="431640" progId="Equation.3">
              <p:embed/>
            </p:oleObj>
          </a:graphicData>
        </a:graphic>
      </p:graphicFrame>
      <p:sp>
        <p:nvSpPr>
          <p:cNvPr id="637961" name="Text Box 9"/>
          <p:cNvSpPr txBox="1">
            <a:spLocks noChangeArrowheads="1"/>
          </p:cNvSpPr>
          <p:nvPr/>
        </p:nvSpPr>
        <p:spPr bwMode="auto">
          <a:xfrm>
            <a:off x="4572000" y="3352800"/>
            <a:ext cx="763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OR</a:t>
            </a:r>
          </a:p>
        </p:txBody>
      </p:sp>
      <p:sp>
        <p:nvSpPr>
          <p:cNvPr id="637962" name="Oval 10"/>
          <p:cNvSpPr>
            <a:spLocks noChangeArrowheads="1"/>
          </p:cNvSpPr>
          <p:nvPr/>
        </p:nvSpPr>
        <p:spPr bwMode="auto">
          <a:xfrm>
            <a:off x="3048000" y="4572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37963" name="Oval 11"/>
          <p:cNvSpPr>
            <a:spLocks noChangeArrowheads="1"/>
          </p:cNvSpPr>
          <p:nvPr/>
        </p:nvSpPr>
        <p:spPr bwMode="auto">
          <a:xfrm>
            <a:off x="6172200" y="4572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37964" name="Line 12"/>
          <p:cNvSpPr>
            <a:spLocks noChangeShapeType="1"/>
          </p:cNvSpPr>
          <p:nvPr/>
        </p:nvSpPr>
        <p:spPr bwMode="auto">
          <a:xfrm>
            <a:off x="3733800" y="49530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37965" name="Object 13"/>
          <p:cNvGraphicFramePr>
            <a:graphicFrameLocks noChangeAspect="1"/>
          </p:cNvGraphicFramePr>
          <p:nvPr/>
        </p:nvGraphicFramePr>
        <p:xfrm>
          <a:off x="3206750" y="4687888"/>
          <a:ext cx="368300" cy="531812"/>
        </p:xfrm>
        <a:graphic>
          <a:graphicData uri="http://schemas.openxmlformats.org/presentationml/2006/ole">
            <p:oleObj spid="_x0000_s637965" name="Equation" r:id="rId6" imgW="368280" imgH="533160" progId="Equation.3">
              <p:embed/>
            </p:oleObj>
          </a:graphicData>
        </a:graphic>
      </p:graphicFrame>
      <p:graphicFrame>
        <p:nvGraphicFramePr>
          <p:cNvPr id="637966" name="Object 14"/>
          <p:cNvGraphicFramePr>
            <a:graphicFrameLocks noChangeAspect="1"/>
          </p:cNvGraphicFramePr>
          <p:nvPr/>
        </p:nvGraphicFramePr>
        <p:xfrm>
          <a:off x="6286500" y="4648200"/>
          <a:ext cx="457200" cy="609600"/>
        </p:xfrm>
        <a:graphic>
          <a:graphicData uri="http://schemas.openxmlformats.org/presentationml/2006/ole">
            <p:oleObj spid="_x0000_s637966" name="Equation" r:id="rId7" imgW="457200" imgH="609480" progId="Equation.3">
              <p:embed/>
            </p:oleObj>
          </a:graphicData>
        </a:graphic>
      </p:graphicFrame>
      <p:graphicFrame>
        <p:nvGraphicFramePr>
          <p:cNvPr id="637967" name="Object 15"/>
          <p:cNvGraphicFramePr>
            <a:graphicFrameLocks noChangeAspect="1"/>
          </p:cNvGraphicFramePr>
          <p:nvPr/>
        </p:nvGraphicFramePr>
        <p:xfrm>
          <a:off x="4019550" y="4521200"/>
          <a:ext cx="1905000" cy="430213"/>
        </p:xfrm>
        <a:graphic>
          <a:graphicData uri="http://schemas.openxmlformats.org/presentationml/2006/ole">
            <p:oleObj spid="_x0000_s637967" name="Equation" r:id="rId8" imgW="1904760" imgH="431640" progId="Equation.3">
              <p:embed/>
            </p:oleObj>
          </a:graphicData>
        </a:graphic>
      </p:graphicFrame>
      <p:sp>
        <p:nvSpPr>
          <p:cNvPr id="637968" name="Text Box 16"/>
          <p:cNvSpPr txBox="1">
            <a:spLocks noChangeArrowheads="1"/>
          </p:cNvSpPr>
          <p:nvPr/>
        </p:nvSpPr>
        <p:spPr bwMode="auto">
          <a:xfrm>
            <a:off x="1812925" y="6121400"/>
            <a:ext cx="1841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graphicFrame>
        <p:nvGraphicFramePr>
          <p:cNvPr id="637969" name="Object 17"/>
          <p:cNvGraphicFramePr>
            <a:graphicFrameLocks noChangeAspect="1"/>
          </p:cNvGraphicFramePr>
          <p:nvPr/>
        </p:nvGraphicFramePr>
        <p:xfrm>
          <a:off x="2971800" y="5791200"/>
          <a:ext cx="4089400" cy="481013"/>
        </p:xfrm>
        <a:graphic>
          <a:graphicData uri="http://schemas.openxmlformats.org/presentationml/2006/ole">
            <p:oleObj spid="_x0000_s637969" name="Equation" r:id="rId9" imgW="4089240" imgH="482400" progId="Equation.3">
              <p:embed/>
            </p:oleObj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82F5F5-EBCB-467B-BCAD-1CD1399529C5}" type="slidenum">
              <a:rPr lang="en-US" altLang="en-US"/>
              <a:pPr/>
              <a:t>39</a:t>
            </a:fld>
            <a:endParaRPr lang="en-US" altLang="en-US"/>
          </a:p>
        </p:txBody>
      </p:sp>
      <p:sp>
        <p:nvSpPr>
          <p:cNvPr id="695298" name="Oval 2"/>
          <p:cNvSpPr>
            <a:spLocks noChangeArrowheads="1"/>
          </p:cNvSpPr>
          <p:nvPr/>
        </p:nvSpPr>
        <p:spPr bwMode="auto">
          <a:xfrm>
            <a:off x="2667000" y="167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5299" name="Oval 3"/>
          <p:cNvSpPr>
            <a:spLocks noChangeArrowheads="1"/>
          </p:cNvSpPr>
          <p:nvPr/>
        </p:nvSpPr>
        <p:spPr bwMode="auto">
          <a:xfrm>
            <a:off x="5486400" y="167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5300" name="Line 4"/>
          <p:cNvSpPr>
            <a:spLocks noChangeShapeType="1"/>
          </p:cNvSpPr>
          <p:nvPr/>
        </p:nvSpPr>
        <p:spPr bwMode="auto">
          <a:xfrm>
            <a:off x="3352800" y="2057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08608" name="Object 0"/>
          <p:cNvGraphicFramePr>
            <a:graphicFrameLocks noChangeAspect="1"/>
          </p:cNvGraphicFramePr>
          <p:nvPr/>
        </p:nvGraphicFramePr>
        <p:xfrm>
          <a:off x="2825750" y="1792288"/>
          <a:ext cx="368300" cy="531812"/>
        </p:xfrm>
        <a:graphic>
          <a:graphicData uri="http://schemas.openxmlformats.org/presentationml/2006/ole">
            <p:oleObj spid="_x0000_s708608" name="Equation" r:id="rId3" imgW="368280" imgH="533160" progId="Equation.3">
              <p:embed/>
            </p:oleObj>
          </a:graphicData>
        </a:graphic>
      </p:graphicFrame>
      <p:graphicFrame>
        <p:nvGraphicFramePr>
          <p:cNvPr id="708609" name="Object 1"/>
          <p:cNvGraphicFramePr>
            <a:graphicFrameLocks noChangeAspect="1"/>
          </p:cNvGraphicFramePr>
          <p:nvPr/>
        </p:nvGraphicFramePr>
        <p:xfrm>
          <a:off x="5600700" y="1752600"/>
          <a:ext cx="457200" cy="609600"/>
        </p:xfrm>
        <a:graphic>
          <a:graphicData uri="http://schemas.openxmlformats.org/presentationml/2006/ole">
            <p:oleObj spid="_x0000_s708609" name="Equation" r:id="rId4" imgW="457200" imgH="609480" progId="Equation.3">
              <p:embed/>
            </p:oleObj>
          </a:graphicData>
        </a:graphic>
      </p:graphicFrame>
      <p:graphicFrame>
        <p:nvGraphicFramePr>
          <p:cNvPr id="708610" name="Object 2"/>
          <p:cNvGraphicFramePr>
            <a:graphicFrameLocks noChangeAspect="1"/>
          </p:cNvGraphicFramePr>
          <p:nvPr/>
        </p:nvGraphicFramePr>
        <p:xfrm>
          <a:off x="3562350" y="1608138"/>
          <a:ext cx="1549400" cy="430212"/>
        </p:xfrm>
        <a:graphic>
          <a:graphicData uri="http://schemas.openxmlformats.org/presentationml/2006/ole">
            <p:oleObj spid="_x0000_s708610" name="Equation" r:id="rId5" imgW="1549080" imgH="431640" progId="Equation.3">
              <p:embed/>
            </p:oleObj>
          </a:graphicData>
        </a:graphic>
      </p:graphicFrame>
      <p:sp>
        <p:nvSpPr>
          <p:cNvPr id="695304" name="Text Box 8"/>
          <p:cNvSpPr txBox="1">
            <a:spLocks noChangeArrowheads="1"/>
          </p:cNvSpPr>
          <p:nvPr/>
        </p:nvSpPr>
        <p:spPr bwMode="auto">
          <a:xfrm>
            <a:off x="822325" y="482600"/>
            <a:ext cx="17859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Convert:</a:t>
            </a:r>
          </a:p>
        </p:txBody>
      </p:sp>
      <p:sp>
        <p:nvSpPr>
          <p:cNvPr id="695305" name="Oval 9"/>
          <p:cNvSpPr>
            <a:spLocks noChangeArrowheads="1"/>
          </p:cNvSpPr>
          <p:nvPr/>
        </p:nvSpPr>
        <p:spPr bwMode="auto">
          <a:xfrm>
            <a:off x="2743200" y="4343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5306" name="Oval 10"/>
          <p:cNvSpPr>
            <a:spLocks noChangeArrowheads="1"/>
          </p:cNvSpPr>
          <p:nvPr/>
        </p:nvSpPr>
        <p:spPr bwMode="auto">
          <a:xfrm>
            <a:off x="5562600" y="4343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5307" name="Line 11"/>
          <p:cNvSpPr>
            <a:spLocks noChangeShapeType="1"/>
          </p:cNvSpPr>
          <p:nvPr/>
        </p:nvSpPr>
        <p:spPr bwMode="auto">
          <a:xfrm>
            <a:off x="3429000" y="4724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08611" name="Object 3"/>
          <p:cNvGraphicFramePr>
            <a:graphicFrameLocks noChangeAspect="1"/>
          </p:cNvGraphicFramePr>
          <p:nvPr/>
        </p:nvGraphicFramePr>
        <p:xfrm>
          <a:off x="2901950" y="4459288"/>
          <a:ext cx="368300" cy="531812"/>
        </p:xfrm>
        <a:graphic>
          <a:graphicData uri="http://schemas.openxmlformats.org/presentationml/2006/ole">
            <p:oleObj spid="_x0000_s708611" name="Equation" r:id="rId6" imgW="368280" imgH="533160" progId="Equation.3">
              <p:embed/>
            </p:oleObj>
          </a:graphicData>
        </a:graphic>
      </p:graphicFrame>
      <p:graphicFrame>
        <p:nvGraphicFramePr>
          <p:cNvPr id="708612" name="Object 4"/>
          <p:cNvGraphicFramePr>
            <a:graphicFrameLocks noChangeAspect="1"/>
          </p:cNvGraphicFramePr>
          <p:nvPr/>
        </p:nvGraphicFramePr>
        <p:xfrm>
          <a:off x="5676900" y="4419600"/>
          <a:ext cx="457200" cy="609600"/>
        </p:xfrm>
        <a:graphic>
          <a:graphicData uri="http://schemas.openxmlformats.org/presentationml/2006/ole">
            <p:oleObj spid="_x0000_s708612" name="Equation" r:id="rId7" imgW="457200" imgH="609480" progId="Equation.3">
              <p:embed/>
            </p:oleObj>
          </a:graphicData>
        </a:graphic>
      </p:graphicFrame>
      <p:graphicFrame>
        <p:nvGraphicFramePr>
          <p:cNvPr id="708613" name="Object 5"/>
          <p:cNvGraphicFramePr>
            <a:graphicFrameLocks noChangeAspect="1"/>
          </p:cNvGraphicFramePr>
          <p:nvPr/>
        </p:nvGraphicFramePr>
        <p:xfrm>
          <a:off x="3556000" y="4313238"/>
          <a:ext cx="1714500" cy="354012"/>
        </p:xfrm>
        <a:graphic>
          <a:graphicData uri="http://schemas.openxmlformats.org/presentationml/2006/ole">
            <p:oleObj spid="_x0000_s708613" name="Equation" r:id="rId8" imgW="1714320" imgH="355320" progId="Equation.3">
              <p:embed/>
            </p:oleObj>
          </a:graphicData>
        </a:graphic>
      </p:graphicFrame>
      <p:sp>
        <p:nvSpPr>
          <p:cNvPr id="695311" name="AutoShape 15"/>
          <p:cNvSpPr>
            <a:spLocks noChangeArrowheads="1"/>
          </p:cNvSpPr>
          <p:nvPr/>
        </p:nvSpPr>
        <p:spPr bwMode="auto">
          <a:xfrm>
            <a:off x="3962400" y="2667000"/>
            <a:ext cx="1066800" cy="990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2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08614" name="Object 6"/>
          <p:cNvGraphicFramePr>
            <a:graphicFrameLocks noChangeAspect="1"/>
          </p:cNvGraphicFramePr>
          <p:nvPr/>
        </p:nvGraphicFramePr>
        <p:xfrm>
          <a:off x="3429000" y="5334000"/>
          <a:ext cx="2057400" cy="444500"/>
        </p:xfrm>
        <a:graphic>
          <a:graphicData uri="http://schemas.openxmlformats.org/presentationml/2006/ole">
            <p:oleObj spid="_x0000_s708614" name="Equation" r:id="rId9" imgW="2057400" imgH="444240" progId="Equation.3">
              <p:embed/>
            </p:oleObj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FFB35-34A4-4C70-BF75-EAE2AB8E0BB0}" type="slidenum">
              <a:rPr lang="en-US" altLang="en-US"/>
              <a:pPr/>
              <a:t>40</a:t>
            </a:fld>
            <a:endParaRPr lang="en-US" altLang="en-US"/>
          </a:p>
        </p:txBody>
      </p:sp>
      <p:sp>
        <p:nvSpPr>
          <p:cNvPr id="696322" name="Oval 2"/>
          <p:cNvSpPr>
            <a:spLocks noChangeArrowheads="1"/>
          </p:cNvSpPr>
          <p:nvPr/>
        </p:nvSpPr>
        <p:spPr bwMode="auto">
          <a:xfrm>
            <a:off x="2667000" y="167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6323" name="Oval 3"/>
          <p:cNvSpPr>
            <a:spLocks noChangeArrowheads="1"/>
          </p:cNvSpPr>
          <p:nvPr/>
        </p:nvSpPr>
        <p:spPr bwMode="auto">
          <a:xfrm>
            <a:off x="5486400" y="167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6324" name="Line 4"/>
          <p:cNvSpPr>
            <a:spLocks noChangeShapeType="1"/>
          </p:cNvSpPr>
          <p:nvPr/>
        </p:nvSpPr>
        <p:spPr bwMode="auto">
          <a:xfrm>
            <a:off x="3352800" y="2057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09632" name="Object 0"/>
          <p:cNvGraphicFramePr>
            <a:graphicFrameLocks noChangeAspect="1"/>
          </p:cNvGraphicFramePr>
          <p:nvPr/>
        </p:nvGraphicFramePr>
        <p:xfrm>
          <a:off x="2825750" y="1792288"/>
          <a:ext cx="368300" cy="531812"/>
        </p:xfrm>
        <a:graphic>
          <a:graphicData uri="http://schemas.openxmlformats.org/presentationml/2006/ole">
            <p:oleObj spid="_x0000_s709632" name="Equation" r:id="rId3" imgW="368280" imgH="533160" progId="Equation.3">
              <p:embed/>
            </p:oleObj>
          </a:graphicData>
        </a:graphic>
      </p:graphicFrame>
      <p:graphicFrame>
        <p:nvGraphicFramePr>
          <p:cNvPr id="709633" name="Object 1"/>
          <p:cNvGraphicFramePr>
            <a:graphicFrameLocks noChangeAspect="1"/>
          </p:cNvGraphicFramePr>
          <p:nvPr/>
        </p:nvGraphicFramePr>
        <p:xfrm>
          <a:off x="5600700" y="1752600"/>
          <a:ext cx="457200" cy="609600"/>
        </p:xfrm>
        <a:graphic>
          <a:graphicData uri="http://schemas.openxmlformats.org/presentationml/2006/ole">
            <p:oleObj spid="_x0000_s709633" name="Equation" r:id="rId4" imgW="457200" imgH="609480" progId="Equation.3">
              <p:embed/>
            </p:oleObj>
          </a:graphicData>
        </a:graphic>
      </p:graphicFrame>
      <p:graphicFrame>
        <p:nvGraphicFramePr>
          <p:cNvPr id="709634" name="Object 2"/>
          <p:cNvGraphicFramePr>
            <a:graphicFrameLocks noChangeAspect="1"/>
          </p:cNvGraphicFramePr>
          <p:nvPr/>
        </p:nvGraphicFramePr>
        <p:xfrm>
          <a:off x="3530600" y="1608138"/>
          <a:ext cx="1612900" cy="430212"/>
        </p:xfrm>
        <a:graphic>
          <a:graphicData uri="http://schemas.openxmlformats.org/presentationml/2006/ole">
            <p:oleObj spid="_x0000_s709634" name="Equation" r:id="rId5" imgW="1612800" imgH="431640" progId="Equation.3">
              <p:embed/>
            </p:oleObj>
          </a:graphicData>
        </a:graphic>
      </p:graphicFrame>
      <p:sp>
        <p:nvSpPr>
          <p:cNvPr id="696328" name="Text Box 8"/>
          <p:cNvSpPr txBox="1">
            <a:spLocks noChangeArrowheads="1"/>
          </p:cNvSpPr>
          <p:nvPr/>
        </p:nvSpPr>
        <p:spPr bwMode="auto">
          <a:xfrm>
            <a:off x="457200" y="457200"/>
            <a:ext cx="17859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Convert:</a:t>
            </a:r>
          </a:p>
        </p:txBody>
      </p:sp>
      <p:sp>
        <p:nvSpPr>
          <p:cNvPr id="696329" name="Oval 9"/>
          <p:cNvSpPr>
            <a:spLocks noChangeArrowheads="1"/>
          </p:cNvSpPr>
          <p:nvPr/>
        </p:nvSpPr>
        <p:spPr bwMode="auto">
          <a:xfrm>
            <a:off x="60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6330" name="Oval 10"/>
          <p:cNvSpPr>
            <a:spLocks noChangeArrowheads="1"/>
          </p:cNvSpPr>
          <p:nvPr/>
        </p:nvSpPr>
        <p:spPr bwMode="auto">
          <a:xfrm>
            <a:off x="76200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6331" name="Line 11"/>
          <p:cNvSpPr>
            <a:spLocks noChangeShapeType="1"/>
          </p:cNvSpPr>
          <p:nvPr/>
        </p:nvSpPr>
        <p:spPr bwMode="auto">
          <a:xfrm>
            <a:off x="1295400" y="48006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09635" name="Object 3"/>
          <p:cNvGraphicFramePr>
            <a:graphicFrameLocks noChangeAspect="1"/>
          </p:cNvGraphicFramePr>
          <p:nvPr/>
        </p:nvGraphicFramePr>
        <p:xfrm>
          <a:off x="768350" y="4535488"/>
          <a:ext cx="368300" cy="531812"/>
        </p:xfrm>
        <a:graphic>
          <a:graphicData uri="http://schemas.openxmlformats.org/presentationml/2006/ole">
            <p:oleObj spid="_x0000_s709635" name="Equation" r:id="rId6" imgW="368280" imgH="533160" progId="Equation.3">
              <p:embed/>
            </p:oleObj>
          </a:graphicData>
        </a:graphic>
      </p:graphicFrame>
      <p:graphicFrame>
        <p:nvGraphicFramePr>
          <p:cNvPr id="709636" name="Object 4"/>
          <p:cNvGraphicFramePr>
            <a:graphicFrameLocks noChangeAspect="1"/>
          </p:cNvGraphicFramePr>
          <p:nvPr/>
        </p:nvGraphicFramePr>
        <p:xfrm>
          <a:off x="7734300" y="4495800"/>
          <a:ext cx="457200" cy="609600"/>
        </p:xfrm>
        <a:graphic>
          <a:graphicData uri="http://schemas.openxmlformats.org/presentationml/2006/ole">
            <p:oleObj spid="_x0000_s709636" name="Equation" r:id="rId7" imgW="457200" imgH="609480" progId="Equation.3">
              <p:embed/>
            </p:oleObj>
          </a:graphicData>
        </a:graphic>
      </p:graphicFrame>
      <p:sp>
        <p:nvSpPr>
          <p:cNvPr id="696335" name="AutoShape 15"/>
          <p:cNvSpPr>
            <a:spLocks noChangeArrowheads="1"/>
          </p:cNvSpPr>
          <p:nvPr/>
        </p:nvSpPr>
        <p:spPr bwMode="auto">
          <a:xfrm>
            <a:off x="3962400" y="2667000"/>
            <a:ext cx="1066800" cy="990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2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6337" name="Oval 17"/>
          <p:cNvSpPr>
            <a:spLocks noChangeArrowheads="1"/>
          </p:cNvSpPr>
          <p:nvPr/>
        </p:nvSpPr>
        <p:spPr bwMode="auto">
          <a:xfrm>
            <a:off x="41148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6338" name="Line 18"/>
          <p:cNvSpPr>
            <a:spLocks noChangeShapeType="1"/>
          </p:cNvSpPr>
          <p:nvPr/>
        </p:nvSpPr>
        <p:spPr bwMode="auto">
          <a:xfrm>
            <a:off x="4800600" y="48006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09637" name="Object 5"/>
          <p:cNvGraphicFramePr>
            <a:graphicFrameLocks noChangeAspect="1"/>
          </p:cNvGraphicFramePr>
          <p:nvPr/>
        </p:nvGraphicFramePr>
        <p:xfrm>
          <a:off x="1543050" y="4343400"/>
          <a:ext cx="1879600" cy="430213"/>
        </p:xfrm>
        <a:graphic>
          <a:graphicData uri="http://schemas.openxmlformats.org/presentationml/2006/ole">
            <p:oleObj spid="_x0000_s709637" name="Equation" r:id="rId8" imgW="1879560" imgH="431640" progId="Equation.3">
              <p:embed/>
            </p:oleObj>
          </a:graphicData>
        </a:graphic>
      </p:graphicFrame>
      <p:graphicFrame>
        <p:nvGraphicFramePr>
          <p:cNvPr id="709638" name="Object 6"/>
          <p:cNvGraphicFramePr>
            <a:graphicFrameLocks noChangeAspect="1"/>
          </p:cNvGraphicFramePr>
          <p:nvPr/>
        </p:nvGraphicFramePr>
        <p:xfrm>
          <a:off x="5334000" y="4343400"/>
          <a:ext cx="1663700" cy="430213"/>
        </p:xfrm>
        <a:graphic>
          <a:graphicData uri="http://schemas.openxmlformats.org/presentationml/2006/ole">
            <p:oleObj spid="_x0000_s709638" name="Equation" r:id="rId9" imgW="1663560" imgH="431640" progId="Equation.3">
              <p:embed/>
            </p:oleObj>
          </a:graphicData>
        </a:graphic>
      </p:graphicFrame>
      <p:graphicFrame>
        <p:nvGraphicFramePr>
          <p:cNvPr id="709639" name="Object 7"/>
          <p:cNvGraphicFramePr>
            <a:graphicFrameLocks noChangeAspect="1"/>
          </p:cNvGraphicFramePr>
          <p:nvPr/>
        </p:nvGraphicFramePr>
        <p:xfrm>
          <a:off x="3886200" y="5638800"/>
          <a:ext cx="1892300" cy="444500"/>
        </p:xfrm>
        <a:graphic>
          <a:graphicData uri="http://schemas.openxmlformats.org/presentationml/2006/ole">
            <p:oleObj spid="_x0000_s709639" name="Equation" r:id="rId10" imgW="1892160" imgH="444240" progId="Equation.3">
              <p:embed/>
            </p:oleObj>
          </a:graphicData>
        </a:graphic>
      </p:graphicFrame>
      <p:sp>
        <p:nvSpPr>
          <p:cNvPr id="696342" name="Text Box 22"/>
          <p:cNvSpPr txBox="1">
            <a:spLocks noChangeArrowheads="1"/>
          </p:cNvSpPr>
          <p:nvPr/>
        </p:nvSpPr>
        <p:spPr bwMode="auto">
          <a:xfrm>
            <a:off x="6080125" y="635000"/>
            <a:ext cx="1674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symbols</a:t>
            </a:r>
          </a:p>
        </p:txBody>
      </p:sp>
      <p:sp>
        <p:nvSpPr>
          <p:cNvPr id="696343" name="Line 23"/>
          <p:cNvSpPr>
            <a:spLocks noChangeShapeType="1"/>
          </p:cNvSpPr>
          <p:nvPr/>
        </p:nvSpPr>
        <p:spPr bwMode="auto">
          <a:xfrm flipH="1">
            <a:off x="4419600" y="990600"/>
            <a:ext cx="1524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96344" name="Line 24"/>
          <p:cNvSpPr>
            <a:spLocks noChangeShapeType="1"/>
          </p:cNvSpPr>
          <p:nvPr/>
        </p:nvSpPr>
        <p:spPr bwMode="auto">
          <a:xfrm flipH="1">
            <a:off x="5105400" y="1066800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CADD6-9977-481F-AEDF-E23E6EE289BC}" type="slidenum">
              <a:rPr lang="en-US" altLang="en-US"/>
              <a:pPr/>
              <a:t>41</a:t>
            </a:fld>
            <a:endParaRPr lang="en-US" altLang="en-US"/>
          </a:p>
        </p:txBody>
      </p:sp>
      <p:sp>
        <p:nvSpPr>
          <p:cNvPr id="697346" name="Oval 2"/>
          <p:cNvSpPr>
            <a:spLocks noChangeArrowheads="1"/>
          </p:cNvSpPr>
          <p:nvPr/>
        </p:nvSpPr>
        <p:spPr bwMode="auto">
          <a:xfrm>
            <a:off x="2667000" y="167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7347" name="Oval 3"/>
          <p:cNvSpPr>
            <a:spLocks noChangeArrowheads="1"/>
          </p:cNvSpPr>
          <p:nvPr/>
        </p:nvSpPr>
        <p:spPr bwMode="auto">
          <a:xfrm>
            <a:off x="5486400" y="1676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7348" name="Line 4"/>
          <p:cNvSpPr>
            <a:spLocks noChangeShapeType="1"/>
          </p:cNvSpPr>
          <p:nvPr/>
        </p:nvSpPr>
        <p:spPr bwMode="auto">
          <a:xfrm>
            <a:off x="3352800" y="2057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0656" name="Object 0"/>
          <p:cNvGraphicFramePr>
            <a:graphicFrameLocks noChangeAspect="1"/>
          </p:cNvGraphicFramePr>
          <p:nvPr/>
        </p:nvGraphicFramePr>
        <p:xfrm>
          <a:off x="2825750" y="1792288"/>
          <a:ext cx="368300" cy="531812"/>
        </p:xfrm>
        <a:graphic>
          <a:graphicData uri="http://schemas.openxmlformats.org/presentationml/2006/ole">
            <p:oleObj spid="_x0000_s710656" name="Equation" r:id="rId3" imgW="368280" imgH="533160" progId="Equation.3">
              <p:embed/>
            </p:oleObj>
          </a:graphicData>
        </a:graphic>
      </p:graphicFrame>
      <p:graphicFrame>
        <p:nvGraphicFramePr>
          <p:cNvPr id="710657" name="Object 1"/>
          <p:cNvGraphicFramePr>
            <a:graphicFrameLocks noChangeAspect="1"/>
          </p:cNvGraphicFramePr>
          <p:nvPr/>
        </p:nvGraphicFramePr>
        <p:xfrm>
          <a:off x="5600700" y="1752600"/>
          <a:ext cx="457200" cy="609600"/>
        </p:xfrm>
        <a:graphic>
          <a:graphicData uri="http://schemas.openxmlformats.org/presentationml/2006/ole">
            <p:oleObj spid="_x0000_s710657" name="Equation" r:id="rId4" imgW="457200" imgH="609480" progId="Equation.3">
              <p:embed/>
            </p:oleObj>
          </a:graphicData>
        </a:graphic>
      </p:graphicFrame>
      <p:graphicFrame>
        <p:nvGraphicFramePr>
          <p:cNvPr id="710658" name="Object 2"/>
          <p:cNvGraphicFramePr>
            <a:graphicFrameLocks noChangeAspect="1"/>
          </p:cNvGraphicFramePr>
          <p:nvPr/>
        </p:nvGraphicFramePr>
        <p:xfrm>
          <a:off x="3441700" y="1608138"/>
          <a:ext cx="1790700" cy="430212"/>
        </p:xfrm>
        <a:graphic>
          <a:graphicData uri="http://schemas.openxmlformats.org/presentationml/2006/ole">
            <p:oleObj spid="_x0000_s710658" name="Equation" r:id="rId5" imgW="1790640" imgH="431640" progId="Equation.3">
              <p:embed/>
            </p:oleObj>
          </a:graphicData>
        </a:graphic>
      </p:graphicFrame>
      <p:sp>
        <p:nvSpPr>
          <p:cNvPr id="697352" name="Text Box 8"/>
          <p:cNvSpPr txBox="1">
            <a:spLocks noChangeArrowheads="1"/>
          </p:cNvSpPr>
          <p:nvPr/>
        </p:nvSpPr>
        <p:spPr bwMode="auto">
          <a:xfrm>
            <a:off x="304800" y="304800"/>
            <a:ext cx="17859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Convert:</a:t>
            </a:r>
          </a:p>
        </p:txBody>
      </p:sp>
      <p:sp>
        <p:nvSpPr>
          <p:cNvPr id="697353" name="Oval 9"/>
          <p:cNvSpPr>
            <a:spLocks noChangeArrowheads="1"/>
          </p:cNvSpPr>
          <p:nvPr/>
        </p:nvSpPr>
        <p:spPr bwMode="auto">
          <a:xfrm>
            <a:off x="6096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7354" name="Oval 10"/>
          <p:cNvSpPr>
            <a:spLocks noChangeArrowheads="1"/>
          </p:cNvSpPr>
          <p:nvPr/>
        </p:nvSpPr>
        <p:spPr bwMode="auto">
          <a:xfrm>
            <a:off x="76200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7355" name="Line 11"/>
          <p:cNvSpPr>
            <a:spLocks noChangeShapeType="1"/>
          </p:cNvSpPr>
          <p:nvPr/>
        </p:nvSpPr>
        <p:spPr bwMode="auto">
          <a:xfrm>
            <a:off x="1295400" y="48006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10659" name="Object 3"/>
          <p:cNvGraphicFramePr>
            <a:graphicFrameLocks noChangeAspect="1"/>
          </p:cNvGraphicFramePr>
          <p:nvPr/>
        </p:nvGraphicFramePr>
        <p:xfrm>
          <a:off x="768350" y="4535488"/>
          <a:ext cx="368300" cy="531812"/>
        </p:xfrm>
        <a:graphic>
          <a:graphicData uri="http://schemas.openxmlformats.org/presentationml/2006/ole">
            <p:oleObj spid="_x0000_s710659" name="Equation" r:id="rId6" imgW="368280" imgH="533160" progId="Equation.3">
              <p:embed/>
            </p:oleObj>
          </a:graphicData>
        </a:graphic>
      </p:graphicFrame>
      <p:graphicFrame>
        <p:nvGraphicFramePr>
          <p:cNvPr id="710660" name="Object 4"/>
          <p:cNvGraphicFramePr>
            <a:graphicFrameLocks noChangeAspect="1"/>
          </p:cNvGraphicFramePr>
          <p:nvPr/>
        </p:nvGraphicFramePr>
        <p:xfrm>
          <a:off x="7734300" y="4495800"/>
          <a:ext cx="457200" cy="609600"/>
        </p:xfrm>
        <a:graphic>
          <a:graphicData uri="http://schemas.openxmlformats.org/presentationml/2006/ole">
            <p:oleObj spid="_x0000_s710660" name="Equation" r:id="rId7" imgW="457200" imgH="609480" progId="Equation.3">
              <p:embed/>
            </p:oleObj>
          </a:graphicData>
        </a:graphic>
      </p:graphicFrame>
      <p:sp>
        <p:nvSpPr>
          <p:cNvPr id="697358" name="AutoShape 14"/>
          <p:cNvSpPr>
            <a:spLocks noChangeArrowheads="1"/>
          </p:cNvSpPr>
          <p:nvPr/>
        </p:nvSpPr>
        <p:spPr bwMode="auto">
          <a:xfrm>
            <a:off x="3962400" y="2667000"/>
            <a:ext cx="1066800" cy="990600"/>
          </a:xfrm>
          <a:prstGeom prst="downArrow">
            <a:avLst>
              <a:gd name="adj1" fmla="val 50000"/>
              <a:gd name="adj2" fmla="val 25000"/>
            </a:avLst>
          </a:prstGeom>
          <a:solidFill>
            <a:srgbClr val="FFFF00"/>
          </a:solidFill>
          <a:ln w="9525">
            <a:solidFill>
              <a:schemeClr val="tx2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97359" name="Oval 15"/>
          <p:cNvSpPr>
            <a:spLocks noChangeArrowheads="1"/>
          </p:cNvSpPr>
          <p:nvPr/>
        </p:nvSpPr>
        <p:spPr bwMode="auto">
          <a:xfrm>
            <a:off x="4114800" y="4419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97360" name="Line 16"/>
          <p:cNvSpPr>
            <a:spLocks noChangeShapeType="1"/>
          </p:cNvSpPr>
          <p:nvPr/>
        </p:nvSpPr>
        <p:spPr bwMode="auto">
          <a:xfrm>
            <a:off x="4800600" y="4800600"/>
            <a:ext cx="281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10661" name="Object 5"/>
          <p:cNvGraphicFramePr>
            <a:graphicFrameLocks noChangeAspect="1"/>
          </p:cNvGraphicFramePr>
          <p:nvPr/>
        </p:nvGraphicFramePr>
        <p:xfrm>
          <a:off x="1695450" y="4343400"/>
          <a:ext cx="1574800" cy="430213"/>
        </p:xfrm>
        <a:graphic>
          <a:graphicData uri="http://schemas.openxmlformats.org/presentationml/2006/ole">
            <p:oleObj spid="_x0000_s710661" name="Equation" r:id="rId8" imgW="1574640" imgH="431640" progId="Equation.3">
              <p:embed/>
            </p:oleObj>
          </a:graphicData>
        </a:graphic>
      </p:graphicFrame>
      <p:graphicFrame>
        <p:nvGraphicFramePr>
          <p:cNvPr id="710662" name="Object 6"/>
          <p:cNvGraphicFramePr>
            <a:graphicFrameLocks noChangeAspect="1"/>
          </p:cNvGraphicFramePr>
          <p:nvPr/>
        </p:nvGraphicFramePr>
        <p:xfrm>
          <a:off x="5168900" y="4343400"/>
          <a:ext cx="1993900" cy="430213"/>
        </p:xfrm>
        <a:graphic>
          <a:graphicData uri="http://schemas.openxmlformats.org/presentationml/2006/ole">
            <p:oleObj spid="_x0000_s710662" name="Equation" r:id="rId9" imgW="1993680" imgH="431640" progId="Equation.3">
              <p:embed/>
            </p:oleObj>
          </a:graphicData>
        </a:graphic>
      </p:graphicFrame>
      <p:graphicFrame>
        <p:nvGraphicFramePr>
          <p:cNvPr id="710663" name="Object 7"/>
          <p:cNvGraphicFramePr>
            <a:graphicFrameLocks noChangeAspect="1"/>
          </p:cNvGraphicFramePr>
          <p:nvPr/>
        </p:nvGraphicFramePr>
        <p:xfrm>
          <a:off x="5334000" y="5029200"/>
          <a:ext cx="1752600" cy="365125"/>
        </p:xfrm>
        <a:graphic>
          <a:graphicData uri="http://schemas.openxmlformats.org/presentationml/2006/ole">
            <p:oleObj spid="_x0000_s710663" name="Equation" r:id="rId10" imgW="2133360" imgH="444240" progId="Equation.3">
              <p:embed/>
            </p:oleObj>
          </a:graphicData>
        </a:graphic>
      </p:graphicFrame>
      <p:sp>
        <p:nvSpPr>
          <p:cNvPr id="697364" name="Text Box 20"/>
          <p:cNvSpPr txBox="1">
            <a:spLocks noChangeArrowheads="1"/>
          </p:cNvSpPr>
          <p:nvPr/>
        </p:nvSpPr>
        <p:spPr bwMode="auto">
          <a:xfrm>
            <a:off x="6080125" y="635000"/>
            <a:ext cx="1674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FF"/>
                </a:solidFill>
              </a:rPr>
              <a:t>symbols</a:t>
            </a:r>
          </a:p>
        </p:txBody>
      </p:sp>
      <p:sp>
        <p:nvSpPr>
          <p:cNvPr id="697365" name="Line 21"/>
          <p:cNvSpPr>
            <a:spLocks noChangeShapeType="1"/>
          </p:cNvSpPr>
          <p:nvPr/>
        </p:nvSpPr>
        <p:spPr bwMode="auto">
          <a:xfrm flipH="1">
            <a:off x="4419600" y="990600"/>
            <a:ext cx="1524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697366" name="Line 22"/>
          <p:cNvSpPr>
            <a:spLocks noChangeShapeType="1"/>
          </p:cNvSpPr>
          <p:nvPr/>
        </p:nvSpPr>
        <p:spPr bwMode="auto">
          <a:xfrm flipH="1">
            <a:off x="5029200" y="1066800"/>
            <a:ext cx="1066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arrow" w="lg" len="lg"/>
          </a:ln>
          <a:effectLst/>
        </p:spPr>
        <p:txBody>
          <a:bodyPr>
            <a:spAutoFit/>
          </a:bodyPr>
          <a:lstStyle/>
          <a:p>
            <a:endParaRPr lang="en-US"/>
          </a:p>
        </p:txBody>
      </p:sp>
      <p:graphicFrame>
        <p:nvGraphicFramePr>
          <p:cNvPr id="710664" name="Object 8"/>
          <p:cNvGraphicFramePr>
            <a:graphicFrameLocks noChangeAspect="1"/>
          </p:cNvGraphicFramePr>
          <p:nvPr/>
        </p:nvGraphicFramePr>
        <p:xfrm>
          <a:off x="3810000" y="304800"/>
          <a:ext cx="1041400" cy="431800"/>
        </p:xfrm>
        <a:graphic>
          <a:graphicData uri="http://schemas.openxmlformats.org/presentationml/2006/ole">
            <p:oleObj spid="_x0000_s710664" name="Equation" r:id="rId11" imgW="1041120" imgH="431640" progId="Equation.3">
              <p:embed/>
            </p:oleObj>
          </a:graphicData>
        </a:graphic>
      </p:graphicFrame>
      <p:sp>
        <p:nvSpPr>
          <p:cNvPr id="697368" name="Text Box 24"/>
          <p:cNvSpPr txBox="1">
            <a:spLocks noChangeArrowheads="1"/>
          </p:cNvSpPr>
          <p:nvPr/>
        </p:nvSpPr>
        <p:spPr bwMode="auto">
          <a:xfrm>
            <a:off x="1066800" y="3886200"/>
            <a:ext cx="2947988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400"/>
              <a:t>Convert recursively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E8DC69-EDA1-4CA2-8D5F-2CE4E0F41CFB}" type="slidenum">
              <a:rPr lang="en-US" altLang="en-US"/>
              <a:pPr/>
              <a:t>42</a:t>
            </a:fld>
            <a:endParaRPr lang="en-US" altLang="en-US"/>
          </a:p>
        </p:txBody>
      </p:sp>
      <p:sp>
        <p:nvSpPr>
          <p:cNvPr id="638978" name="Text Box 2"/>
          <p:cNvSpPr txBox="1">
            <a:spLocks noChangeArrowheads="1"/>
          </p:cNvSpPr>
          <p:nvPr/>
        </p:nvSpPr>
        <p:spPr bwMode="auto">
          <a:xfrm>
            <a:off x="5016500" y="55578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38979" name="Object 3"/>
          <p:cNvGraphicFramePr>
            <a:graphicFrameLocks noChangeAspect="1"/>
          </p:cNvGraphicFramePr>
          <p:nvPr/>
        </p:nvGraphicFramePr>
        <p:xfrm>
          <a:off x="4464050" y="5715000"/>
          <a:ext cx="1651000" cy="508000"/>
        </p:xfrm>
        <a:graphic>
          <a:graphicData uri="http://schemas.openxmlformats.org/presentationml/2006/ole">
            <p:oleObj spid="_x0000_s638979" name="Equation" r:id="rId3" imgW="1650960" imgH="507960" progId="Equation.3">
              <p:embed/>
            </p:oleObj>
          </a:graphicData>
        </a:graphic>
      </p:graphicFrame>
      <p:sp>
        <p:nvSpPr>
          <p:cNvPr id="638980" name="Oval 4"/>
          <p:cNvSpPr>
            <a:spLocks noChangeArrowheads="1"/>
          </p:cNvSpPr>
          <p:nvPr/>
        </p:nvSpPr>
        <p:spPr bwMode="auto">
          <a:xfrm>
            <a:off x="2822575" y="589915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38981" name="Oval 5"/>
          <p:cNvSpPr>
            <a:spLocks noChangeArrowheads="1"/>
          </p:cNvSpPr>
          <p:nvPr/>
        </p:nvSpPr>
        <p:spPr bwMode="auto">
          <a:xfrm>
            <a:off x="6934200" y="5867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38982" name="Oval 6"/>
          <p:cNvSpPr>
            <a:spLocks noChangeArrowheads="1"/>
          </p:cNvSpPr>
          <p:nvPr/>
        </p:nvSpPr>
        <p:spPr bwMode="auto">
          <a:xfrm>
            <a:off x="6858000" y="5791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38983" name="Object 7"/>
          <p:cNvGraphicFramePr>
            <a:graphicFrameLocks noChangeAspect="1"/>
          </p:cNvGraphicFramePr>
          <p:nvPr/>
        </p:nvGraphicFramePr>
        <p:xfrm>
          <a:off x="2905125" y="5945188"/>
          <a:ext cx="442913" cy="531812"/>
        </p:xfrm>
        <a:graphic>
          <a:graphicData uri="http://schemas.openxmlformats.org/presentationml/2006/ole">
            <p:oleObj spid="_x0000_s638983" name="Equation" r:id="rId4" imgW="444240" imgH="533160" progId="Equation.3">
              <p:embed/>
            </p:oleObj>
          </a:graphicData>
        </a:graphic>
      </p:graphicFrame>
      <p:graphicFrame>
        <p:nvGraphicFramePr>
          <p:cNvPr id="638984" name="Object 8"/>
          <p:cNvGraphicFramePr>
            <a:graphicFrameLocks noChangeAspect="1"/>
          </p:cNvGraphicFramePr>
          <p:nvPr/>
        </p:nvGraphicFramePr>
        <p:xfrm>
          <a:off x="6940550" y="5867400"/>
          <a:ext cx="531813" cy="609600"/>
        </p:xfrm>
        <a:graphic>
          <a:graphicData uri="http://schemas.openxmlformats.org/presentationml/2006/ole">
            <p:oleObj spid="_x0000_s638984" name="Equation" r:id="rId5" imgW="533160" imgH="609480" progId="Equation.3">
              <p:embed/>
            </p:oleObj>
          </a:graphicData>
        </a:graphic>
      </p:graphicFrame>
      <p:sp>
        <p:nvSpPr>
          <p:cNvPr id="638985" name="Freeform 9"/>
          <p:cNvSpPr>
            <a:spLocks/>
          </p:cNvSpPr>
          <p:nvPr/>
        </p:nvSpPr>
        <p:spPr bwMode="auto">
          <a:xfrm>
            <a:off x="2514600" y="47942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38986" name="Object 10"/>
          <p:cNvGraphicFramePr>
            <a:graphicFrameLocks noChangeAspect="1"/>
          </p:cNvGraphicFramePr>
          <p:nvPr/>
        </p:nvGraphicFramePr>
        <p:xfrm>
          <a:off x="1143000" y="3194050"/>
          <a:ext cx="1765300" cy="469900"/>
        </p:xfrm>
        <a:graphic>
          <a:graphicData uri="http://schemas.openxmlformats.org/presentationml/2006/ole">
            <p:oleObj spid="_x0000_s638986" name="Equation" r:id="rId6" imgW="1765300" imgH="469900" progId="Equation.3">
              <p:embed/>
            </p:oleObj>
          </a:graphicData>
        </a:graphic>
      </p:graphicFrame>
      <p:sp>
        <p:nvSpPr>
          <p:cNvPr id="638987" name="Line 11"/>
          <p:cNvSpPr>
            <a:spLocks noChangeShapeType="1"/>
          </p:cNvSpPr>
          <p:nvPr/>
        </p:nvSpPr>
        <p:spPr bwMode="auto">
          <a:xfrm flipV="1">
            <a:off x="2209800" y="62420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38988" name="Object 12"/>
          <p:cNvGraphicFramePr>
            <a:graphicFrameLocks noChangeAspect="1"/>
          </p:cNvGraphicFramePr>
          <p:nvPr/>
        </p:nvGraphicFramePr>
        <p:xfrm>
          <a:off x="1143000" y="3810000"/>
          <a:ext cx="1790700" cy="444500"/>
        </p:xfrm>
        <a:graphic>
          <a:graphicData uri="http://schemas.openxmlformats.org/presentationml/2006/ole">
            <p:oleObj spid="_x0000_s638988" name="Equation" r:id="rId7" imgW="1790700" imgH="444500" progId="Equation.3">
              <p:embed/>
            </p:oleObj>
          </a:graphicData>
        </a:graphic>
      </p:graphicFrame>
      <p:graphicFrame>
        <p:nvGraphicFramePr>
          <p:cNvPr id="638989" name="Object 13"/>
          <p:cNvGraphicFramePr>
            <a:graphicFrameLocks noChangeAspect="1"/>
          </p:cNvGraphicFramePr>
          <p:nvPr/>
        </p:nvGraphicFramePr>
        <p:xfrm>
          <a:off x="1219200" y="4343400"/>
          <a:ext cx="1536700" cy="469900"/>
        </p:xfrm>
        <a:graphic>
          <a:graphicData uri="http://schemas.openxmlformats.org/presentationml/2006/ole">
            <p:oleObj spid="_x0000_s638989" name="Equation" r:id="rId8" imgW="1536700" imgH="469900" progId="Equation.3">
              <p:embed/>
            </p:oleObj>
          </a:graphicData>
        </a:graphic>
      </p:graphicFrame>
      <p:graphicFrame>
        <p:nvGraphicFramePr>
          <p:cNvPr id="638990" name="Object 14"/>
          <p:cNvGraphicFramePr>
            <a:graphicFrameLocks noChangeAspect="1"/>
          </p:cNvGraphicFramePr>
          <p:nvPr/>
        </p:nvGraphicFramePr>
        <p:xfrm>
          <a:off x="3505200" y="3200400"/>
          <a:ext cx="1727200" cy="469900"/>
        </p:xfrm>
        <a:graphic>
          <a:graphicData uri="http://schemas.openxmlformats.org/presentationml/2006/ole">
            <p:oleObj spid="_x0000_s638990" name="Equation" r:id="rId9" imgW="1727200" imgH="469900" progId="Equation.3">
              <p:embed/>
            </p:oleObj>
          </a:graphicData>
        </a:graphic>
      </p:graphicFrame>
      <p:graphicFrame>
        <p:nvGraphicFramePr>
          <p:cNvPr id="638991" name="Object 15"/>
          <p:cNvGraphicFramePr>
            <a:graphicFrameLocks noChangeAspect="1"/>
          </p:cNvGraphicFramePr>
          <p:nvPr/>
        </p:nvGraphicFramePr>
        <p:xfrm>
          <a:off x="3505200" y="3810000"/>
          <a:ext cx="1638300" cy="444500"/>
        </p:xfrm>
        <a:graphic>
          <a:graphicData uri="http://schemas.openxmlformats.org/presentationml/2006/ole">
            <p:oleObj spid="_x0000_s638991" name="Equation" r:id="rId10" imgW="1638300" imgH="444500" progId="Equation.3">
              <p:embed/>
            </p:oleObj>
          </a:graphicData>
        </a:graphic>
      </p:graphicFrame>
      <p:graphicFrame>
        <p:nvGraphicFramePr>
          <p:cNvPr id="638992" name="Object 16"/>
          <p:cNvGraphicFramePr>
            <a:graphicFrameLocks noChangeAspect="1"/>
          </p:cNvGraphicFramePr>
          <p:nvPr/>
        </p:nvGraphicFramePr>
        <p:xfrm>
          <a:off x="3505200" y="4343400"/>
          <a:ext cx="1612900" cy="469900"/>
        </p:xfrm>
        <a:graphic>
          <a:graphicData uri="http://schemas.openxmlformats.org/presentationml/2006/ole">
            <p:oleObj spid="_x0000_s638992" name="Equation" r:id="rId11" imgW="1612900" imgH="469900" progId="Equation.3">
              <p:embed/>
            </p:oleObj>
          </a:graphicData>
        </a:graphic>
      </p:graphicFrame>
      <p:sp>
        <p:nvSpPr>
          <p:cNvPr id="638993" name="Line 17"/>
          <p:cNvSpPr>
            <a:spLocks noChangeShapeType="1"/>
          </p:cNvSpPr>
          <p:nvPr/>
        </p:nvSpPr>
        <p:spPr bwMode="auto">
          <a:xfrm>
            <a:off x="3429000" y="62484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38994" name="Object 18"/>
          <p:cNvGraphicFramePr>
            <a:graphicFrameLocks noChangeAspect="1"/>
          </p:cNvGraphicFramePr>
          <p:nvPr/>
        </p:nvGraphicFramePr>
        <p:xfrm>
          <a:off x="1981200" y="990600"/>
          <a:ext cx="4470400" cy="582613"/>
        </p:xfrm>
        <a:graphic>
          <a:graphicData uri="http://schemas.openxmlformats.org/presentationml/2006/ole">
            <p:oleObj spid="_x0000_s638994" name="Equation" r:id="rId12" imgW="4470120" imgH="583920" progId="Equation.3">
              <p:embed/>
            </p:oleObj>
          </a:graphicData>
        </a:graphic>
      </p:graphicFrame>
      <p:sp>
        <p:nvSpPr>
          <p:cNvPr id="638995" name="Text Box 19"/>
          <p:cNvSpPr txBox="1">
            <a:spLocks noChangeArrowheads="1"/>
          </p:cNvSpPr>
          <p:nvPr/>
        </p:nvSpPr>
        <p:spPr bwMode="auto">
          <a:xfrm>
            <a:off x="136525" y="101600"/>
            <a:ext cx="70596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 of a NPDA in correct form:</a:t>
            </a:r>
          </a:p>
        </p:txBody>
      </p:sp>
      <p:graphicFrame>
        <p:nvGraphicFramePr>
          <p:cNvPr id="638996" name="Object 20"/>
          <p:cNvGraphicFramePr>
            <a:graphicFrameLocks noChangeAspect="1"/>
          </p:cNvGraphicFramePr>
          <p:nvPr/>
        </p:nvGraphicFramePr>
        <p:xfrm>
          <a:off x="1143000" y="2133600"/>
          <a:ext cx="3975100" cy="493713"/>
        </p:xfrm>
        <a:graphic>
          <a:graphicData uri="http://schemas.openxmlformats.org/presentationml/2006/ole">
            <p:oleObj spid="_x0000_s638996" name="Equation" r:id="rId13" imgW="3974760" imgH="495000" progId="Equation.3">
              <p:embed/>
            </p:oleObj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9C768-3C62-4144-A784-4D89D8AA705C}" type="slidenum">
              <a:rPr lang="en-US" altLang="en-US"/>
              <a:pPr/>
              <a:t>43</a:t>
            </a:fld>
            <a:endParaRPr lang="en-US" altLang="en-US"/>
          </a:p>
        </p:txBody>
      </p:sp>
      <p:sp>
        <p:nvSpPr>
          <p:cNvPr id="640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Grammar Construction</a:t>
            </a:r>
          </a:p>
        </p:txBody>
      </p:sp>
      <p:graphicFrame>
        <p:nvGraphicFramePr>
          <p:cNvPr id="640003" name="Object 3"/>
          <p:cNvGraphicFramePr>
            <a:graphicFrameLocks noChangeAspect="1"/>
          </p:cNvGraphicFramePr>
          <p:nvPr/>
        </p:nvGraphicFramePr>
        <p:xfrm>
          <a:off x="5943600" y="2336800"/>
          <a:ext cx="1600200" cy="660400"/>
        </p:xfrm>
        <a:graphic>
          <a:graphicData uri="http://schemas.openxmlformats.org/presentationml/2006/ole">
            <p:oleObj spid="_x0000_s640003" name="Equation" r:id="rId3" imgW="1600200" imgH="660240" progId="Equation.3">
              <p:embed/>
            </p:oleObj>
          </a:graphicData>
        </a:graphic>
      </p:graphicFrame>
      <p:sp>
        <p:nvSpPr>
          <p:cNvPr id="640004" name="Text Box 4"/>
          <p:cNvSpPr txBox="1">
            <a:spLocks noChangeArrowheads="1"/>
          </p:cNvSpPr>
          <p:nvPr/>
        </p:nvSpPr>
        <p:spPr bwMode="auto">
          <a:xfrm>
            <a:off x="228600" y="914400"/>
            <a:ext cx="32512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In grammar      :</a:t>
            </a:r>
          </a:p>
        </p:txBody>
      </p:sp>
      <p:graphicFrame>
        <p:nvGraphicFramePr>
          <p:cNvPr id="640005" name="Object 5"/>
          <p:cNvGraphicFramePr>
            <a:graphicFrameLocks noChangeAspect="1"/>
          </p:cNvGraphicFramePr>
          <p:nvPr/>
        </p:nvGraphicFramePr>
        <p:xfrm>
          <a:off x="2835275" y="965200"/>
          <a:ext cx="393700" cy="419100"/>
        </p:xfrm>
        <a:graphic>
          <a:graphicData uri="http://schemas.openxmlformats.org/presentationml/2006/ole">
            <p:oleObj spid="_x0000_s640005" name="Equation" r:id="rId4" imgW="393480" imgH="419040" progId="Equation.3">
              <p:embed/>
            </p:oleObj>
          </a:graphicData>
        </a:graphic>
      </p:graphicFrame>
      <p:sp>
        <p:nvSpPr>
          <p:cNvPr id="640006" name="Text Box 6"/>
          <p:cNvSpPr txBox="1">
            <a:spLocks noChangeArrowheads="1"/>
          </p:cNvSpPr>
          <p:nvPr/>
        </p:nvSpPr>
        <p:spPr bwMode="auto">
          <a:xfrm>
            <a:off x="3505200" y="5410200"/>
            <a:ext cx="47656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Terminals:</a:t>
            </a:r>
          </a:p>
          <a:p>
            <a:r>
              <a:rPr lang="en-US"/>
              <a:t>Input symbols of NPDA </a:t>
            </a:r>
          </a:p>
        </p:txBody>
      </p:sp>
      <p:sp>
        <p:nvSpPr>
          <p:cNvPr id="640007" name="Text Box 7"/>
          <p:cNvSpPr txBox="1">
            <a:spLocks noChangeArrowheads="1"/>
          </p:cNvSpPr>
          <p:nvPr/>
        </p:nvSpPr>
        <p:spPr bwMode="auto">
          <a:xfrm>
            <a:off x="6019800" y="3657600"/>
            <a:ext cx="13954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states</a:t>
            </a:r>
          </a:p>
        </p:txBody>
      </p:sp>
      <p:sp>
        <p:nvSpPr>
          <p:cNvPr id="640008" name="Line 8"/>
          <p:cNvSpPr>
            <a:spLocks noChangeShapeType="1"/>
          </p:cNvSpPr>
          <p:nvPr/>
        </p:nvSpPr>
        <p:spPr bwMode="auto">
          <a:xfrm flipH="1" flipV="1">
            <a:off x="6324600" y="2971800"/>
            <a:ext cx="1524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0009" name="Line 9"/>
          <p:cNvSpPr>
            <a:spLocks noChangeShapeType="1"/>
          </p:cNvSpPr>
          <p:nvPr/>
        </p:nvSpPr>
        <p:spPr bwMode="auto">
          <a:xfrm flipV="1">
            <a:off x="6781800" y="2971800"/>
            <a:ext cx="15240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0010" name="Line 10"/>
          <p:cNvSpPr>
            <a:spLocks noChangeShapeType="1"/>
          </p:cNvSpPr>
          <p:nvPr/>
        </p:nvSpPr>
        <p:spPr bwMode="auto">
          <a:xfrm flipH="1">
            <a:off x="6705600" y="1676400"/>
            <a:ext cx="0" cy="609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0011" name="Text Box 11"/>
          <p:cNvSpPr txBox="1">
            <a:spLocks noChangeArrowheads="1"/>
          </p:cNvSpPr>
          <p:nvPr/>
        </p:nvSpPr>
        <p:spPr bwMode="auto">
          <a:xfrm>
            <a:off x="5334000" y="1143000"/>
            <a:ext cx="2709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Stack symbol</a:t>
            </a:r>
          </a:p>
        </p:txBody>
      </p:sp>
      <p:sp>
        <p:nvSpPr>
          <p:cNvPr id="640012" name="Text Box 12"/>
          <p:cNvSpPr txBox="1">
            <a:spLocks noChangeArrowheads="1"/>
          </p:cNvSpPr>
          <p:nvPr/>
        </p:nvSpPr>
        <p:spPr bwMode="auto">
          <a:xfrm>
            <a:off x="3505200" y="2286000"/>
            <a:ext cx="20685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Variables: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57E2E-EE78-490C-AFEE-0C14A3AF28F5}" type="slidenum">
              <a:rPr lang="en-US" altLang="en-US"/>
              <a:pPr/>
              <a:t>44</a:t>
            </a:fld>
            <a:endParaRPr lang="en-US" altLang="en-US"/>
          </a:p>
        </p:txBody>
      </p:sp>
      <p:sp>
        <p:nvSpPr>
          <p:cNvPr id="641026" name="Oval 2"/>
          <p:cNvSpPr>
            <a:spLocks noChangeArrowheads="1"/>
          </p:cNvSpPr>
          <p:nvPr/>
        </p:nvSpPr>
        <p:spPr bwMode="auto">
          <a:xfrm>
            <a:off x="5105400" y="121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1027" name="Oval 3"/>
          <p:cNvSpPr>
            <a:spLocks noChangeArrowheads="1"/>
          </p:cNvSpPr>
          <p:nvPr/>
        </p:nvSpPr>
        <p:spPr bwMode="auto">
          <a:xfrm>
            <a:off x="7924800" y="1219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1028" name="Line 4"/>
          <p:cNvSpPr>
            <a:spLocks noChangeShapeType="1"/>
          </p:cNvSpPr>
          <p:nvPr/>
        </p:nvSpPr>
        <p:spPr bwMode="auto">
          <a:xfrm>
            <a:off x="5791200" y="1600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1029" name="Object 5"/>
          <p:cNvGraphicFramePr>
            <a:graphicFrameLocks noChangeAspect="1"/>
          </p:cNvGraphicFramePr>
          <p:nvPr/>
        </p:nvGraphicFramePr>
        <p:xfrm>
          <a:off x="5264150" y="1335088"/>
          <a:ext cx="368300" cy="531812"/>
        </p:xfrm>
        <a:graphic>
          <a:graphicData uri="http://schemas.openxmlformats.org/presentationml/2006/ole">
            <p:oleObj spid="_x0000_s641029" name="Equation" r:id="rId3" imgW="368280" imgH="533160" progId="Equation.3">
              <p:embed/>
            </p:oleObj>
          </a:graphicData>
        </a:graphic>
      </p:graphicFrame>
      <p:graphicFrame>
        <p:nvGraphicFramePr>
          <p:cNvPr id="641030" name="Object 6"/>
          <p:cNvGraphicFramePr>
            <a:graphicFrameLocks noChangeAspect="1"/>
          </p:cNvGraphicFramePr>
          <p:nvPr/>
        </p:nvGraphicFramePr>
        <p:xfrm>
          <a:off x="8039100" y="1295400"/>
          <a:ext cx="457200" cy="609600"/>
        </p:xfrm>
        <a:graphic>
          <a:graphicData uri="http://schemas.openxmlformats.org/presentationml/2006/ole">
            <p:oleObj spid="_x0000_s641030" name="Equation" r:id="rId4" imgW="457200" imgH="609480" progId="Equation.3">
              <p:embed/>
            </p:oleObj>
          </a:graphicData>
        </a:graphic>
      </p:graphicFrame>
      <p:graphicFrame>
        <p:nvGraphicFramePr>
          <p:cNvPr id="641031" name="Object 7"/>
          <p:cNvGraphicFramePr>
            <a:graphicFrameLocks noChangeAspect="1"/>
          </p:cNvGraphicFramePr>
          <p:nvPr/>
        </p:nvGraphicFramePr>
        <p:xfrm>
          <a:off x="5918200" y="1125538"/>
          <a:ext cx="1714500" cy="481012"/>
        </p:xfrm>
        <a:graphic>
          <a:graphicData uri="http://schemas.openxmlformats.org/presentationml/2006/ole">
            <p:oleObj spid="_x0000_s641031" name="Equation" r:id="rId5" imgW="1714320" imgH="482400" progId="Equation.3">
              <p:embed/>
            </p:oleObj>
          </a:graphicData>
        </a:graphic>
      </p:graphicFrame>
      <p:sp>
        <p:nvSpPr>
          <p:cNvPr id="641032" name="Text Box 8"/>
          <p:cNvSpPr txBox="1">
            <a:spLocks noChangeArrowheads="1"/>
          </p:cNvSpPr>
          <p:nvPr/>
        </p:nvSpPr>
        <p:spPr bwMode="auto">
          <a:xfrm>
            <a:off x="517525" y="1244600"/>
            <a:ext cx="3813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each transition</a:t>
            </a:r>
          </a:p>
        </p:txBody>
      </p:sp>
      <p:sp>
        <p:nvSpPr>
          <p:cNvPr id="641033" name="Text Box 9"/>
          <p:cNvSpPr txBox="1">
            <a:spLocks noChangeArrowheads="1"/>
          </p:cNvSpPr>
          <p:nvPr/>
        </p:nvSpPr>
        <p:spPr bwMode="auto">
          <a:xfrm>
            <a:off x="457200" y="3733800"/>
            <a:ext cx="3776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add production</a:t>
            </a:r>
          </a:p>
        </p:txBody>
      </p:sp>
      <p:graphicFrame>
        <p:nvGraphicFramePr>
          <p:cNvPr id="641034" name="Rectangle 10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p:oleObj spid="_x0000_s641034" name="Equation" r:id="rId6" imgW="0" imgH="0" progId="Equation.3">
              <p:embed/>
            </p:oleObj>
          </a:graphicData>
        </a:graphic>
      </p:graphicFrame>
      <p:graphicFrame>
        <p:nvGraphicFramePr>
          <p:cNvPr id="641035" name="Object 11"/>
          <p:cNvGraphicFramePr>
            <a:graphicFrameLocks noChangeAspect="1"/>
          </p:cNvGraphicFramePr>
          <p:nvPr/>
        </p:nvGraphicFramePr>
        <p:xfrm>
          <a:off x="5105400" y="3733800"/>
          <a:ext cx="2324100" cy="609600"/>
        </p:xfrm>
        <a:graphic>
          <a:graphicData uri="http://schemas.openxmlformats.org/presentationml/2006/ole">
            <p:oleObj spid="_x0000_s641035" name="Equation" r:id="rId7" imgW="2323800" imgH="609480" progId="Equation.3">
              <p:embed/>
            </p:oleObj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82E135-CBFC-48C0-9EBC-EB27660E97EC}" type="slidenum">
              <a:rPr lang="en-US" altLang="en-US"/>
              <a:pPr/>
              <a:t>45</a:t>
            </a:fld>
            <a:endParaRPr lang="en-US" altLang="en-US"/>
          </a:p>
        </p:txBody>
      </p:sp>
      <p:sp>
        <p:nvSpPr>
          <p:cNvPr id="642050" name="Text Box 2"/>
          <p:cNvSpPr txBox="1">
            <a:spLocks noChangeArrowheads="1"/>
          </p:cNvSpPr>
          <p:nvPr/>
        </p:nvSpPr>
        <p:spPr bwMode="auto">
          <a:xfrm>
            <a:off x="1447800" y="304800"/>
            <a:ext cx="3813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each transition</a:t>
            </a:r>
          </a:p>
        </p:txBody>
      </p:sp>
      <p:sp>
        <p:nvSpPr>
          <p:cNvPr id="642051" name="Text Box 3"/>
          <p:cNvSpPr txBox="1">
            <a:spLocks noChangeArrowheads="1"/>
          </p:cNvSpPr>
          <p:nvPr/>
        </p:nvSpPr>
        <p:spPr bwMode="auto">
          <a:xfrm>
            <a:off x="1295400" y="2590800"/>
            <a:ext cx="39751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add productions</a:t>
            </a:r>
          </a:p>
        </p:txBody>
      </p:sp>
      <p:graphicFrame>
        <p:nvGraphicFramePr>
          <p:cNvPr id="642052" name="Object 4"/>
          <p:cNvGraphicFramePr>
            <a:graphicFrameLocks noChangeAspect="1"/>
          </p:cNvGraphicFramePr>
          <p:nvPr/>
        </p:nvGraphicFramePr>
        <p:xfrm>
          <a:off x="1371600" y="3657600"/>
          <a:ext cx="5270500" cy="609600"/>
        </p:xfrm>
        <a:graphic>
          <a:graphicData uri="http://schemas.openxmlformats.org/presentationml/2006/ole">
            <p:oleObj spid="_x0000_s642052" name="Equation" r:id="rId3" imgW="5270400" imgH="609480" progId="Equation.3">
              <p:embed/>
            </p:oleObj>
          </a:graphicData>
        </a:graphic>
      </p:graphicFrame>
      <p:sp>
        <p:nvSpPr>
          <p:cNvPr id="642053" name="Oval 5"/>
          <p:cNvSpPr>
            <a:spLocks noChangeArrowheads="1"/>
          </p:cNvSpPr>
          <p:nvPr/>
        </p:nvSpPr>
        <p:spPr bwMode="auto">
          <a:xfrm>
            <a:off x="1676400" y="1371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2054" name="Oval 6"/>
          <p:cNvSpPr>
            <a:spLocks noChangeArrowheads="1"/>
          </p:cNvSpPr>
          <p:nvPr/>
        </p:nvSpPr>
        <p:spPr bwMode="auto">
          <a:xfrm>
            <a:off x="4800600" y="1371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2055" name="Line 7"/>
          <p:cNvSpPr>
            <a:spLocks noChangeShapeType="1"/>
          </p:cNvSpPr>
          <p:nvPr/>
        </p:nvSpPr>
        <p:spPr bwMode="auto">
          <a:xfrm>
            <a:off x="2362200" y="1752600"/>
            <a:ext cx="2438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42056" name="Object 8"/>
          <p:cNvGraphicFramePr>
            <a:graphicFrameLocks noChangeAspect="1"/>
          </p:cNvGraphicFramePr>
          <p:nvPr/>
        </p:nvGraphicFramePr>
        <p:xfrm>
          <a:off x="1835150" y="1487488"/>
          <a:ext cx="368300" cy="531812"/>
        </p:xfrm>
        <a:graphic>
          <a:graphicData uri="http://schemas.openxmlformats.org/presentationml/2006/ole">
            <p:oleObj spid="_x0000_s642056" name="Equation" r:id="rId4" imgW="368280" imgH="533160" progId="Equation.3">
              <p:embed/>
            </p:oleObj>
          </a:graphicData>
        </a:graphic>
      </p:graphicFrame>
      <p:graphicFrame>
        <p:nvGraphicFramePr>
          <p:cNvPr id="642057" name="Object 9"/>
          <p:cNvGraphicFramePr>
            <a:graphicFrameLocks noChangeAspect="1"/>
          </p:cNvGraphicFramePr>
          <p:nvPr/>
        </p:nvGraphicFramePr>
        <p:xfrm>
          <a:off x="4914900" y="1447800"/>
          <a:ext cx="457200" cy="609600"/>
        </p:xfrm>
        <a:graphic>
          <a:graphicData uri="http://schemas.openxmlformats.org/presentationml/2006/ole">
            <p:oleObj spid="_x0000_s642057" name="Equation" r:id="rId5" imgW="457200" imgH="609480" progId="Equation.3">
              <p:embed/>
            </p:oleObj>
          </a:graphicData>
        </a:graphic>
      </p:graphicFrame>
      <p:graphicFrame>
        <p:nvGraphicFramePr>
          <p:cNvPr id="642058" name="Object 10"/>
          <p:cNvGraphicFramePr>
            <a:graphicFrameLocks noChangeAspect="1"/>
          </p:cNvGraphicFramePr>
          <p:nvPr/>
        </p:nvGraphicFramePr>
        <p:xfrm>
          <a:off x="2565400" y="1295400"/>
          <a:ext cx="2070100" cy="481013"/>
        </p:xfrm>
        <a:graphic>
          <a:graphicData uri="http://schemas.openxmlformats.org/presentationml/2006/ole">
            <p:oleObj spid="_x0000_s642058" name="Equation" r:id="rId6" imgW="2070000" imgH="482400" progId="Equation.3">
              <p:embed/>
            </p:oleObj>
          </a:graphicData>
        </a:graphic>
      </p:graphicFrame>
      <p:sp>
        <p:nvSpPr>
          <p:cNvPr id="642059" name="Text Box 11"/>
          <p:cNvSpPr txBox="1">
            <a:spLocks noChangeArrowheads="1"/>
          </p:cNvSpPr>
          <p:nvPr/>
        </p:nvSpPr>
        <p:spPr bwMode="auto">
          <a:xfrm>
            <a:off x="1143000" y="5029200"/>
            <a:ext cx="43656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all possible states</a:t>
            </a:r>
          </a:p>
          <a:p>
            <a:r>
              <a:rPr lang="en-US"/>
              <a:t>in the automaton </a:t>
            </a:r>
          </a:p>
        </p:txBody>
      </p:sp>
      <p:graphicFrame>
        <p:nvGraphicFramePr>
          <p:cNvPr id="642060" name="Object 12"/>
          <p:cNvGraphicFramePr>
            <a:graphicFrameLocks noChangeAspect="1"/>
          </p:cNvGraphicFramePr>
          <p:nvPr/>
        </p:nvGraphicFramePr>
        <p:xfrm>
          <a:off x="5715000" y="4953000"/>
          <a:ext cx="1001713" cy="531813"/>
        </p:xfrm>
        <a:graphic>
          <a:graphicData uri="http://schemas.openxmlformats.org/presentationml/2006/ole">
            <p:oleObj spid="_x0000_s642060" name="Equation" r:id="rId7" imgW="1002960" imgH="533160" progId="Equation.3">
              <p:embed/>
            </p:oleObj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4386F-C2A5-4DFB-ABE3-0F0D40A4640E}" type="slidenum">
              <a:rPr lang="en-US" altLang="en-US"/>
              <a:pPr/>
              <a:t>46</a:t>
            </a:fld>
            <a:endParaRPr lang="en-US" altLang="en-US"/>
          </a:p>
        </p:txBody>
      </p:sp>
      <p:sp>
        <p:nvSpPr>
          <p:cNvPr id="643074" name="Text Box 2"/>
          <p:cNvSpPr txBox="1">
            <a:spLocks noChangeArrowheads="1"/>
          </p:cNvSpPr>
          <p:nvPr/>
        </p:nvSpPr>
        <p:spPr bwMode="auto">
          <a:xfrm>
            <a:off x="457200" y="2514600"/>
            <a:ext cx="30622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Start Variable:</a:t>
            </a:r>
          </a:p>
        </p:txBody>
      </p:sp>
      <p:graphicFrame>
        <p:nvGraphicFramePr>
          <p:cNvPr id="643075" name="Object 3"/>
          <p:cNvGraphicFramePr>
            <a:graphicFrameLocks noChangeAspect="1"/>
          </p:cNvGraphicFramePr>
          <p:nvPr/>
        </p:nvGraphicFramePr>
        <p:xfrm>
          <a:off x="4143375" y="2463800"/>
          <a:ext cx="1727200" cy="660400"/>
        </p:xfrm>
        <a:graphic>
          <a:graphicData uri="http://schemas.openxmlformats.org/presentationml/2006/ole">
            <p:oleObj spid="_x0000_s643075" name="Equation" r:id="rId3" imgW="1726920" imgH="660240" progId="Equation.3">
              <p:embed/>
            </p:oleObj>
          </a:graphicData>
        </a:graphic>
      </p:graphicFrame>
      <p:sp>
        <p:nvSpPr>
          <p:cNvPr id="643076" name="Line 4"/>
          <p:cNvSpPr>
            <a:spLocks noChangeShapeType="1"/>
          </p:cNvSpPr>
          <p:nvPr/>
        </p:nvSpPr>
        <p:spPr bwMode="auto">
          <a:xfrm flipV="1">
            <a:off x="3429000" y="3048000"/>
            <a:ext cx="9906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3077" name="Line 5"/>
          <p:cNvSpPr>
            <a:spLocks noChangeShapeType="1"/>
          </p:cNvSpPr>
          <p:nvPr/>
        </p:nvSpPr>
        <p:spPr bwMode="auto">
          <a:xfrm flipH="1" flipV="1">
            <a:off x="5334000" y="3124200"/>
            <a:ext cx="12192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3078" name="Line 6"/>
          <p:cNvSpPr>
            <a:spLocks noChangeShapeType="1"/>
          </p:cNvSpPr>
          <p:nvPr/>
        </p:nvSpPr>
        <p:spPr bwMode="auto">
          <a:xfrm>
            <a:off x="4953000" y="1752600"/>
            <a:ext cx="0" cy="609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3079" name="Text Box 7"/>
          <p:cNvSpPr txBox="1">
            <a:spLocks noChangeArrowheads="1"/>
          </p:cNvSpPr>
          <p:nvPr/>
        </p:nvSpPr>
        <p:spPr bwMode="auto">
          <a:xfrm>
            <a:off x="3886200" y="1143000"/>
            <a:ext cx="42021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Stack bottom symbol</a:t>
            </a:r>
          </a:p>
        </p:txBody>
      </p:sp>
      <p:sp>
        <p:nvSpPr>
          <p:cNvPr id="643080" name="Text Box 8"/>
          <p:cNvSpPr txBox="1">
            <a:spLocks noChangeArrowheads="1"/>
          </p:cNvSpPr>
          <p:nvPr/>
        </p:nvSpPr>
        <p:spPr bwMode="auto">
          <a:xfrm>
            <a:off x="1752600" y="4038600"/>
            <a:ext cx="2389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Start state</a:t>
            </a:r>
          </a:p>
        </p:txBody>
      </p:sp>
      <p:sp>
        <p:nvSpPr>
          <p:cNvPr id="643081" name="Text Box 9"/>
          <p:cNvSpPr txBox="1">
            <a:spLocks noChangeArrowheads="1"/>
          </p:cNvSpPr>
          <p:nvPr/>
        </p:nvSpPr>
        <p:spPr bwMode="auto">
          <a:xfrm>
            <a:off x="5943600" y="4114800"/>
            <a:ext cx="217170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final state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CB47BA-F844-4E39-866E-8B8C5E06ABCE}" type="slidenum">
              <a:rPr lang="en-US" altLang="en-US"/>
              <a:pPr/>
              <a:t>47</a:t>
            </a:fld>
            <a:endParaRPr lang="en-US" altLang="en-US"/>
          </a:p>
        </p:txBody>
      </p:sp>
      <p:sp>
        <p:nvSpPr>
          <p:cNvPr id="644098" name="Text Box 2"/>
          <p:cNvSpPr txBox="1">
            <a:spLocks noChangeArrowheads="1"/>
          </p:cNvSpPr>
          <p:nvPr/>
        </p:nvSpPr>
        <p:spPr bwMode="auto">
          <a:xfrm>
            <a:off x="365125" y="1778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sp>
        <p:nvSpPr>
          <p:cNvPr id="644099" name="Text Box 3"/>
          <p:cNvSpPr txBox="1">
            <a:spLocks noChangeArrowheads="1"/>
          </p:cNvSpPr>
          <p:nvPr/>
        </p:nvSpPr>
        <p:spPr bwMode="auto">
          <a:xfrm>
            <a:off x="5016500" y="33480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44100" name="Object 4"/>
          <p:cNvGraphicFramePr>
            <a:graphicFrameLocks noChangeAspect="1"/>
          </p:cNvGraphicFramePr>
          <p:nvPr/>
        </p:nvGraphicFramePr>
        <p:xfrm>
          <a:off x="4464050" y="3505200"/>
          <a:ext cx="1651000" cy="508000"/>
        </p:xfrm>
        <a:graphic>
          <a:graphicData uri="http://schemas.openxmlformats.org/presentationml/2006/ole">
            <p:oleObj spid="_x0000_s644100" name="Equation" r:id="rId3" imgW="1650960" imgH="507960" progId="Equation.3">
              <p:embed/>
            </p:oleObj>
          </a:graphicData>
        </a:graphic>
      </p:graphicFrame>
      <p:sp>
        <p:nvSpPr>
          <p:cNvPr id="644101" name="Oval 5"/>
          <p:cNvSpPr>
            <a:spLocks noChangeArrowheads="1"/>
          </p:cNvSpPr>
          <p:nvPr/>
        </p:nvSpPr>
        <p:spPr bwMode="auto">
          <a:xfrm>
            <a:off x="2822575" y="368935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4102" name="Oval 6"/>
          <p:cNvSpPr>
            <a:spLocks noChangeArrowheads="1"/>
          </p:cNvSpPr>
          <p:nvPr/>
        </p:nvSpPr>
        <p:spPr bwMode="auto">
          <a:xfrm>
            <a:off x="6934200" y="3657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4103" name="Oval 7"/>
          <p:cNvSpPr>
            <a:spLocks noChangeArrowheads="1"/>
          </p:cNvSpPr>
          <p:nvPr/>
        </p:nvSpPr>
        <p:spPr bwMode="auto">
          <a:xfrm>
            <a:off x="6858000" y="3581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44104" name="Object 8"/>
          <p:cNvGraphicFramePr>
            <a:graphicFrameLocks noChangeAspect="1"/>
          </p:cNvGraphicFramePr>
          <p:nvPr/>
        </p:nvGraphicFramePr>
        <p:xfrm>
          <a:off x="2905125" y="3735388"/>
          <a:ext cx="442913" cy="531812"/>
        </p:xfrm>
        <a:graphic>
          <a:graphicData uri="http://schemas.openxmlformats.org/presentationml/2006/ole">
            <p:oleObj spid="_x0000_s644104" name="Equation" r:id="rId4" imgW="444240" imgH="533160" progId="Equation.3">
              <p:embed/>
            </p:oleObj>
          </a:graphicData>
        </a:graphic>
      </p:graphicFrame>
      <p:graphicFrame>
        <p:nvGraphicFramePr>
          <p:cNvPr id="644105" name="Object 9"/>
          <p:cNvGraphicFramePr>
            <a:graphicFrameLocks noChangeAspect="1"/>
          </p:cNvGraphicFramePr>
          <p:nvPr/>
        </p:nvGraphicFramePr>
        <p:xfrm>
          <a:off x="6940550" y="3657600"/>
          <a:ext cx="531813" cy="609600"/>
        </p:xfrm>
        <a:graphic>
          <a:graphicData uri="http://schemas.openxmlformats.org/presentationml/2006/ole">
            <p:oleObj spid="_x0000_s644105" name="Equation" r:id="rId5" imgW="533160" imgH="609480" progId="Equation.3">
              <p:embed/>
            </p:oleObj>
          </a:graphicData>
        </a:graphic>
      </p:graphicFrame>
      <p:sp>
        <p:nvSpPr>
          <p:cNvPr id="644106" name="Freeform 10"/>
          <p:cNvSpPr>
            <a:spLocks/>
          </p:cNvSpPr>
          <p:nvPr/>
        </p:nvSpPr>
        <p:spPr bwMode="auto">
          <a:xfrm>
            <a:off x="2514600" y="25844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4107" name="Object 11"/>
          <p:cNvGraphicFramePr>
            <a:graphicFrameLocks noChangeAspect="1"/>
          </p:cNvGraphicFramePr>
          <p:nvPr/>
        </p:nvGraphicFramePr>
        <p:xfrm>
          <a:off x="1143000" y="984250"/>
          <a:ext cx="1765300" cy="469900"/>
        </p:xfrm>
        <a:graphic>
          <a:graphicData uri="http://schemas.openxmlformats.org/presentationml/2006/ole">
            <p:oleObj spid="_x0000_s644107" name="Equation" r:id="rId6" imgW="1765300" imgH="469900" progId="Equation.3">
              <p:embed/>
            </p:oleObj>
          </a:graphicData>
        </a:graphic>
      </p:graphicFrame>
      <p:sp>
        <p:nvSpPr>
          <p:cNvPr id="644108" name="Line 12"/>
          <p:cNvSpPr>
            <a:spLocks noChangeShapeType="1"/>
          </p:cNvSpPr>
          <p:nvPr/>
        </p:nvSpPr>
        <p:spPr bwMode="auto">
          <a:xfrm flipV="1">
            <a:off x="2209800" y="40322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44109" name="Object 13"/>
          <p:cNvGraphicFramePr>
            <a:graphicFrameLocks noChangeAspect="1"/>
          </p:cNvGraphicFramePr>
          <p:nvPr/>
        </p:nvGraphicFramePr>
        <p:xfrm>
          <a:off x="1143000" y="1600200"/>
          <a:ext cx="1790700" cy="444500"/>
        </p:xfrm>
        <a:graphic>
          <a:graphicData uri="http://schemas.openxmlformats.org/presentationml/2006/ole">
            <p:oleObj spid="_x0000_s644109" name="Equation" r:id="rId7" imgW="1790700" imgH="444500" progId="Equation.3">
              <p:embed/>
            </p:oleObj>
          </a:graphicData>
        </a:graphic>
      </p:graphicFrame>
      <p:graphicFrame>
        <p:nvGraphicFramePr>
          <p:cNvPr id="644110" name="Object 14"/>
          <p:cNvGraphicFramePr>
            <a:graphicFrameLocks noChangeAspect="1"/>
          </p:cNvGraphicFramePr>
          <p:nvPr/>
        </p:nvGraphicFramePr>
        <p:xfrm>
          <a:off x="1219200" y="2133600"/>
          <a:ext cx="1536700" cy="469900"/>
        </p:xfrm>
        <a:graphic>
          <a:graphicData uri="http://schemas.openxmlformats.org/presentationml/2006/ole">
            <p:oleObj spid="_x0000_s644110" name="Equation" r:id="rId8" imgW="1536700" imgH="469900" progId="Equation.3">
              <p:embed/>
            </p:oleObj>
          </a:graphicData>
        </a:graphic>
      </p:graphicFrame>
      <p:graphicFrame>
        <p:nvGraphicFramePr>
          <p:cNvPr id="644111" name="Object 15"/>
          <p:cNvGraphicFramePr>
            <a:graphicFrameLocks noChangeAspect="1"/>
          </p:cNvGraphicFramePr>
          <p:nvPr/>
        </p:nvGraphicFramePr>
        <p:xfrm>
          <a:off x="3505200" y="990600"/>
          <a:ext cx="1727200" cy="469900"/>
        </p:xfrm>
        <a:graphic>
          <a:graphicData uri="http://schemas.openxmlformats.org/presentationml/2006/ole">
            <p:oleObj spid="_x0000_s644111" name="Equation" r:id="rId9" imgW="1727200" imgH="469900" progId="Equation.3">
              <p:embed/>
            </p:oleObj>
          </a:graphicData>
        </a:graphic>
      </p:graphicFrame>
      <p:graphicFrame>
        <p:nvGraphicFramePr>
          <p:cNvPr id="644112" name="Object 16"/>
          <p:cNvGraphicFramePr>
            <a:graphicFrameLocks noChangeAspect="1"/>
          </p:cNvGraphicFramePr>
          <p:nvPr/>
        </p:nvGraphicFramePr>
        <p:xfrm>
          <a:off x="3505200" y="1600200"/>
          <a:ext cx="1638300" cy="444500"/>
        </p:xfrm>
        <a:graphic>
          <a:graphicData uri="http://schemas.openxmlformats.org/presentationml/2006/ole">
            <p:oleObj spid="_x0000_s644112" name="Equation" r:id="rId10" imgW="1638300" imgH="444500" progId="Equation.3">
              <p:embed/>
            </p:oleObj>
          </a:graphicData>
        </a:graphic>
      </p:graphicFrame>
      <p:graphicFrame>
        <p:nvGraphicFramePr>
          <p:cNvPr id="644113" name="Object 17"/>
          <p:cNvGraphicFramePr>
            <a:graphicFrameLocks noChangeAspect="1"/>
          </p:cNvGraphicFramePr>
          <p:nvPr/>
        </p:nvGraphicFramePr>
        <p:xfrm>
          <a:off x="3505200" y="2133600"/>
          <a:ext cx="1612900" cy="469900"/>
        </p:xfrm>
        <a:graphic>
          <a:graphicData uri="http://schemas.openxmlformats.org/presentationml/2006/ole">
            <p:oleObj spid="_x0000_s644113" name="Equation" r:id="rId11" imgW="1612900" imgH="469900" progId="Equation.3">
              <p:embed/>
            </p:oleObj>
          </a:graphicData>
        </a:graphic>
      </p:graphicFrame>
      <p:sp>
        <p:nvSpPr>
          <p:cNvPr id="644114" name="Line 18"/>
          <p:cNvSpPr>
            <a:spLocks noChangeShapeType="1"/>
          </p:cNvSpPr>
          <p:nvPr/>
        </p:nvSpPr>
        <p:spPr bwMode="auto">
          <a:xfrm>
            <a:off x="3429000" y="4038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4115" name="Oval 19"/>
          <p:cNvSpPr>
            <a:spLocks noChangeArrowheads="1"/>
          </p:cNvSpPr>
          <p:nvPr/>
        </p:nvSpPr>
        <p:spPr bwMode="auto">
          <a:xfrm>
            <a:off x="914400" y="2057400"/>
            <a:ext cx="22860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4116" name="Rectangle 20"/>
          <p:cNvGraphicFramePr>
            <a:graphicFrameLocks/>
          </p:cNvGraphicFramePr>
          <p:nvPr/>
        </p:nvGraphicFramePr>
        <p:xfrm>
          <a:off x="1524000" y="1371600"/>
          <a:ext cx="6096000" cy="4064000"/>
        </p:xfrm>
        <a:graphic>
          <a:graphicData uri="http://schemas.openxmlformats.org/presentationml/2006/ole">
            <p:oleObj spid="_x0000_s644116" name="Equation" r:id="rId12" imgW="0" imgH="0" progId="Equation.3">
              <p:embed/>
            </p:oleObj>
          </a:graphicData>
        </a:graphic>
      </p:graphicFrame>
      <p:graphicFrame>
        <p:nvGraphicFramePr>
          <p:cNvPr id="644117" name="Object 21"/>
          <p:cNvGraphicFramePr>
            <a:graphicFrameLocks noChangeAspect="1"/>
          </p:cNvGraphicFramePr>
          <p:nvPr/>
        </p:nvGraphicFramePr>
        <p:xfrm>
          <a:off x="4724400" y="5715000"/>
          <a:ext cx="2286000" cy="531813"/>
        </p:xfrm>
        <a:graphic>
          <a:graphicData uri="http://schemas.openxmlformats.org/presentationml/2006/ole">
            <p:oleObj spid="_x0000_s644117" name="Equation" r:id="rId13" imgW="2286000" imgH="533160" progId="Equation.3">
              <p:embed/>
            </p:oleObj>
          </a:graphicData>
        </a:graphic>
      </p:graphicFrame>
      <p:sp>
        <p:nvSpPr>
          <p:cNvPr id="644118" name="Text Box 22"/>
          <p:cNvSpPr txBox="1">
            <a:spLocks noChangeArrowheads="1"/>
          </p:cNvSpPr>
          <p:nvPr/>
        </p:nvSpPr>
        <p:spPr bwMode="auto">
          <a:xfrm>
            <a:off x="212725" y="5740400"/>
            <a:ext cx="41624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 production: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D78F5-BCA3-4288-976A-2050BC06E077}" type="slidenum">
              <a:rPr lang="en-US" altLang="en-US"/>
              <a:pPr/>
              <a:t>48</a:t>
            </a:fld>
            <a:endParaRPr lang="en-US" altLang="en-US"/>
          </a:p>
        </p:txBody>
      </p:sp>
      <p:sp>
        <p:nvSpPr>
          <p:cNvPr id="645122" name="Text Box 2"/>
          <p:cNvSpPr txBox="1">
            <a:spLocks noChangeArrowheads="1"/>
          </p:cNvSpPr>
          <p:nvPr/>
        </p:nvSpPr>
        <p:spPr bwMode="auto">
          <a:xfrm>
            <a:off x="365125" y="1778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sp>
        <p:nvSpPr>
          <p:cNvPr id="645123" name="Text Box 3"/>
          <p:cNvSpPr txBox="1">
            <a:spLocks noChangeArrowheads="1"/>
          </p:cNvSpPr>
          <p:nvPr/>
        </p:nvSpPr>
        <p:spPr bwMode="auto">
          <a:xfrm>
            <a:off x="5016500" y="33480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45124" name="Object 4"/>
          <p:cNvGraphicFramePr>
            <a:graphicFrameLocks noChangeAspect="1"/>
          </p:cNvGraphicFramePr>
          <p:nvPr/>
        </p:nvGraphicFramePr>
        <p:xfrm>
          <a:off x="4464050" y="3505200"/>
          <a:ext cx="1651000" cy="508000"/>
        </p:xfrm>
        <a:graphic>
          <a:graphicData uri="http://schemas.openxmlformats.org/presentationml/2006/ole">
            <p:oleObj spid="_x0000_s645124" name="Equation" r:id="rId3" imgW="1650960" imgH="507960" progId="Equation.3">
              <p:embed/>
            </p:oleObj>
          </a:graphicData>
        </a:graphic>
      </p:graphicFrame>
      <p:sp>
        <p:nvSpPr>
          <p:cNvPr id="645125" name="Oval 5"/>
          <p:cNvSpPr>
            <a:spLocks noChangeArrowheads="1"/>
          </p:cNvSpPr>
          <p:nvPr/>
        </p:nvSpPr>
        <p:spPr bwMode="auto">
          <a:xfrm>
            <a:off x="2822575" y="368935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5126" name="Oval 6"/>
          <p:cNvSpPr>
            <a:spLocks noChangeArrowheads="1"/>
          </p:cNvSpPr>
          <p:nvPr/>
        </p:nvSpPr>
        <p:spPr bwMode="auto">
          <a:xfrm>
            <a:off x="6934200" y="3657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5127" name="Oval 7"/>
          <p:cNvSpPr>
            <a:spLocks noChangeArrowheads="1"/>
          </p:cNvSpPr>
          <p:nvPr/>
        </p:nvSpPr>
        <p:spPr bwMode="auto">
          <a:xfrm>
            <a:off x="6858000" y="3581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45128" name="Object 8"/>
          <p:cNvGraphicFramePr>
            <a:graphicFrameLocks noChangeAspect="1"/>
          </p:cNvGraphicFramePr>
          <p:nvPr/>
        </p:nvGraphicFramePr>
        <p:xfrm>
          <a:off x="2905125" y="3735388"/>
          <a:ext cx="442913" cy="531812"/>
        </p:xfrm>
        <a:graphic>
          <a:graphicData uri="http://schemas.openxmlformats.org/presentationml/2006/ole">
            <p:oleObj spid="_x0000_s645128" name="Equation" r:id="rId4" imgW="444240" imgH="533160" progId="Equation.3">
              <p:embed/>
            </p:oleObj>
          </a:graphicData>
        </a:graphic>
      </p:graphicFrame>
      <p:graphicFrame>
        <p:nvGraphicFramePr>
          <p:cNvPr id="645129" name="Object 9"/>
          <p:cNvGraphicFramePr>
            <a:graphicFrameLocks noChangeAspect="1"/>
          </p:cNvGraphicFramePr>
          <p:nvPr/>
        </p:nvGraphicFramePr>
        <p:xfrm>
          <a:off x="6940550" y="3657600"/>
          <a:ext cx="531813" cy="609600"/>
        </p:xfrm>
        <a:graphic>
          <a:graphicData uri="http://schemas.openxmlformats.org/presentationml/2006/ole">
            <p:oleObj spid="_x0000_s645129" name="Equation" r:id="rId5" imgW="533160" imgH="609480" progId="Equation.3">
              <p:embed/>
            </p:oleObj>
          </a:graphicData>
        </a:graphic>
      </p:graphicFrame>
      <p:sp>
        <p:nvSpPr>
          <p:cNvPr id="645130" name="Freeform 10"/>
          <p:cNvSpPr>
            <a:spLocks/>
          </p:cNvSpPr>
          <p:nvPr/>
        </p:nvSpPr>
        <p:spPr bwMode="auto">
          <a:xfrm>
            <a:off x="2514600" y="25844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5131" name="Object 11"/>
          <p:cNvGraphicFramePr>
            <a:graphicFrameLocks noChangeAspect="1"/>
          </p:cNvGraphicFramePr>
          <p:nvPr/>
        </p:nvGraphicFramePr>
        <p:xfrm>
          <a:off x="1143000" y="984250"/>
          <a:ext cx="1765300" cy="469900"/>
        </p:xfrm>
        <a:graphic>
          <a:graphicData uri="http://schemas.openxmlformats.org/presentationml/2006/ole">
            <p:oleObj spid="_x0000_s645131" name="Equation" r:id="rId6" imgW="1765300" imgH="469900" progId="Equation.3">
              <p:embed/>
            </p:oleObj>
          </a:graphicData>
        </a:graphic>
      </p:graphicFrame>
      <p:sp>
        <p:nvSpPr>
          <p:cNvPr id="645132" name="Line 12"/>
          <p:cNvSpPr>
            <a:spLocks noChangeShapeType="1"/>
          </p:cNvSpPr>
          <p:nvPr/>
        </p:nvSpPr>
        <p:spPr bwMode="auto">
          <a:xfrm flipV="1">
            <a:off x="2209800" y="40322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45133" name="Object 13"/>
          <p:cNvGraphicFramePr>
            <a:graphicFrameLocks noChangeAspect="1"/>
          </p:cNvGraphicFramePr>
          <p:nvPr/>
        </p:nvGraphicFramePr>
        <p:xfrm>
          <a:off x="1143000" y="1600200"/>
          <a:ext cx="1790700" cy="444500"/>
        </p:xfrm>
        <a:graphic>
          <a:graphicData uri="http://schemas.openxmlformats.org/presentationml/2006/ole">
            <p:oleObj spid="_x0000_s645133" name="Equation" r:id="rId7" imgW="1790700" imgH="444500" progId="Equation.3">
              <p:embed/>
            </p:oleObj>
          </a:graphicData>
        </a:graphic>
      </p:graphicFrame>
      <p:graphicFrame>
        <p:nvGraphicFramePr>
          <p:cNvPr id="645134" name="Object 14"/>
          <p:cNvGraphicFramePr>
            <a:graphicFrameLocks noChangeAspect="1"/>
          </p:cNvGraphicFramePr>
          <p:nvPr/>
        </p:nvGraphicFramePr>
        <p:xfrm>
          <a:off x="1219200" y="2133600"/>
          <a:ext cx="1536700" cy="469900"/>
        </p:xfrm>
        <a:graphic>
          <a:graphicData uri="http://schemas.openxmlformats.org/presentationml/2006/ole">
            <p:oleObj spid="_x0000_s645134" name="Equation" r:id="rId8" imgW="1536700" imgH="469900" progId="Equation.3">
              <p:embed/>
            </p:oleObj>
          </a:graphicData>
        </a:graphic>
      </p:graphicFrame>
      <p:graphicFrame>
        <p:nvGraphicFramePr>
          <p:cNvPr id="645135" name="Object 15"/>
          <p:cNvGraphicFramePr>
            <a:graphicFrameLocks noChangeAspect="1"/>
          </p:cNvGraphicFramePr>
          <p:nvPr/>
        </p:nvGraphicFramePr>
        <p:xfrm>
          <a:off x="3505200" y="990600"/>
          <a:ext cx="1727200" cy="469900"/>
        </p:xfrm>
        <a:graphic>
          <a:graphicData uri="http://schemas.openxmlformats.org/presentationml/2006/ole">
            <p:oleObj spid="_x0000_s645135" name="Equation" r:id="rId9" imgW="1727200" imgH="469900" progId="Equation.3">
              <p:embed/>
            </p:oleObj>
          </a:graphicData>
        </a:graphic>
      </p:graphicFrame>
      <p:graphicFrame>
        <p:nvGraphicFramePr>
          <p:cNvPr id="645136" name="Object 16"/>
          <p:cNvGraphicFramePr>
            <a:graphicFrameLocks noChangeAspect="1"/>
          </p:cNvGraphicFramePr>
          <p:nvPr/>
        </p:nvGraphicFramePr>
        <p:xfrm>
          <a:off x="3505200" y="1600200"/>
          <a:ext cx="1638300" cy="444500"/>
        </p:xfrm>
        <a:graphic>
          <a:graphicData uri="http://schemas.openxmlformats.org/presentationml/2006/ole">
            <p:oleObj spid="_x0000_s645136" name="Equation" r:id="rId10" imgW="1638300" imgH="444500" progId="Equation.3">
              <p:embed/>
            </p:oleObj>
          </a:graphicData>
        </a:graphic>
      </p:graphicFrame>
      <p:graphicFrame>
        <p:nvGraphicFramePr>
          <p:cNvPr id="645137" name="Object 17"/>
          <p:cNvGraphicFramePr>
            <a:graphicFrameLocks noChangeAspect="1"/>
          </p:cNvGraphicFramePr>
          <p:nvPr/>
        </p:nvGraphicFramePr>
        <p:xfrm>
          <a:off x="3505200" y="2133600"/>
          <a:ext cx="1612900" cy="469900"/>
        </p:xfrm>
        <a:graphic>
          <a:graphicData uri="http://schemas.openxmlformats.org/presentationml/2006/ole">
            <p:oleObj spid="_x0000_s645137" name="Equation" r:id="rId11" imgW="1612900" imgH="469900" progId="Equation.3">
              <p:embed/>
            </p:oleObj>
          </a:graphicData>
        </a:graphic>
      </p:graphicFrame>
      <p:sp>
        <p:nvSpPr>
          <p:cNvPr id="645138" name="Line 18"/>
          <p:cNvSpPr>
            <a:spLocks noChangeShapeType="1"/>
          </p:cNvSpPr>
          <p:nvPr/>
        </p:nvSpPr>
        <p:spPr bwMode="auto">
          <a:xfrm>
            <a:off x="3429000" y="4038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5139" name="Oval 19"/>
          <p:cNvSpPr>
            <a:spLocks noChangeArrowheads="1"/>
          </p:cNvSpPr>
          <p:nvPr/>
        </p:nvSpPr>
        <p:spPr bwMode="auto">
          <a:xfrm>
            <a:off x="3200400" y="914400"/>
            <a:ext cx="22860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5140" name="Rectangle 20"/>
          <p:cNvGraphicFramePr>
            <a:graphicFrameLocks/>
          </p:cNvGraphicFramePr>
          <p:nvPr/>
        </p:nvGraphicFramePr>
        <p:xfrm>
          <a:off x="1524000" y="1371600"/>
          <a:ext cx="6096000" cy="4064000"/>
        </p:xfrm>
        <a:graphic>
          <a:graphicData uri="http://schemas.openxmlformats.org/presentationml/2006/ole">
            <p:oleObj spid="_x0000_s645140" name="Equation" r:id="rId12" imgW="0" imgH="0" progId="Equation.3">
              <p:embed/>
            </p:oleObj>
          </a:graphicData>
        </a:graphic>
      </p:graphicFrame>
      <p:graphicFrame>
        <p:nvGraphicFramePr>
          <p:cNvPr id="645141" name="Object 21"/>
          <p:cNvGraphicFramePr>
            <a:graphicFrameLocks noChangeAspect="1"/>
          </p:cNvGraphicFramePr>
          <p:nvPr/>
        </p:nvGraphicFramePr>
        <p:xfrm>
          <a:off x="239713" y="5105400"/>
          <a:ext cx="8904287" cy="1397000"/>
        </p:xfrm>
        <a:graphic>
          <a:graphicData uri="http://schemas.openxmlformats.org/presentationml/2006/ole">
            <p:oleObj spid="_x0000_s645141" name="Equation" r:id="rId13" imgW="8902440" imgH="1396800" progId="Equation.3">
              <p:embed/>
            </p:oleObj>
          </a:graphicData>
        </a:graphic>
      </p:graphicFrame>
      <p:sp>
        <p:nvSpPr>
          <p:cNvPr id="645142" name="Text Box 22"/>
          <p:cNvSpPr txBox="1">
            <a:spLocks noChangeArrowheads="1"/>
          </p:cNvSpPr>
          <p:nvPr/>
        </p:nvSpPr>
        <p:spPr bwMode="auto">
          <a:xfrm>
            <a:off x="304800" y="4419600"/>
            <a:ext cx="43608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 productions: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54D95-9403-4E7C-B027-7F7188F8CA7D}" type="slidenum">
              <a:rPr lang="en-US" altLang="en-US"/>
              <a:pPr/>
              <a:t>49</a:t>
            </a:fld>
            <a:endParaRPr lang="en-US" altLang="en-US"/>
          </a:p>
        </p:txBody>
      </p:sp>
      <p:sp>
        <p:nvSpPr>
          <p:cNvPr id="646146" name="Text Box 2"/>
          <p:cNvSpPr txBox="1">
            <a:spLocks noChangeArrowheads="1"/>
          </p:cNvSpPr>
          <p:nvPr/>
        </p:nvSpPr>
        <p:spPr bwMode="auto">
          <a:xfrm>
            <a:off x="365125" y="177800"/>
            <a:ext cx="1874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Example:</a:t>
            </a:r>
          </a:p>
        </p:txBody>
      </p:sp>
      <p:sp>
        <p:nvSpPr>
          <p:cNvPr id="646147" name="Text Box 3"/>
          <p:cNvSpPr txBox="1">
            <a:spLocks noChangeArrowheads="1"/>
          </p:cNvSpPr>
          <p:nvPr/>
        </p:nvSpPr>
        <p:spPr bwMode="auto">
          <a:xfrm>
            <a:off x="5016500" y="334803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46148" name="Object 4"/>
          <p:cNvGraphicFramePr>
            <a:graphicFrameLocks noChangeAspect="1"/>
          </p:cNvGraphicFramePr>
          <p:nvPr/>
        </p:nvGraphicFramePr>
        <p:xfrm>
          <a:off x="4464050" y="3505200"/>
          <a:ext cx="1651000" cy="508000"/>
        </p:xfrm>
        <a:graphic>
          <a:graphicData uri="http://schemas.openxmlformats.org/presentationml/2006/ole">
            <p:oleObj spid="_x0000_s646148" name="Equation" r:id="rId3" imgW="1650960" imgH="507960" progId="Equation.3">
              <p:embed/>
            </p:oleObj>
          </a:graphicData>
        </a:graphic>
      </p:graphicFrame>
      <p:sp>
        <p:nvSpPr>
          <p:cNvPr id="646149" name="Oval 5"/>
          <p:cNvSpPr>
            <a:spLocks noChangeArrowheads="1"/>
          </p:cNvSpPr>
          <p:nvPr/>
        </p:nvSpPr>
        <p:spPr bwMode="auto">
          <a:xfrm>
            <a:off x="2822575" y="368935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6150" name="Oval 6"/>
          <p:cNvSpPr>
            <a:spLocks noChangeArrowheads="1"/>
          </p:cNvSpPr>
          <p:nvPr/>
        </p:nvSpPr>
        <p:spPr bwMode="auto">
          <a:xfrm>
            <a:off x="6934200" y="3657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46151" name="Oval 7"/>
          <p:cNvSpPr>
            <a:spLocks noChangeArrowheads="1"/>
          </p:cNvSpPr>
          <p:nvPr/>
        </p:nvSpPr>
        <p:spPr bwMode="auto">
          <a:xfrm>
            <a:off x="6858000" y="3581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46152" name="Object 8"/>
          <p:cNvGraphicFramePr>
            <a:graphicFrameLocks noChangeAspect="1"/>
          </p:cNvGraphicFramePr>
          <p:nvPr/>
        </p:nvGraphicFramePr>
        <p:xfrm>
          <a:off x="2905125" y="3735388"/>
          <a:ext cx="442913" cy="531812"/>
        </p:xfrm>
        <a:graphic>
          <a:graphicData uri="http://schemas.openxmlformats.org/presentationml/2006/ole">
            <p:oleObj spid="_x0000_s646152" name="Equation" r:id="rId4" imgW="444240" imgH="533160" progId="Equation.3">
              <p:embed/>
            </p:oleObj>
          </a:graphicData>
        </a:graphic>
      </p:graphicFrame>
      <p:graphicFrame>
        <p:nvGraphicFramePr>
          <p:cNvPr id="646153" name="Object 9"/>
          <p:cNvGraphicFramePr>
            <a:graphicFrameLocks noChangeAspect="1"/>
          </p:cNvGraphicFramePr>
          <p:nvPr/>
        </p:nvGraphicFramePr>
        <p:xfrm>
          <a:off x="6940550" y="3657600"/>
          <a:ext cx="531813" cy="609600"/>
        </p:xfrm>
        <a:graphic>
          <a:graphicData uri="http://schemas.openxmlformats.org/presentationml/2006/ole">
            <p:oleObj spid="_x0000_s646153" name="Equation" r:id="rId5" imgW="533160" imgH="609480" progId="Equation.3">
              <p:embed/>
            </p:oleObj>
          </a:graphicData>
        </a:graphic>
      </p:graphicFrame>
      <p:sp>
        <p:nvSpPr>
          <p:cNvPr id="646154" name="Freeform 10"/>
          <p:cNvSpPr>
            <a:spLocks/>
          </p:cNvSpPr>
          <p:nvPr/>
        </p:nvSpPr>
        <p:spPr bwMode="auto">
          <a:xfrm>
            <a:off x="2514600" y="258445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46155" name="Object 11"/>
          <p:cNvGraphicFramePr>
            <a:graphicFrameLocks noChangeAspect="1"/>
          </p:cNvGraphicFramePr>
          <p:nvPr/>
        </p:nvGraphicFramePr>
        <p:xfrm>
          <a:off x="1143000" y="984250"/>
          <a:ext cx="1765300" cy="469900"/>
        </p:xfrm>
        <a:graphic>
          <a:graphicData uri="http://schemas.openxmlformats.org/presentationml/2006/ole">
            <p:oleObj spid="_x0000_s646155" name="Equation" r:id="rId6" imgW="1765300" imgH="469900" progId="Equation.3">
              <p:embed/>
            </p:oleObj>
          </a:graphicData>
        </a:graphic>
      </p:graphicFrame>
      <p:sp>
        <p:nvSpPr>
          <p:cNvPr id="646156" name="Line 12"/>
          <p:cNvSpPr>
            <a:spLocks noChangeShapeType="1"/>
          </p:cNvSpPr>
          <p:nvPr/>
        </p:nvSpPr>
        <p:spPr bwMode="auto">
          <a:xfrm flipV="1">
            <a:off x="2209800" y="4032250"/>
            <a:ext cx="609600" cy="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46157" name="Object 13"/>
          <p:cNvGraphicFramePr>
            <a:graphicFrameLocks noChangeAspect="1"/>
          </p:cNvGraphicFramePr>
          <p:nvPr/>
        </p:nvGraphicFramePr>
        <p:xfrm>
          <a:off x="1143000" y="1600200"/>
          <a:ext cx="1790700" cy="444500"/>
        </p:xfrm>
        <a:graphic>
          <a:graphicData uri="http://schemas.openxmlformats.org/presentationml/2006/ole">
            <p:oleObj spid="_x0000_s646157" name="Equation" r:id="rId7" imgW="1790700" imgH="444500" progId="Equation.3">
              <p:embed/>
            </p:oleObj>
          </a:graphicData>
        </a:graphic>
      </p:graphicFrame>
      <p:graphicFrame>
        <p:nvGraphicFramePr>
          <p:cNvPr id="646158" name="Object 14"/>
          <p:cNvGraphicFramePr>
            <a:graphicFrameLocks noChangeAspect="1"/>
          </p:cNvGraphicFramePr>
          <p:nvPr/>
        </p:nvGraphicFramePr>
        <p:xfrm>
          <a:off x="1219200" y="2133600"/>
          <a:ext cx="1536700" cy="469900"/>
        </p:xfrm>
        <a:graphic>
          <a:graphicData uri="http://schemas.openxmlformats.org/presentationml/2006/ole">
            <p:oleObj spid="_x0000_s646158" name="Equation" r:id="rId8" imgW="1536700" imgH="469900" progId="Equation.3">
              <p:embed/>
            </p:oleObj>
          </a:graphicData>
        </a:graphic>
      </p:graphicFrame>
      <p:graphicFrame>
        <p:nvGraphicFramePr>
          <p:cNvPr id="646159" name="Object 15"/>
          <p:cNvGraphicFramePr>
            <a:graphicFrameLocks noChangeAspect="1"/>
          </p:cNvGraphicFramePr>
          <p:nvPr/>
        </p:nvGraphicFramePr>
        <p:xfrm>
          <a:off x="3505200" y="990600"/>
          <a:ext cx="1727200" cy="469900"/>
        </p:xfrm>
        <a:graphic>
          <a:graphicData uri="http://schemas.openxmlformats.org/presentationml/2006/ole">
            <p:oleObj spid="_x0000_s646159" name="Equation" r:id="rId9" imgW="1727200" imgH="469900" progId="Equation.3">
              <p:embed/>
            </p:oleObj>
          </a:graphicData>
        </a:graphic>
      </p:graphicFrame>
      <p:graphicFrame>
        <p:nvGraphicFramePr>
          <p:cNvPr id="646160" name="Object 16"/>
          <p:cNvGraphicFramePr>
            <a:graphicFrameLocks noChangeAspect="1"/>
          </p:cNvGraphicFramePr>
          <p:nvPr/>
        </p:nvGraphicFramePr>
        <p:xfrm>
          <a:off x="3505200" y="1600200"/>
          <a:ext cx="1638300" cy="444500"/>
        </p:xfrm>
        <a:graphic>
          <a:graphicData uri="http://schemas.openxmlformats.org/presentationml/2006/ole">
            <p:oleObj spid="_x0000_s646160" name="Equation" r:id="rId10" imgW="1638300" imgH="444500" progId="Equation.3">
              <p:embed/>
            </p:oleObj>
          </a:graphicData>
        </a:graphic>
      </p:graphicFrame>
      <p:graphicFrame>
        <p:nvGraphicFramePr>
          <p:cNvPr id="646161" name="Object 17"/>
          <p:cNvGraphicFramePr>
            <a:graphicFrameLocks noChangeAspect="1"/>
          </p:cNvGraphicFramePr>
          <p:nvPr/>
        </p:nvGraphicFramePr>
        <p:xfrm>
          <a:off x="3505200" y="2133600"/>
          <a:ext cx="1612900" cy="469900"/>
        </p:xfrm>
        <a:graphic>
          <a:graphicData uri="http://schemas.openxmlformats.org/presentationml/2006/ole">
            <p:oleObj spid="_x0000_s646161" name="Equation" r:id="rId11" imgW="1612900" imgH="469900" progId="Equation.3">
              <p:embed/>
            </p:oleObj>
          </a:graphicData>
        </a:graphic>
      </p:graphicFrame>
      <p:sp>
        <p:nvSpPr>
          <p:cNvPr id="646162" name="Line 18"/>
          <p:cNvSpPr>
            <a:spLocks noChangeShapeType="1"/>
          </p:cNvSpPr>
          <p:nvPr/>
        </p:nvSpPr>
        <p:spPr bwMode="auto">
          <a:xfrm>
            <a:off x="3429000" y="4038600"/>
            <a:ext cx="3429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6163" name="Oval 19"/>
          <p:cNvSpPr>
            <a:spLocks noChangeArrowheads="1"/>
          </p:cNvSpPr>
          <p:nvPr/>
        </p:nvSpPr>
        <p:spPr bwMode="auto">
          <a:xfrm>
            <a:off x="4114800" y="3429000"/>
            <a:ext cx="22860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46164" name="Text Box 20"/>
          <p:cNvSpPr txBox="1">
            <a:spLocks noChangeArrowheads="1"/>
          </p:cNvSpPr>
          <p:nvPr/>
        </p:nvSpPr>
        <p:spPr bwMode="auto">
          <a:xfrm>
            <a:off x="0" y="5181600"/>
            <a:ext cx="41624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Grammar production:</a:t>
            </a:r>
          </a:p>
        </p:txBody>
      </p:sp>
      <p:graphicFrame>
        <p:nvGraphicFramePr>
          <p:cNvPr id="646165" name="Object 21"/>
          <p:cNvGraphicFramePr>
            <a:graphicFrameLocks noChangeAspect="1"/>
          </p:cNvGraphicFramePr>
          <p:nvPr/>
        </p:nvGraphicFramePr>
        <p:xfrm>
          <a:off x="4343400" y="5181600"/>
          <a:ext cx="2476500" cy="609600"/>
        </p:xfrm>
        <a:graphic>
          <a:graphicData uri="http://schemas.openxmlformats.org/presentationml/2006/ole">
            <p:oleObj spid="_x0000_s646165" name="Equation" r:id="rId12" imgW="2476440" imgH="609480" progId="Equation.3">
              <p:embed/>
            </p:oleObj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DEA777-FBC2-4388-A412-07FA34E241E1}" type="slidenum">
              <a:rPr lang="en-US" altLang="en-US"/>
              <a:pPr/>
              <a:t>50</a:t>
            </a:fld>
            <a:endParaRPr lang="en-US" altLang="en-US"/>
          </a:p>
        </p:txBody>
      </p:sp>
      <p:graphicFrame>
        <p:nvGraphicFramePr>
          <p:cNvPr id="647170" name="Object 2"/>
          <p:cNvGraphicFramePr>
            <a:graphicFrameLocks noChangeAspect="1"/>
          </p:cNvGraphicFramePr>
          <p:nvPr/>
        </p:nvGraphicFramePr>
        <p:xfrm>
          <a:off x="0" y="1447800"/>
          <a:ext cx="8904288" cy="1397000"/>
        </p:xfrm>
        <a:graphic>
          <a:graphicData uri="http://schemas.openxmlformats.org/presentationml/2006/ole">
            <p:oleObj spid="_x0000_s647170" name="Equation" r:id="rId3" imgW="8902440" imgH="1396800" progId="Equation.3">
              <p:embed/>
            </p:oleObj>
          </a:graphicData>
        </a:graphic>
      </p:graphicFrame>
      <p:graphicFrame>
        <p:nvGraphicFramePr>
          <p:cNvPr id="647171" name="Object 3"/>
          <p:cNvGraphicFramePr>
            <a:graphicFrameLocks noChangeAspect="1"/>
          </p:cNvGraphicFramePr>
          <p:nvPr/>
        </p:nvGraphicFramePr>
        <p:xfrm>
          <a:off x="0" y="3200400"/>
          <a:ext cx="8688388" cy="1397000"/>
        </p:xfrm>
        <a:graphic>
          <a:graphicData uri="http://schemas.openxmlformats.org/presentationml/2006/ole">
            <p:oleObj spid="_x0000_s647171" name="Equation" r:id="rId4" imgW="8686800" imgH="1396800" progId="Equation.3">
              <p:embed/>
            </p:oleObj>
          </a:graphicData>
        </a:graphic>
      </p:graphicFrame>
      <p:graphicFrame>
        <p:nvGraphicFramePr>
          <p:cNvPr id="647172" name="Object 4"/>
          <p:cNvGraphicFramePr>
            <a:graphicFrameLocks noChangeAspect="1"/>
          </p:cNvGraphicFramePr>
          <p:nvPr/>
        </p:nvGraphicFramePr>
        <p:xfrm>
          <a:off x="36513" y="5029200"/>
          <a:ext cx="9107487" cy="1397000"/>
        </p:xfrm>
        <a:graphic>
          <a:graphicData uri="http://schemas.openxmlformats.org/presentationml/2006/ole">
            <p:oleObj spid="_x0000_s647172" name="Equation" r:id="rId5" imgW="9105840" imgH="1396800" progId="Equation.3">
              <p:embed/>
            </p:oleObj>
          </a:graphicData>
        </a:graphic>
      </p:graphicFrame>
      <p:sp>
        <p:nvSpPr>
          <p:cNvPr id="647173" name="Text Box 5"/>
          <p:cNvSpPr txBox="1">
            <a:spLocks noChangeArrowheads="1"/>
          </p:cNvSpPr>
          <p:nvPr/>
        </p:nvSpPr>
        <p:spPr bwMode="auto">
          <a:xfrm>
            <a:off x="136525" y="101600"/>
            <a:ext cx="38766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Resulting Grammar:</a:t>
            </a:r>
          </a:p>
        </p:txBody>
      </p:sp>
      <p:graphicFrame>
        <p:nvGraphicFramePr>
          <p:cNvPr id="647174" name="Object 6"/>
          <p:cNvGraphicFramePr>
            <a:graphicFrameLocks noChangeAspect="1"/>
          </p:cNvGraphicFramePr>
          <p:nvPr/>
        </p:nvGraphicFramePr>
        <p:xfrm>
          <a:off x="4419600" y="0"/>
          <a:ext cx="4165600" cy="609600"/>
        </p:xfrm>
        <a:graphic>
          <a:graphicData uri="http://schemas.openxmlformats.org/presentationml/2006/ole">
            <p:oleObj spid="_x0000_s647174" name="Equation" r:id="rId6" imgW="4165560" imgH="609480" progId="Equation.3">
              <p:embed/>
            </p:oleObj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E8EC4C-38B6-4A7F-AFDE-D2C79DD6AFC5}" type="slidenum">
              <a:rPr lang="en-US" altLang="en-US"/>
              <a:pPr/>
              <a:t>51</a:t>
            </a:fld>
            <a:endParaRPr lang="en-US" altLang="en-US"/>
          </a:p>
        </p:txBody>
      </p:sp>
      <p:graphicFrame>
        <p:nvGraphicFramePr>
          <p:cNvPr id="648194" name="Object 2"/>
          <p:cNvGraphicFramePr>
            <a:graphicFrameLocks noChangeAspect="1"/>
          </p:cNvGraphicFramePr>
          <p:nvPr/>
        </p:nvGraphicFramePr>
        <p:xfrm>
          <a:off x="23813" y="381000"/>
          <a:ext cx="9120187" cy="1397000"/>
        </p:xfrm>
        <a:graphic>
          <a:graphicData uri="http://schemas.openxmlformats.org/presentationml/2006/ole">
            <p:oleObj spid="_x0000_s648194" name="Equation" r:id="rId3" imgW="9118440" imgH="1396800" progId="Equation.3">
              <p:embed/>
            </p:oleObj>
          </a:graphicData>
        </a:graphic>
      </p:graphicFrame>
      <p:graphicFrame>
        <p:nvGraphicFramePr>
          <p:cNvPr id="648195" name="Object 3"/>
          <p:cNvGraphicFramePr>
            <a:graphicFrameLocks noChangeAspect="1"/>
          </p:cNvGraphicFramePr>
          <p:nvPr/>
        </p:nvGraphicFramePr>
        <p:xfrm>
          <a:off x="1111250" y="2387600"/>
          <a:ext cx="2349500" cy="1244600"/>
        </p:xfrm>
        <a:graphic>
          <a:graphicData uri="http://schemas.openxmlformats.org/presentationml/2006/ole">
            <p:oleObj spid="_x0000_s648195" name="Equation" r:id="rId4" imgW="2349360" imgH="1244520" progId="Equation.3">
              <p:embed/>
            </p:oleObj>
          </a:graphicData>
        </a:graphic>
      </p:graphicFrame>
      <p:graphicFrame>
        <p:nvGraphicFramePr>
          <p:cNvPr id="648196" name="Object 4"/>
          <p:cNvGraphicFramePr>
            <a:graphicFrameLocks noChangeAspect="1"/>
          </p:cNvGraphicFramePr>
          <p:nvPr/>
        </p:nvGraphicFramePr>
        <p:xfrm>
          <a:off x="1143000" y="4419600"/>
          <a:ext cx="2476500" cy="609600"/>
        </p:xfrm>
        <a:graphic>
          <a:graphicData uri="http://schemas.openxmlformats.org/presentationml/2006/ole">
            <p:oleObj spid="_x0000_s648196" name="Equation" r:id="rId5" imgW="2476440" imgH="609480" progId="Equation.3">
              <p:embed/>
            </p:oleObj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6B93B-7327-4523-8FCD-354AD0582105}" type="slidenum">
              <a:rPr lang="en-US" altLang="en-US"/>
              <a:pPr/>
              <a:t>52</a:t>
            </a:fld>
            <a:endParaRPr lang="en-US" altLang="en-US"/>
          </a:p>
        </p:txBody>
      </p:sp>
      <p:sp>
        <p:nvSpPr>
          <p:cNvPr id="649218" name="Text Box 2"/>
          <p:cNvSpPr txBox="1">
            <a:spLocks noChangeArrowheads="1"/>
          </p:cNvSpPr>
          <p:nvPr/>
        </p:nvSpPr>
        <p:spPr bwMode="auto">
          <a:xfrm>
            <a:off x="1254125" y="273050"/>
            <a:ext cx="39433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Derivation of string</a:t>
            </a:r>
          </a:p>
        </p:txBody>
      </p:sp>
      <p:graphicFrame>
        <p:nvGraphicFramePr>
          <p:cNvPr id="649219" name="Object 3"/>
          <p:cNvGraphicFramePr>
            <a:graphicFrameLocks noChangeAspect="1"/>
          </p:cNvGraphicFramePr>
          <p:nvPr/>
        </p:nvGraphicFramePr>
        <p:xfrm>
          <a:off x="5715000" y="381000"/>
          <a:ext cx="1054100" cy="430213"/>
        </p:xfrm>
        <a:graphic>
          <a:graphicData uri="http://schemas.openxmlformats.org/presentationml/2006/ole">
            <p:oleObj spid="_x0000_s649219" name="Equation" r:id="rId3" imgW="1054080" imgH="431640" progId="Equation.3">
              <p:embed/>
            </p:oleObj>
          </a:graphicData>
        </a:graphic>
      </p:graphicFrame>
      <p:graphicFrame>
        <p:nvGraphicFramePr>
          <p:cNvPr id="649220" name="Object 4"/>
          <p:cNvGraphicFramePr>
            <a:graphicFrameLocks noChangeAspect="1"/>
          </p:cNvGraphicFramePr>
          <p:nvPr/>
        </p:nvGraphicFramePr>
        <p:xfrm>
          <a:off x="0" y="1676400"/>
          <a:ext cx="2108200" cy="609600"/>
        </p:xfrm>
        <a:graphic>
          <a:graphicData uri="http://schemas.openxmlformats.org/presentationml/2006/ole">
            <p:oleObj spid="_x0000_s649220" name="Equation" r:id="rId4" imgW="2108160" imgH="609480" progId="Equation.3">
              <p:embed/>
            </p:oleObj>
          </a:graphicData>
        </a:graphic>
      </p:graphicFrame>
      <p:graphicFrame>
        <p:nvGraphicFramePr>
          <p:cNvPr id="649221" name="Object 5"/>
          <p:cNvGraphicFramePr>
            <a:graphicFrameLocks noChangeAspect="1"/>
          </p:cNvGraphicFramePr>
          <p:nvPr/>
        </p:nvGraphicFramePr>
        <p:xfrm>
          <a:off x="2438400" y="1676400"/>
          <a:ext cx="3810000" cy="609600"/>
        </p:xfrm>
        <a:graphic>
          <a:graphicData uri="http://schemas.openxmlformats.org/presentationml/2006/ole">
            <p:oleObj spid="_x0000_s649221" name="Equation" r:id="rId5" imgW="3809880" imgH="609480" progId="Equation.3">
              <p:embed/>
            </p:oleObj>
          </a:graphicData>
        </a:graphic>
      </p:graphicFrame>
      <p:graphicFrame>
        <p:nvGraphicFramePr>
          <p:cNvPr id="649222" name="Object 6"/>
          <p:cNvGraphicFramePr>
            <a:graphicFrameLocks noChangeAspect="1"/>
          </p:cNvGraphicFramePr>
          <p:nvPr/>
        </p:nvGraphicFramePr>
        <p:xfrm>
          <a:off x="3733800" y="2743200"/>
          <a:ext cx="2578100" cy="609600"/>
        </p:xfrm>
        <a:graphic>
          <a:graphicData uri="http://schemas.openxmlformats.org/presentationml/2006/ole">
            <p:oleObj spid="_x0000_s649222" name="Equation" r:id="rId6" imgW="2577960" imgH="609480" progId="Equation.3">
              <p:embed/>
            </p:oleObj>
          </a:graphicData>
        </a:graphic>
      </p:graphicFrame>
      <p:graphicFrame>
        <p:nvGraphicFramePr>
          <p:cNvPr id="649223" name="Object 7"/>
          <p:cNvGraphicFramePr>
            <a:graphicFrameLocks noChangeAspect="1"/>
          </p:cNvGraphicFramePr>
          <p:nvPr/>
        </p:nvGraphicFramePr>
        <p:xfrm>
          <a:off x="2133600" y="3810000"/>
          <a:ext cx="4191000" cy="609600"/>
        </p:xfrm>
        <a:graphic>
          <a:graphicData uri="http://schemas.openxmlformats.org/presentationml/2006/ole">
            <p:oleObj spid="_x0000_s649223" name="Equation" r:id="rId7" imgW="4190760" imgH="609480" progId="Equation.3">
              <p:embed/>
            </p:oleObj>
          </a:graphicData>
        </a:graphic>
      </p:graphicFrame>
      <p:graphicFrame>
        <p:nvGraphicFramePr>
          <p:cNvPr id="649224" name="Object 8"/>
          <p:cNvGraphicFramePr>
            <a:graphicFrameLocks noChangeAspect="1"/>
          </p:cNvGraphicFramePr>
          <p:nvPr/>
        </p:nvGraphicFramePr>
        <p:xfrm>
          <a:off x="3200400" y="4953000"/>
          <a:ext cx="3035300" cy="609600"/>
        </p:xfrm>
        <a:graphic>
          <a:graphicData uri="http://schemas.openxmlformats.org/presentationml/2006/ole">
            <p:oleObj spid="_x0000_s649224" name="Equation" r:id="rId8" imgW="3035160" imgH="609480" progId="Equation.3">
              <p:embed/>
            </p:oleObj>
          </a:graphicData>
        </a:graphic>
      </p:graphicFrame>
      <p:graphicFrame>
        <p:nvGraphicFramePr>
          <p:cNvPr id="649225" name="Object 9"/>
          <p:cNvGraphicFramePr>
            <a:graphicFrameLocks noChangeAspect="1"/>
          </p:cNvGraphicFramePr>
          <p:nvPr/>
        </p:nvGraphicFramePr>
        <p:xfrm>
          <a:off x="6502400" y="4933950"/>
          <a:ext cx="1054100" cy="430213"/>
        </p:xfrm>
        <a:graphic>
          <a:graphicData uri="http://schemas.openxmlformats.org/presentationml/2006/ole">
            <p:oleObj spid="_x0000_s649225" name="Equation" r:id="rId9" imgW="1054080" imgH="431640" progId="Equation.3">
              <p:embed/>
            </p:oleObj>
          </a:graphicData>
        </a:graphic>
      </p:graphicFrame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A1720-1DE1-4D79-AF5A-AA5F3F1DC4AB}" type="slidenum">
              <a:rPr lang="en-US" altLang="en-US"/>
              <a:pPr/>
              <a:t>53</a:t>
            </a:fld>
            <a:endParaRPr lang="en-US" altLang="en-US"/>
          </a:p>
        </p:txBody>
      </p:sp>
      <p:sp>
        <p:nvSpPr>
          <p:cNvPr id="651267" name="Text Box 3"/>
          <p:cNvSpPr txBox="1">
            <a:spLocks noChangeArrowheads="1"/>
          </p:cNvSpPr>
          <p:nvPr/>
        </p:nvSpPr>
        <p:spPr bwMode="auto">
          <a:xfrm>
            <a:off x="990600" y="533400"/>
            <a:ext cx="22510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In general:</a:t>
            </a:r>
          </a:p>
        </p:txBody>
      </p:sp>
      <p:graphicFrame>
        <p:nvGraphicFramePr>
          <p:cNvPr id="651268" name="Object 4"/>
          <p:cNvGraphicFramePr>
            <a:graphicFrameLocks noChangeAspect="1"/>
          </p:cNvGraphicFramePr>
          <p:nvPr/>
        </p:nvGraphicFramePr>
        <p:xfrm>
          <a:off x="3460750" y="1181100"/>
          <a:ext cx="2552700" cy="1077913"/>
        </p:xfrm>
        <a:graphic>
          <a:graphicData uri="http://schemas.openxmlformats.org/presentationml/2006/ole">
            <p:oleObj spid="_x0000_s651268" name="Equation" r:id="rId3" imgW="2552400" imgH="1079280" progId="Equation.3">
              <p:embed/>
            </p:oleObj>
          </a:graphicData>
        </a:graphic>
      </p:graphicFrame>
      <p:sp>
        <p:nvSpPr>
          <p:cNvPr id="651269" name="Text Box 5"/>
          <p:cNvSpPr txBox="1">
            <a:spLocks noChangeArrowheads="1"/>
          </p:cNvSpPr>
          <p:nvPr/>
        </p:nvSpPr>
        <p:spPr bwMode="auto">
          <a:xfrm>
            <a:off x="3352800" y="2667000"/>
            <a:ext cx="2600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and only if</a:t>
            </a:r>
          </a:p>
        </p:txBody>
      </p:sp>
      <p:sp>
        <p:nvSpPr>
          <p:cNvPr id="651270" name="Text Box 6"/>
          <p:cNvSpPr txBox="1">
            <a:spLocks noChangeArrowheads="1"/>
          </p:cNvSpPr>
          <p:nvPr/>
        </p:nvSpPr>
        <p:spPr bwMode="auto">
          <a:xfrm>
            <a:off x="1143000" y="3810000"/>
            <a:ext cx="7294563" cy="23320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NPDA goes from         to</a:t>
            </a:r>
          </a:p>
          <a:p>
            <a:r>
              <a:rPr lang="en-US"/>
              <a:t>by reading string           and</a:t>
            </a:r>
          </a:p>
          <a:p>
            <a:r>
              <a:rPr lang="en-US"/>
              <a:t>the stack doesn’t change below</a:t>
            </a:r>
          </a:p>
          <a:p>
            <a:r>
              <a:rPr lang="en-US"/>
              <a:t>and then        is removed from stack  </a:t>
            </a:r>
          </a:p>
        </p:txBody>
      </p:sp>
      <p:graphicFrame>
        <p:nvGraphicFramePr>
          <p:cNvPr id="651271" name="Object 7"/>
          <p:cNvGraphicFramePr>
            <a:graphicFrameLocks noChangeAspect="1"/>
          </p:cNvGraphicFramePr>
          <p:nvPr/>
        </p:nvGraphicFramePr>
        <p:xfrm>
          <a:off x="5486400" y="3733800"/>
          <a:ext cx="393700" cy="582613"/>
        </p:xfrm>
        <a:graphic>
          <a:graphicData uri="http://schemas.openxmlformats.org/presentationml/2006/ole">
            <p:oleObj spid="_x0000_s651271" name="Equation" r:id="rId4" imgW="393480" imgH="583920" progId="Equation.3">
              <p:embed/>
            </p:oleObj>
          </a:graphicData>
        </a:graphic>
      </p:graphicFrame>
      <p:graphicFrame>
        <p:nvGraphicFramePr>
          <p:cNvPr id="651272" name="Object 8"/>
          <p:cNvGraphicFramePr>
            <a:graphicFrameLocks noChangeAspect="1"/>
          </p:cNvGraphicFramePr>
          <p:nvPr/>
        </p:nvGraphicFramePr>
        <p:xfrm>
          <a:off x="4686300" y="2482850"/>
          <a:ext cx="228600" cy="520700"/>
        </p:xfrm>
        <a:graphic>
          <a:graphicData uri="http://schemas.openxmlformats.org/presentationml/2006/ole">
            <p:oleObj spid="_x0000_s651272" name="Equation" r:id="rId5" imgW="228600" imgH="520560" progId="Equation.3">
              <p:embed/>
            </p:oleObj>
          </a:graphicData>
        </a:graphic>
      </p:graphicFrame>
      <p:graphicFrame>
        <p:nvGraphicFramePr>
          <p:cNvPr id="651273" name="Object 9"/>
          <p:cNvGraphicFramePr>
            <a:graphicFrameLocks noChangeAspect="1"/>
          </p:cNvGraphicFramePr>
          <p:nvPr/>
        </p:nvGraphicFramePr>
        <p:xfrm>
          <a:off x="6934200" y="3810000"/>
          <a:ext cx="495300" cy="660400"/>
        </p:xfrm>
        <a:graphic>
          <a:graphicData uri="http://schemas.openxmlformats.org/presentationml/2006/ole">
            <p:oleObj spid="_x0000_s651273" name="Equation" r:id="rId6" imgW="495000" imgH="660240" progId="Equation.3">
              <p:embed/>
            </p:oleObj>
          </a:graphicData>
        </a:graphic>
      </p:graphicFrame>
      <p:graphicFrame>
        <p:nvGraphicFramePr>
          <p:cNvPr id="651274" name="Object 10"/>
          <p:cNvGraphicFramePr>
            <a:graphicFrameLocks noChangeAspect="1"/>
          </p:cNvGraphicFramePr>
          <p:nvPr/>
        </p:nvGraphicFramePr>
        <p:xfrm>
          <a:off x="3124200" y="5638800"/>
          <a:ext cx="368300" cy="406400"/>
        </p:xfrm>
        <a:graphic>
          <a:graphicData uri="http://schemas.openxmlformats.org/presentationml/2006/ole">
            <p:oleObj spid="_x0000_s651274" name="Equation" r:id="rId7" imgW="368280" imgH="406080" progId="Equation.3">
              <p:embed/>
            </p:oleObj>
          </a:graphicData>
        </a:graphic>
      </p:graphicFrame>
      <p:graphicFrame>
        <p:nvGraphicFramePr>
          <p:cNvPr id="651275" name="Object 11"/>
          <p:cNvGraphicFramePr>
            <a:graphicFrameLocks noChangeAspect="1"/>
          </p:cNvGraphicFramePr>
          <p:nvPr/>
        </p:nvGraphicFramePr>
        <p:xfrm>
          <a:off x="7239000" y="5029200"/>
          <a:ext cx="330200" cy="368300"/>
        </p:xfrm>
        <a:graphic>
          <a:graphicData uri="http://schemas.openxmlformats.org/presentationml/2006/ole">
            <p:oleObj spid="_x0000_s651275" name="Equation" r:id="rId8" imgW="330120" imgH="368280" progId="Equation.3">
              <p:embed/>
            </p:oleObj>
          </a:graphicData>
        </a:graphic>
      </p:graphicFrame>
      <p:graphicFrame>
        <p:nvGraphicFramePr>
          <p:cNvPr id="651276" name="Object 12"/>
          <p:cNvGraphicFramePr>
            <a:graphicFrameLocks noChangeAspect="1"/>
          </p:cNvGraphicFramePr>
          <p:nvPr/>
        </p:nvGraphicFramePr>
        <p:xfrm>
          <a:off x="4876800" y="4495800"/>
          <a:ext cx="457200" cy="381000"/>
        </p:xfrm>
        <a:graphic>
          <a:graphicData uri="http://schemas.openxmlformats.org/presentationml/2006/ole">
            <p:oleObj spid="_x0000_s651276" name="Equation" r:id="rId9" imgW="304560" imgH="253800" progId="Equation.3">
              <p:embed/>
            </p:oleObj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EDECD-5FE6-4168-980E-A901394DE609}" type="slidenum">
              <a:rPr lang="en-US" altLang="en-US"/>
              <a:pPr/>
              <a:t>54</a:t>
            </a:fld>
            <a:endParaRPr lang="en-US" altLang="en-US"/>
          </a:p>
        </p:txBody>
      </p:sp>
      <p:sp>
        <p:nvSpPr>
          <p:cNvPr id="650242" name="Text Box 2"/>
          <p:cNvSpPr txBox="1">
            <a:spLocks noChangeArrowheads="1"/>
          </p:cNvSpPr>
          <p:nvPr/>
        </p:nvSpPr>
        <p:spPr bwMode="auto">
          <a:xfrm>
            <a:off x="609600" y="381000"/>
            <a:ext cx="2295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Therefore:</a:t>
            </a:r>
          </a:p>
        </p:txBody>
      </p:sp>
      <p:graphicFrame>
        <p:nvGraphicFramePr>
          <p:cNvPr id="650243" name="Object 3"/>
          <p:cNvGraphicFramePr>
            <a:graphicFrameLocks noChangeAspect="1"/>
          </p:cNvGraphicFramePr>
          <p:nvPr/>
        </p:nvGraphicFramePr>
        <p:xfrm>
          <a:off x="2889250" y="1138238"/>
          <a:ext cx="2641600" cy="1077912"/>
        </p:xfrm>
        <a:graphic>
          <a:graphicData uri="http://schemas.openxmlformats.org/presentationml/2006/ole">
            <p:oleObj spid="_x0000_s650243" name="Equation" r:id="rId3" imgW="2641320" imgH="1079280" progId="Equation.3">
              <p:embed/>
            </p:oleObj>
          </a:graphicData>
        </a:graphic>
      </p:graphicFrame>
      <p:sp>
        <p:nvSpPr>
          <p:cNvPr id="650244" name="Text Box 4"/>
          <p:cNvSpPr txBox="1">
            <a:spLocks noChangeArrowheads="1"/>
          </p:cNvSpPr>
          <p:nvPr/>
        </p:nvSpPr>
        <p:spPr bwMode="auto">
          <a:xfrm>
            <a:off x="3048000" y="2743200"/>
            <a:ext cx="26003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if and only if</a:t>
            </a:r>
          </a:p>
        </p:txBody>
      </p:sp>
      <p:graphicFrame>
        <p:nvGraphicFramePr>
          <p:cNvPr id="650245" name="Object 5"/>
          <p:cNvGraphicFramePr>
            <a:graphicFrameLocks noChangeAspect="1"/>
          </p:cNvGraphicFramePr>
          <p:nvPr/>
        </p:nvGraphicFramePr>
        <p:xfrm>
          <a:off x="1524000" y="4267200"/>
          <a:ext cx="368300" cy="304800"/>
        </p:xfrm>
        <a:graphic>
          <a:graphicData uri="http://schemas.openxmlformats.org/presentationml/2006/ole">
            <p:oleObj spid="_x0000_s650245" name="Equation" r:id="rId4" imgW="368280" imgH="304560" progId="Equation.3">
              <p:embed/>
            </p:oleObj>
          </a:graphicData>
        </a:graphic>
      </p:graphicFrame>
      <p:sp>
        <p:nvSpPr>
          <p:cNvPr id="650246" name="Text Box 6"/>
          <p:cNvSpPr txBox="1">
            <a:spLocks noChangeArrowheads="1"/>
          </p:cNvSpPr>
          <p:nvPr/>
        </p:nvSpPr>
        <p:spPr bwMode="auto">
          <a:xfrm>
            <a:off x="2057400" y="4114800"/>
            <a:ext cx="49323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accepted by the NPDA</a:t>
            </a:r>
          </a:p>
        </p:txBody>
      </p:sp>
      <p:graphicFrame>
        <p:nvGraphicFramePr>
          <p:cNvPr id="650247" name="Object 7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p:oleObj spid="_x0000_s650247" name="Equation" r:id="rId5" imgW="228600" imgH="520560" progId="Equation.3">
              <p:embed/>
            </p:oleObj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62DCF6-75D0-4A5E-94B5-47A4300D640A}" type="slidenum">
              <a:rPr lang="en-US" altLang="en-US"/>
              <a:pPr/>
              <a:t>55</a:t>
            </a:fld>
            <a:endParaRPr lang="en-US" altLang="en-US"/>
          </a:p>
        </p:txBody>
      </p:sp>
      <p:sp>
        <p:nvSpPr>
          <p:cNvPr id="683010" name="Text Box 2"/>
          <p:cNvSpPr txBox="1">
            <a:spLocks noChangeArrowheads="1"/>
          </p:cNvSpPr>
          <p:nvPr/>
        </p:nvSpPr>
        <p:spPr bwMode="auto">
          <a:xfrm>
            <a:off x="212725" y="101600"/>
            <a:ext cx="2295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Therefore:</a:t>
            </a:r>
          </a:p>
        </p:txBody>
      </p:sp>
      <p:sp>
        <p:nvSpPr>
          <p:cNvPr id="683011" name="Text Box 3"/>
          <p:cNvSpPr txBox="1">
            <a:spLocks noChangeArrowheads="1"/>
          </p:cNvSpPr>
          <p:nvPr/>
        </p:nvSpPr>
        <p:spPr bwMode="auto">
          <a:xfrm>
            <a:off x="1219200" y="1066800"/>
            <a:ext cx="6413500" cy="17478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For any NPDA</a:t>
            </a:r>
          </a:p>
          <a:p>
            <a:r>
              <a:rPr lang="en-US"/>
              <a:t>there is a context-free grammar</a:t>
            </a:r>
          </a:p>
          <a:p>
            <a:r>
              <a:rPr lang="en-US"/>
              <a:t>that accepts the same language</a:t>
            </a:r>
          </a:p>
        </p:txBody>
      </p:sp>
      <p:sp>
        <p:nvSpPr>
          <p:cNvPr id="683015" name="AutoShape 7"/>
          <p:cNvSpPr>
            <a:spLocks noChangeArrowheads="1"/>
          </p:cNvSpPr>
          <p:nvPr/>
        </p:nvSpPr>
        <p:spPr bwMode="auto">
          <a:xfrm>
            <a:off x="533400" y="3810000"/>
            <a:ext cx="3138488" cy="1843088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Context-Free</a:t>
            </a:r>
          </a:p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(Grammars)</a:t>
            </a:r>
          </a:p>
        </p:txBody>
      </p:sp>
      <p:sp>
        <p:nvSpPr>
          <p:cNvPr id="683016" name="AutoShape 8"/>
          <p:cNvSpPr>
            <a:spLocks noChangeArrowheads="1"/>
          </p:cNvSpPr>
          <p:nvPr/>
        </p:nvSpPr>
        <p:spPr bwMode="auto">
          <a:xfrm>
            <a:off x="5375275" y="3817938"/>
            <a:ext cx="2944813" cy="1843087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Accepted by</a:t>
            </a:r>
          </a:p>
          <a:p>
            <a:pPr algn="ctr"/>
            <a:r>
              <a:rPr lang="en-US"/>
              <a:t>NPDAs</a:t>
            </a:r>
          </a:p>
        </p:txBody>
      </p:sp>
      <p:graphicFrame>
        <p:nvGraphicFramePr>
          <p:cNvPr id="683017" name="Object 9"/>
          <p:cNvGraphicFramePr>
            <a:graphicFrameLocks noChangeAspect="1"/>
          </p:cNvGraphicFramePr>
          <p:nvPr/>
        </p:nvGraphicFramePr>
        <p:xfrm>
          <a:off x="4132263" y="4289425"/>
          <a:ext cx="885825" cy="828675"/>
        </p:xfrm>
        <a:graphic>
          <a:graphicData uri="http://schemas.openxmlformats.org/presentationml/2006/ole">
            <p:oleObj spid="_x0000_s683017" name="Equation" r:id="rId3" imgW="393480" imgH="368280" progId="Equation.3">
              <p:embed/>
            </p:oleObj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Deterministic PDA</a:t>
            </a:r>
            <a:br>
              <a:rPr lang="en-US" sz="4400"/>
            </a:br>
            <a:r>
              <a:rPr lang="en-US" sz="4400"/>
              <a:t/>
            </a:r>
            <a:br>
              <a:rPr lang="en-US" sz="4400"/>
            </a:br>
            <a:r>
              <a:rPr lang="en-US" sz="4400"/>
              <a:t>DPDA</a:t>
            </a:r>
          </a:p>
        </p:txBody>
      </p:sp>
      <p:sp>
        <p:nvSpPr>
          <p:cNvPr id="65433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C74F4-CF47-4843-B65E-FFF52F1086C5}" type="slidenum">
              <a:rPr lang="en-US" altLang="en-US"/>
              <a:pPr/>
              <a:t>57</a:t>
            </a:fld>
            <a:endParaRPr lang="en-US" altLang="en-US"/>
          </a:p>
        </p:txBody>
      </p:sp>
      <p:sp>
        <p:nvSpPr>
          <p:cNvPr id="65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Deterministic PDA: DPDA</a:t>
            </a:r>
          </a:p>
        </p:txBody>
      </p:sp>
      <p:sp>
        <p:nvSpPr>
          <p:cNvPr id="655364" name="Oval 4"/>
          <p:cNvSpPr>
            <a:spLocks noChangeArrowheads="1"/>
          </p:cNvSpPr>
          <p:nvPr/>
        </p:nvSpPr>
        <p:spPr bwMode="auto">
          <a:xfrm>
            <a:off x="3048000" y="2057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5365" name="Oval 5"/>
          <p:cNvSpPr>
            <a:spLocks noChangeArrowheads="1"/>
          </p:cNvSpPr>
          <p:nvPr/>
        </p:nvSpPr>
        <p:spPr bwMode="auto">
          <a:xfrm>
            <a:off x="5867400" y="2057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5366" name="Line 6"/>
          <p:cNvSpPr>
            <a:spLocks noChangeShapeType="1"/>
          </p:cNvSpPr>
          <p:nvPr/>
        </p:nvSpPr>
        <p:spPr bwMode="auto">
          <a:xfrm>
            <a:off x="3733800" y="24384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5367" name="Object 7"/>
          <p:cNvGraphicFramePr>
            <a:graphicFrameLocks noChangeAspect="1"/>
          </p:cNvGraphicFramePr>
          <p:nvPr/>
        </p:nvGraphicFramePr>
        <p:xfrm>
          <a:off x="3200400" y="2209800"/>
          <a:ext cx="381000" cy="457200"/>
        </p:xfrm>
        <a:graphic>
          <a:graphicData uri="http://schemas.openxmlformats.org/presentationml/2006/ole">
            <p:oleObj spid="_x0000_s655367" name="Equation" r:id="rId3" imgW="381000" imgH="457200" progId="Equation.3">
              <p:embed/>
            </p:oleObj>
          </a:graphicData>
        </a:graphic>
      </p:graphicFrame>
      <p:graphicFrame>
        <p:nvGraphicFramePr>
          <p:cNvPr id="655368" name="Object 8"/>
          <p:cNvGraphicFramePr>
            <a:graphicFrameLocks noChangeAspect="1"/>
          </p:cNvGraphicFramePr>
          <p:nvPr/>
        </p:nvGraphicFramePr>
        <p:xfrm>
          <a:off x="5994400" y="2209800"/>
          <a:ext cx="431800" cy="457200"/>
        </p:xfrm>
        <a:graphic>
          <a:graphicData uri="http://schemas.openxmlformats.org/presentationml/2006/ole">
            <p:oleObj spid="_x0000_s655368" name="Equation" r:id="rId4" imgW="431800" imgH="457200" progId="Equation.3">
              <p:embed/>
            </p:oleObj>
          </a:graphicData>
        </a:graphic>
      </p:graphicFrame>
      <p:graphicFrame>
        <p:nvGraphicFramePr>
          <p:cNvPr id="655369" name="Object 9"/>
          <p:cNvGraphicFramePr>
            <a:graphicFrameLocks noChangeAspect="1"/>
          </p:cNvGraphicFramePr>
          <p:nvPr/>
        </p:nvGraphicFramePr>
        <p:xfrm>
          <a:off x="3892550" y="1957388"/>
          <a:ext cx="1651000" cy="493712"/>
        </p:xfrm>
        <a:graphic>
          <a:graphicData uri="http://schemas.openxmlformats.org/presentationml/2006/ole">
            <p:oleObj spid="_x0000_s655369" name="Equation" r:id="rId5" imgW="1650960" imgH="495000" progId="Equation.3">
              <p:embed/>
            </p:oleObj>
          </a:graphicData>
        </a:graphic>
      </p:graphicFrame>
      <p:sp>
        <p:nvSpPr>
          <p:cNvPr id="655381" name="Oval 21"/>
          <p:cNvSpPr>
            <a:spLocks noChangeArrowheads="1"/>
          </p:cNvSpPr>
          <p:nvPr/>
        </p:nvSpPr>
        <p:spPr bwMode="auto">
          <a:xfrm>
            <a:off x="30480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5382" name="Oval 22"/>
          <p:cNvSpPr>
            <a:spLocks noChangeArrowheads="1"/>
          </p:cNvSpPr>
          <p:nvPr/>
        </p:nvSpPr>
        <p:spPr bwMode="auto">
          <a:xfrm>
            <a:off x="5867400" y="4648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5383" name="Line 23"/>
          <p:cNvSpPr>
            <a:spLocks noChangeShapeType="1"/>
          </p:cNvSpPr>
          <p:nvPr/>
        </p:nvSpPr>
        <p:spPr bwMode="auto">
          <a:xfrm>
            <a:off x="3733800" y="5029200"/>
            <a:ext cx="2133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5384" name="Object 24"/>
          <p:cNvGraphicFramePr>
            <a:graphicFrameLocks noChangeAspect="1"/>
          </p:cNvGraphicFramePr>
          <p:nvPr/>
        </p:nvGraphicFramePr>
        <p:xfrm>
          <a:off x="3200400" y="4768850"/>
          <a:ext cx="381000" cy="520700"/>
        </p:xfrm>
        <a:graphic>
          <a:graphicData uri="http://schemas.openxmlformats.org/presentationml/2006/ole">
            <p:oleObj spid="_x0000_s655384" name="Equation" r:id="rId6" imgW="380880" imgH="520560" progId="Equation.3">
              <p:embed/>
            </p:oleObj>
          </a:graphicData>
        </a:graphic>
      </p:graphicFrame>
      <p:graphicFrame>
        <p:nvGraphicFramePr>
          <p:cNvPr id="655385" name="Object 25"/>
          <p:cNvGraphicFramePr>
            <a:graphicFrameLocks noChangeAspect="1"/>
          </p:cNvGraphicFramePr>
          <p:nvPr/>
        </p:nvGraphicFramePr>
        <p:xfrm>
          <a:off x="5989638" y="4768850"/>
          <a:ext cx="442912" cy="520700"/>
        </p:xfrm>
        <a:graphic>
          <a:graphicData uri="http://schemas.openxmlformats.org/presentationml/2006/ole">
            <p:oleObj spid="_x0000_s655385" name="Equation" r:id="rId7" imgW="444240" imgH="520560" progId="Equation.3">
              <p:embed/>
            </p:oleObj>
          </a:graphicData>
        </a:graphic>
      </p:graphicFrame>
      <p:graphicFrame>
        <p:nvGraphicFramePr>
          <p:cNvPr id="655386" name="Object 26"/>
          <p:cNvGraphicFramePr>
            <a:graphicFrameLocks noChangeAspect="1"/>
          </p:cNvGraphicFramePr>
          <p:nvPr/>
        </p:nvGraphicFramePr>
        <p:xfrm>
          <a:off x="3873500" y="4546600"/>
          <a:ext cx="1689100" cy="493713"/>
        </p:xfrm>
        <a:graphic>
          <a:graphicData uri="http://schemas.openxmlformats.org/presentationml/2006/ole">
            <p:oleObj spid="_x0000_s655386" name="Equation" r:id="rId8" imgW="1688760" imgH="495000" progId="Equation.3">
              <p:embed/>
            </p:oleObj>
          </a:graphicData>
        </a:graphic>
      </p:graphicFrame>
      <p:sp>
        <p:nvSpPr>
          <p:cNvPr id="655388" name="Text Box 28"/>
          <p:cNvSpPr txBox="1">
            <a:spLocks noChangeArrowheads="1"/>
          </p:cNvSpPr>
          <p:nvPr/>
        </p:nvSpPr>
        <p:spPr bwMode="auto">
          <a:xfrm>
            <a:off x="152400" y="914400"/>
            <a:ext cx="3952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Allowed transitions:</a:t>
            </a:r>
          </a:p>
        </p:txBody>
      </p:sp>
      <p:sp>
        <p:nvSpPr>
          <p:cNvPr id="655389" name="Text Box 29"/>
          <p:cNvSpPr txBox="1">
            <a:spLocks noChangeArrowheads="1"/>
          </p:cNvSpPr>
          <p:nvPr/>
        </p:nvSpPr>
        <p:spPr bwMode="auto">
          <a:xfrm>
            <a:off x="2514600" y="5943600"/>
            <a:ext cx="4549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(deterministic choices)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35E86-E1BF-4168-AC8C-EF2044242450}" type="slidenum">
              <a:rPr lang="en-US" altLang="en-US"/>
              <a:pPr/>
              <a:t>58</a:t>
            </a:fld>
            <a:endParaRPr lang="en-US" altLang="en-US"/>
          </a:p>
        </p:txBody>
      </p:sp>
      <p:sp>
        <p:nvSpPr>
          <p:cNvPr id="657410" name="Text Box 2"/>
          <p:cNvSpPr txBox="1">
            <a:spLocks noChangeArrowheads="1"/>
          </p:cNvSpPr>
          <p:nvPr/>
        </p:nvSpPr>
        <p:spPr bwMode="auto">
          <a:xfrm>
            <a:off x="304800" y="457200"/>
            <a:ext cx="39528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Allowed transitions:</a:t>
            </a:r>
          </a:p>
        </p:txBody>
      </p:sp>
      <p:sp>
        <p:nvSpPr>
          <p:cNvPr id="657417" name="Oval 9"/>
          <p:cNvSpPr>
            <a:spLocks noChangeArrowheads="1"/>
          </p:cNvSpPr>
          <p:nvPr/>
        </p:nvSpPr>
        <p:spPr bwMode="auto">
          <a:xfrm>
            <a:off x="5486400" y="3352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7418" name="Oval 10"/>
          <p:cNvSpPr>
            <a:spLocks noChangeArrowheads="1"/>
          </p:cNvSpPr>
          <p:nvPr/>
        </p:nvSpPr>
        <p:spPr bwMode="auto">
          <a:xfrm>
            <a:off x="8077200" y="2057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7419" name="Line 11"/>
          <p:cNvSpPr>
            <a:spLocks noChangeShapeType="1"/>
          </p:cNvSpPr>
          <p:nvPr/>
        </p:nvSpPr>
        <p:spPr bwMode="auto">
          <a:xfrm flipV="1">
            <a:off x="6172200" y="2514600"/>
            <a:ext cx="1905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7420" name="Object 12"/>
          <p:cNvGraphicFramePr>
            <a:graphicFrameLocks noChangeAspect="1"/>
          </p:cNvGraphicFramePr>
          <p:nvPr/>
        </p:nvGraphicFramePr>
        <p:xfrm>
          <a:off x="5638800" y="3505200"/>
          <a:ext cx="381000" cy="457200"/>
        </p:xfrm>
        <a:graphic>
          <a:graphicData uri="http://schemas.openxmlformats.org/presentationml/2006/ole">
            <p:oleObj spid="_x0000_s657420" name="Equation" r:id="rId3" imgW="381000" imgH="457200" progId="Equation.3">
              <p:embed/>
            </p:oleObj>
          </a:graphicData>
        </a:graphic>
      </p:graphicFrame>
      <p:graphicFrame>
        <p:nvGraphicFramePr>
          <p:cNvPr id="657421" name="Object 13"/>
          <p:cNvGraphicFramePr>
            <a:graphicFrameLocks noChangeAspect="1"/>
          </p:cNvGraphicFramePr>
          <p:nvPr/>
        </p:nvGraphicFramePr>
        <p:xfrm>
          <a:off x="8204200" y="2209800"/>
          <a:ext cx="431800" cy="457200"/>
        </p:xfrm>
        <a:graphic>
          <a:graphicData uri="http://schemas.openxmlformats.org/presentationml/2006/ole">
            <p:oleObj spid="_x0000_s657421" name="Equation" r:id="rId4" imgW="431800" imgH="457200" progId="Equation.3">
              <p:embed/>
            </p:oleObj>
          </a:graphicData>
        </a:graphic>
      </p:graphicFrame>
      <p:graphicFrame>
        <p:nvGraphicFramePr>
          <p:cNvPr id="657422" name="Object 14"/>
          <p:cNvGraphicFramePr>
            <a:graphicFrameLocks noChangeAspect="1"/>
          </p:cNvGraphicFramePr>
          <p:nvPr/>
        </p:nvGraphicFramePr>
        <p:xfrm>
          <a:off x="5772150" y="2286000"/>
          <a:ext cx="1803400" cy="520700"/>
        </p:xfrm>
        <a:graphic>
          <a:graphicData uri="http://schemas.openxmlformats.org/presentationml/2006/ole">
            <p:oleObj spid="_x0000_s657422" name="Equation" r:id="rId5" imgW="1803240" imgH="520560" progId="Equation.3">
              <p:embed/>
            </p:oleObj>
          </a:graphicData>
        </a:graphic>
      </p:graphicFrame>
      <p:sp>
        <p:nvSpPr>
          <p:cNvPr id="657423" name="Line 15"/>
          <p:cNvSpPr>
            <a:spLocks noChangeShapeType="1"/>
          </p:cNvSpPr>
          <p:nvPr/>
        </p:nvSpPr>
        <p:spPr bwMode="auto">
          <a:xfrm>
            <a:off x="6096000" y="3962400"/>
            <a:ext cx="1905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7424" name="Oval 16"/>
          <p:cNvSpPr>
            <a:spLocks noChangeArrowheads="1"/>
          </p:cNvSpPr>
          <p:nvPr/>
        </p:nvSpPr>
        <p:spPr bwMode="auto">
          <a:xfrm>
            <a:off x="8001000" y="4800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7425" name="Object 17"/>
          <p:cNvGraphicFramePr>
            <a:graphicFrameLocks noChangeAspect="1"/>
          </p:cNvGraphicFramePr>
          <p:nvPr/>
        </p:nvGraphicFramePr>
        <p:xfrm>
          <a:off x="8134350" y="4946650"/>
          <a:ext cx="419100" cy="469900"/>
        </p:xfrm>
        <a:graphic>
          <a:graphicData uri="http://schemas.openxmlformats.org/presentationml/2006/ole">
            <p:oleObj spid="_x0000_s657425" name="Equation" r:id="rId6" imgW="419100" imgH="469900" progId="Equation.3">
              <p:embed/>
            </p:oleObj>
          </a:graphicData>
        </a:graphic>
      </p:graphicFrame>
      <p:graphicFrame>
        <p:nvGraphicFramePr>
          <p:cNvPr id="657426" name="Object 18"/>
          <p:cNvGraphicFramePr>
            <a:graphicFrameLocks noChangeAspect="1"/>
          </p:cNvGraphicFramePr>
          <p:nvPr/>
        </p:nvGraphicFramePr>
        <p:xfrm>
          <a:off x="5803900" y="4686300"/>
          <a:ext cx="1790700" cy="520700"/>
        </p:xfrm>
        <a:graphic>
          <a:graphicData uri="http://schemas.openxmlformats.org/presentationml/2006/ole">
            <p:oleObj spid="_x0000_s657426" name="Equation" r:id="rId7" imgW="1790640" imgH="520560" progId="Equation.3">
              <p:embed/>
            </p:oleObj>
          </a:graphicData>
        </a:graphic>
      </p:graphicFrame>
      <p:sp>
        <p:nvSpPr>
          <p:cNvPr id="657428" name="Oval 20"/>
          <p:cNvSpPr>
            <a:spLocks noChangeArrowheads="1"/>
          </p:cNvSpPr>
          <p:nvPr/>
        </p:nvSpPr>
        <p:spPr bwMode="auto">
          <a:xfrm>
            <a:off x="609600" y="3352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7429" name="Oval 21"/>
          <p:cNvSpPr>
            <a:spLocks noChangeArrowheads="1"/>
          </p:cNvSpPr>
          <p:nvPr/>
        </p:nvSpPr>
        <p:spPr bwMode="auto">
          <a:xfrm>
            <a:off x="3200400" y="20574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7430" name="Line 22"/>
          <p:cNvSpPr>
            <a:spLocks noChangeShapeType="1"/>
          </p:cNvSpPr>
          <p:nvPr/>
        </p:nvSpPr>
        <p:spPr bwMode="auto">
          <a:xfrm flipV="1">
            <a:off x="1295400" y="2514600"/>
            <a:ext cx="1905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7431" name="Object 23"/>
          <p:cNvGraphicFramePr>
            <a:graphicFrameLocks noChangeAspect="1"/>
          </p:cNvGraphicFramePr>
          <p:nvPr/>
        </p:nvGraphicFramePr>
        <p:xfrm>
          <a:off x="762000" y="3505200"/>
          <a:ext cx="381000" cy="457200"/>
        </p:xfrm>
        <a:graphic>
          <a:graphicData uri="http://schemas.openxmlformats.org/presentationml/2006/ole">
            <p:oleObj spid="_x0000_s657431" name="Equation" r:id="rId8" imgW="381000" imgH="457200" progId="Equation.3">
              <p:embed/>
            </p:oleObj>
          </a:graphicData>
        </a:graphic>
      </p:graphicFrame>
      <p:graphicFrame>
        <p:nvGraphicFramePr>
          <p:cNvPr id="657432" name="Object 24"/>
          <p:cNvGraphicFramePr>
            <a:graphicFrameLocks noChangeAspect="1"/>
          </p:cNvGraphicFramePr>
          <p:nvPr/>
        </p:nvGraphicFramePr>
        <p:xfrm>
          <a:off x="3327400" y="2209800"/>
          <a:ext cx="431800" cy="457200"/>
        </p:xfrm>
        <a:graphic>
          <a:graphicData uri="http://schemas.openxmlformats.org/presentationml/2006/ole">
            <p:oleObj spid="_x0000_s657432" name="Equation" r:id="rId9" imgW="431800" imgH="457200" progId="Equation.3">
              <p:embed/>
            </p:oleObj>
          </a:graphicData>
        </a:graphic>
      </p:graphicFrame>
      <p:graphicFrame>
        <p:nvGraphicFramePr>
          <p:cNvPr id="657433" name="Object 25"/>
          <p:cNvGraphicFramePr>
            <a:graphicFrameLocks noChangeAspect="1"/>
          </p:cNvGraphicFramePr>
          <p:nvPr/>
        </p:nvGraphicFramePr>
        <p:xfrm>
          <a:off x="914400" y="2286000"/>
          <a:ext cx="1765300" cy="520700"/>
        </p:xfrm>
        <a:graphic>
          <a:graphicData uri="http://schemas.openxmlformats.org/presentationml/2006/ole">
            <p:oleObj spid="_x0000_s657433" name="Equation" r:id="rId10" imgW="1765080" imgH="520560" progId="Equation.3">
              <p:embed/>
            </p:oleObj>
          </a:graphicData>
        </a:graphic>
      </p:graphicFrame>
      <p:sp>
        <p:nvSpPr>
          <p:cNvPr id="657434" name="Line 26"/>
          <p:cNvSpPr>
            <a:spLocks noChangeShapeType="1"/>
          </p:cNvSpPr>
          <p:nvPr/>
        </p:nvSpPr>
        <p:spPr bwMode="auto">
          <a:xfrm>
            <a:off x="1219200" y="3962400"/>
            <a:ext cx="1905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7435" name="Oval 27"/>
          <p:cNvSpPr>
            <a:spLocks noChangeArrowheads="1"/>
          </p:cNvSpPr>
          <p:nvPr/>
        </p:nvSpPr>
        <p:spPr bwMode="auto">
          <a:xfrm>
            <a:off x="3124200" y="48006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7436" name="Object 28"/>
          <p:cNvGraphicFramePr>
            <a:graphicFrameLocks noChangeAspect="1"/>
          </p:cNvGraphicFramePr>
          <p:nvPr/>
        </p:nvGraphicFramePr>
        <p:xfrm>
          <a:off x="3257550" y="4946650"/>
          <a:ext cx="419100" cy="469900"/>
        </p:xfrm>
        <a:graphic>
          <a:graphicData uri="http://schemas.openxmlformats.org/presentationml/2006/ole">
            <p:oleObj spid="_x0000_s657436" name="Equation" r:id="rId11" imgW="419100" imgH="469900" progId="Equation.3">
              <p:embed/>
            </p:oleObj>
          </a:graphicData>
        </a:graphic>
      </p:graphicFrame>
      <p:graphicFrame>
        <p:nvGraphicFramePr>
          <p:cNvPr id="657437" name="Object 29"/>
          <p:cNvGraphicFramePr>
            <a:graphicFrameLocks noChangeAspect="1"/>
          </p:cNvGraphicFramePr>
          <p:nvPr/>
        </p:nvGraphicFramePr>
        <p:xfrm>
          <a:off x="946150" y="4686300"/>
          <a:ext cx="1752600" cy="520700"/>
        </p:xfrm>
        <a:graphic>
          <a:graphicData uri="http://schemas.openxmlformats.org/presentationml/2006/ole">
            <p:oleObj spid="_x0000_s657437" name="Equation" r:id="rId12" imgW="1752480" imgH="520560" progId="Equation.3">
              <p:embed/>
            </p:oleObj>
          </a:graphicData>
        </a:graphic>
      </p:graphicFrame>
      <p:sp>
        <p:nvSpPr>
          <p:cNvPr id="657438" name="Text Box 30"/>
          <p:cNvSpPr txBox="1">
            <a:spLocks noChangeArrowheads="1"/>
          </p:cNvSpPr>
          <p:nvPr/>
        </p:nvSpPr>
        <p:spPr bwMode="auto">
          <a:xfrm>
            <a:off x="2514600" y="5943600"/>
            <a:ext cx="4549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(deterministic choices)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F8F6-1C12-4DED-88E6-58C5CBA4BAA2}" type="slidenum">
              <a:rPr lang="en-US" altLang="en-US"/>
              <a:pPr/>
              <a:t>59</a:t>
            </a:fld>
            <a:endParaRPr lang="en-US" altLang="en-US"/>
          </a:p>
        </p:txBody>
      </p:sp>
      <p:sp>
        <p:nvSpPr>
          <p:cNvPr id="656386" name="Oval 2"/>
          <p:cNvSpPr>
            <a:spLocks noChangeArrowheads="1"/>
          </p:cNvSpPr>
          <p:nvPr/>
        </p:nvSpPr>
        <p:spPr bwMode="auto">
          <a:xfrm>
            <a:off x="381000" y="2743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6387" name="Oval 3"/>
          <p:cNvSpPr>
            <a:spLocks noChangeArrowheads="1"/>
          </p:cNvSpPr>
          <p:nvPr/>
        </p:nvSpPr>
        <p:spPr bwMode="auto">
          <a:xfrm>
            <a:off x="2971800" y="1447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6388" name="Line 4"/>
          <p:cNvSpPr>
            <a:spLocks noChangeShapeType="1"/>
          </p:cNvSpPr>
          <p:nvPr/>
        </p:nvSpPr>
        <p:spPr bwMode="auto">
          <a:xfrm flipV="1">
            <a:off x="1066800" y="1905000"/>
            <a:ext cx="1905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6389" name="Object 5"/>
          <p:cNvGraphicFramePr>
            <a:graphicFrameLocks noChangeAspect="1"/>
          </p:cNvGraphicFramePr>
          <p:nvPr/>
        </p:nvGraphicFramePr>
        <p:xfrm>
          <a:off x="533400" y="2895600"/>
          <a:ext cx="381000" cy="457200"/>
        </p:xfrm>
        <a:graphic>
          <a:graphicData uri="http://schemas.openxmlformats.org/presentationml/2006/ole">
            <p:oleObj spid="_x0000_s656389" name="Equation" r:id="rId3" imgW="381000" imgH="457200" progId="Equation.3">
              <p:embed/>
            </p:oleObj>
          </a:graphicData>
        </a:graphic>
      </p:graphicFrame>
      <p:graphicFrame>
        <p:nvGraphicFramePr>
          <p:cNvPr id="656390" name="Object 6"/>
          <p:cNvGraphicFramePr>
            <a:graphicFrameLocks noChangeAspect="1"/>
          </p:cNvGraphicFramePr>
          <p:nvPr/>
        </p:nvGraphicFramePr>
        <p:xfrm>
          <a:off x="3098800" y="1600200"/>
          <a:ext cx="431800" cy="457200"/>
        </p:xfrm>
        <a:graphic>
          <a:graphicData uri="http://schemas.openxmlformats.org/presentationml/2006/ole">
            <p:oleObj spid="_x0000_s656390" name="Equation" r:id="rId4" imgW="431800" imgH="457200" progId="Equation.3">
              <p:embed/>
            </p:oleObj>
          </a:graphicData>
        </a:graphic>
      </p:graphicFrame>
      <p:graphicFrame>
        <p:nvGraphicFramePr>
          <p:cNvPr id="656391" name="Object 7"/>
          <p:cNvGraphicFramePr>
            <a:graphicFrameLocks noChangeAspect="1"/>
          </p:cNvGraphicFramePr>
          <p:nvPr/>
        </p:nvGraphicFramePr>
        <p:xfrm>
          <a:off x="685800" y="1676400"/>
          <a:ext cx="1765300" cy="520700"/>
        </p:xfrm>
        <a:graphic>
          <a:graphicData uri="http://schemas.openxmlformats.org/presentationml/2006/ole">
            <p:oleObj spid="_x0000_s656391" name="Equation" r:id="rId5" imgW="1765080" imgH="520560" progId="Equation.3">
              <p:embed/>
            </p:oleObj>
          </a:graphicData>
        </a:graphic>
      </p:graphicFrame>
      <p:sp>
        <p:nvSpPr>
          <p:cNvPr id="656392" name="Line 8"/>
          <p:cNvSpPr>
            <a:spLocks noChangeShapeType="1"/>
          </p:cNvSpPr>
          <p:nvPr/>
        </p:nvSpPr>
        <p:spPr bwMode="auto">
          <a:xfrm>
            <a:off x="990600" y="3352800"/>
            <a:ext cx="1905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6393" name="Oval 9"/>
          <p:cNvSpPr>
            <a:spLocks noChangeArrowheads="1"/>
          </p:cNvSpPr>
          <p:nvPr/>
        </p:nvSpPr>
        <p:spPr bwMode="auto">
          <a:xfrm>
            <a:off x="28956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6394" name="Object 10"/>
          <p:cNvGraphicFramePr>
            <a:graphicFrameLocks noChangeAspect="1"/>
          </p:cNvGraphicFramePr>
          <p:nvPr/>
        </p:nvGraphicFramePr>
        <p:xfrm>
          <a:off x="3028950" y="4337050"/>
          <a:ext cx="419100" cy="469900"/>
        </p:xfrm>
        <a:graphic>
          <a:graphicData uri="http://schemas.openxmlformats.org/presentationml/2006/ole">
            <p:oleObj spid="_x0000_s656394" name="Equation" r:id="rId6" imgW="419100" imgH="469900" progId="Equation.3">
              <p:embed/>
            </p:oleObj>
          </a:graphicData>
        </a:graphic>
      </p:graphicFrame>
      <p:graphicFrame>
        <p:nvGraphicFramePr>
          <p:cNvPr id="656395" name="Object 11"/>
          <p:cNvGraphicFramePr>
            <a:graphicFrameLocks noChangeAspect="1"/>
          </p:cNvGraphicFramePr>
          <p:nvPr/>
        </p:nvGraphicFramePr>
        <p:xfrm>
          <a:off x="704850" y="4076700"/>
          <a:ext cx="1778000" cy="520700"/>
        </p:xfrm>
        <a:graphic>
          <a:graphicData uri="http://schemas.openxmlformats.org/presentationml/2006/ole">
            <p:oleObj spid="_x0000_s656395" name="Equation" r:id="rId7" imgW="1777680" imgH="520560" progId="Equation.3">
              <p:embed/>
            </p:oleObj>
          </a:graphicData>
        </a:graphic>
      </p:graphicFrame>
      <p:sp>
        <p:nvSpPr>
          <p:cNvPr id="656396" name="Text Box 12"/>
          <p:cNvSpPr txBox="1">
            <a:spLocks noChangeArrowheads="1"/>
          </p:cNvSpPr>
          <p:nvPr/>
        </p:nvSpPr>
        <p:spPr bwMode="auto">
          <a:xfrm>
            <a:off x="228600" y="304800"/>
            <a:ext cx="2541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Not allowed:</a:t>
            </a:r>
          </a:p>
        </p:txBody>
      </p:sp>
      <p:sp>
        <p:nvSpPr>
          <p:cNvPr id="656397" name="Text Box 13"/>
          <p:cNvSpPr txBox="1">
            <a:spLocks noChangeArrowheads="1"/>
          </p:cNvSpPr>
          <p:nvPr/>
        </p:nvSpPr>
        <p:spPr bwMode="auto">
          <a:xfrm>
            <a:off x="2133600" y="5867400"/>
            <a:ext cx="5311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(non deterministic choices)</a:t>
            </a:r>
          </a:p>
        </p:txBody>
      </p:sp>
      <p:sp>
        <p:nvSpPr>
          <p:cNvPr id="656398" name="Oval 14"/>
          <p:cNvSpPr>
            <a:spLocks noChangeArrowheads="1"/>
          </p:cNvSpPr>
          <p:nvPr/>
        </p:nvSpPr>
        <p:spPr bwMode="auto">
          <a:xfrm>
            <a:off x="5486400" y="27432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6399" name="Oval 15"/>
          <p:cNvSpPr>
            <a:spLocks noChangeArrowheads="1"/>
          </p:cNvSpPr>
          <p:nvPr/>
        </p:nvSpPr>
        <p:spPr bwMode="auto">
          <a:xfrm>
            <a:off x="8077200" y="14478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56400" name="Line 16"/>
          <p:cNvSpPr>
            <a:spLocks noChangeShapeType="1"/>
          </p:cNvSpPr>
          <p:nvPr/>
        </p:nvSpPr>
        <p:spPr bwMode="auto">
          <a:xfrm flipV="1">
            <a:off x="6172200" y="1905000"/>
            <a:ext cx="19050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6401" name="Object 17"/>
          <p:cNvGraphicFramePr>
            <a:graphicFrameLocks noChangeAspect="1"/>
          </p:cNvGraphicFramePr>
          <p:nvPr/>
        </p:nvGraphicFramePr>
        <p:xfrm>
          <a:off x="5638800" y="2895600"/>
          <a:ext cx="381000" cy="457200"/>
        </p:xfrm>
        <a:graphic>
          <a:graphicData uri="http://schemas.openxmlformats.org/presentationml/2006/ole">
            <p:oleObj spid="_x0000_s656401" name="Equation" r:id="rId8" imgW="381000" imgH="457200" progId="Equation.3">
              <p:embed/>
            </p:oleObj>
          </a:graphicData>
        </a:graphic>
      </p:graphicFrame>
      <p:graphicFrame>
        <p:nvGraphicFramePr>
          <p:cNvPr id="656402" name="Object 18"/>
          <p:cNvGraphicFramePr>
            <a:graphicFrameLocks noChangeAspect="1"/>
          </p:cNvGraphicFramePr>
          <p:nvPr/>
        </p:nvGraphicFramePr>
        <p:xfrm>
          <a:off x="8204200" y="1600200"/>
          <a:ext cx="431800" cy="457200"/>
        </p:xfrm>
        <a:graphic>
          <a:graphicData uri="http://schemas.openxmlformats.org/presentationml/2006/ole">
            <p:oleObj spid="_x0000_s656402" name="Equation" r:id="rId9" imgW="431800" imgH="457200" progId="Equation.3">
              <p:embed/>
            </p:oleObj>
          </a:graphicData>
        </a:graphic>
      </p:graphicFrame>
      <p:graphicFrame>
        <p:nvGraphicFramePr>
          <p:cNvPr id="656403" name="Object 19"/>
          <p:cNvGraphicFramePr>
            <a:graphicFrameLocks noChangeAspect="1"/>
          </p:cNvGraphicFramePr>
          <p:nvPr/>
        </p:nvGraphicFramePr>
        <p:xfrm>
          <a:off x="5772150" y="1676400"/>
          <a:ext cx="1803400" cy="520700"/>
        </p:xfrm>
        <a:graphic>
          <a:graphicData uri="http://schemas.openxmlformats.org/presentationml/2006/ole">
            <p:oleObj spid="_x0000_s656403" name="Equation" r:id="rId10" imgW="1803240" imgH="520560" progId="Equation.3">
              <p:embed/>
            </p:oleObj>
          </a:graphicData>
        </a:graphic>
      </p:graphicFrame>
      <p:sp>
        <p:nvSpPr>
          <p:cNvPr id="656404" name="Line 20"/>
          <p:cNvSpPr>
            <a:spLocks noChangeShapeType="1"/>
          </p:cNvSpPr>
          <p:nvPr/>
        </p:nvSpPr>
        <p:spPr bwMode="auto">
          <a:xfrm>
            <a:off x="6096000" y="3352800"/>
            <a:ext cx="19050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6405" name="Oval 21"/>
          <p:cNvSpPr>
            <a:spLocks noChangeArrowheads="1"/>
          </p:cNvSpPr>
          <p:nvPr/>
        </p:nvSpPr>
        <p:spPr bwMode="auto">
          <a:xfrm>
            <a:off x="8001000" y="4191000"/>
            <a:ext cx="6858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56406" name="Object 22"/>
          <p:cNvGraphicFramePr>
            <a:graphicFrameLocks noChangeAspect="1"/>
          </p:cNvGraphicFramePr>
          <p:nvPr/>
        </p:nvGraphicFramePr>
        <p:xfrm>
          <a:off x="8134350" y="4337050"/>
          <a:ext cx="419100" cy="469900"/>
        </p:xfrm>
        <a:graphic>
          <a:graphicData uri="http://schemas.openxmlformats.org/presentationml/2006/ole">
            <p:oleObj spid="_x0000_s656406" name="Equation" r:id="rId11" imgW="419100" imgH="469900" progId="Equation.3">
              <p:embed/>
            </p:oleObj>
          </a:graphicData>
        </a:graphic>
      </p:graphicFrame>
      <p:graphicFrame>
        <p:nvGraphicFramePr>
          <p:cNvPr id="656407" name="Object 23"/>
          <p:cNvGraphicFramePr>
            <a:graphicFrameLocks noChangeAspect="1"/>
          </p:cNvGraphicFramePr>
          <p:nvPr/>
        </p:nvGraphicFramePr>
        <p:xfrm>
          <a:off x="5810250" y="4076700"/>
          <a:ext cx="1778000" cy="520700"/>
        </p:xfrm>
        <a:graphic>
          <a:graphicData uri="http://schemas.openxmlformats.org/presentationml/2006/ole">
            <p:oleObj spid="_x0000_s656407" name="Equation" r:id="rId12" imgW="1777680" imgH="520560" progId="Equation.3">
              <p:embed/>
            </p:oleObj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E8613-D2A2-4AFF-BE75-7E6F882FC537}" type="slidenum">
              <a:rPr lang="en-US" altLang="en-US"/>
              <a:pPr/>
              <a:t>60</a:t>
            </a:fld>
            <a:endParaRPr lang="en-US" altLang="en-US"/>
          </a:p>
        </p:txBody>
      </p:sp>
      <p:sp>
        <p:nvSpPr>
          <p:cNvPr id="65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DPDA example</a:t>
            </a:r>
          </a:p>
        </p:txBody>
      </p:sp>
      <p:sp>
        <p:nvSpPr>
          <p:cNvPr id="659459" name="Oval 3"/>
          <p:cNvSpPr>
            <a:spLocks noChangeArrowheads="1"/>
          </p:cNvSpPr>
          <p:nvPr/>
        </p:nvSpPr>
        <p:spPr bwMode="auto">
          <a:xfrm>
            <a:off x="3194050" y="5181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9460" name="Line 4"/>
          <p:cNvSpPr>
            <a:spLocks noChangeShapeType="1"/>
          </p:cNvSpPr>
          <p:nvPr/>
        </p:nvSpPr>
        <p:spPr bwMode="auto">
          <a:xfrm>
            <a:off x="1212850" y="5486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9461" name="Line 5"/>
          <p:cNvSpPr>
            <a:spLocks noChangeShapeType="1"/>
          </p:cNvSpPr>
          <p:nvPr/>
        </p:nvSpPr>
        <p:spPr bwMode="auto">
          <a:xfrm>
            <a:off x="6394450" y="5486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9462" name="Line 6"/>
          <p:cNvSpPr>
            <a:spLocks noChangeShapeType="1"/>
          </p:cNvSpPr>
          <p:nvPr/>
        </p:nvSpPr>
        <p:spPr bwMode="auto">
          <a:xfrm>
            <a:off x="3803650" y="5486400"/>
            <a:ext cx="1981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9463" name="Freeform 7"/>
          <p:cNvSpPr>
            <a:spLocks/>
          </p:cNvSpPr>
          <p:nvPr/>
        </p:nvSpPr>
        <p:spPr bwMode="auto">
          <a:xfrm>
            <a:off x="2965450" y="4191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9464" name="Freeform 8"/>
          <p:cNvSpPr>
            <a:spLocks/>
          </p:cNvSpPr>
          <p:nvPr/>
        </p:nvSpPr>
        <p:spPr bwMode="auto">
          <a:xfrm>
            <a:off x="5556250" y="4191000"/>
            <a:ext cx="977900" cy="1066800"/>
          </a:xfrm>
          <a:custGeom>
            <a:avLst/>
            <a:gdLst/>
            <a:ahLst/>
            <a:cxnLst>
              <a:cxn ang="0">
                <a:pos x="208" y="528"/>
              </a:cxn>
              <a:cxn ang="0">
                <a:pos x="16" y="144"/>
              </a:cxn>
              <a:cxn ang="0">
                <a:pos x="304" y="0"/>
              </a:cxn>
              <a:cxn ang="0">
                <a:pos x="592" y="144"/>
              </a:cxn>
              <a:cxn ang="0">
                <a:pos x="448" y="528"/>
              </a:cxn>
            </a:cxnLst>
            <a:rect l="0" t="0" r="r" b="b"/>
            <a:pathLst>
              <a:path w="616" h="528">
                <a:moveTo>
                  <a:pt x="208" y="528"/>
                </a:moveTo>
                <a:cubicBezTo>
                  <a:pt x="104" y="380"/>
                  <a:pt x="0" y="232"/>
                  <a:pt x="16" y="144"/>
                </a:cubicBezTo>
                <a:cubicBezTo>
                  <a:pt x="32" y="56"/>
                  <a:pt x="208" y="0"/>
                  <a:pt x="304" y="0"/>
                </a:cubicBezTo>
                <a:cubicBezTo>
                  <a:pt x="400" y="0"/>
                  <a:pt x="568" y="56"/>
                  <a:pt x="592" y="144"/>
                </a:cubicBezTo>
                <a:cubicBezTo>
                  <a:pt x="616" y="232"/>
                  <a:pt x="532" y="380"/>
                  <a:pt x="448" y="5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9465" name="Line 9"/>
          <p:cNvSpPr>
            <a:spLocks noChangeShapeType="1"/>
          </p:cNvSpPr>
          <p:nvPr/>
        </p:nvSpPr>
        <p:spPr bwMode="auto">
          <a:xfrm>
            <a:off x="-6350" y="5486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9466" name="Text Box 10"/>
          <p:cNvSpPr txBox="1">
            <a:spLocks noChangeArrowheads="1"/>
          </p:cNvSpPr>
          <p:nvPr/>
        </p:nvSpPr>
        <p:spPr bwMode="auto">
          <a:xfrm>
            <a:off x="1958975" y="4840288"/>
            <a:ext cx="184150" cy="658812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sp>
        <p:nvSpPr>
          <p:cNvPr id="659467" name="Oval 11"/>
          <p:cNvSpPr>
            <a:spLocks noChangeArrowheads="1"/>
          </p:cNvSpPr>
          <p:nvPr/>
        </p:nvSpPr>
        <p:spPr bwMode="auto">
          <a:xfrm>
            <a:off x="527050" y="5181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9468" name="Oval 12"/>
          <p:cNvSpPr>
            <a:spLocks noChangeArrowheads="1"/>
          </p:cNvSpPr>
          <p:nvPr/>
        </p:nvSpPr>
        <p:spPr bwMode="auto">
          <a:xfrm>
            <a:off x="450850" y="5105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9469" name="Oval 13"/>
          <p:cNvSpPr>
            <a:spLocks noChangeArrowheads="1"/>
          </p:cNvSpPr>
          <p:nvPr/>
        </p:nvSpPr>
        <p:spPr bwMode="auto">
          <a:xfrm>
            <a:off x="5784850" y="5181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9470" name="Oval 14"/>
          <p:cNvSpPr>
            <a:spLocks noChangeArrowheads="1"/>
          </p:cNvSpPr>
          <p:nvPr/>
        </p:nvSpPr>
        <p:spPr bwMode="auto">
          <a:xfrm>
            <a:off x="8451850" y="5181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59471" name="Oval 15"/>
          <p:cNvSpPr>
            <a:spLocks noChangeArrowheads="1"/>
          </p:cNvSpPr>
          <p:nvPr/>
        </p:nvSpPr>
        <p:spPr bwMode="auto">
          <a:xfrm>
            <a:off x="8375650" y="5105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59472" name="Object 16"/>
          <p:cNvGraphicFramePr>
            <a:graphicFrameLocks noChangeAspect="1"/>
          </p:cNvGraphicFramePr>
          <p:nvPr/>
        </p:nvGraphicFramePr>
        <p:xfrm>
          <a:off x="2665413" y="3733800"/>
          <a:ext cx="1612900" cy="469900"/>
        </p:xfrm>
        <a:graphic>
          <a:graphicData uri="http://schemas.openxmlformats.org/presentationml/2006/ole">
            <p:oleObj spid="_x0000_s659472" name="Equation" r:id="rId3" imgW="1612900" imgH="469900" progId="Equation.3">
              <p:embed/>
            </p:oleObj>
          </a:graphicData>
        </a:graphic>
      </p:graphicFrame>
      <p:graphicFrame>
        <p:nvGraphicFramePr>
          <p:cNvPr id="659473" name="Object 17"/>
          <p:cNvGraphicFramePr>
            <a:graphicFrameLocks noChangeAspect="1"/>
          </p:cNvGraphicFramePr>
          <p:nvPr/>
        </p:nvGraphicFramePr>
        <p:xfrm>
          <a:off x="3884613" y="5029200"/>
          <a:ext cx="1612900" cy="469900"/>
        </p:xfrm>
        <a:graphic>
          <a:graphicData uri="http://schemas.openxmlformats.org/presentationml/2006/ole">
            <p:oleObj spid="_x0000_s659473" name="Equation" r:id="rId4" imgW="1612900" imgH="469900" progId="Equation.3">
              <p:embed/>
            </p:oleObj>
          </a:graphicData>
        </a:graphic>
      </p:graphicFrame>
      <p:graphicFrame>
        <p:nvGraphicFramePr>
          <p:cNvPr id="659474" name="Object 18"/>
          <p:cNvGraphicFramePr>
            <a:graphicFrameLocks noChangeAspect="1"/>
          </p:cNvGraphicFramePr>
          <p:nvPr/>
        </p:nvGraphicFramePr>
        <p:xfrm>
          <a:off x="608013" y="5257800"/>
          <a:ext cx="444500" cy="469900"/>
        </p:xfrm>
        <a:graphic>
          <a:graphicData uri="http://schemas.openxmlformats.org/presentationml/2006/ole">
            <p:oleObj spid="_x0000_s659474" name="Equation" r:id="rId5" imgW="444500" imgH="469900" progId="Equation.3">
              <p:embed/>
            </p:oleObj>
          </a:graphicData>
        </a:graphic>
      </p:graphicFrame>
      <p:graphicFrame>
        <p:nvGraphicFramePr>
          <p:cNvPr id="659475" name="Object 19"/>
          <p:cNvGraphicFramePr>
            <a:graphicFrameLocks noChangeAspect="1"/>
          </p:cNvGraphicFramePr>
          <p:nvPr/>
        </p:nvGraphicFramePr>
        <p:xfrm>
          <a:off x="3306763" y="5264150"/>
          <a:ext cx="381000" cy="457200"/>
        </p:xfrm>
        <a:graphic>
          <a:graphicData uri="http://schemas.openxmlformats.org/presentationml/2006/ole">
            <p:oleObj spid="_x0000_s659475" name="Equation" r:id="rId6" imgW="381000" imgH="457200" progId="Equation.3">
              <p:embed/>
            </p:oleObj>
          </a:graphicData>
        </a:graphic>
      </p:graphicFrame>
      <p:graphicFrame>
        <p:nvGraphicFramePr>
          <p:cNvPr id="659476" name="Object 20"/>
          <p:cNvGraphicFramePr>
            <a:graphicFrameLocks noChangeAspect="1"/>
          </p:cNvGraphicFramePr>
          <p:nvPr/>
        </p:nvGraphicFramePr>
        <p:xfrm>
          <a:off x="5840413" y="5257800"/>
          <a:ext cx="431800" cy="457200"/>
        </p:xfrm>
        <a:graphic>
          <a:graphicData uri="http://schemas.openxmlformats.org/presentationml/2006/ole">
            <p:oleObj spid="_x0000_s659476" name="Equation" r:id="rId7" imgW="431800" imgH="457200" progId="Equation.3">
              <p:embed/>
            </p:oleObj>
          </a:graphicData>
        </a:graphic>
      </p:graphicFrame>
      <p:graphicFrame>
        <p:nvGraphicFramePr>
          <p:cNvPr id="659477" name="Object 21"/>
          <p:cNvGraphicFramePr>
            <a:graphicFrameLocks noChangeAspect="1"/>
          </p:cNvGraphicFramePr>
          <p:nvPr/>
        </p:nvGraphicFramePr>
        <p:xfrm>
          <a:off x="8513763" y="5251450"/>
          <a:ext cx="419100" cy="469900"/>
        </p:xfrm>
        <a:graphic>
          <a:graphicData uri="http://schemas.openxmlformats.org/presentationml/2006/ole">
            <p:oleObj spid="_x0000_s659477" name="Equation" r:id="rId8" imgW="419100" imgH="469900" progId="Equation.3">
              <p:embed/>
            </p:oleObj>
          </a:graphicData>
        </a:graphic>
      </p:graphicFrame>
      <p:graphicFrame>
        <p:nvGraphicFramePr>
          <p:cNvPr id="659478" name="Object 22"/>
          <p:cNvGraphicFramePr>
            <a:graphicFrameLocks noChangeAspect="1"/>
          </p:cNvGraphicFramePr>
          <p:nvPr/>
        </p:nvGraphicFramePr>
        <p:xfrm>
          <a:off x="5327650" y="3733800"/>
          <a:ext cx="1612900" cy="469900"/>
        </p:xfrm>
        <a:graphic>
          <a:graphicData uri="http://schemas.openxmlformats.org/presentationml/2006/ole">
            <p:oleObj spid="_x0000_s659478" name="Equation" r:id="rId9" imgW="1612900" imgH="469900" progId="Equation.3">
              <p:embed/>
            </p:oleObj>
          </a:graphicData>
        </a:graphic>
      </p:graphicFrame>
      <p:graphicFrame>
        <p:nvGraphicFramePr>
          <p:cNvPr id="659479" name="Object 23"/>
          <p:cNvGraphicFramePr>
            <a:graphicFrameLocks noChangeAspect="1"/>
          </p:cNvGraphicFramePr>
          <p:nvPr/>
        </p:nvGraphicFramePr>
        <p:xfrm>
          <a:off x="6578600" y="5029200"/>
          <a:ext cx="1574800" cy="469900"/>
        </p:xfrm>
        <a:graphic>
          <a:graphicData uri="http://schemas.openxmlformats.org/presentationml/2006/ole">
            <p:oleObj spid="_x0000_s659479" name="Equation" r:id="rId10" imgW="1574800" imgH="469900" progId="Equation.3">
              <p:embed/>
            </p:oleObj>
          </a:graphicData>
        </a:graphic>
      </p:graphicFrame>
      <p:graphicFrame>
        <p:nvGraphicFramePr>
          <p:cNvPr id="659480" name="Object 24"/>
          <p:cNvGraphicFramePr>
            <a:graphicFrameLocks noChangeAspect="1"/>
          </p:cNvGraphicFramePr>
          <p:nvPr/>
        </p:nvGraphicFramePr>
        <p:xfrm>
          <a:off x="2514600" y="1752600"/>
          <a:ext cx="4381500" cy="711200"/>
        </p:xfrm>
        <a:graphic>
          <a:graphicData uri="http://schemas.openxmlformats.org/presentationml/2006/ole">
            <p:oleObj spid="_x0000_s659480" name="Equation" r:id="rId11" imgW="4381200" imgH="711000" progId="Equation.3">
              <p:embed/>
            </p:oleObj>
          </a:graphicData>
        </a:graphic>
      </p:graphicFrame>
      <p:graphicFrame>
        <p:nvGraphicFramePr>
          <p:cNvPr id="659481" name="Object 25"/>
          <p:cNvGraphicFramePr>
            <a:graphicFrameLocks noChangeAspect="1"/>
          </p:cNvGraphicFramePr>
          <p:nvPr/>
        </p:nvGraphicFramePr>
        <p:xfrm>
          <a:off x="1295400" y="5029200"/>
          <a:ext cx="1612900" cy="469900"/>
        </p:xfrm>
        <a:graphic>
          <a:graphicData uri="http://schemas.openxmlformats.org/presentationml/2006/ole">
            <p:oleObj spid="_x0000_s659481" name="Equation" r:id="rId12" imgW="1612900" imgH="469900" progId="Equation.3">
              <p:embed/>
            </p:oleObj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A15344-D9F1-4190-84AF-3B6E5B3CF929}" type="slidenum">
              <a:rPr lang="en-US" altLang="en-US"/>
              <a:pPr/>
              <a:t>61</a:t>
            </a:fld>
            <a:endParaRPr lang="en-US" altLang="en-US"/>
          </a:p>
        </p:txBody>
      </p:sp>
      <p:graphicFrame>
        <p:nvGraphicFramePr>
          <p:cNvPr id="660482" name="Object 2"/>
          <p:cNvGraphicFramePr>
            <a:graphicFrameLocks noChangeAspect="1"/>
          </p:cNvGraphicFramePr>
          <p:nvPr/>
        </p:nvGraphicFramePr>
        <p:xfrm>
          <a:off x="3657600" y="1676400"/>
          <a:ext cx="4381500" cy="711200"/>
        </p:xfrm>
        <a:graphic>
          <a:graphicData uri="http://schemas.openxmlformats.org/presentationml/2006/ole">
            <p:oleObj spid="_x0000_s660482" name="Equation" r:id="rId3" imgW="4381200" imgH="711000" progId="Equation.3">
              <p:embed/>
            </p:oleObj>
          </a:graphicData>
        </a:graphic>
      </p:graphicFrame>
      <p:sp>
        <p:nvSpPr>
          <p:cNvPr id="660483" name="Text Box 3"/>
          <p:cNvSpPr txBox="1">
            <a:spLocks noChangeArrowheads="1"/>
          </p:cNvSpPr>
          <p:nvPr/>
        </p:nvSpPr>
        <p:spPr bwMode="auto">
          <a:xfrm>
            <a:off x="803275" y="1803400"/>
            <a:ext cx="2644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language</a:t>
            </a:r>
          </a:p>
        </p:txBody>
      </p:sp>
      <p:sp>
        <p:nvSpPr>
          <p:cNvPr id="660484" name="Text Box 4"/>
          <p:cNvSpPr txBox="1">
            <a:spLocks noChangeArrowheads="1"/>
          </p:cNvSpPr>
          <p:nvPr/>
        </p:nvSpPr>
        <p:spPr bwMode="auto">
          <a:xfrm>
            <a:off x="955675" y="2870200"/>
            <a:ext cx="59372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</a:t>
            </a:r>
            <a:r>
              <a:rPr lang="en-US" b="1">
                <a:solidFill>
                  <a:srgbClr val="FF3300"/>
                </a:solidFill>
              </a:rPr>
              <a:t>deterministic context-free</a:t>
            </a:r>
            <a:endParaRPr lang="en-US">
              <a:solidFill>
                <a:srgbClr val="FF3300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9498FA-C976-46D2-AB2D-46B1EE637890}" type="slidenum">
              <a:rPr lang="en-US" altLang="en-US"/>
              <a:pPr/>
              <a:t>62</a:t>
            </a:fld>
            <a:endParaRPr lang="en-US" altLang="en-US"/>
          </a:p>
        </p:txBody>
      </p:sp>
      <p:sp>
        <p:nvSpPr>
          <p:cNvPr id="661506" name="Text Box 2"/>
          <p:cNvSpPr txBox="1">
            <a:spLocks noChangeArrowheads="1"/>
          </p:cNvSpPr>
          <p:nvPr/>
        </p:nvSpPr>
        <p:spPr bwMode="auto">
          <a:xfrm>
            <a:off x="0" y="1447800"/>
            <a:ext cx="2262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chemeClr val="tx1"/>
                </a:solidFill>
              </a:rPr>
              <a:t>Definition:</a:t>
            </a:r>
          </a:p>
        </p:txBody>
      </p:sp>
      <p:sp>
        <p:nvSpPr>
          <p:cNvPr id="661507" name="Text Box 3"/>
          <p:cNvSpPr txBox="1">
            <a:spLocks noChangeArrowheads="1"/>
          </p:cNvSpPr>
          <p:nvPr/>
        </p:nvSpPr>
        <p:spPr bwMode="auto">
          <a:xfrm>
            <a:off x="0" y="2209800"/>
            <a:ext cx="881697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 language       is </a:t>
            </a:r>
            <a:r>
              <a:rPr lang="en-US" b="1">
                <a:solidFill>
                  <a:srgbClr val="FF3300"/>
                </a:solidFill>
              </a:rPr>
              <a:t>deterministic context-free</a:t>
            </a:r>
          </a:p>
          <a:p>
            <a:r>
              <a:rPr lang="en-US"/>
              <a:t>if there exists some DPDA that accepts it</a:t>
            </a:r>
          </a:p>
        </p:txBody>
      </p:sp>
      <p:graphicFrame>
        <p:nvGraphicFramePr>
          <p:cNvPr id="661508" name="Object 4"/>
          <p:cNvGraphicFramePr>
            <a:graphicFrameLocks noChangeAspect="1"/>
          </p:cNvGraphicFramePr>
          <p:nvPr/>
        </p:nvGraphicFramePr>
        <p:xfrm>
          <a:off x="2438400" y="2209800"/>
          <a:ext cx="387350" cy="457200"/>
        </p:xfrm>
        <a:graphic>
          <a:graphicData uri="http://schemas.openxmlformats.org/presentationml/2006/ole">
            <p:oleObj spid="_x0000_s661508" name="Equation" r:id="rId3" imgW="279360" imgH="330120" progId="Equation.3">
              <p:embed/>
            </p:oleObj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696F2A-32D6-42F1-AA70-CA45EA0DE686}" type="slidenum">
              <a:rPr lang="en-US" altLang="en-US"/>
              <a:pPr/>
              <a:t>63</a:t>
            </a:fld>
            <a:endParaRPr lang="en-US" altLang="en-US"/>
          </a:p>
        </p:txBody>
      </p:sp>
      <p:sp>
        <p:nvSpPr>
          <p:cNvPr id="66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Non-DPDA (NPDA)</a:t>
            </a:r>
          </a:p>
        </p:txBody>
      </p:sp>
      <p:sp>
        <p:nvSpPr>
          <p:cNvPr id="662531" name="Line 3"/>
          <p:cNvSpPr>
            <a:spLocks noChangeShapeType="1"/>
          </p:cNvSpPr>
          <p:nvPr/>
        </p:nvSpPr>
        <p:spPr bwMode="auto">
          <a:xfrm>
            <a:off x="5410200" y="54864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2532" name="Text Box 4"/>
          <p:cNvSpPr txBox="1">
            <a:spLocks noChangeArrowheads="1"/>
          </p:cNvSpPr>
          <p:nvPr/>
        </p:nvSpPr>
        <p:spPr bwMode="auto">
          <a:xfrm>
            <a:off x="6070600" y="47640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711680" name="Object 0"/>
          <p:cNvGraphicFramePr>
            <a:graphicFrameLocks noChangeAspect="1"/>
          </p:cNvGraphicFramePr>
          <p:nvPr/>
        </p:nvGraphicFramePr>
        <p:xfrm>
          <a:off x="5791200" y="5029200"/>
          <a:ext cx="1574800" cy="469900"/>
        </p:xfrm>
        <a:graphic>
          <a:graphicData uri="http://schemas.openxmlformats.org/presentationml/2006/ole">
            <p:oleObj spid="_x0000_s711680" name="Equation" r:id="rId3" imgW="1574800" imgH="469900" progId="Equation.3">
              <p:embed/>
            </p:oleObj>
          </a:graphicData>
        </a:graphic>
      </p:graphicFrame>
      <p:sp>
        <p:nvSpPr>
          <p:cNvPr id="662534" name="Oval 6"/>
          <p:cNvSpPr>
            <a:spLocks noChangeArrowheads="1"/>
          </p:cNvSpPr>
          <p:nvPr/>
        </p:nvSpPr>
        <p:spPr bwMode="auto">
          <a:xfrm>
            <a:off x="8001000" y="5105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711681" name="Object 1"/>
          <p:cNvGraphicFramePr>
            <a:graphicFrameLocks noChangeAspect="1"/>
          </p:cNvGraphicFramePr>
          <p:nvPr/>
        </p:nvGraphicFramePr>
        <p:xfrm>
          <a:off x="4913313" y="5264150"/>
          <a:ext cx="381000" cy="457200"/>
        </p:xfrm>
        <a:graphic>
          <a:graphicData uri="http://schemas.openxmlformats.org/presentationml/2006/ole">
            <p:oleObj spid="_x0000_s711681" name="Equation" r:id="rId4" imgW="381000" imgH="457200" progId="Equation.3">
              <p:embed/>
            </p:oleObj>
          </a:graphicData>
        </a:graphic>
      </p:graphicFrame>
      <p:graphicFrame>
        <p:nvGraphicFramePr>
          <p:cNvPr id="711682" name="Object 2"/>
          <p:cNvGraphicFramePr>
            <a:graphicFrameLocks noChangeAspect="1"/>
          </p:cNvGraphicFramePr>
          <p:nvPr/>
        </p:nvGraphicFramePr>
        <p:xfrm>
          <a:off x="8056563" y="5181600"/>
          <a:ext cx="431800" cy="457200"/>
        </p:xfrm>
        <a:graphic>
          <a:graphicData uri="http://schemas.openxmlformats.org/presentationml/2006/ole">
            <p:oleObj spid="_x0000_s711682" name="Equation" r:id="rId5" imgW="431800" imgH="457200" progId="Equation.3">
              <p:embed/>
            </p:oleObj>
          </a:graphicData>
        </a:graphic>
      </p:graphicFrame>
      <p:sp>
        <p:nvSpPr>
          <p:cNvPr id="662537" name="Freeform 9"/>
          <p:cNvSpPr>
            <a:spLocks/>
          </p:cNvSpPr>
          <p:nvPr/>
        </p:nvSpPr>
        <p:spPr bwMode="auto">
          <a:xfrm>
            <a:off x="990600" y="40386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1683" name="Object 3"/>
          <p:cNvGraphicFramePr>
            <a:graphicFrameLocks noChangeAspect="1"/>
          </p:cNvGraphicFramePr>
          <p:nvPr/>
        </p:nvGraphicFramePr>
        <p:xfrm>
          <a:off x="762000" y="2819400"/>
          <a:ext cx="1638300" cy="1168400"/>
        </p:xfrm>
        <a:graphic>
          <a:graphicData uri="http://schemas.openxmlformats.org/presentationml/2006/ole">
            <p:oleObj spid="_x0000_s711683" name="Equation" r:id="rId6" imgW="1638000" imgH="1168200" progId="Equation.3">
              <p:embed/>
            </p:oleObj>
          </a:graphicData>
        </a:graphic>
      </p:graphicFrame>
      <p:sp>
        <p:nvSpPr>
          <p:cNvPr id="662539" name="Text Box 11"/>
          <p:cNvSpPr txBox="1">
            <a:spLocks noChangeArrowheads="1"/>
          </p:cNvSpPr>
          <p:nvPr/>
        </p:nvSpPr>
        <p:spPr bwMode="auto">
          <a:xfrm>
            <a:off x="2717800" y="4840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711684" name="Object 4"/>
          <p:cNvGraphicFramePr>
            <a:graphicFrameLocks noChangeAspect="1"/>
          </p:cNvGraphicFramePr>
          <p:nvPr/>
        </p:nvGraphicFramePr>
        <p:xfrm>
          <a:off x="2286000" y="5029200"/>
          <a:ext cx="1701800" cy="469900"/>
        </p:xfrm>
        <a:graphic>
          <a:graphicData uri="http://schemas.openxmlformats.org/presentationml/2006/ole">
            <p:oleObj spid="_x0000_s711684" name="Equation" r:id="rId7" imgW="1701800" imgH="469900" progId="Equation.3">
              <p:embed/>
            </p:oleObj>
          </a:graphicData>
        </a:graphic>
      </p:graphicFrame>
      <p:graphicFrame>
        <p:nvGraphicFramePr>
          <p:cNvPr id="711685" name="Object 5"/>
          <p:cNvGraphicFramePr>
            <a:graphicFrameLocks noChangeAspect="1"/>
          </p:cNvGraphicFramePr>
          <p:nvPr/>
        </p:nvGraphicFramePr>
        <p:xfrm>
          <a:off x="1366838" y="5257800"/>
          <a:ext cx="444500" cy="469900"/>
        </p:xfrm>
        <a:graphic>
          <a:graphicData uri="http://schemas.openxmlformats.org/presentationml/2006/ole">
            <p:oleObj spid="_x0000_s711685" name="Equation" r:id="rId8" imgW="444500" imgH="469900" progId="Equation.3">
              <p:embed/>
            </p:oleObj>
          </a:graphicData>
        </a:graphic>
      </p:graphicFrame>
      <p:sp>
        <p:nvSpPr>
          <p:cNvPr id="662542" name="Line 14"/>
          <p:cNvSpPr>
            <a:spLocks noChangeShapeType="1"/>
          </p:cNvSpPr>
          <p:nvPr/>
        </p:nvSpPr>
        <p:spPr bwMode="auto">
          <a:xfrm>
            <a:off x="6858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62543" name="Line 15"/>
          <p:cNvSpPr>
            <a:spLocks noChangeShapeType="1"/>
          </p:cNvSpPr>
          <p:nvPr/>
        </p:nvSpPr>
        <p:spPr bwMode="auto">
          <a:xfrm>
            <a:off x="1905000" y="54864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2544" name="Freeform 16"/>
          <p:cNvSpPr>
            <a:spLocks/>
          </p:cNvSpPr>
          <p:nvPr/>
        </p:nvSpPr>
        <p:spPr bwMode="auto">
          <a:xfrm>
            <a:off x="4495800" y="40386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711686" name="Object 6"/>
          <p:cNvGraphicFramePr>
            <a:graphicFrameLocks noChangeAspect="1"/>
          </p:cNvGraphicFramePr>
          <p:nvPr/>
        </p:nvGraphicFramePr>
        <p:xfrm>
          <a:off x="4343400" y="2895600"/>
          <a:ext cx="1638300" cy="1168400"/>
        </p:xfrm>
        <a:graphic>
          <a:graphicData uri="http://schemas.openxmlformats.org/presentationml/2006/ole">
            <p:oleObj spid="_x0000_s711686" name="Equation" r:id="rId9" imgW="1638000" imgH="1168200" progId="Equation.3">
              <p:embed/>
            </p:oleObj>
          </a:graphicData>
        </a:graphic>
      </p:graphicFrame>
      <p:graphicFrame>
        <p:nvGraphicFramePr>
          <p:cNvPr id="711687" name="Object 7"/>
          <p:cNvGraphicFramePr>
            <a:graphicFrameLocks noChangeAspect="1"/>
          </p:cNvGraphicFramePr>
          <p:nvPr/>
        </p:nvGraphicFramePr>
        <p:xfrm>
          <a:off x="3130550" y="1193800"/>
          <a:ext cx="3086100" cy="711200"/>
        </p:xfrm>
        <a:graphic>
          <a:graphicData uri="http://schemas.openxmlformats.org/presentationml/2006/ole">
            <p:oleObj spid="_x0000_s711687" name="Equation" r:id="rId10" imgW="3085920" imgH="711000" progId="Equation.3">
              <p:embed/>
            </p:oleObj>
          </a:graphicData>
        </a:graphic>
      </p:graphicFrame>
      <p:sp>
        <p:nvSpPr>
          <p:cNvPr id="662547" name="Oval 19"/>
          <p:cNvSpPr>
            <a:spLocks noChangeArrowheads="1"/>
          </p:cNvSpPr>
          <p:nvPr/>
        </p:nvSpPr>
        <p:spPr bwMode="auto">
          <a:xfrm>
            <a:off x="4800600" y="5181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2548" name="Oval 20"/>
          <p:cNvSpPr>
            <a:spLocks noChangeArrowheads="1"/>
          </p:cNvSpPr>
          <p:nvPr/>
        </p:nvSpPr>
        <p:spPr bwMode="auto">
          <a:xfrm>
            <a:off x="1285875" y="5181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2549" name="Oval 21"/>
          <p:cNvSpPr>
            <a:spLocks noChangeArrowheads="1"/>
          </p:cNvSpPr>
          <p:nvPr/>
        </p:nvSpPr>
        <p:spPr bwMode="auto">
          <a:xfrm>
            <a:off x="7924800" y="5029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CDA56-EC3F-4C5F-B9C1-30F45A9ECE26}" type="slidenum">
              <a:rPr lang="en-US" altLang="en-US"/>
              <a:pPr/>
              <a:t>64</a:t>
            </a:fld>
            <a:endParaRPr lang="en-US" altLang="en-US"/>
          </a:p>
        </p:txBody>
      </p:sp>
      <p:sp>
        <p:nvSpPr>
          <p:cNvPr id="663554" name="Line 2"/>
          <p:cNvSpPr>
            <a:spLocks noChangeShapeType="1"/>
          </p:cNvSpPr>
          <p:nvPr/>
        </p:nvSpPr>
        <p:spPr bwMode="auto">
          <a:xfrm>
            <a:off x="5410200" y="5486400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3555" name="Text Box 3"/>
          <p:cNvSpPr txBox="1">
            <a:spLocks noChangeArrowheads="1"/>
          </p:cNvSpPr>
          <p:nvPr/>
        </p:nvSpPr>
        <p:spPr bwMode="auto">
          <a:xfrm>
            <a:off x="6070600" y="47640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63556" name="Object 4"/>
          <p:cNvGraphicFramePr>
            <a:graphicFrameLocks noChangeAspect="1"/>
          </p:cNvGraphicFramePr>
          <p:nvPr/>
        </p:nvGraphicFramePr>
        <p:xfrm>
          <a:off x="5791200" y="5029200"/>
          <a:ext cx="1574800" cy="469900"/>
        </p:xfrm>
        <a:graphic>
          <a:graphicData uri="http://schemas.openxmlformats.org/presentationml/2006/ole">
            <p:oleObj spid="_x0000_s663556" name="Equation" r:id="rId3" imgW="1574800" imgH="469900" progId="Equation.3">
              <p:embed/>
            </p:oleObj>
          </a:graphicData>
        </a:graphic>
      </p:graphicFrame>
      <p:sp>
        <p:nvSpPr>
          <p:cNvPr id="663557" name="Oval 5"/>
          <p:cNvSpPr>
            <a:spLocks noChangeArrowheads="1"/>
          </p:cNvSpPr>
          <p:nvPr/>
        </p:nvSpPr>
        <p:spPr bwMode="auto">
          <a:xfrm>
            <a:off x="8001000" y="51054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63558" name="Object 6"/>
          <p:cNvGraphicFramePr>
            <a:graphicFrameLocks noChangeAspect="1"/>
          </p:cNvGraphicFramePr>
          <p:nvPr/>
        </p:nvGraphicFramePr>
        <p:xfrm>
          <a:off x="4913313" y="5264150"/>
          <a:ext cx="381000" cy="457200"/>
        </p:xfrm>
        <a:graphic>
          <a:graphicData uri="http://schemas.openxmlformats.org/presentationml/2006/ole">
            <p:oleObj spid="_x0000_s663558" name="Equation" r:id="rId4" imgW="381000" imgH="457200" progId="Equation.3">
              <p:embed/>
            </p:oleObj>
          </a:graphicData>
        </a:graphic>
      </p:graphicFrame>
      <p:graphicFrame>
        <p:nvGraphicFramePr>
          <p:cNvPr id="663559" name="Object 7"/>
          <p:cNvGraphicFramePr>
            <a:graphicFrameLocks noChangeAspect="1"/>
          </p:cNvGraphicFramePr>
          <p:nvPr/>
        </p:nvGraphicFramePr>
        <p:xfrm>
          <a:off x="8056563" y="5181600"/>
          <a:ext cx="431800" cy="457200"/>
        </p:xfrm>
        <a:graphic>
          <a:graphicData uri="http://schemas.openxmlformats.org/presentationml/2006/ole">
            <p:oleObj spid="_x0000_s663559" name="Equation" r:id="rId5" imgW="431800" imgH="457200" progId="Equation.3">
              <p:embed/>
            </p:oleObj>
          </a:graphicData>
        </a:graphic>
      </p:graphicFrame>
      <p:sp>
        <p:nvSpPr>
          <p:cNvPr id="663560" name="Freeform 8"/>
          <p:cNvSpPr>
            <a:spLocks/>
          </p:cNvSpPr>
          <p:nvPr/>
        </p:nvSpPr>
        <p:spPr bwMode="auto">
          <a:xfrm>
            <a:off x="990600" y="40386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3561" name="Object 9"/>
          <p:cNvGraphicFramePr>
            <a:graphicFrameLocks noChangeAspect="1"/>
          </p:cNvGraphicFramePr>
          <p:nvPr/>
        </p:nvGraphicFramePr>
        <p:xfrm>
          <a:off x="762000" y="2819400"/>
          <a:ext cx="1638300" cy="1168400"/>
        </p:xfrm>
        <a:graphic>
          <a:graphicData uri="http://schemas.openxmlformats.org/presentationml/2006/ole">
            <p:oleObj spid="_x0000_s663561" name="Equation" r:id="rId6" imgW="1638000" imgH="1168200" progId="Equation.3">
              <p:embed/>
            </p:oleObj>
          </a:graphicData>
        </a:graphic>
      </p:graphicFrame>
      <p:sp>
        <p:nvSpPr>
          <p:cNvPr id="663562" name="Text Box 10"/>
          <p:cNvSpPr txBox="1">
            <a:spLocks noChangeArrowheads="1"/>
          </p:cNvSpPr>
          <p:nvPr/>
        </p:nvSpPr>
        <p:spPr bwMode="auto">
          <a:xfrm>
            <a:off x="2717800" y="4840288"/>
            <a:ext cx="184150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endParaRPr lang="en-US" altLang="en-US"/>
          </a:p>
        </p:txBody>
      </p:sp>
      <p:graphicFrame>
        <p:nvGraphicFramePr>
          <p:cNvPr id="663563" name="Object 11"/>
          <p:cNvGraphicFramePr>
            <a:graphicFrameLocks noChangeAspect="1"/>
          </p:cNvGraphicFramePr>
          <p:nvPr/>
        </p:nvGraphicFramePr>
        <p:xfrm>
          <a:off x="2286000" y="5029200"/>
          <a:ext cx="1701800" cy="469900"/>
        </p:xfrm>
        <a:graphic>
          <a:graphicData uri="http://schemas.openxmlformats.org/presentationml/2006/ole">
            <p:oleObj spid="_x0000_s663563" name="Equation" r:id="rId7" imgW="1701800" imgH="469900" progId="Equation.3">
              <p:embed/>
            </p:oleObj>
          </a:graphicData>
        </a:graphic>
      </p:graphicFrame>
      <p:graphicFrame>
        <p:nvGraphicFramePr>
          <p:cNvPr id="663564" name="Object 12"/>
          <p:cNvGraphicFramePr>
            <a:graphicFrameLocks noChangeAspect="1"/>
          </p:cNvGraphicFramePr>
          <p:nvPr/>
        </p:nvGraphicFramePr>
        <p:xfrm>
          <a:off x="1366838" y="5257800"/>
          <a:ext cx="444500" cy="469900"/>
        </p:xfrm>
        <a:graphic>
          <a:graphicData uri="http://schemas.openxmlformats.org/presentationml/2006/ole">
            <p:oleObj spid="_x0000_s663564" name="Equation" r:id="rId8" imgW="444500" imgH="469900" progId="Equation.3">
              <p:embed/>
            </p:oleObj>
          </a:graphicData>
        </a:graphic>
      </p:graphicFrame>
      <p:sp>
        <p:nvSpPr>
          <p:cNvPr id="663565" name="Line 13"/>
          <p:cNvSpPr>
            <a:spLocks noChangeShapeType="1"/>
          </p:cNvSpPr>
          <p:nvPr/>
        </p:nvSpPr>
        <p:spPr bwMode="auto">
          <a:xfrm>
            <a:off x="6858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63566" name="Line 14"/>
          <p:cNvSpPr>
            <a:spLocks noChangeShapeType="1"/>
          </p:cNvSpPr>
          <p:nvPr/>
        </p:nvSpPr>
        <p:spPr bwMode="auto">
          <a:xfrm>
            <a:off x="1905000" y="5486400"/>
            <a:ext cx="2895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3567" name="Freeform 15"/>
          <p:cNvSpPr>
            <a:spLocks/>
          </p:cNvSpPr>
          <p:nvPr/>
        </p:nvSpPr>
        <p:spPr bwMode="auto">
          <a:xfrm>
            <a:off x="4495800" y="4038600"/>
            <a:ext cx="1128713" cy="1181100"/>
          </a:xfrm>
          <a:custGeom>
            <a:avLst/>
            <a:gdLst/>
            <a:ahLst/>
            <a:cxnLst>
              <a:cxn ang="0">
                <a:pos x="248" y="744"/>
              </a:cxn>
              <a:cxn ang="0">
                <a:pos x="8" y="216"/>
              </a:cxn>
              <a:cxn ang="0">
                <a:pos x="296" y="24"/>
              </a:cxn>
              <a:cxn ang="0">
                <a:pos x="680" y="120"/>
              </a:cxn>
              <a:cxn ang="0">
                <a:pos x="488" y="744"/>
              </a:cxn>
            </a:cxnLst>
            <a:rect l="0" t="0" r="r" b="b"/>
            <a:pathLst>
              <a:path w="711" h="744">
                <a:moveTo>
                  <a:pt x="248" y="744"/>
                </a:moveTo>
                <a:cubicBezTo>
                  <a:pt x="124" y="539"/>
                  <a:pt x="0" y="335"/>
                  <a:pt x="8" y="216"/>
                </a:cubicBezTo>
                <a:cubicBezTo>
                  <a:pt x="15" y="96"/>
                  <a:pt x="184" y="40"/>
                  <a:pt x="296" y="24"/>
                </a:cubicBezTo>
                <a:cubicBezTo>
                  <a:pt x="408" y="8"/>
                  <a:pt x="648" y="0"/>
                  <a:pt x="680" y="120"/>
                </a:cubicBezTo>
                <a:cubicBezTo>
                  <a:pt x="711" y="239"/>
                  <a:pt x="599" y="491"/>
                  <a:pt x="488" y="74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63568" name="Object 16"/>
          <p:cNvGraphicFramePr>
            <a:graphicFrameLocks noChangeAspect="1"/>
          </p:cNvGraphicFramePr>
          <p:nvPr/>
        </p:nvGraphicFramePr>
        <p:xfrm>
          <a:off x="4343400" y="2895600"/>
          <a:ext cx="1638300" cy="1168400"/>
        </p:xfrm>
        <a:graphic>
          <a:graphicData uri="http://schemas.openxmlformats.org/presentationml/2006/ole">
            <p:oleObj spid="_x0000_s663568" name="Equation" r:id="rId9" imgW="1638000" imgH="1168200" progId="Equation.3">
              <p:embed/>
            </p:oleObj>
          </a:graphicData>
        </a:graphic>
      </p:graphicFrame>
      <p:sp>
        <p:nvSpPr>
          <p:cNvPr id="663569" name="Oval 17"/>
          <p:cNvSpPr>
            <a:spLocks noChangeArrowheads="1"/>
          </p:cNvSpPr>
          <p:nvPr/>
        </p:nvSpPr>
        <p:spPr bwMode="auto">
          <a:xfrm>
            <a:off x="4800600" y="5181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3570" name="Oval 18"/>
          <p:cNvSpPr>
            <a:spLocks noChangeArrowheads="1"/>
          </p:cNvSpPr>
          <p:nvPr/>
        </p:nvSpPr>
        <p:spPr bwMode="auto">
          <a:xfrm>
            <a:off x="1285875" y="5181600"/>
            <a:ext cx="6096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3571" name="Oval 19"/>
          <p:cNvSpPr>
            <a:spLocks noChangeArrowheads="1"/>
          </p:cNvSpPr>
          <p:nvPr/>
        </p:nvSpPr>
        <p:spPr bwMode="auto">
          <a:xfrm>
            <a:off x="7924800" y="5029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3572" name="Oval 20"/>
          <p:cNvSpPr>
            <a:spLocks noChangeArrowheads="1"/>
          </p:cNvSpPr>
          <p:nvPr/>
        </p:nvSpPr>
        <p:spPr bwMode="auto">
          <a:xfrm>
            <a:off x="2133600" y="48768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3573" name="Line 21"/>
          <p:cNvSpPr>
            <a:spLocks noChangeShapeType="1"/>
          </p:cNvSpPr>
          <p:nvPr/>
        </p:nvSpPr>
        <p:spPr bwMode="auto">
          <a:xfrm flipV="1">
            <a:off x="3048000" y="1828800"/>
            <a:ext cx="228600" cy="28956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63574" name="Text Box 22"/>
          <p:cNvSpPr txBox="1">
            <a:spLocks noChangeArrowheads="1"/>
          </p:cNvSpPr>
          <p:nvPr/>
        </p:nvSpPr>
        <p:spPr bwMode="auto">
          <a:xfrm>
            <a:off x="1219200" y="1143000"/>
            <a:ext cx="4284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Not allowed in DPDAs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r>
              <a:rPr lang="en-US" sz="4400"/>
              <a:t>NPDAs </a:t>
            </a:r>
            <a:br>
              <a:rPr lang="en-US" sz="4400"/>
            </a:br>
            <a:r>
              <a:rPr lang="en-US" sz="4400"/>
              <a:t/>
            </a:r>
            <a:br>
              <a:rPr lang="en-US" sz="4400"/>
            </a:br>
            <a:r>
              <a:rPr lang="en-US" sz="4400"/>
              <a:t>Have More Power than</a:t>
            </a:r>
            <a:br>
              <a:rPr lang="en-US" sz="4400"/>
            </a:br>
            <a:r>
              <a:rPr lang="en-US" sz="4400"/>
              <a:t/>
            </a:r>
            <a:br>
              <a:rPr lang="en-US" sz="4400"/>
            </a:br>
            <a:r>
              <a:rPr lang="en-US" sz="4400"/>
              <a:t>DPDAs</a:t>
            </a:r>
          </a:p>
        </p:txBody>
      </p:sp>
      <p:sp>
        <p:nvSpPr>
          <p:cNvPr id="664579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6F010-41A0-40B1-9F92-0A7DAA74EF6E}" type="slidenum">
              <a:rPr lang="en-US" altLang="en-US"/>
              <a:pPr/>
              <a:t>66</a:t>
            </a:fld>
            <a:endParaRPr lang="en-US" altLang="en-US"/>
          </a:p>
        </p:txBody>
      </p:sp>
      <p:sp>
        <p:nvSpPr>
          <p:cNvPr id="678914" name="AutoShape 2"/>
          <p:cNvSpPr>
            <a:spLocks noChangeArrowheads="1"/>
          </p:cNvSpPr>
          <p:nvPr/>
        </p:nvSpPr>
        <p:spPr bwMode="auto">
          <a:xfrm>
            <a:off x="571500" y="1055688"/>
            <a:ext cx="3295650" cy="2459037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Deterministic</a:t>
            </a:r>
          </a:p>
          <a:p>
            <a:pPr algn="ctr"/>
            <a:r>
              <a:rPr lang="en-US"/>
              <a:t>Context-Free</a:t>
            </a:r>
          </a:p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(DPDA)</a:t>
            </a:r>
          </a:p>
        </p:txBody>
      </p:sp>
      <p:sp>
        <p:nvSpPr>
          <p:cNvPr id="678915" name="AutoShape 3"/>
          <p:cNvSpPr>
            <a:spLocks noChangeArrowheads="1"/>
          </p:cNvSpPr>
          <p:nvPr/>
        </p:nvSpPr>
        <p:spPr bwMode="auto">
          <a:xfrm>
            <a:off x="5392738" y="1371600"/>
            <a:ext cx="3138487" cy="1843088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Context-Free</a:t>
            </a:r>
          </a:p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NPDAs</a:t>
            </a:r>
          </a:p>
        </p:txBody>
      </p:sp>
      <p:graphicFrame>
        <p:nvGraphicFramePr>
          <p:cNvPr id="678916" name="Object 4"/>
          <p:cNvGraphicFramePr>
            <a:graphicFrameLocks noChangeAspect="1"/>
          </p:cNvGraphicFramePr>
          <p:nvPr/>
        </p:nvGraphicFramePr>
        <p:xfrm>
          <a:off x="4243388" y="1843088"/>
          <a:ext cx="885825" cy="828675"/>
        </p:xfrm>
        <a:graphic>
          <a:graphicData uri="http://schemas.openxmlformats.org/presentationml/2006/ole">
            <p:oleObj spid="_x0000_s678916" name="Equation" r:id="rId3" imgW="393480" imgH="368280" progId="Equation.3">
              <p:embed/>
            </p:oleObj>
          </a:graphicData>
        </a:graphic>
      </p:graphicFrame>
      <p:sp>
        <p:nvSpPr>
          <p:cNvPr id="678917" name="Text Box 5"/>
          <p:cNvSpPr txBox="1">
            <a:spLocks noChangeArrowheads="1"/>
          </p:cNvSpPr>
          <p:nvPr/>
        </p:nvSpPr>
        <p:spPr bwMode="auto">
          <a:xfrm>
            <a:off x="1371600" y="4267200"/>
            <a:ext cx="6481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Since every DPDA is also a NPDA</a:t>
            </a:r>
          </a:p>
        </p:txBody>
      </p:sp>
      <p:sp>
        <p:nvSpPr>
          <p:cNvPr id="678919" name="Text Box 7"/>
          <p:cNvSpPr txBox="1">
            <a:spLocks noChangeArrowheads="1"/>
          </p:cNvSpPr>
          <p:nvPr/>
        </p:nvSpPr>
        <p:spPr bwMode="auto">
          <a:xfrm>
            <a:off x="762000" y="152400"/>
            <a:ext cx="2789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It holds that: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92C89D-80C4-46A5-86A8-DF28431335AA}" type="slidenum">
              <a:rPr lang="en-US" altLang="en-US"/>
              <a:pPr/>
              <a:t>67</a:t>
            </a:fld>
            <a:endParaRPr lang="en-US" altLang="en-US"/>
          </a:p>
        </p:txBody>
      </p:sp>
      <p:graphicFrame>
        <p:nvGraphicFramePr>
          <p:cNvPr id="712704" name="Object 0"/>
          <p:cNvGraphicFramePr>
            <a:graphicFrameLocks noChangeAspect="1"/>
          </p:cNvGraphicFramePr>
          <p:nvPr/>
        </p:nvGraphicFramePr>
        <p:xfrm>
          <a:off x="4191000" y="1905000"/>
          <a:ext cx="928688" cy="706438"/>
        </p:xfrm>
        <a:graphic>
          <a:graphicData uri="http://schemas.openxmlformats.org/presentationml/2006/ole">
            <p:oleObj spid="_x0000_s712704" name="Equation" r:id="rId3" imgW="317160" imgH="241200" progId="Equation.3">
              <p:embed/>
            </p:oleObj>
          </a:graphicData>
        </a:graphic>
      </p:graphicFrame>
      <p:sp>
        <p:nvSpPr>
          <p:cNvPr id="679942" name="Text Box 6"/>
          <p:cNvSpPr txBox="1">
            <a:spLocks noChangeArrowheads="1"/>
          </p:cNvSpPr>
          <p:nvPr/>
        </p:nvSpPr>
        <p:spPr bwMode="auto">
          <a:xfrm>
            <a:off x="669925" y="254000"/>
            <a:ext cx="43195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We will actually show:</a:t>
            </a:r>
          </a:p>
        </p:txBody>
      </p:sp>
      <p:grpSp>
        <p:nvGrpSpPr>
          <p:cNvPr id="679946" name="Group 10"/>
          <p:cNvGrpSpPr>
            <a:grpSpLocks/>
          </p:cNvGrpSpPr>
          <p:nvPr/>
        </p:nvGrpSpPr>
        <p:grpSpPr bwMode="auto">
          <a:xfrm>
            <a:off x="838200" y="4800600"/>
            <a:ext cx="7599363" cy="1747838"/>
            <a:chOff x="528" y="2688"/>
            <a:chExt cx="4787" cy="1101"/>
          </a:xfrm>
        </p:grpSpPr>
        <p:sp>
          <p:nvSpPr>
            <p:cNvPr id="679941" name="Text Box 5"/>
            <p:cNvSpPr txBox="1">
              <a:spLocks noChangeArrowheads="1"/>
            </p:cNvSpPr>
            <p:nvPr/>
          </p:nvSpPr>
          <p:spPr bwMode="auto">
            <a:xfrm>
              <a:off x="528" y="2688"/>
              <a:ext cx="4787" cy="110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>
                  <a:solidFill>
                    <a:srgbClr val="339933"/>
                  </a:solidFill>
                </a:rPr>
                <a:t>We will show that there exists</a:t>
              </a:r>
            </a:p>
            <a:p>
              <a:r>
                <a:rPr lang="en-US">
                  <a:solidFill>
                    <a:srgbClr val="339933"/>
                  </a:solidFill>
                </a:rPr>
                <a:t>a context-free language     which is not</a:t>
              </a:r>
            </a:p>
            <a:p>
              <a:r>
                <a:rPr lang="en-US">
                  <a:solidFill>
                    <a:srgbClr val="339933"/>
                  </a:solidFill>
                </a:rPr>
                <a:t>accepted by any DPDA</a:t>
              </a:r>
            </a:p>
          </p:txBody>
        </p:sp>
        <p:graphicFrame>
          <p:nvGraphicFramePr>
            <p:cNvPr id="712707" name="Object 3"/>
            <p:cNvGraphicFramePr>
              <a:graphicFrameLocks noChangeAspect="1"/>
            </p:cNvGraphicFramePr>
            <p:nvPr/>
          </p:nvGraphicFramePr>
          <p:xfrm>
            <a:off x="3504" y="3072"/>
            <a:ext cx="244" cy="288"/>
          </p:xfrm>
          <a:graphic>
            <a:graphicData uri="http://schemas.openxmlformats.org/presentationml/2006/ole">
              <p:oleObj spid="_x0000_s712707" name="Equation" r:id="rId4" imgW="279360" imgH="330120" progId="Equation.3">
                <p:embed/>
              </p:oleObj>
            </a:graphicData>
          </a:graphic>
        </p:graphicFrame>
      </p:grpSp>
      <p:graphicFrame>
        <p:nvGraphicFramePr>
          <p:cNvPr id="712705" name="Object 1"/>
          <p:cNvGraphicFramePr>
            <a:graphicFrameLocks noChangeAspect="1"/>
          </p:cNvGraphicFramePr>
          <p:nvPr/>
        </p:nvGraphicFramePr>
        <p:xfrm>
          <a:off x="6553200" y="3429000"/>
          <a:ext cx="762000" cy="439738"/>
        </p:xfrm>
        <a:graphic>
          <a:graphicData uri="http://schemas.openxmlformats.org/presentationml/2006/ole">
            <p:oleObj spid="_x0000_s712705" name="Equation" r:id="rId5" imgW="571320" imgH="330120" progId="Equation.3">
              <p:embed/>
            </p:oleObj>
          </a:graphicData>
        </a:graphic>
      </p:graphicFrame>
      <p:graphicFrame>
        <p:nvGraphicFramePr>
          <p:cNvPr id="712706" name="Object 2"/>
          <p:cNvGraphicFramePr>
            <a:graphicFrameLocks noChangeAspect="1"/>
          </p:cNvGraphicFramePr>
          <p:nvPr/>
        </p:nvGraphicFramePr>
        <p:xfrm>
          <a:off x="1752600" y="3657600"/>
          <a:ext cx="762000" cy="490538"/>
        </p:xfrm>
        <a:graphic>
          <a:graphicData uri="http://schemas.openxmlformats.org/presentationml/2006/ole">
            <p:oleObj spid="_x0000_s712706" name="Equation" r:id="rId6" imgW="571320" imgH="368280" progId="Equation.3">
              <p:embed/>
            </p:oleObj>
          </a:graphicData>
        </a:graphic>
      </p:graphicFrame>
      <p:sp>
        <p:nvSpPr>
          <p:cNvPr id="679947" name="AutoShape 11"/>
          <p:cNvSpPr>
            <a:spLocks noChangeArrowheads="1"/>
          </p:cNvSpPr>
          <p:nvPr/>
        </p:nvSpPr>
        <p:spPr bwMode="auto">
          <a:xfrm>
            <a:off x="571500" y="1055688"/>
            <a:ext cx="3295650" cy="2459037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Deterministic</a:t>
            </a:r>
          </a:p>
          <a:p>
            <a:pPr algn="ctr"/>
            <a:r>
              <a:rPr lang="en-US"/>
              <a:t>Context-Free</a:t>
            </a:r>
          </a:p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(DPDA)</a:t>
            </a:r>
          </a:p>
        </p:txBody>
      </p:sp>
      <p:sp>
        <p:nvSpPr>
          <p:cNvPr id="679948" name="AutoShape 12"/>
          <p:cNvSpPr>
            <a:spLocks noChangeArrowheads="1"/>
          </p:cNvSpPr>
          <p:nvPr/>
        </p:nvSpPr>
        <p:spPr bwMode="auto">
          <a:xfrm>
            <a:off x="5392738" y="1371600"/>
            <a:ext cx="3138487" cy="1843088"/>
          </a:xfrm>
          <a:prstGeom prst="bracePair">
            <a:avLst>
              <a:gd name="adj" fmla="val 8333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wrap="none" anchor="ctr">
            <a:spAutoFit/>
          </a:bodyPr>
          <a:lstStyle/>
          <a:p>
            <a:pPr algn="ctr"/>
            <a:r>
              <a:rPr lang="en-US"/>
              <a:t>Context-Free</a:t>
            </a:r>
          </a:p>
          <a:p>
            <a:pPr algn="ctr"/>
            <a:r>
              <a:rPr lang="en-US"/>
              <a:t>Languages</a:t>
            </a:r>
          </a:p>
          <a:p>
            <a:pPr algn="ctr"/>
            <a:r>
              <a:rPr lang="en-US"/>
              <a:t>(NPDA)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2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2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2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12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011C74-7812-4C03-9DE5-40EA50269655}" type="slidenum">
              <a:rPr lang="en-US" altLang="en-US"/>
              <a:pPr/>
              <a:t>68</a:t>
            </a:fld>
            <a:endParaRPr lang="en-US" altLang="en-US"/>
          </a:p>
        </p:txBody>
      </p:sp>
      <p:sp>
        <p:nvSpPr>
          <p:cNvPr id="666626" name="Text Box 2"/>
          <p:cNvSpPr txBox="1">
            <a:spLocks noChangeArrowheads="1"/>
          </p:cNvSpPr>
          <p:nvPr/>
        </p:nvSpPr>
        <p:spPr bwMode="auto">
          <a:xfrm>
            <a:off x="212725" y="254000"/>
            <a:ext cx="32019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language is:</a:t>
            </a:r>
          </a:p>
        </p:txBody>
      </p:sp>
      <p:graphicFrame>
        <p:nvGraphicFramePr>
          <p:cNvPr id="666627" name="Object 3"/>
          <p:cNvGraphicFramePr>
            <a:graphicFrameLocks noChangeAspect="1"/>
          </p:cNvGraphicFramePr>
          <p:nvPr/>
        </p:nvGraphicFramePr>
        <p:xfrm>
          <a:off x="838200" y="1447800"/>
          <a:ext cx="4381500" cy="711200"/>
        </p:xfrm>
        <a:graphic>
          <a:graphicData uri="http://schemas.openxmlformats.org/presentationml/2006/ole">
            <p:oleObj spid="_x0000_s666627" name="Equation" r:id="rId3" imgW="4381200" imgH="711000" progId="Equation.3">
              <p:embed/>
            </p:oleObj>
          </a:graphicData>
        </a:graphic>
      </p:graphicFrame>
      <p:graphicFrame>
        <p:nvGraphicFramePr>
          <p:cNvPr id="666628" name="Object 4"/>
          <p:cNvGraphicFramePr>
            <a:graphicFrameLocks noChangeAspect="1"/>
          </p:cNvGraphicFramePr>
          <p:nvPr/>
        </p:nvGraphicFramePr>
        <p:xfrm>
          <a:off x="6629400" y="1676400"/>
          <a:ext cx="1028700" cy="419100"/>
        </p:xfrm>
        <a:graphic>
          <a:graphicData uri="http://schemas.openxmlformats.org/presentationml/2006/ole">
            <p:oleObj spid="_x0000_s666628" name="Equation" r:id="rId4" imgW="1028520" imgH="419040" progId="Equation.3">
              <p:embed/>
            </p:oleObj>
          </a:graphicData>
        </a:graphic>
      </p:graphicFrame>
      <p:sp>
        <p:nvSpPr>
          <p:cNvPr id="666629" name="Text Box 5"/>
          <p:cNvSpPr txBox="1">
            <a:spLocks noChangeArrowheads="1"/>
          </p:cNvSpPr>
          <p:nvPr/>
        </p:nvSpPr>
        <p:spPr bwMode="auto">
          <a:xfrm>
            <a:off x="228600" y="3200400"/>
            <a:ext cx="2735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We will show:</a:t>
            </a:r>
          </a:p>
        </p:txBody>
      </p:sp>
      <p:graphicFrame>
        <p:nvGraphicFramePr>
          <p:cNvPr id="666630" name="Object 6"/>
          <p:cNvGraphicFramePr>
            <a:graphicFrameLocks noChangeAspect="1"/>
          </p:cNvGraphicFramePr>
          <p:nvPr/>
        </p:nvGraphicFramePr>
        <p:xfrm>
          <a:off x="1616075" y="4089400"/>
          <a:ext cx="322263" cy="381000"/>
        </p:xfrm>
        <a:graphic>
          <a:graphicData uri="http://schemas.openxmlformats.org/presentationml/2006/ole">
            <p:oleObj spid="_x0000_s666630" name="Equation" r:id="rId5" imgW="279360" imgH="330120" progId="Equation.3">
              <p:embed/>
            </p:oleObj>
          </a:graphicData>
        </a:graphic>
      </p:graphicFrame>
      <p:sp>
        <p:nvSpPr>
          <p:cNvPr id="666631" name="Text Box 7"/>
          <p:cNvSpPr txBox="1">
            <a:spLocks noChangeArrowheads="1"/>
          </p:cNvSpPr>
          <p:nvPr/>
        </p:nvSpPr>
        <p:spPr bwMode="auto">
          <a:xfrm>
            <a:off x="1219200" y="4038600"/>
            <a:ext cx="40084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     is context-free</a:t>
            </a:r>
          </a:p>
        </p:txBody>
      </p:sp>
      <p:graphicFrame>
        <p:nvGraphicFramePr>
          <p:cNvPr id="666632" name="Object 8"/>
          <p:cNvGraphicFramePr>
            <a:graphicFrameLocks noChangeAspect="1"/>
          </p:cNvGraphicFramePr>
          <p:nvPr/>
        </p:nvGraphicFramePr>
        <p:xfrm>
          <a:off x="1616075" y="5156200"/>
          <a:ext cx="322263" cy="381000"/>
        </p:xfrm>
        <a:graphic>
          <a:graphicData uri="http://schemas.openxmlformats.org/presentationml/2006/ole">
            <p:oleObj spid="_x0000_s666632" name="Equation" r:id="rId6" imgW="279360" imgH="330120" progId="Equation.3">
              <p:embed/>
            </p:oleObj>
          </a:graphicData>
        </a:graphic>
      </p:graphicFrame>
      <p:sp>
        <p:nvSpPr>
          <p:cNvPr id="666633" name="Text Box 9"/>
          <p:cNvSpPr txBox="1">
            <a:spLocks noChangeArrowheads="1"/>
          </p:cNvSpPr>
          <p:nvPr/>
        </p:nvSpPr>
        <p:spPr bwMode="auto">
          <a:xfrm>
            <a:off x="1219200" y="5105400"/>
            <a:ext cx="74136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/>
              <a:t>      is </a:t>
            </a:r>
            <a:r>
              <a:rPr lang="en-US" b="1">
                <a:solidFill>
                  <a:srgbClr val="FF0000"/>
                </a:solidFill>
              </a:rPr>
              <a:t>not</a:t>
            </a:r>
            <a:r>
              <a:rPr lang="en-US"/>
              <a:t> deterministic context-free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D9E4F-7196-4CD8-9D31-737732D07700}" type="slidenum">
              <a:rPr lang="en-US" altLang="en-US"/>
              <a:pPr/>
              <a:t>69</a:t>
            </a:fld>
            <a:endParaRPr lang="en-US" altLang="en-US"/>
          </a:p>
        </p:txBody>
      </p:sp>
      <p:graphicFrame>
        <p:nvGraphicFramePr>
          <p:cNvPr id="667650" name="Object 2"/>
          <p:cNvGraphicFramePr>
            <a:graphicFrameLocks noChangeAspect="1"/>
          </p:cNvGraphicFramePr>
          <p:nvPr/>
        </p:nvGraphicFramePr>
        <p:xfrm>
          <a:off x="2311400" y="355600"/>
          <a:ext cx="4381500" cy="711200"/>
        </p:xfrm>
        <a:graphic>
          <a:graphicData uri="http://schemas.openxmlformats.org/presentationml/2006/ole">
            <p:oleObj spid="_x0000_s667650" name="Equation" r:id="rId3" imgW="4381200" imgH="711000" progId="Equation.3">
              <p:embed/>
            </p:oleObj>
          </a:graphicData>
        </a:graphic>
      </p:graphicFrame>
      <p:sp>
        <p:nvSpPr>
          <p:cNvPr id="667651" name="Text Box 3"/>
          <p:cNvSpPr txBox="1">
            <a:spLocks noChangeArrowheads="1"/>
          </p:cNvSpPr>
          <p:nvPr/>
        </p:nvSpPr>
        <p:spPr bwMode="auto">
          <a:xfrm>
            <a:off x="0" y="1676400"/>
            <a:ext cx="59356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Language         is context-free</a:t>
            </a:r>
          </a:p>
        </p:txBody>
      </p:sp>
      <p:graphicFrame>
        <p:nvGraphicFramePr>
          <p:cNvPr id="667652" name="Object 4"/>
          <p:cNvGraphicFramePr>
            <a:graphicFrameLocks noChangeAspect="1"/>
          </p:cNvGraphicFramePr>
          <p:nvPr/>
        </p:nvGraphicFramePr>
        <p:xfrm>
          <a:off x="2209800" y="1752600"/>
          <a:ext cx="328613" cy="393700"/>
        </p:xfrm>
        <a:graphic>
          <a:graphicData uri="http://schemas.openxmlformats.org/presentationml/2006/ole">
            <p:oleObj spid="_x0000_s667652" name="Equation" r:id="rId4" imgW="330120" imgH="393480" progId="Equation.3">
              <p:embed/>
            </p:oleObj>
          </a:graphicData>
        </a:graphic>
      </p:graphicFrame>
      <p:grpSp>
        <p:nvGrpSpPr>
          <p:cNvPr id="667653" name="Group 5"/>
          <p:cNvGrpSpPr>
            <a:grpSpLocks/>
          </p:cNvGrpSpPr>
          <p:nvPr/>
        </p:nvGrpSpPr>
        <p:grpSpPr bwMode="auto">
          <a:xfrm>
            <a:off x="0" y="2819400"/>
            <a:ext cx="6210300" cy="3517900"/>
            <a:chOff x="0" y="1872"/>
            <a:chExt cx="3912" cy="2216"/>
          </a:xfrm>
        </p:grpSpPr>
        <p:sp>
          <p:nvSpPr>
            <p:cNvPr id="667654" name="Text Box 6"/>
            <p:cNvSpPr txBox="1">
              <a:spLocks noChangeArrowheads="1"/>
            </p:cNvSpPr>
            <p:nvPr/>
          </p:nvSpPr>
          <p:spPr bwMode="auto">
            <a:xfrm>
              <a:off x="0" y="1872"/>
              <a:ext cx="391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Context-free grammar for      : </a:t>
              </a:r>
            </a:p>
          </p:txBody>
        </p:sp>
        <p:graphicFrame>
          <p:nvGraphicFramePr>
            <p:cNvPr id="667655" name="Object 7"/>
            <p:cNvGraphicFramePr>
              <a:graphicFrameLocks noChangeAspect="1"/>
            </p:cNvGraphicFramePr>
            <p:nvPr/>
          </p:nvGraphicFramePr>
          <p:xfrm>
            <a:off x="3400" y="1912"/>
            <a:ext cx="207" cy="248"/>
          </p:xfrm>
          <a:graphic>
            <a:graphicData uri="http://schemas.openxmlformats.org/presentationml/2006/ole">
              <p:oleObj spid="_x0000_s667655" name="Equation" r:id="rId5" imgW="330120" imgH="393480" progId="Equation.3">
                <p:embed/>
              </p:oleObj>
            </a:graphicData>
          </a:graphic>
        </p:graphicFrame>
        <p:graphicFrame>
          <p:nvGraphicFramePr>
            <p:cNvPr id="667656" name="Object 8"/>
            <p:cNvGraphicFramePr>
              <a:graphicFrameLocks noChangeAspect="1"/>
            </p:cNvGraphicFramePr>
            <p:nvPr/>
          </p:nvGraphicFramePr>
          <p:xfrm>
            <a:off x="844" y="2336"/>
            <a:ext cx="1416" cy="360"/>
          </p:xfrm>
          <a:graphic>
            <a:graphicData uri="http://schemas.openxmlformats.org/presentationml/2006/ole">
              <p:oleObj spid="_x0000_s667656" name="Equation" r:id="rId6" imgW="2247840" imgH="571320" progId="Equation.3">
                <p:embed/>
              </p:oleObj>
            </a:graphicData>
          </a:graphic>
        </p:graphicFrame>
        <p:graphicFrame>
          <p:nvGraphicFramePr>
            <p:cNvPr id="667657" name="Object 9"/>
            <p:cNvGraphicFramePr>
              <a:graphicFrameLocks noChangeAspect="1"/>
            </p:cNvGraphicFramePr>
            <p:nvPr/>
          </p:nvGraphicFramePr>
          <p:xfrm>
            <a:off x="832" y="3008"/>
            <a:ext cx="1680" cy="360"/>
          </p:xfrm>
          <a:graphic>
            <a:graphicData uri="http://schemas.openxmlformats.org/presentationml/2006/ole">
              <p:oleObj spid="_x0000_s667657" name="Equation" r:id="rId7" imgW="2666880" imgH="571320" progId="Equation.3">
                <p:embed/>
              </p:oleObj>
            </a:graphicData>
          </a:graphic>
        </p:graphicFrame>
        <p:graphicFrame>
          <p:nvGraphicFramePr>
            <p:cNvPr id="667658" name="Object 10"/>
            <p:cNvGraphicFramePr>
              <a:graphicFrameLocks noChangeAspect="1"/>
            </p:cNvGraphicFramePr>
            <p:nvPr/>
          </p:nvGraphicFramePr>
          <p:xfrm>
            <a:off x="820" y="3728"/>
            <a:ext cx="1936" cy="360"/>
          </p:xfrm>
          <a:graphic>
            <a:graphicData uri="http://schemas.openxmlformats.org/presentationml/2006/ole">
              <p:oleObj spid="_x0000_s667658" name="Equation" r:id="rId8" imgW="3073320" imgH="571320" progId="Equation.3">
                <p:embed/>
              </p:oleObj>
            </a:graphicData>
          </a:graphic>
        </p:graphicFrame>
      </p:grpSp>
      <p:graphicFrame>
        <p:nvGraphicFramePr>
          <p:cNvPr id="667662" name="Object 14"/>
          <p:cNvGraphicFramePr>
            <a:graphicFrameLocks noChangeAspect="1"/>
          </p:cNvGraphicFramePr>
          <p:nvPr/>
        </p:nvGraphicFramePr>
        <p:xfrm>
          <a:off x="5257800" y="4495800"/>
          <a:ext cx="1117600" cy="558800"/>
        </p:xfrm>
        <a:graphic>
          <a:graphicData uri="http://schemas.openxmlformats.org/presentationml/2006/ole">
            <p:oleObj spid="_x0000_s667662" name="Equation" r:id="rId9" imgW="1117440" imgH="558720" progId="Equation.3">
              <p:embed/>
            </p:oleObj>
          </a:graphicData>
        </a:graphic>
      </p:graphicFrame>
      <p:graphicFrame>
        <p:nvGraphicFramePr>
          <p:cNvPr id="667663" name="Object 15"/>
          <p:cNvGraphicFramePr>
            <a:graphicFrameLocks noChangeAspect="1"/>
          </p:cNvGraphicFramePr>
          <p:nvPr/>
        </p:nvGraphicFramePr>
        <p:xfrm>
          <a:off x="5257800" y="5715000"/>
          <a:ext cx="1282700" cy="558800"/>
        </p:xfrm>
        <a:graphic>
          <a:graphicData uri="http://schemas.openxmlformats.org/presentationml/2006/ole">
            <p:oleObj spid="_x0000_s667663" name="Equation" r:id="rId10" imgW="1282680" imgH="558720" progId="Equation.3">
              <p:embed/>
            </p:oleObj>
          </a:graphicData>
        </a:graphic>
      </p:graphicFrame>
      <p:graphicFrame>
        <p:nvGraphicFramePr>
          <p:cNvPr id="667664" name="Object 16"/>
          <p:cNvGraphicFramePr>
            <a:graphicFrameLocks noChangeAspect="1"/>
          </p:cNvGraphicFramePr>
          <p:nvPr/>
        </p:nvGraphicFramePr>
        <p:xfrm>
          <a:off x="5257800" y="3505200"/>
          <a:ext cx="2806700" cy="558800"/>
        </p:xfrm>
        <a:graphic>
          <a:graphicData uri="http://schemas.openxmlformats.org/presentationml/2006/ole">
            <p:oleObj spid="_x0000_s667664" name="Equation" r:id="rId11" imgW="2806560" imgH="55872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67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67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8E25F-0101-42DF-A54E-2EC5CEB79F0E}" type="slidenum">
              <a:rPr lang="en-US" altLang="en-US"/>
              <a:pPr/>
              <a:t>70</a:t>
            </a:fld>
            <a:endParaRPr lang="en-US" altLang="en-US"/>
          </a:p>
        </p:txBody>
      </p:sp>
      <p:graphicFrame>
        <p:nvGraphicFramePr>
          <p:cNvPr id="668674" name="Object 2"/>
          <p:cNvGraphicFramePr>
            <a:graphicFrameLocks noChangeAspect="1"/>
          </p:cNvGraphicFramePr>
          <p:nvPr/>
        </p:nvGraphicFramePr>
        <p:xfrm>
          <a:off x="4267200" y="1143000"/>
          <a:ext cx="4381500" cy="711200"/>
        </p:xfrm>
        <a:graphic>
          <a:graphicData uri="http://schemas.openxmlformats.org/presentationml/2006/ole">
            <p:oleObj spid="_x0000_s668674" name="Equation" r:id="rId3" imgW="4381200" imgH="711000" progId="Equation.3">
              <p:embed/>
            </p:oleObj>
          </a:graphicData>
        </a:graphic>
      </p:graphicFrame>
      <p:sp>
        <p:nvSpPr>
          <p:cNvPr id="668675" name="Text Box 3"/>
          <p:cNvSpPr txBox="1">
            <a:spLocks noChangeArrowheads="1"/>
          </p:cNvSpPr>
          <p:nvPr/>
        </p:nvSpPr>
        <p:spPr bwMode="auto">
          <a:xfrm>
            <a:off x="1447800" y="2133600"/>
            <a:ext cx="65230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</a:t>
            </a:r>
            <a:r>
              <a:rPr lang="en-US" b="1">
                <a:solidFill>
                  <a:srgbClr val="FF3300"/>
                </a:solidFill>
              </a:rPr>
              <a:t>not</a:t>
            </a:r>
            <a:r>
              <a:rPr lang="en-US"/>
              <a:t> deterministic context-free</a:t>
            </a:r>
          </a:p>
        </p:txBody>
      </p:sp>
      <p:sp>
        <p:nvSpPr>
          <p:cNvPr id="668676" name="Text Box 4"/>
          <p:cNvSpPr txBox="1">
            <a:spLocks noChangeArrowheads="1"/>
          </p:cNvSpPr>
          <p:nvPr/>
        </p:nvSpPr>
        <p:spPr bwMode="auto">
          <a:xfrm>
            <a:off x="152400" y="255588"/>
            <a:ext cx="2289175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Theorem:</a:t>
            </a:r>
          </a:p>
        </p:txBody>
      </p:sp>
      <p:sp>
        <p:nvSpPr>
          <p:cNvPr id="668677" name="Text Box 5"/>
          <p:cNvSpPr txBox="1">
            <a:spLocks noChangeArrowheads="1"/>
          </p:cNvSpPr>
          <p:nvPr/>
        </p:nvSpPr>
        <p:spPr bwMode="auto">
          <a:xfrm>
            <a:off x="1371600" y="1295400"/>
            <a:ext cx="26447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language</a:t>
            </a:r>
          </a:p>
        </p:txBody>
      </p:sp>
      <p:sp>
        <p:nvSpPr>
          <p:cNvPr id="668678" name="Text Box 6"/>
          <p:cNvSpPr txBox="1">
            <a:spLocks noChangeArrowheads="1"/>
          </p:cNvSpPr>
          <p:nvPr/>
        </p:nvSpPr>
        <p:spPr bwMode="auto">
          <a:xfrm>
            <a:off x="1447800" y="3810000"/>
            <a:ext cx="713581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(there is </a:t>
            </a:r>
            <a:r>
              <a:rPr lang="en-US" b="1">
                <a:solidFill>
                  <a:srgbClr val="FF3300"/>
                </a:solidFill>
              </a:rPr>
              <a:t>no</a:t>
            </a:r>
            <a:r>
              <a:rPr lang="en-US"/>
              <a:t> DPDA that accepts      ) </a:t>
            </a:r>
          </a:p>
        </p:txBody>
      </p:sp>
      <p:graphicFrame>
        <p:nvGraphicFramePr>
          <p:cNvPr id="668679" name="Object 7"/>
          <p:cNvGraphicFramePr>
            <a:graphicFrameLocks noChangeAspect="1"/>
          </p:cNvGraphicFramePr>
          <p:nvPr/>
        </p:nvGraphicFramePr>
        <p:xfrm>
          <a:off x="7759700" y="3873500"/>
          <a:ext cx="328613" cy="393700"/>
        </p:xfrm>
        <a:graphic>
          <a:graphicData uri="http://schemas.openxmlformats.org/presentationml/2006/ole">
            <p:oleObj spid="_x0000_s668679" name="Equation" r:id="rId4" imgW="33012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1CB682-CB7E-43DA-9CDB-4D4050C159BC}" type="slidenum">
              <a:rPr lang="en-US" altLang="en-US"/>
              <a:pPr/>
              <a:t>71</a:t>
            </a:fld>
            <a:endParaRPr lang="en-US" altLang="en-US"/>
          </a:p>
        </p:txBody>
      </p:sp>
      <p:sp>
        <p:nvSpPr>
          <p:cNvPr id="669698" name="Text Box 2"/>
          <p:cNvSpPr txBox="1">
            <a:spLocks noChangeArrowheads="1"/>
          </p:cNvSpPr>
          <p:nvPr/>
        </p:nvSpPr>
        <p:spPr bwMode="auto">
          <a:xfrm>
            <a:off x="136525" y="357188"/>
            <a:ext cx="1555750" cy="64135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3300"/>
                </a:solidFill>
              </a:rPr>
              <a:t>Proof:</a:t>
            </a:r>
          </a:p>
        </p:txBody>
      </p:sp>
      <p:sp>
        <p:nvSpPr>
          <p:cNvPr id="669699" name="Text Box 3"/>
          <p:cNvSpPr txBox="1">
            <a:spLocks noChangeArrowheads="1"/>
          </p:cNvSpPr>
          <p:nvPr/>
        </p:nvSpPr>
        <p:spPr bwMode="auto">
          <a:xfrm>
            <a:off x="1905000" y="457200"/>
            <a:ext cx="5964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Assume for contradiction that</a:t>
            </a:r>
          </a:p>
        </p:txBody>
      </p:sp>
      <p:graphicFrame>
        <p:nvGraphicFramePr>
          <p:cNvPr id="669700" name="Object 4"/>
          <p:cNvGraphicFramePr>
            <a:graphicFrameLocks noChangeAspect="1"/>
          </p:cNvGraphicFramePr>
          <p:nvPr/>
        </p:nvGraphicFramePr>
        <p:xfrm>
          <a:off x="2743200" y="1219200"/>
          <a:ext cx="4381500" cy="711200"/>
        </p:xfrm>
        <a:graphic>
          <a:graphicData uri="http://schemas.openxmlformats.org/presentationml/2006/ole">
            <p:oleObj spid="_x0000_s669700" name="Equation" r:id="rId3" imgW="4381200" imgH="711000" progId="Equation.3">
              <p:embed/>
            </p:oleObj>
          </a:graphicData>
        </a:graphic>
      </p:graphicFrame>
      <p:sp>
        <p:nvSpPr>
          <p:cNvPr id="669701" name="Text Box 5"/>
          <p:cNvSpPr txBox="1">
            <a:spLocks noChangeArrowheads="1"/>
          </p:cNvSpPr>
          <p:nvPr/>
        </p:nvSpPr>
        <p:spPr bwMode="auto">
          <a:xfrm>
            <a:off x="1920875" y="2184400"/>
            <a:ext cx="57340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is deterministic context free</a:t>
            </a:r>
          </a:p>
        </p:txBody>
      </p:sp>
      <p:sp>
        <p:nvSpPr>
          <p:cNvPr id="669702" name="Text Box 6"/>
          <p:cNvSpPr txBox="1">
            <a:spLocks noChangeArrowheads="1"/>
          </p:cNvSpPr>
          <p:nvPr/>
        </p:nvSpPr>
        <p:spPr bwMode="auto">
          <a:xfrm>
            <a:off x="228600" y="4038600"/>
            <a:ext cx="2295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339933"/>
                </a:solidFill>
              </a:rPr>
              <a:t>Therefore:</a:t>
            </a:r>
          </a:p>
        </p:txBody>
      </p:sp>
      <p:sp>
        <p:nvSpPr>
          <p:cNvPr id="669703" name="Text Box 7"/>
          <p:cNvSpPr txBox="1">
            <a:spLocks noChangeArrowheads="1"/>
          </p:cNvSpPr>
          <p:nvPr/>
        </p:nvSpPr>
        <p:spPr bwMode="auto">
          <a:xfrm>
            <a:off x="685800" y="5029200"/>
            <a:ext cx="6740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is a DPDA        that accepts </a:t>
            </a:r>
          </a:p>
        </p:txBody>
      </p:sp>
      <p:graphicFrame>
        <p:nvGraphicFramePr>
          <p:cNvPr id="669704" name="Object 8"/>
          <p:cNvGraphicFramePr>
            <a:graphicFrameLocks noChangeAspect="1"/>
          </p:cNvGraphicFramePr>
          <p:nvPr/>
        </p:nvGraphicFramePr>
        <p:xfrm>
          <a:off x="4114800" y="5105400"/>
          <a:ext cx="544513" cy="393700"/>
        </p:xfrm>
        <a:graphic>
          <a:graphicData uri="http://schemas.openxmlformats.org/presentationml/2006/ole">
            <p:oleObj spid="_x0000_s669704" name="Equation" r:id="rId4" imgW="545760" imgH="393480" progId="Equation.3">
              <p:embed/>
            </p:oleObj>
          </a:graphicData>
        </a:graphic>
      </p:graphicFrame>
      <p:graphicFrame>
        <p:nvGraphicFramePr>
          <p:cNvPr id="669705" name="Object 9"/>
          <p:cNvGraphicFramePr>
            <a:graphicFrameLocks noChangeAspect="1"/>
          </p:cNvGraphicFramePr>
          <p:nvPr/>
        </p:nvGraphicFramePr>
        <p:xfrm>
          <a:off x="7467600" y="5105400"/>
          <a:ext cx="328613" cy="393700"/>
        </p:xfrm>
        <a:graphic>
          <a:graphicData uri="http://schemas.openxmlformats.org/presentationml/2006/ole">
            <p:oleObj spid="_x0000_s669705" name="Equation" r:id="rId5" imgW="33012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9FCA3-0EDB-4292-B388-F7E554265794}" type="slidenum">
              <a:rPr lang="en-US" altLang="en-US"/>
              <a:pPr/>
              <a:t>72</a:t>
            </a:fld>
            <a:endParaRPr lang="en-US" altLang="en-US"/>
          </a:p>
        </p:txBody>
      </p:sp>
      <p:sp>
        <p:nvSpPr>
          <p:cNvPr id="670722" name="Oval 2"/>
          <p:cNvSpPr>
            <a:spLocks noChangeArrowheads="1"/>
          </p:cNvSpPr>
          <p:nvPr/>
        </p:nvSpPr>
        <p:spPr bwMode="auto">
          <a:xfrm>
            <a:off x="4343400" y="3886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0723" name="Oval 3"/>
          <p:cNvSpPr>
            <a:spLocks noChangeArrowheads="1"/>
          </p:cNvSpPr>
          <p:nvPr/>
        </p:nvSpPr>
        <p:spPr bwMode="auto">
          <a:xfrm>
            <a:off x="1447800" y="39624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0724" name="Oval 4"/>
          <p:cNvSpPr>
            <a:spLocks noChangeArrowheads="1"/>
          </p:cNvSpPr>
          <p:nvPr/>
        </p:nvSpPr>
        <p:spPr bwMode="auto">
          <a:xfrm>
            <a:off x="6858000" y="38862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0725" name="Oval 5"/>
          <p:cNvSpPr>
            <a:spLocks noChangeArrowheads="1"/>
          </p:cNvSpPr>
          <p:nvPr/>
        </p:nvSpPr>
        <p:spPr bwMode="auto">
          <a:xfrm>
            <a:off x="6705600" y="37338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0726" name="Oval 6"/>
          <p:cNvSpPr>
            <a:spLocks noChangeArrowheads="1"/>
          </p:cNvSpPr>
          <p:nvPr/>
        </p:nvSpPr>
        <p:spPr bwMode="auto">
          <a:xfrm>
            <a:off x="4191000" y="37338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0727" name="Freeform 7"/>
          <p:cNvSpPr>
            <a:spLocks/>
          </p:cNvSpPr>
          <p:nvPr/>
        </p:nvSpPr>
        <p:spPr bwMode="auto">
          <a:xfrm>
            <a:off x="2209800" y="4064000"/>
            <a:ext cx="1981200" cy="711200"/>
          </a:xfrm>
          <a:custGeom>
            <a:avLst/>
            <a:gdLst/>
            <a:ahLst/>
            <a:cxnLst>
              <a:cxn ang="0">
                <a:pos x="0" y="224"/>
              </a:cxn>
              <a:cxn ang="0">
                <a:pos x="240" y="416"/>
              </a:cxn>
              <a:cxn ang="0">
                <a:pos x="432" y="32"/>
              </a:cxn>
              <a:cxn ang="0">
                <a:pos x="768" y="320"/>
              </a:cxn>
              <a:cxn ang="0">
                <a:pos x="960" y="32"/>
              </a:cxn>
              <a:cxn ang="0">
                <a:pos x="1248" y="128"/>
              </a:cxn>
            </a:cxnLst>
            <a:rect l="0" t="0" r="r" b="b"/>
            <a:pathLst>
              <a:path w="1248" h="448">
                <a:moveTo>
                  <a:pt x="0" y="224"/>
                </a:moveTo>
                <a:cubicBezTo>
                  <a:pt x="84" y="336"/>
                  <a:pt x="168" y="448"/>
                  <a:pt x="240" y="416"/>
                </a:cubicBezTo>
                <a:cubicBezTo>
                  <a:pt x="312" y="384"/>
                  <a:pt x="344" y="48"/>
                  <a:pt x="432" y="32"/>
                </a:cubicBezTo>
                <a:cubicBezTo>
                  <a:pt x="520" y="16"/>
                  <a:pt x="680" y="320"/>
                  <a:pt x="768" y="320"/>
                </a:cubicBezTo>
                <a:cubicBezTo>
                  <a:pt x="856" y="320"/>
                  <a:pt x="880" y="64"/>
                  <a:pt x="960" y="32"/>
                </a:cubicBezTo>
                <a:cubicBezTo>
                  <a:pt x="1040" y="0"/>
                  <a:pt x="1144" y="64"/>
                  <a:pt x="1248" y="1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0728" name="Freeform 8"/>
          <p:cNvSpPr>
            <a:spLocks/>
          </p:cNvSpPr>
          <p:nvPr/>
        </p:nvSpPr>
        <p:spPr bwMode="auto">
          <a:xfrm>
            <a:off x="5257800" y="4241800"/>
            <a:ext cx="1447800" cy="406400"/>
          </a:xfrm>
          <a:custGeom>
            <a:avLst/>
            <a:gdLst/>
            <a:ahLst/>
            <a:cxnLst>
              <a:cxn ang="0">
                <a:pos x="0" y="16"/>
              </a:cxn>
              <a:cxn ang="0">
                <a:pos x="192" y="256"/>
              </a:cxn>
              <a:cxn ang="0">
                <a:pos x="432" y="16"/>
              </a:cxn>
              <a:cxn ang="0">
                <a:pos x="624" y="160"/>
              </a:cxn>
              <a:cxn ang="0">
                <a:pos x="912" y="16"/>
              </a:cxn>
            </a:cxnLst>
            <a:rect l="0" t="0" r="r" b="b"/>
            <a:pathLst>
              <a:path w="912" h="256">
                <a:moveTo>
                  <a:pt x="0" y="16"/>
                </a:moveTo>
                <a:cubicBezTo>
                  <a:pt x="60" y="136"/>
                  <a:pt x="120" y="256"/>
                  <a:pt x="192" y="256"/>
                </a:cubicBezTo>
                <a:cubicBezTo>
                  <a:pt x="264" y="256"/>
                  <a:pt x="360" y="32"/>
                  <a:pt x="432" y="16"/>
                </a:cubicBezTo>
                <a:cubicBezTo>
                  <a:pt x="504" y="0"/>
                  <a:pt x="544" y="160"/>
                  <a:pt x="624" y="160"/>
                </a:cubicBezTo>
                <a:cubicBezTo>
                  <a:pt x="704" y="160"/>
                  <a:pt x="864" y="48"/>
                  <a:pt x="912" y="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0729" name="Line 9"/>
          <p:cNvSpPr>
            <a:spLocks noChangeShapeType="1"/>
          </p:cNvSpPr>
          <p:nvPr/>
        </p:nvSpPr>
        <p:spPr bwMode="auto">
          <a:xfrm>
            <a:off x="838200" y="4343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0730" name="Text Box 10"/>
          <p:cNvSpPr txBox="1">
            <a:spLocks noChangeArrowheads="1"/>
          </p:cNvSpPr>
          <p:nvPr/>
        </p:nvSpPr>
        <p:spPr bwMode="auto">
          <a:xfrm>
            <a:off x="0" y="304800"/>
            <a:ext cx="4421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DPDA          with         </a:t>
            </a:r>
          </a:p>
        </p:txBody>
      </p:sp>
      <p:graphicFrame>
        <p:nvGraphicFramePr>
          <p:cNvPr id="670731" name="Object 11"/>
          <p:cNvGraphicFramePr>
            <a:graphicFrameLocks noChangeAspect="1"/>
          </p:cNvGraphicFramePr>
          <p:nvPr/>
        </p:nvGraphicFramePr>
        <p:xfrm>
          <a:off x="1498600" y="368300"/>
          <a:ext cx="544513" cy="393700"/>
        </p:xfrm>
        <a:graphic>
          <a:graphicData uri="http://schemas.openxmlformats.org/presentationml/2006/ole">
            <p:oleObj spid="_x0000_s670731" name="Equation" r:id="rId3" imgW="545760" imgH="393480" progId="Equation.3">
              <p:embed/>
            </p:oleObj>
          </a:graphicData>
        </a:graphic>
      </p:graphicFrame>
      <p:graphicFrame>
        <p:nvGraphicFramePr>
          <p:cNvPr id="670732" name="Object 12"/>
          <p:cNvGraphicFramePr>
            <a:graphicFrameLocks noChangeAspect="1"/>
          </p:cNvGraphicFramePr>
          <p:nvPr/>
        </p:nvGraphicFramePr>
        <p:xfrm>
          <a:off x="2552700" y="3333750"/>
          <a:ext cx="1003300" cy="609600"/>
        </p:xfrm>
        <a:graphic>
          <a:graphicData uri="http://schemas.openxmlformats.org/presentationml/2006/ole">
            <p:oleObj spid="_x0000_s670732" name="Equation" r:id="rId4" imgW="1002960" imgH="609480" progId="Equation.3">
              <p:embed/>
            </p:oleObj>
          </a:graphicData>
        </a:graphic>
      </p:graphicFrame>
      <p:graphicFrame>
        <p:nvGraphicFramePr>
          <p:cNvPr id="670733" name="Object 13"/>
          <p:cNvGraphicFramePr>
            <a:graphicFrameLocks noChangeAspect="1"/>
          </p:cNvGraphicFramePr>
          <p:nvPr/>
        </p:nvGraphicFramePr>
        <p:xfrm>
          <a:off x="5619750" y="3333750"/>
          <a:ext cx="495300" cy="609600"/>
        </p:xfrm>
        <a:graphic>
          <a:graphicData uri="http://schemas.openxmlformats.org/presentationml/2006/ole">
            <p:oleObj spid="_x0000_s670733" name="Equation" r:id="rId5" imgW="495000" imgH="609480" progId="Equation.3">
              <p:embed/>
            </p:oleObj>
          </a:graphicData>
        </a:graphic>
      </p:graphicFrame>
      <p:sp>
        <p:nvSpPr>
          <p:cNvPr id="670734" name="AutoShape 14"/>
          <p:cNvSpPr>
            <a:spLocks/>
          </p:cNvSpPr>
          <p:nvPr/>
        </p:nvSpPr>
        <p:spPr bwMode="auto">
          <a:xfrm rot="-5388901">
            <a:off x="4152107" y="2505868"/>
            <a:ext cx="838200" cy="6246813"/>
          </a:xfrm>
          <a:prstGeom prst="leftBrace">
            <a:avLst>
              <a:gd name="adj1" fmla="val 62105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0735" name="Text Box 15"/>
          <p:cNvSpPr txBox="1">
            <a:spLocks noChangeArrowheads="1"/>
          </p:cNvSpPr>
          <p:nvPr/>
        </p:nvSpPr>
        <p:spPr bwMode="auto">
          <a:xfrm>
            <a:off x="3124200" y="6278563"/>
            <a:ext cx="1641475" cy="579437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accepts</a:t>
            </a:r>
          </a:p>
        </p:txBody>
      </p:sp>
      <p:graphicFrame>
        <p:nvGraphicFramePr>
          <p:cNvPr id="670736" name="Object 16"/>
          <p:cNvGraphicFramePr>
            <a:graphicFrameLocks noChangeAspect="1"/>
          </p:cNvGraphicFramePr>
          <p:nvPr/>
        </p:nvGraphicFramePr>
        <p:xfrm>
          <a:off x="4908550" y="6107113"/>
          <a:ext cx="1219200" cy="609600"/>
        </p:xfrm>
        <a:graphic>
          <a:graphicData uri="http://schemas.openxmlformats.org/presentationml/2006/ole">
            <p:oleObj spid="_x0000_s670736" name="Equation" r:id="rId6" imgW="1218960" imgH="609480" progId="Equation.3">
              <p:embed/>
            </p:oleObj>
          </a:graphicData>
        </a:graphic>
      </p:graphicFrame>
      <p:sp>
        <p:nvSpPr>
          <p:cNvPr id="670737" name="AutoShape 17"/>
          <p:cNvSpPr>
            <a:spLocks/>
          </p:cNvSpPr>
          <p:nvPr/>
        </p:nvSpPr>
        <p:spPr bwMode="auto">
          <a:xfrm rot="5411099">
            <a:off x="2970213" y="987425"/>
            <a:ext cx="609600" cy="3505200"/>
          </a:xfrm>
          <a:prstGeom prst="leftBrace">
            <a:avLst>
              <a:gd name="adj1" fmla="val 47917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0738" name="Text Box 18"/>
          <p:cNvSpPr txBox="1">
            <a:spLocks noChangeArrowheads="1"/>
          </p:cNvSpPr>
          <p:nvPr/>
        </p:nvSpPr>
        <p:spPr bwMode="auto">
          <a:xfrm>
            <a:off x="2286000" y="1676400"/>
            <a:ext cx="1641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accepts</a:t>
            </a:r>
          </a:p>
        </p:txBody>
      </p:sp>
      <p:graphicFrame>
        <p:nvGraphicFramePr>
          <p:cNvPr id="670739" name="Object 19"/>
          <p:cNvGraphicFramePr>
            <a:graphicFrameLocks noChangeAspect="1"/>
          </p:cNvGraphicFramePr>
          <p:nvPr/>
        </p:nvGraphicFramePr>
        <p:xfrm>
          <a:off x="4178300" y="1504950"/>
          <a:ext cx="1003300" cy="609600"/>
        </p:xfrm>
        <a:graphic>
          <a:graphicData uri="http://schemas.openxmlformats.org/presentationml/2006/ole">
            <p:oleObj spid="_x0000_s670739" name="Equation" r:id="rId7" imgW="1002960" imgH="609480" progId="Equation.3">
              <p:embed/>
            </p:oleObj>
          </a:graphicData>
        </a:graphic>
      </p:graphicFrame>
      <p:graphicFrame>
        <p:nvGraphicFramePr>
          <p:cNvPr id="670740" name="Object 20"/>
          <p:cNvGraphicFramePr>
            <a:graphicFrameLocks noChangeAspect="1"/>
          </p:cNvGraphicFramePr>
          <p:nvPr/>
        </p:nvGraphicFramePr>
        <p:xfrm>
          <a:off x="3581400" y="152400"/>
          <a:ext cx="5257800" cy="711200"/>
        </p:xfrm>
        <a:graphic>
          <a:graphicData uri="http://schemas.openxmlformats.org/presentationml/2006/ole">
            <p:oleObj spid="_x0000_s670740" name="Equation" r:id="rId8" imgW="5257800" imgH="711000" progId="Equation.3">
              <p:embed/>
            </p:oleObj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47BF0-5633-46A4-9835-37EEB167044E}" type="slidenum">
              <a:rPr lang="en-US" altLang="en-US"/>
              <a:pPr/>
              <a:t>73</a:t>
            </a:fld>
            <a:endParaRPr lang="en-US" altLang="en-US"/>
          </a:p>
        </p:txBody>
      </p:sp>
      <p:sp>
        <p:nvSpPr>
          <p:cNvPr id="681986" name="Oval 2"/>
          <p:cNvSpPr>
            <a:spLocks noChangeArrowheads="1"/>
          </p:cNvSpPr>
          <p:nvPr/>
        </p:nvSpPr>
        <p:spPr bwMode="auto">
          <a:xfrm>
            <a:off x="4343400" y="4419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1987" name="Oval 3"/>
          <p:cNvSpPr>
            <a:spLocks noChangeArrowheads="1"/>
          </p:cNvSpPr>
          <p:nvPr/>
        </p:nvSpPr>
        <p:spPr bwMode="auto">
          <a:xfrm>
            <a:off x="1447800" y="44958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1988" name="Oval 4"/>
          <p:cNvSpPr>
            <a:spLocks noChangeArrowheads="1"/>
          </p:cNvSpPr>
          <p:nvPr/>
        </p:nvSpPr>
        <p:spPr bwMode="auto">
          <a:xfrm>
            <a:off x="6858000" y="4419600"/>
            <a:ext cx="7620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1989" name="Oval 5"/>
          <p:cNvSpPr>
            <a:spLocks noChangeArrowheads="1"/>
          </p:cNvSpPr>
          <p:nvPr/>
        </p:nvSpPr>
        <p:spPr bwMode="auto">
          <a:xfrm>
            <a:off x="6705600" y="42672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1990" name="Oval 6"/>
          <p:cNvSpPr>
            <a:spLocks noChangeArrowheads="1"/>
          </p:cNvSpPr>
          <p:nvPr/>
        </p:nvSpPr>
        <p:spPr bwMode="auto">
          <a:xfrm>
            <a:off x="4191000" y="4267200"/>
            <a:ext cx="10668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81991" name="Freeform 7"/>
          <p:cNvSpPr>
            <a:spLocks/>
          </p:cNvSpPr>
          <p:nvPr/>
        </p:nvSpPr>
        <p:spPr bwMode="auto">
          <a:xfrm>
            <a:off x="2209800" y="4597400"/>
            <a:ext cx="1981200" cy="711200"/>
          </a:xfrm>
          <a:custGeom>
            <a:avLst/>
            <a:gdLst/>
            <a:ahLst/>
            <a:cxnLst>
              <a:cxn ang="0">
                <a:pos x="0" y="224"/>
              </a:cxn>
              <a:cxn ang="0">
                <a:pos x="240" y="416"/>
              </a:cxn>
              <a:cxn ang="0">
                <a:pos x="432" y="32"/>
              </a:cxn>
              <a:cxn ang="0">
                <a:pos x="768" y="320"/>
              </a:cxn>
              <a:cxn ang="0">
                <a:pos x="960" y="32"/>
              </a:cxn>
              <a:cxn ang="0">
                <a:pos x="1248" y="128"/>
              </a:cxn>
            </a:cxnLst>
            <a:rect l="0" t="0" r="r" b="b"/>
            <a:pathLst>
              <a:path w="1248" h="448">
                <a:moveTo>
                  <a:pt x="0" y="224"/>
                </a:moveTo>
                <a:cubicBezTo>
                  <a:pt x="84" y="336"/>
                  <a:pt x="168" y="448"/>
                  <a:pt x="240" y="416"/>
                </a:cubicBezTo>
                <a:cubicBezTo>
                  <a:pt x="312" y="384"/>
                  <a:pt x="344" y="48"/>
                  <a:pt x="432" y="32"/>
                </a:cubicBezTo>
                <a:cubicBezTo>
                  <a:pt x="520" y="16"/>
                  <a:pt x="680" y="320"/>
                  <a:pt x="768" y="320"/>
                </a:cubicBezTo>
                <a:cubicBezTo>
                  <a:pt x="856" y="320"/>
                  <a:pt x="880" y="64"/>
                  <a:pt x="960" y="32"/>
                </a:cubicBezTo>
                <a:cubicBezTo>
                  <a:pt x="1040" y="0"/>
                  <a:pt x="1144" y="64"/>
                  <a:pt x="1248" y="1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1992" name="Freeform 8"/>
          <p:cNvSpPr>
            <a:spLocks/>
          </p:cNvSpPr>
          <p:nvPr/>
        </p:nvSpPr>
        <p:spPr bwMode="auto">
          <a:xfrm>
            <a:off x="5257800" y="4775200"/>
            <a:ext cx="1447800" cy="406400"/>
          </a:xfrm>
          <a:custGeom>
            <a:avLst/>
            <a:gdLst/>
            <a:ahLst/>
            <a:cxnLst>
              <a:cxn ang="0">
                <a:pos x="0" y="16"/>
              </a:cxn>
              <a:cxn ang="0">
                <a:pos x="192" y="256"/>
              </a:cxn>
              <a:cxn ang="0">
                <a:pos x="432" y="16"/>
              </a:cxn>
              <a:cxn ang="0">
                <a:pos x="624" y="160"/>
              </a:cxn>
              <a:cxn ang="0">
                <a:pos x="912" y="16"/>
              </a:cxn>
            </a:cxnLst>
            <a:rect l="0" t="0" r="r" b="b"/>
            <a:pathLst>
              <a:path w="912" h="256">
                <a:moveTo>
                  <a:pt x="0" y="16"/>
                </a:moveTo>
                <a:cubicBezTo>
                  <a:pt x="60" y="136"/>
                  <a:pt x="120" y="256"/>
                  <a:pt x="192" y="256"/>
                </a:cubicBezTo>
                <a:cubicBezTo>
                  <a:pt x="264" y="256"/>
                  <a:pt x="360" y="32"/>
                  <a:pt x="432" y="16"/>
                </a:cubicBezTo>
                <a:cubicBezTo>
                  <a:pt x="504" y="0"/>
                  <a:pt x="544" y="160"/>
                  <a:pt x="624" y="160"/>
                </a:cubicBezTo>
                <a:cubicBezTo>
                  <a:pt x="704" y="160"/>
                  <a:pt x="864" y="48"/>
                  <a:pt x="912" y="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1993" name="Line 9"/>
          <p:cNvSpPr>
            <a:spLocks noChangeShapeType="1"/>
          </p:cNvSpPr>
          <p:nvPr/>
        </p:nvSpPr>
        <p:spPr bwMode="auto">
          <a:xfrm>
            <a:off x="838200" y="4876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81994" name="Text Box 10"/>
          <p:cNvSpPr txBox="1">
            <a:spLocks noChangeArrowheads="1"/>
          </p:cNvSpPr>
          <p:nvPr/>
        </p:nvSpPr>
        <p:spPr bwMode="auto">
          <a:xfrm>
            <a:off x="0" y="304800"/>
            <a:ext cx="44211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DPDA          with         </a:t>
            </a:r>
          </a:p>
        </p:txBody>
      </p:sp>
      <p:graphicFrame>
        <p:nvGraphicFramePr>
          <p:cNvPr id="681995" name="Object 11"/>
          <p:cNvGraphicFramePr>
            <a:graphicFrameLocks noChangeAspect="1"/>
          </p:cNvGraphicFramePr>
          <p:nvPr/>
        </p:nvGraphicFramePr>
        <p:xfrm>
          <a:off x="1498600" y="368300"/>
          <a:ext cx="544513" cy="393700"/>
        </p:xfrm>
        <a:graphic>
          <a:graphicData uri="http://schemas.openxmlformats.org/presentationml/2006/ole">
            <p:oleObj spid="_x0000_s681995" name="Equation" r:id="rId3" imgW="545760" imgH="393480" progId="Equation.3">
              <p:embed/>
            </p:oleObj>
          </a:graphicData>
        </a:graphic>
      </p:graphicFrame>
      <p:graphicFrame>
        <p:nvGraphicFramePr>
          <p:cNvPr id="681996" name="Object 12"/>
          <p:cNvGraphicFramePr>
            <a:graphicFrameLocks noChangeAspect="1"/>
          </p:cNvGraphicFramePr>
          <p:nvPr/>
        </p:nvGraphicFramePr>
        <p:xfrm>
          <a:off x="2552700" y="3867150"/>
          <a:ext cx="1003300" cy="609600"/>
        </p:xfrm>
        <a:graphic>
          <a:graphicData uri="http://schemas.openxmlformats.org/presentationml/2006/ole">
            <p:oleObj spid="_x0000_s681996" name="Equation" r:id="rId4" imgW="1002960" imgH="609480" progId="Equation.3">
              <p:embed/>
            </p:oleObj>
          </a:graphicData>
        </a:graphic>
      </p:graphicFrame>
      <p:graphicFrame>
        <p:nvGraphicFramePr>
          <p:cNvPr id="681997" name="Object 13"/>
          <p:cNvGraphicFramePr>
            <a:graphicFrameLocks noChangeAspect="1"/>
          </p:cNvGraphicFramePr>
          <p:nvPr/>
        </p:nvGraphicFramePr>
        <p:xfrm>
          <a:off x="5619750" y="3867150"/>
          <a:ext cx="495300" cy="609600"/>
        </p:xfrm>
        <a:graphic>
          <a:graphicData uri="http://schemas.openxmlformats.org/presentationml/2006/ole">
            <p:oleObj spid="_x0000_s681997" name="Equation" r:id="rId5" imgW="495000" imgH="609480" progId="Equation.3">
              <p:embed/>
            </p:oleObj>
          </a:graphicData>
        </a:graphic>
      </p:graphicFrame>
      <p:graphicFrame>
        <p:nvGraphicFramePr>
          <p:cNvPr id="682004" name="Object 20"/>
          <p:cNvGraphicFramePr>
            <a:graphicFrameLocks noChangeAspect="1"/>
          </p:cNvGraphicFramePr>
          <p:nvPr/>
        </p:nvGraphicFramePr>
        <p:xfrm>
          <a:off x="3581400" y="152400"/>
          <a:ext cx="5257800" cy="711200"/>
        </p:xfrm>
        <a:graphic>
          <a:graphicData uri="http://schemas.openxmlformats.org/presentationml/2006/ole">
            <p:oleObj spid="_x0000_s682004" name="Equation" r:id="rId6" imgW="5257800" imgH="711000" progId="Equation.3">
              <p:embed/>
            </p:oleObj>
          </a:graphicData>
        </a:graphic>
      </p:graphicFrame>
      <p:sp>
        <p:nvSpPr>
          <p:cNvPr id="682005" name="Text Box 21"/>
          <p:cNvSpPr txBox="1">
            <a:spLocks noChangeArrowheads="1"/>
          </p:cNvSpPr>
          <p:nvPr/>
        </p:nvSpPr>
        <p:spPr bwMode="auto">
          <a:xfrm>
            <a:off x="15875" y="2057400"/>
            <a:ext cx="91281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Such a path exists because of the determinism</a:t>
            </a:r>
          </a:p>
        </p:txBody>
      </p:sp>
      <p:sp>
        <p:nvSpPr>
          <p:cNvPr id="682006" name="Rectangle 22"/>
          <p:cNvSpPr>
            <a:spLocks noChangeArrowheads="1"/>
          </p:cNvSpPr>
          <p:nvPr/>
        </p:nvSpPr>
        <p:spPr bwMode="auto">
          <a:xfrm>
            <a:off x="1143000" y="3733800"/>
            <a:ext cx="7010400" cy="1905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682007" name="Object 23"/>
          <p:cNvGraphicFramePr>
            <a:graphicFrameLocks noChangeAspect="1"/>
          </p:cNvGraphicFramePr>
          <p:nvPr/>
        </p:nvGraphicFramePr>
        <p:xfrm>
          <a:off x="1219200" y="3276600"/>
          <a:ext cx="544513" cy="393700"/>
        </p:xfrm>
        <a:graphic>
          <a:graphicData uri="http://schemas.openxmlformats.org/presentationml/2006/ole">
            <p:oleObj spid="_x0000_s682007" name="Equation" r:id="rId7" imgW="54576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48B69-2731-423B-A2F0-151C1E719802}" type="slidenum">
              <a:rPr lang="en-US" altLang="en-US"/>
              <a:pPr/>
              <a:t>74</a:t>
            </a:fld>
            <a:endParaRPr lang="en-US" altLang="en-US"/>
          </a:p>
        </p:txBody>
      </p:sp>
      <p:sp>
        <p:nvSpPr>
          <p:cNvPr id="671746" name="Text Box 2"/>
          <p:cNvSpPr txBox="1">
            <a:spLocks noChangeArrowheads="1"/>
          </p:cNvSpPr>
          <p:nvPr/>
        </p:nvSpPr>
        <p:spPr bwMode="auto">
          <a:xfrm>
            <a:off x="2362200" y="533400"/>
            <a:ext cx="4967288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language                   </a:t>
            </a:r>
          </a:p>
          <a:p>
            <a:r>
              <a:rPr lang="en-US"/>
              <a:t>is </a:t>
            </a:r>
            <a:r>
              <a:rPr lang="en-US">
                <a:solidFill>
                  <a:srgbClr val="FF3300"/>
                </a:solidFill>
              </a:rPr>
              <a:t>not</a:t>
            </a:r>
            <a:r>
              <a:rPr lang="en-US"/>
              <a:t> context-free </a:t>
            </a:r>
          </a:p>
        </p:txBody>
      </p:sp>
      <p:graphicFrame>
        <p:nvGraphicFramePr>
          <p:cNvPr id="671747" name="Object 3"/>
          <p:cNvGraphicFramePr>
            <a:graphicFrameLocks noChangeAspect="1"/>
          </p:cNvGraphicFramePr>
          <p:nvPr/>
        </p:nvGraphicFramePr>
        <p:xfrm>
          <a:off x="5219700" y="387350"/>
          <a:ext cx="1879600" cy="711200"/>
        </p:xfrm>
        <a:graphic>
          <a:graphicData uri="http://schemas.openxmlformats.org/presentationml/2006/ole">
            <p:oleObj spid="_x0000_s671747" name="Equation" r:id="rId3" imgW="1879560" imgH="711000" progId="Equation.3">
              <p:embed/>
            </p:oleObj>
          </a:graphicData>
        </a:graphic>
      </p:graphicFrame>
      <p:sp>
        <p:nvSpPr>
          <p:cNvPr id="671748" name="Text Box 4"/>
          <p:cNvSpPr txBox="1">
            <a:spLocks noChangeArrowheads="1"/>
          </p:cNvSpPr>
          <p:nvPr/>
        </p:nvSpPr>
        <p:spPr bwMode="auto">
          <a:xfrm>
            <a:off x="609600" y="5410200"/>
            <a:ext cx="7388225" cy="10318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(we will prove this at a later class using</a:t>
            </a:r>
          </a:p>
          <a:p>
            <a:r>
              <a:rPr lang="en-US" sz="2800"/>
              <a:t>pumping lemma for context-free languages)</a:t>
            </a:r>
          </a:p>
        </p:txBody>
      </p:sp>
      <p:sp>
        <p:nvSpPr>
          <p:cNvPr id="671749" name="Text Box 5"/>
          <p:cNvSpPr txBox="1">
            <a:spLocks noChangeArrowheads="1"/>
          </p:cNvSpPr>
          <p:nvPr/>
        </p:nvSpPr>
        <p:spPr bwMode="auto">
          <a:xfrm>
            <a:off x="228600" y="457200"/>
            <a:ext cx="16573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Fact 1:</a:t>
            </a:r>
          </a:p>
        </p:txBody>
      </p:sp>
      <p:grpSp>
        <p:nvGrpSpPr>
          <p:cNvPr id="671750" name="Group 6"/>
          <p:cNvGrpSpPr>
            <a:grpSpLocks/>
          </p:cNvGrpSpPr>
          <p:nvPr/>
        </p:nvGrpSpPr>
        <p:grpSpPr bwMode="auto">
          <a:xfrm>
            <a:off x="1371600" y="2133600"/>
            <a:ext cx="6629400" cy="2895600"/>
            <a:chOff x="288" y="1152"/>
            <a:chExt cx="5136" cy="2832"/>
          </a:xfrm>
        </p:grpSpPr>
        <p:sp>
          <p:nvSpPr>
            <p:cNvPr id="671751" name="Oval 7"/>
            <p:cNvSpPr>
              <a:spLocks noChangeArrowheads="1"/>
            </p:cNvSpPr>
            <p:nvPr/>
          </p:nvSpPr>
          <p:spPr bwMode="auto">
            <a:xfrm>
              <a:off x="1200" y="2496"/>
              <a:ext cx="3312" cy="13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1752" name="Oval 8"/>
            <p:cNvSpPr>
              <a:spLocks noChangeArrowheads="1"/>
            </p:cNvSpPr>
            <p:nvPr/>
          </p:nvSpPr>
          <p:spPr bwMode="auto">
            <a:xfrm>
              <a:off x="288" y="1152"/>
              <a:ext cx="5136" cy="283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1753" name="Text Box 9"/>
            <p:cNvSpPr txBox="1">
              <a:spLocks noChangeArrowheads="1"/>
            </p:cNvSpPr>
            <p:nvPr/>
          </p:nvSpPr>
          <p:spPr bwMode="auto">
            <a:xfrm>
              <a:off x="1680" y="2689"/>
              <a:ext cx="2734" cy="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Regular languages</a:t>
              </a:r>
            </a:p>
          </p:txBody>
        </p:sp>
        <p:graphicFrame>
          <p:nvGraphicFramePr>
            <p:cNvPr id="671754" name="Object 10"/>
            <p:cNvGraphicFramePr>
              <a:graphicFrameLocks noChangeAspect="1"/>
            </p:cNvGraphicFramePr>
            <p:nvPr/>
          </p:nvGraphicFramePr>
          <p:xfrm>
            <a:off x="2496" y="3312"/>
            <a:ext cx="744" cy="272"/>
          </p:xfrm>
          <a:graphic>
            <a:graphicData uri="http://schemas.openxmlformats.org/presentationml/2006/ole">
              <p:oleObj spid="_x0000_s671754" name="Equation" r:id="rId4" imgW="1180800" imgH="431640" progId="Equation.3">
                <p:embed/>
              </p:oleObj>
            </a:graphicData>
          </a:graphic>
        </p:graphicFrame>
        <p:sp>
          <p:nvSpPr>
            <p:cNvPr id="671755" name="Text Box 11"/>
            <p:cNvSpPr txBox="1">
              <a:spLocks noChangeArrowheads="1"/>
            </p:cNvSpPr>
            <p:nvPr/>
          </p:nvSpPr>
          <p:spPr bwMode="auto">
            <a:xfrm>
              <a:off x="1392" y="1439"/>
              <a:ext cx="3598" cy="5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  <a:effectLst/>
          </p:spPr>
          <p:txBody>
            <a:bodyPr wrap="none">
              <a:spAutoFit/>
            </a:bodyPr>
            <a:lstStyle/>
            <a:p>
              <a:r>
                <a:rPr lang="en-US"/>
                <a:t>Context-free languages</a:t>
              </a:r>
            </a:p>
          </p:txBody>
        </p:sp>
        <p:graphicFrame>
          <p:nvGraphicFramePr>
            <p:cNvPr id="671756" name="Object 12"/>
            <p:cNvGraphicFramePr>
              <a:graphicFrameLocks noChangeAspect="1"/>
            </p:cNvGraphicFramePr>
            <p:nvPr/>
          </p:nvGraphicFramePr>
          <p:xfrm>
            <a:off x="2544" y="1872"/>
            <a:ext cx="632" cy="384"/>
          </p:xfrm>
          <a:graphic>
            <a:graphicData uri="http://schemas.openxmlformats.org/presentationml/2006/ole">
              <p:oleObj spid="_x0000_s671756" name="Equation" r:id="rId5" imgW="1002960" imgH="609480" progId="Equation.3">
                <p:embed/>
              </p:oleObj>
            </a:graphicData>
          </a:graphic>
        </p:graphicFrame>
      </p:grp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0EF008-1F6C-4A14-9B5B-02ECE0413016}" type="slidenum">
              <a:rPr lang="en-US" altLang="en-US"/>
              <a:pPr/>
              <a:t>75</a:t>
            </a:fld>
            <a:endParaRPr lang="en-US" altLang="en-US"/>
          </a:p>
        </p:txBody>
      </p:sp>
      <p:sp>
        <p:nvSpPr>
          <p:cNvPr id="672770" name="Text Box 2"/>
          <p:cNvSpPr txBox="1">
            <a:spLocks noChangeArrowheads="1"/>
          </p:cNvSpPr>
          <p:nvPr/>
        </p:nvSpPr>
        <p:spPr bwMode="auto">
          <a:xfrm>
            <a:off x="2133600" y="533400"/>
            <a:ext cx="5822950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language                          </a:t>
            </a:r>
          </a:p>
          <a:p>
            <a:r>
              <a:rPr lang="en-US"/>
              <a:t>is </a:t>
            </a:r>
            <a:r>
              <a:rPr lang="en-US">
                <a:solidFill>
                  <a:srgbClr val="FF3300"/>
                </a:solidFill>
              </a:rPr>
              <a:t>not</a:t>
            </a:r>
            <a:r>
              <a:rPr lang="en-US"/>
              <a:t> context-free </a:t>
            </a:r>
          </a:p>
        </p:txBody>
      </p:sp>
      <p:graphicFrame>
        <p:nvGraphicFramePr>
          <p:cNvPr id="672771" name="Object 3"/>
          <p:cNvGraphicFramePr>
            <a:graphicFrameLocks noChangeAspect="1"/>
          </p:cNvGraphicFramePr>
          <p:nvPr/>
        </p:nvGraphicFramePr>
        <p:xfrm>
          <a:off x="4953000" y="381000"/>
          <a:ext cx="2743200" cy="711200"/>
        </p:xfrm>
        <a:graphic>
          <a:graphicData uri="http://schemas.openxmlformats.org/presentationml/2006/ole">
            <p:oleObj spid="_x0000_s672771" name="Equation" r:id="rId3" imgW="2743200" imgH="711000" progId="Equation.3">
              <p:embed/>
            </p:oleObj>
          </a:graphicData>
        </a:graphic>
      </p:graphicFrame>
      <p:graphicFrame>
        <p:nvGraphicFramePr>
          <p:cNvPr id="672772" name="Object 4"/>
          <p:cNvGraphicFramePr>
            <a:graphicFrameLocks noChangeAspect="1"/>
          </p:cNvGraphicFramePr>
          <p:nvPr/>
        </p:nvGraphicFramePr>
        <p:xfrm>
          <a:off x="2124075" y="2895600"/>
          <a:ext cx="4059238" cy="606425"/>
        </p:xfrm>
        <a:graphic>
          <a:graphicData uri="http://schemas.openxmlformats.org/presentationml/2006/ole">
            <p:oleObj spid="_x0000_s672772" name="Equation" r:id="rId4" imgW="4762440" imgH="711000" progId="Equation.3">
              <p:embed/>
            </p:oleObj>
          </a:graphicData>
        </a:graphic>
      </p:graphicFrame>
      <p:sp>
        <p:nvSpPr>
          <p:cNvPr id="672773" name="Text Box 5"/>
          <p:cNvSpPr txBox="1">
            <a:spLocks noChangeArrowheads="1"/>
          </p:cNvSpPr>
          <p:nvPr/>
        </p:nvSpPr>
        <p:spPr bwMode="auto">
          <a:xfrm>
            <a:off x="228600" y="457200"/>
            <a:ext cx="1657350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Fact 2:</a:t>
            </a:r>
          </a:p>
        </p:txBody>
      </p:sp>
      <p:sp>
        <p:nvSpPr>
          <p:cNvPr id="672774" name="Text Box 6"/>
          <p:cNvSpPr txBox="1">
            <a:spLocks noChangeArrowheads="1"/>
          </p:cNvSpPr>
          <p:nvPr/>
        </p:nvSpPr>
        <p:spPr bwMode="auto">
          <a:xfrm>
            <a:off x="1295400" y="5257800"/>
            <a:ext cx="6786563" cy="103187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sz="2800"/>
              <a:t>(we can prove this using pumping lemma </a:t>
            </a:r>
          </a:p>
          <a:p>
            <a:r>
              <a:rPr lang="en-US" sz="2800"/>
              <a:t>for context-free languages)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9AE4AD-860A-4A19-883B-DE67FFAF25AD}" type="slidenum">
              <a:rPr lang="en-US" altLang="en-US"/>
              <a:pPr/>
              <a:t>76</a:t>
            </a:fld>
            <a:endParaRPr lang="en-US" altLang="en-US"/>
          </a:p>
        </p:txBody>
      </p:sp>
      <p:sp>
        <p:nvSpPr>
          <p:cNvPr id="673794" name="Text Box 2"/>
          <p:cNvSpPr txBox="1">
            <a:spLocks noChangeArrowheads="1"/>
          </p:cNvSpPr>
          <p:nvPr/>
        </p:nvSpPr>
        <p:spPr bwMode="auto">
          <a:xfrm>
            <a:off x="365125" y="711200"/>
            <a:ext cx="77517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We will construct a NPDA that accepts:</a:t>
            </a:r>
          </a:p>
        </p:txBody>
      </p:sp>
      <p:graphicFrame>
        <p:nvGraphicFramePr>
          <p:cNvPr id="673795" name="Object 3"/>
          <p:cNvGraphicFramePr>
            <a:graphicFrameLocks noChangeAspect="1"/>
          </p:cNvGraphicFramePr>
          <p:nvPr/>
        </p:nvGraphicFramePr>
        <p:xfrm>
          <a:off x="3105150" y="1574800"/>
          <a:ext cx="2743200" cy="711200"/>
        </p:xfrm>
        <a:graphic>
          <a:graphicData uri="http://schemas.openxmlformats.org/presentationml/2006/ole">
            <p:oleObj spid="_x0000_s673795" name="Equation" r:id="rId3" imgW="2743200" imgH="711000" progId="Equation.3">
              <p:embed/>
            </p:oleObj>
          </a:graphicData>
        </a:graphic>
      </p:graphicFrame>
      <p:graphicFrame>
        <p:nvGraphicFramePr>
          <p:cNvPr id="673796" name="Object 4"/>
          <p:cNvGraphicFramePr>
            <a:graphicFrameLocks noChangeAspect="1"/>
          </p:cNvGraphicFramePr>
          <p:nvPr/>
        </p:nvGraphicFramePr>
        <p:xfrm>
          <a:off x="2514600" y="3048000"/>
          <a:ext cx="4059238" cy="606425"/>
        </p:xfrm>
        <a:graphic>
          <a:graphicData uri="http://schemas.openxmlformats.org/presentationml/2006/ole">
            <p:oleObj spid="_x0000_s673796" name="Equation" r:id="rId4" imgW="4762440" imgH="711000" progId="Equation.3">
              <p:embed/>
            </p:oleObj>
          </a:graphicData>
        </a:graphic>
      </p:graphicFrame>
      <p:sp>
        <p:nvSpPr>
          <p:cNvPr id="673797" name="Text Box 5"/>
          <p:cNvSpPr txBox="1">
            <a:spLocks noChangeArrowheads="1"/>
          </p:cNvSpPr>
          <p:nvPr/>
        </p:nvSpPr>
        <p:spPr bwMode="auto">
          <a:xfrm>
            <a:off x="2133600" y="4724400"/>
            <a:ext cx="47672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which is a contradiction!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3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3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797" grpId="0" autoUpdateAnimBg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4D8C2-D2C6-4716-9189-8433C669A3F9}" type="slidenum">
              <a:rPr lang="en-US" altLang="en-US"/>
              <a:pPr/>
              <a:t>77</a:t>
            </a:fld>
            <a:endParaRPr lang="en-US" altLang="en-US"/>
          </a:p>
        </p:txBody>
      </p:sp>
      <p:sp>
        <p:nvSpPr>
          <p:cNvPr id="674818" name="Text Box 2"/>
          <p:cNvSpPr txBox="1">
            <a:spLocks noChangeArrowheads="1"/>
          </p:cNvSpPr>
          <p:nvPr/>
        </p:nvSpPr>
        <p:spPr bwMode="auto">
          <a:xfrm>
            <a:off x="0" y="2590800"/>
            <a:ext cx="15271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Modify</a:t>
            </a:r>
          </a:p>
        </p:txBody>
      </p:sp>
      <p:graphicFrame>
        <p:nvGraphicFramePr>
          <p:cNvPr id="674819" name="Object 3"/>
          <p:cNvGraphicFramePr>
            <a:graphicFrameLocks noChangeAspect="1"/>
          </p:cNvGraphicFramePr>
          <p:nvPr/>
        </p:nvGraphicFramePr>
        <p:xfrm>
          <a:off x="1676400" y="2667000"/>
          <a:ext cx="544513" cy="393700"/>
        </p:xfrm>
        <a:graphic>
          <a:graphicData uri="http://schemas.openxmlformats.org/presentationml/2006/ole">
            <p:oleObj spid="_x0000_s674819" name="Equation" r:id="rId3" imgW="545760" imgH="393480" progId="Equation.3">
              <p:embed/>
            </p:oleObj>
          </a:graphicData>
        </a:graphic>
      </p:graphicFrame>
      <p:graphicFrame>
        <p:nvGraphicFramePr>
          <p:cNvPr id="674830" name="Object 14"/>
          <p:cNvGraphicFramePr>
            <a:graphicFrameLocks noChangeAspect="1"/>
          </p:cNvGraphicFramePr>
          <p:nvPr/>
        </p:nvGraphicFramePr>
        <p:xfrm>
          <a:off x="1066800" y="4267200"/>
          <a:ext cx="679450" cy="455613"/>
        </p:xfrm>
        <a:graphic>
          <a:graphicData uri="http://schemas.openxmlformats.org/presentationml/2006/ole">
            <p:oleObj spid="_x0000_s674830" name="Equation" r:id="rId4" imgW="533160" imgH="355320" progId="Equation.3">
              <p:embed/>
            </p:oleObj>
          </a:graphicData>
        </a:graphic>
      </p:graphicFrame>
      <p:grpSp>
        <p:nvGrpSpPr>
          <p:cNvPr id="674854" name="Group 38"/>
          <p:cNvGrpSpPr>
            <a:grpSpLocks/>
          </p:cNvGrpSpPr>
          <p:nvPr/>
        </p:nvGrpSpPr>
        <p:grpSpPr bwMode="auto">
          <a:xfrm>
            <a:off x="609600" y="4724400"/>
            <a:ext cx="6858000" cy="1524000"/>
            <a:chOff x="336" y="2880"/>
            <a:chExt cx="4704" cy="1200"/>
          </a:xfrm>
        </p:grpSpPr>
        <p:sp>
          <p:nvSpPr>
            <p:cNvPr id="674820" name="Oval 4"/>
            <p:cNvSpPr>
              <a:spLocks noChangeArrowheads="1"/>
            </p:cNvSpPr>
            <p:nvPr/>
          </p:nvSpPr>
          <p:spPr bwMode="auto">
            <a:xfrm>
              <a:off x="2640" y="3264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4821" name="Oval 5"/>
            <p:cNvSpPr>
              <a:spLocks noChangeArrowheads="1"/>
            </p:cNvSpPr>
            <p:nvPr/>
          </p:nvSpPr>
          <p:spPr bwMode="auto">
            <a:xfrm>
              <a:off x="816" y="3312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4822" name="Oval 6"/>
            <p:cNvSpPr>
              <a:spLocks noChangeArrowheads="1"/>
            </p:cNvSpPr>
            <p:nvPr/>
          </p:nvSpPr>
          <p:spPr bwMode="auto">
            <a:xfrm>
              <a:off x="4224" y="3264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4823" name="Oval 7"/>
            <p:cNvSpPr>
              <a:spLocks noChangeArrowheads="1"/>
            </p:cNvSpPr>
            <p:nvPr/>
          </p:nvSpPr>
          <p:spPr bwMode="auto">
            <a:xfrm>
              <a:off x="4128" y="3168"/>
              <a:ext cx="672" cy="6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4824" name="Oval 8"/>
            <p:cNvSpPr>
              <a:spLocks noChangeArrowheads="1"/>
            </p:cNvSpPr>
            <p:nvPr/>
          </p:nvSpPr>
          <p:spPr bwMode="auto">
            <a:xfrm>
              <a:off x="2544" y="3168"/>
              <a:ext cx="672" cy="6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4825" name="Freeform 9"/>
            <p:cNvSpPr>
              <a:spLocks/>
            </p:cNvSpPr>
            <p:nvPr/>
          </p:nvSpPr>
          <p:spPr bwMode="auto">
            <a:xfrm>
              <a:off x="1296" y="3376"/>
              <a:ext cx="1248" cy="448"/>
            </a:xfrm>
            <a:custGeom>
              <a:avLst/>
              <a:gdLst/>
              <a:ahLst/>
              <a:cxnLst>
                <a:cxn ang="0">
                  <a:pos x="0" y="224"/>
                </a:cxn>
                <a:cxn ang="0">
                  <a:pos x="240" y="416"/>
                </a:cxn>
                <a:cxn ang="0">
                  <a:pos x="432" y="32"/>
                </a:cxn>
                <a:cxn ang="0">
                  <a:pos x="768" y="320"/>
                </a:cxn>
                <a:cxn ang="0">
                  <a:pos x="960" y="32"/>
                </a:cxn>
                <a:cxn ang="0">
                  <a:pos x="1248" y="128"/>
                </a:cxn>
              </a:cxnLst>
              <a:rect l="0" t="0" r="r" b="b"/>
              <a:pathLst>
                <a:path w="1248" h="448">
                  <a:moveTo>
                    <a:pt x="0" y="224"/>
                  </a:moveTo>
                  <a:cubicBezTo>
                    <a:pt x="84" y="336"/>
                    <a:pt x="168" y="448"/>
                    <a:pt x="240" y="416"/>
                  </a:cubicBezTo>
                  <a:cubicBezTo>
                    <a:pt x="312" y="384"/>
                    <a:pt x="344" y="48"/>
                    <a:pt x="432" y="32"/>
                  </a:cubicBezTo>
                  <a:cubicBezTo>
                    <a:pt x="520" y="16"/>
                    <a:pt x="680" y="320"/>
                    <a:pt x="768" y="320"/>
                  </a:cubicBezTo>
                  <a:cubicBezTo>
                    <a:pt x="856" y="320"/>
                    <a:pt x="880" y="64"/>
                    <a:pt x="960" y="32"/>
                  </a:cubicBezTo>
                  <a:cubicBezTo>
                    <a:pt x="1040" y="0"/>
                    <a:pt x="1144" y="64"/>
                    <a:pt x="1248" y="12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4826" name="Freeform 10"/>
            <p:cNvSpPr>
              <a:spLocks/>
            </p:cNvSpPr>
            <p:nvPr/>
          </p:nvSpPr>
          <p:spPr bwMode="auto">
            <a:xfrm>
              <a:off x="3216" y="3488"/>
              <a:ext cx="912" cy="256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192" y="256"/>
                </a:cxn>
                <a:cxn ang="0">
                  <a:pos x="432" y="16"/>
                </a:cxn>
                <a:cxn ang="0">
                  <a:pos x="624" y="160"/>
                </a:cxn>
                <a:cxn ang="0">
                  <a:pos x="912" y="16"/>
                </a:cxn>
              </a:cxnLst>
              <a:rect l="0" t="0" r="r" b="b"/>
              <a:pathLst>
                <a:path w="912" h="256">
                  <a:moveTo>
                    <a:pt x="0" y="16"/>
                  </a:moveTo>
                  <a:cubicBezTo>
                    <a:pt x="60" y="136"/>
                    <a:pt x="120" y="256"/>
                    <a:pt x="192" y="256"/>
                  </a:cubicBezTo>
                  <a:cubicBezTo>
                    <a:pt x="264" y="256"/>
                    <a:pt x="360" y="32"/>
                    <a:pt x="432" y="16"/>
                  </a:cubicBezTo>
                  <a:cubicBezTo>
                    <a:pt x="504" y="0"/>
                    <a:pt x="544" y="160"/>
                    <a:pt x="624" y="160"/>
                  </a:cubicBezTo>
                  <a:cubicBezTo>
                    <a:pt x="704" y="160"/>
                    <a:pt x="864" y="48"/>
                    <a:pt x="912" y="16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674827" name="Object 11"/>
            <p:cNvGraphicFramePr>
              <a:graphicFrameLocks noChangeAspect="1"/>
            </p:cNvGraphicFramePr>
            <p:nvPr/>
          </p:nvGraphicFramePr>
          <p:xfrm>
            <a:off x="3449" y="2916"/>
            <a:ext cx="302" cy="384"/>
          </p:xfrm>
          <a:graphic>
            <a:graphicData uri="http://schemas.openxmlformats.org/presentationml/2006/ole">
              <p:oleObj spid="_x0000_s674827" name="Equation" r:id="rId5" imgW="482400" imgH="609480" progId="Equation.3">
                <p:embed/>
              </p:oleObj>
            </a:graphicData>
          </a:graphic>
        </p:graphicFrame>
        <p:sp>
          <p:nvSpPr>
            <p:cNvPr id="674828" name="Rectangle 12"/>
            <p:cNvSpPr>
              <a:spLocks noChangeArrowheads="1"/>
            </p:cNvSpPr>
            <p:nvPr/>
          </p:nvSpPr>
          <p:spPr bwMode="auto">
            <a:xfrm>
              <a:off x="624" y="2880"/>
              <a:ext cx="4416" cy="12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4831" name="Line 15"/>
            <p:cNvSpPr>
              <a:spLocks noChangeShapeType="1"/>
            </p:cNvSpPr>
            <p:nvPr/>
          </p:nvSpPr>
          <p:spPr bwMode="auto">
            <a:xfrm>
              <a:off x="336" y="3552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674835" name="Object 19"/>
            <p:cNvGraphicFramePr>
              <a:graphicFrameLocks noChangeAspect="1"/>
            </p:cNvGraphicFramePr>
            <p:nvPr/>
          </p:nvGraphicFramePr>
          <p:xfrm>
            <a:off x="1612" y="2916"/>
            <a:ext cx="624" cy="384"/>
          </p:xfrm>
          <a:graphic>
            <a:graphicData uri="http://schemas.openxmlformats.org/presentationml/2006/ole">
              <p:oleObj spid="_x0000_s674835" name="Equation" r:id="rId6" imgW="990360" imgH="609480" progId="Equation.3">
                <p:embed/>
              </p:oleObj>
            </a:graphicData>
          </a:graphic>
        </p:graphicFrame>
      </p:grpSp>
      <p:graphicFrame>
        <p:nvGraphicFramePr>
          <p:cNvPr id="674836" name="Object 20"/>
          <p:cNvGraphicFramePr>
            <a:graphicFrameLocks noChangeAspect="1"/>
          </p:cNvGraphicFramePr>
          <p:nvPr/>
        </p:nvGraphicFramePr>
        <p:xfrm>
          <a:off x="3581400" y="0"/>
          <a:ext cx="3810000" cy="512763"/>
        </p:xfrm>
        <a:graphic>
          <a:graphicData uri="http://schemas.openxmlformats.org/presentationml/2006/ole">
            <p:oleObj spid="_x0000_s674836" name="Equation" r:id="rId7" imgW="4152600" imgH="558720" progId="Equation.3">
              <p:embed/>
            </p:oleObj>
          </a:graphicData>
        </a:graphic>
      </p:graphicFrame>
      <p:graphicFrame>
        <p:nvGraphicFramePr>
          <p:cNvPr id="674837" name="Object 21"/>
          <p:cNvGraphicFramePr>
            <a:graphicFrameLocks noChangeAspect="1"/>
          </p:cNvGraphicFramePr>
          <p:nvPr/>
        </p:nvGraphicFramePr>
        <p:xfrm>
          <a:off x="3505200" y="4191000"/>
          <a:ext cx="3962400" cy="527050"/>
        </p:xfrm>
        <a:graphic>
          <a:graphicData uri="http://schemas.openxmlformats.org/presentationml/2006/ole">
            <p:oleObj spid="_x0000_s674837" name="Equation" r:id="rId8" imgW="4216320" imgH="558720" progId="Equation.3">
              <p:embed/>
            </p:oleObj>
          </a:graphicData>
        </a:graphic>
      </p:graphicFrame>
      <p:sp>
        <p:nvSpPr>
          <p:cNvPr id="674838" name="AutoShape 22"/>
          <p:cNvSpPr>
            <a:spLocks noChangeArrowheads="1"/>
          </p:cNvSpPr>
          <p:nvPr/>
        </p:nvSpPr>
        <p:spPr bwMode="auto">
          <a:xfrm>
            <a:off x="2057400" y="2514600"/>
            <a:ext cx="4267200" cy="1327150"/>
          </a:xfrm>
          <a:prstGeom prst="downArrow">
            <a:avLst>
              <a:gd name="adj1" fmla="val 50000"/>
              <a:gd name="adj2" fmla="val 25000"/>
            </a:avLst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r>
              <a:rPr lang="en-US">
                <a:solidFill>
                  <a:schemeClr val="tx1"/>
                </a:solidFill>
              </a:rPr>
              <a:t>Replace</a:t>
            </a:r>
          </a:p>
          <a:p>
            <a:r>
              <a:rPr lang="en-US">
                <a:solidFill>
                  <a:schemeClr val="tx1"/>
                </a:solidFill>
              </a:rPr>
              <a:t>with</a:t>
            </a:r>
          </a:p>
        </p:txBody>
      </p:sp>
      <p:graphicFrame>
        <p:nvGraphicFramePr>
          <p:cNvPr id="674839" name="Object 23"/>
          <p:cNvGraphicFramePr>
            <a:graphicFrameLocks noChangeAspect="1"/>
          </p:cNvGraphicFramePr>
          <p:nvPr/>
        </p:nvGraphicFramePr>
        <p:xfrm>
          <a:off x="4876800" y="2578100"/>
          <a:ext cx="265113" cy="430213"/>
        </p:xfrm>
        <a:graphic>
          <a:graphicData uri="http://schemas.openxmlformats.org/presentationml/2006/ole">
            <p:oleObj spid="_x0000_s674839" name="Equation" r:id="rId9" imgW="266400" imgH="431640" progId="Equation.3">
              <p:embed/>
            </p:oleObj>
          </a:graphicData>
        </a:graphic>
      </p:graphicFrame>
      <p:graphicFrame>
        <p:nvGraphicFramePr>
          <p:cNvPr id="674840" name="Object 24"/>
          <p:cNvGraphicFramePr>
            <a:graphicFrameLocks noChangeAspect="1"/>
          </p:cNvGraphicFramePr>
          <p:nvPr/>
        </p:nvGraphicFramePr>
        <p:xfrm>
          <a:off x="4267200" y="3263900"/>
          <a:ext cx="252413" cy="304800"/>
        </p:xfrm>
        <a:graphic>
          <a:graphicData uri="http://schemas.openxmlformats.org/presentationml/2006/ole">
            <p:oleObj spid="_x0000_s674840" name="Equation" r:id="rId10" imgW="253800" imgH="304560" progId="Equation.3">
              <p:embed/>
            </p:oleObj>
          </a:graphicData>
        </a:graphic>
      </p:graphicFrame>
      <p:grpSp>
        <p:nvGrpSpPr>
          <p:cNvPr id="674853" name="Group 37"/>
          <p:cNvGrpSpPr>
            <a:grpSpLocks/>
          </p:cNvGrpSpPr>
          <p:nvPr/>
        </p:nvGrpSpPr>
        <p:grpSpPr bwMode="auto">
          <a:xfrm>
            <a:off x="762000" y="609600"/>
            <a:ext cx="6705600" cy="1447800"/>
            <a:chOff x="480" y="384"/>
            <a:chExt cx="4608" cy="1200"/>
          </a:xfrm>
        </p:grpSpPr>
        <p:sp>
          <p:nvSpPr>
            <p:cNvPr id="674841" name="Oval 25"/>
            <p:cNvSpPr>
              <a:spLocks noChangeArrowheads="1"/>
            </p:cNvSpPr>
            <p:nvPr/>
          </p:nvSpPr>
          <p:spPr bwMode="auto">
            <a:xfrm>
              <a:off x="2688" y="816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4842" name="Oval 26"/>
            <p:cNvSpPr>
              <a:spLocks noChangeArrowheads="1"/>
            </p:cNvSpPr>
            <p:nvPr/>
          </p:nvSpPr>
          <p:spPr bwMode="auto">
            <a:xfrm>
              <a:off x="864" y="864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4843" name="Oval 27"/>
            <p:cNvSpPr>
              <a:spLocks noChangeArrowheads="1"/>
            </p:cNvSpPr>
            <p:nvPr/>
          </p:nvSpPr>
          <p:spPr bwMode="auto">
            <a:xfrm>
              <a:off x="4272" y="816"/>
              <a:ext cx="480" cy="48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4844" name="Oval 28"/>
            <p:cNvSpPr>
              <a:spLocks noChangeArrowheads="1"/>
            </p:cNvSpPr>
            <p:nvPr/>
          </p:nvSpPr>
          <p:spPr bwMode="auto">
            <a:xfrm>
              <a:off x="4176" y="720"/>
              <a:ext cx="672" cy="6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4845" name="Oval 29"/>
            <p:cNvSpPr>
              <a:spLocks noChangeArrowheads="1"/>
            </p:cNvSpPr>
            <p:nvPr/>
          </p:nvSpPr>
          <p:spPr bwMode="auto">
            <a:xfrm>
              <a:off x="2592" y="720"/>
              <a:ext cx="672" cy="6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74846" name="Freeform 30"/>
            <p:cNvSpPr>
              <a:spLocks/>
            </p:cNvSpPr>
            <p:nvPr/>
          </p:nvSpPr>
          <p:spPr bwMode="auto">
            <a:xfrm>
              <a:off x="1344" y="928"/>
              <a:ext cx="1248" cy="448"/>
            </a:xfrm>
            <a:custGeom>
              <a:avLst/>
              <a:gdLst/>
              <a:ahLst/>
              <a:cxnLst>
                <a:cxn ang="0">
                  <a:pos x="0" y="224"/>
                </a:cxn>
                <a:cxn ang="0">
                  <a:pos x="240" y="416"/>
                </a:cxn>
                <a:cxn ang="0">
                  <a:pos x="432" y="32"/>
                </a:cxn>
                <a:cxn ang="0">
                  <a:pos x="768" y="320"/>
                </a:cxn>
                <a:cxn ang="0">
                  <a:pos x="960" y="32"/>
                </a:cxn>
                <a:cxn ang="0">
                  <a:pos x="1248" y="128"/>
                </a:cxn>
              </a:cxnLst>
              <a:rect l="0" t="0" r="r" b="b"/>
              <a:pathLst>
                <a:path w="1248" h="448">
                  <a:moveTo>
                    <a:pt x="0" y="224"/>
                  </a:moveTo>
                  <a:cubicBezTo>
                    <a:pt x="84" y="336"/>
                    <a:pt x="168" y="448"/>
                    <a:pt x="240" y="416"/>
                  </a:cubicBezTo>
                  <a:cubicBezTo>
                    <a:pt x="312" y="384"/>
                    <a:pt x="344" y="48"/>
                    <a:pt x="432" y="32"/>
                  </a:cubicBezTo>
                  <a:cubicBezTo>
                    <a:pt x="520" y="16"/>
                    <a:pt x="680" y="320"/>
                    <a:pt x="768" y="320"/>
                  </a:cubicBezTo>
                  <a:cubicBezTo>
                    <a:pt x="856" y="320"/>
                    <a:pt x="880" y="64"/>
                    <a:pt x="960" y="32"/>
                  </a:cubicBezTo>
                  <a:cubicBezTo>
                    <a:pt x="1040" y="0"/>
                    <a:pt x="1144" y="64"/>
                    <a:pt x="1248" y="128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4847" name="Freeform 31"/>
            <p:cNvSpPr>
              <a:spLocks/>
            </p:cNvSpPr>
            <p:nvPr/>
          </p:nvSpPr>
          <p:spPr bwMode="auto">
            <a:xfrm>
              <a:off x="3264" y="1040"/>
              <a:ext cx="912" cy="256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192" y="256"/>
                </a:cxn>
                <a:cxn ang="0">
                  <a:pos x="432" y="16"/>
                </a:cxn>
                <a:cxn ang="0">
                  <a:pos x="624" y="160"/>
                </a:cxn>
                <a:cxn ang="0">
                  <a:pos x="912" y="16"/>
                </a:cxn>
              </a:cxnLst>
              <a:rect l="0" t="0" r="r" b="b"/>
              <a:pathLst>
                <a:path w="912" h="256">
                  <a:moveTo>
                    <a:pt x="0" y="16"/>
                  </a:moveTo>
                  <a:cubicBezTo>
                    <a:pt x="60" y="136"/>
                    <a:pt x="120" y="256"/>
                    <a:pt x="192" y="256"/>
                  </a:cubicBezTo>
                  <a:cubicBezTo>
                    <a:pt x="264" y="256"/>
                    <a:pt x="360" y="32"/>
                    <a:pt x="432" y="16"/>
                  </a:cubicBezTo>
                  <a:cubicBezTo>
                    <a:pt x="504" y="0"/>
                    <a:pt x="544" y="160"/>
                    <a:pt x="624" y="160"/>
                  </a:cubicBezTo>
                  <a:cubicBezTo>
                    <a:pt x="704" y="160"/>
                    <a:pt x="864" y="48"/>
                    <a:pt x="912" y="16"/>
                  </a:cubicBezTo>
                </a:path>
              </a:pathLst>
            </a:cu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4848" name="Line 32"/>
            <p:cNvSpPr>
              <a:spLocks noChangeShapeType="1"/>
            </p:cNvSpPr>
            <p:nvPr/>
          </p:nvSpPr>
          <p:spPr bwMode="auto">
            <a:xfrm>
              <a:off x="480" y="1104"/>
              <a:ext cx="3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  <a:effectLst/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674849" name="Object 33"/>
            <p:cNvGraphicFramePr>
              <a:graphicFrameLocks noChangeAspect="1"/>
            </p:cNvGraphicFramePr>
            <p:nvPr/>
          </p:nvGraphicFramePr>
          <p:xfrm>
            <a:off x="1560" y="468"/>
            <a:ext cx="632" cy="384"/>
          </p:xfrm>
          <a:graphic>
            <a:graphicData uri="http://schemas.openxmlformats.org/presentationml/2006/ole">
              <p:oleObj spid="_x0000_s674849" name="Equation" r:id="rId11" imgW="1002960" imgH="609480" progId="Equation.3">
                <p:embed/>
              </p:oleObj>
            </a:graphicData>
          </a:graphic>
        </p:graphicFrame>
        <p:graphicFrame>
          <p:nvGraphicFramePr>
            <p:cNvPr id="674850" name="Object 34"/>
            <p:cNvGraphicFramePr>
              <a:graphicFrameLocks noChangeAspect="1"/>
            </p:cNvGraphicFramePr>
            <p:nvPr/>
          </p:nvGraphicFramePr>
          <p:xfrm>
            <a:off x="3492" y="468"/>
            <a:ext cx="312" cy="384"/>
          </p:xfrm>
          <a:graphic>
            <a:graphicData uri="http://schemas.openxmlformats.org/presentationml/2006/ole">
              <p:oleObj spid="_x0000_s674850" name="Equation" r:id="rId12" imgW="495000" imgH="609480" progId="Equation.3">
                <p:embed/>
              </p:oleObj>
            </a:graphicData>
          </a:graphic>
        </p:graphicFrame>
        <p:sp>
          <p:nvSpPr>
            <p:cNvPr id="674851" name="Rectangle 35"/>
            <p:cNvSpPr>
              <a:spLocks noChangeArrowheads="1"/>
            </p:cNvSpPr>
            <p:nvPr/>
          </p:nvSpPr>
          <p:spPr bwMode="auto">
            <a:xfrm>
              <a:off x="672" y="384"/>
              <a:ext cx="4416" cy="1200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 type="none" w="lg" len="lg"/>
            </a:ln>
            <a:effectLst/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aphicFrame>
        <p:nvGraphicFramePr>
          <p:cNvPr id="674852" name="Object 36"/>
          <p:cNvGraphicFramePr>
            <a:graphicFrameLocks noChangeAspect="1"/>
          </p:cNvGraphicFramePr>
          <p:nvPr/>
        </p:nvGraphicFramePr>
        <p:xfrm>
          <a:off x="1143000" y="152400"/>
          <a:ext cx="544513" cy="393700"/>
        </p:xfrm>
        <a:graphic>
          <a:graphicData uri="http://schemas.openxmlformats.org/presentationml/2006/ole">
            <p:oleObj spid="_x0000_s674852" name="Equation" r:id="rId13" imgW="545760" imgH="393480" progId="Equation.3">
              <p:embed/>
            </p:oleObj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EA0515-B450-4ED2-A0E9-9DA8AFC8014C}" type="slidenum">
              <a:rPr lang="en-US" altLang="en-US"/>
              <a:pPr/>
              <a:t>78</a:t>
            </a:fld>
            <a:endParaRPr lang="en-US" altLang="en-US"/>
          </a:p>
        </p:txBody>
      </p:sp>
      <p:sp>
        <p:nvSpPr>
          <p:cNvPr id="675842" name="Text Box 2"/>
          <p:cNvSpPr txBox="1">
            <a:spLocks noChangeArrowheads="1"/>
          </p:cNvSpPr>
          <p:nvPr/>
        </p:nvSpPr>
        <p:spPr bwMode="auto">
          <a:xfrm>
            <a:off x="0" y="76200"/>
            <a:ext cx="46942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 NPDA that accepts</a:t>
            </a:r>
          </a:p>
        </p:txBody>
      </p:sp>
      <p:graphicFrame>
        <p:nvGraphicFramePr>
          <p:cNvPr id="675843" name="Object 3"/>
          <p:cNvGraphicFramePr>
            <a:graphicFrameLocks noChangeAspect="1"/>
          </p:cNvGraphicFramePr>
          <p:nvPr/>
        </p:nvGraphicFramePr>
        <p:xfrm>
          <a:off x="5162550" y="-25400"/>
          <a:ext cx="2743200" cy="711200"/>
        </p:xfrm>
        <a:graphic>
          <a:graphicData uri="http://schemas.openxmlformats.org/presentationml/2006/ole">
            <p:oleObj spid="_x0000_s675843" name="Equation" r:id="rId3" imgW="2743200" imgH="711000" progId="Equation.3">
              <p:embed/>
            </p:oleObj>
          </a:graphicData>
        </a:graphic>
      </p:graphicFrame>
      <p:sp>
        <p:nvSpPr>
          <p:cNvPr id="675844" name="Oval 4"/>
          <p:cNvSpPr>
            <a:spLocks noChangeArrowheads="1"/>
          </p:cNvSpPr>
          <p:nvPr/>
        </p:nvSpPr>
        <p:spPr bwMode="auto">
          <a:xfrm>
            <a:off x="4206875" y="5575300"/>
            <a:ext cx="682625" cy="619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45" name="Oval 5"/>
          <p:cNvSpPr>
            <a:spLocks noChangeArrowheads="1"/>
          </p:cNvSpPr>
          <p:nvPr/>
        </p:nvSpPr>
        <p:spPr bwMode="auto">
          <a:xfrm>
            <a:off x="1612900" y="5637213"/>
            <a:ext cx="682625" cy="619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46" name="Oval 6"/>
          <p:cNvSpPr>
            <a:spLocks noChangeArrowheads="1"/>
          </p:cNvSpPr>
          <p:nvPr/>
        </p:nvSpPr>
        <p:spPr bwMode="auto">
          <a:xfrm>
            <a:off x="6459538" y="5575300"/>
            <a:ext cx="682625" cy="6191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47" name="Oval 7"/>
          <p:cNvSpPr>
            <a:spLocks noChangeArrowheads="1"/>
          </p:cNvSpPr>
          <p:nvPr/>
        </p:nvSpPr>
        <p:spPr bwMode="auto">
          <a:xfrm>
            <a:off x="6323013" y="5449888"/>
            <a:ext cx="955675" cy="8699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48" name="Oval 8"/>
          <p:cNvSpPr>
            <a:spLocks noChangeArrowheads="1"/>
          </p:cNvSpPr>
          <p:nvPr/>
        </p:nvSpPr>
        <p:spPr bwMode="auto">
          <a:xfrm>
            <a:off x="4070350" y="5449888"/>
            <a:ext cx="955675" cy="8699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49" name="Freeform 9"/>
          <p:cNvSpPr>
            <a:spLocks/>
          </p:cNvSpPr>
          <p:nvPr/>
        </p:nvSpPr>
        <p:spPr bwMode="auto">
          <a:xfrm>
            <a:off x="2295525" y="5719763"/>
            <a:ext cx="1774825" cy="579437"/>
          </a:xfrm>
          <a:custGeom>
            <a:avLst/>
            <a:gdLst/>
            <a:ahLst/>
            <a:cxnLst>
              <a:cxn ang="0">
                <a:pos x="0" y="224"/>
              </a:cxn>
              <a:cxn ang="0">
                <a:pos x="240" y="416"/>
              </a:cxn>
              <a:cxn ang="0">
                <a:pos x="432" y="32"/>
              </a:cxn>
              <a:cxn ang="0">
                <a:pos x="768" y="320"/>
              </a:cxn>
              <a:cxn ang="0">
                <a:pos x="960" y="32"/>
              </a:cxn>
              <a:cxn ang="0">
                <a:pos x="1248" y="128"/>
              </a:cxn>
            </a:cxnLst>
            <a:rect l="0" t="0" r="r" b="b"/>
            <a:pathLst>
              <a:path w="1248" h="448">
                <a:moveTo>
                  <a:pt x="0" y="224"/>
                </a:moveTo>
                <a:cubicBezTo>
                  <a:pt x="84" y="336"/>
                  <a:pt x="168" y="448"/>
                  <a:pt x="240" y="416"/>
                </a:cubicBezTo>
                <a:cubicBezTo>
                  <a:pt x="312" y="384"/>
                  <a:pt x="344" y="48"/>
                  <a:pt x="432" y="32"/>
                </a:cubicBezTo>
                <a:cubicBezTo>
                  <a:pt x="520" y="16"/>
                  <a:pt x="680" y="320"/>
                  <a:pt x="768" y="320"/>
                </a:cubicBezTo>
                <a:cubicBezTo>
                  <a:pt x="856" y="320"/>
                  <a:pt x="880" y="64"/>
                  <a:pt x="960" y="32"/>
                </a:cubicBezTo>
                <a:cubicBezTo>
                  <a:pt x="1040" y="0"/>
                  <a:pt x="1144" y="64"/>
                  <a:pt x="1248" y="1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850" name="Freeform 10"/>
          <p:cNvSpPr>
            <a:spLocks/>
          </p:cNvSpPr>
          <p:nvPr/>
        </p:nvSpPr>
        <p:spPr bwMode="auto">
          <a:xfrm>
            <a:off x="5026025" y="5864225"/>
            <a:ext cx="1296988" cy="330200"/>
          </a:xfrm>
          <a:custGeom>
            <a:avLst/>
            <a:gdLst/>
            <a:ahLst/>
            <a:cxnLst>
              <a:cxn ang="0">
                <a:pos x="0" y="16"/>
              </a:cxn>
              <a:cxn ang="0">
                <a:pos x="192" y="256"/>
              </a:cxn>
              <a:cxn ang="0">
                <a:pos x="432" y="16"/>
              </a:cxn>
              <a:cxn ang="0">
                <a:pos x="624" y="160"/>
              </a:cxn>
              <a:cxn ang="0">
                <a:pos x="912" y="16"/>
              </a:cxn>
            </a:cxnLst>
            <a:rect l="0" t="0" r="r" b="b"/>
            <a:pathLst>
              <a:path w="912" h="256">
                <a:moveTo>
                  <a:pt x="0" y="16"/>
                </a:moveTo>
                <a:cubicBezTo>
                  <a:pt x="60" y="136"/>
                  <a:pt x="120" y="256"/>
                  <a:pt x="192" y="256"/>
                </a:cubicBezTo>
                <a:cubicBezTo>
                  <a:pt x="264" y="256"/>
                  <a:pt x="360" y="32"/>
                  <a:pt x="432" y="16"/>
                </a:cubicBezTo>
                <a:cubicBezTo>
                  <a:pt x="504" y="0"/>
                  <a:pt x="544" y="160"/>
                  <a:pt x="624" y="160"/>
                </a:cubicBezTo>
                <a:cubicBezTo>
                  <a:pt x="704" y="160"/>
                  <a:pt x="864" y="48"/>
                  <a:pt x="912" y="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851" name="Line 11"/>
          <p:cNvSpPr>
            <a:spLocks noChangeShapeType="1"/>
          </p:cNvSpPr>
          <p:nvPr/>
        </p:nvSpPr>
        <p:spPr bwMode="auto">
          <a:xfrm>
            <a:off x="1066800" y="5946775"/>
            <a:ext cx="5461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5852" name="Object 12"/>
          <p:cNvGraphicFramePr>
            <a:graphicFrameLocks noChangeAspect="1"/>
          </p:cNvGraphicFramePr>
          <p:nvPr/>
        </p:nvGraphicFramePr>
        <p:xfrm>
          <a:off x="2636838" y="5140325"/>
          <a:ext cx="830262" cy="465138"/>
        </p:xfrm>
        <a:graphic>
          <a:graphicData uri="http://schemas.openxmlformats.org/presentationml/2006/ole">
            <p:oleObj spid="_x0000_s675852" name="Equation" r:id="rId4" imgW="927000" imgH="571320" progId="Equation.3">
              <p:embed/>
            </p:oleObj>
          </a:graphicData>
        </a:graphic>
      </p:graphicFrame>
      <p:graphicFrame>
        <p:nvGraphicFramePr>
          <p:cNvPr id="675853" name="Object 13"/>
          <p:cNvGraphicFramePr>
            <a:graphicFrameLocks noChangeAspect="1"/>
          </p:cNvGraphicFramePr>
          <p:nvPr/>
        </p:nvGraphicFramePr>
        <p:xfrm>
          <a:off x="5367338" y="5140325"/>
          <a:ext cx="409575" cy="465138"/>
        </p:xfrm>
        <a:graphic>
          <a:graphicData uri="http://schemas.openxmlformats.org/presentationml/2006/ole">
            <p:oleObj spid="_x0000_s675853" name="Equation" r:id="rId5" imgW="457200" imgH="571320" progId="Equation.3">
              <p:embed/>
            </p:oleObj>
          </a:graphicData>
        </a:graphic>
      </p:graphicFrame>
      <p:sp>
        <p:nvSpPr>
          <p:cNvPr id="675854" name="Rectangle 14"/>
          <p:cNvSpPr>
            <a:spLocks noChangeArrowheads="1"/>
          </p:cNvSpPr>
          <p:nvPr/>
        </p:nvSpPr>
        <p:spPr bwMode="auto">
          <a:xfrm>
            <a:off x="1339850" y="5078413"/>
            <a:ext cx="6280150" cy="15509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55" name="Oval 15"/>
          <p:cNvSpPr>
            <a:spLocks noChangeArrowheads="1"/>
          </p:cNvSpPr>
          <p:nvPr/>
        </p:nvSpPr>
        <p:spPr bwMode="auto">
          <a:xfrm>
            <a:off x="4206875" y="3154363"/>
            <a:ext cx="682625" cy="6207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56" name="Oval 16"/>
          <p:cNvSpPr>
            <a:spLocks noChangeArrowheads="1"/>
          </p:cNvSpPr>
          <p:nvPr/>
        </p:nvSpPr>
        <p:spPr bwMode="auto">
          <a:xfrm>
            <a:off x="1612900" y="3216275"/>
            <a:ext cx="682625" cy="62071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57" name="Oval 17"/>
          <p:cNvSpPr>
            <a:spLocks noChangeArrowheads="1"/>
          </p:cNvSpPr>
          <p:nvPr/>
        </p:nvSpPr>
        <p:spPr bwMode="auto">
          <a:xfrm>
            <a:off x="6459538" y="3154363"/>
            <a:ext cx="682625" cy="62071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58" name="Oval 18"/>
          <p:cNvSpPr>
            <a:spLocks noChangeArrowheads="1"/>
          </p:cNvSpPr>
          <p:nvPr/>
        </p:nvSpPr>
        <p:spPr bwMode="auto">
          <a:xfrm>
            <a:off x="6323013" y="3030538"/>
            <a:ext cx="955675" cy="868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59" name="Oval 19"/>
          <p:cNvSpPr>
            <a:spLocks noChangeArrowheads="1"/>
          </p:cNvSpPr>
          <p:nvPr/>
        </p:nvSpPr>
        <p:spPr bwMode="auto">
          <a:xfrm>
            <a:off x="4070350" y="3030538"/>
            <a:ext cx="955675" cy="868362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60" name="Freeform 20"/>
          <p:cNvSpPr>
            <a:spLocks/>
          </p:cNvSpPr>
          <p:nvPr/>
        </p:nvSpPr>
        <p:spPr bwMode="auto">
          <a:xfrm>
            <a:off x="2295525" y="3298825"/>
            <a:ext cx="1774825" cy="579438"/>
          </a:xfrm>
          <a:custGeom>
            <a:avLst/>
            <a:gdLst/>
            <a:ahLst/>
            <a:cxnLst>
              <a:cxn ang="0">
                <a:pos x="0" y="224"/>
              </a:cxn>
              <a:cxn ang="0">
                <a:pos x="240" y="416"/>
              </a:cxn>
              <a:cxn ang="0">
                <a:pos x="432" y="32"/>
              </a:cxn>
              <a:cxn ang="0">
                <a:pos x="768" y="320"/>
              </a:cxn>
              <a:cxn ang="0">
                <a:pos x="960" y="32"/>
              </a:cxn>
              <a:cxn ang="0">
                <a:pos x="1248" y="128"/>
              </a:cxn>
            </a:cxnLst>
            <a:rect l="0" t="0" r="r" b="b"/>
            <a:pathLst>
              <a:path w="1248" h="448">
                <a:moveTo>
                  <a:pt x="0" y="224"/>
                </a:moveTo>
                <a:cubicBezTo>
                  <a:pt x="84" y="336"/>
                  <a:pt x="168" y="448"/>
                  <a:pt x="240" y="416"/>
                </a:cubicBezTo>
                <a:cubicBezTo>
                  <a:pt x="312" y="384"/>
                  <a:pt x="344" y="48"/>
                  <a:pt x="432" y="32"/>
                </a:cubicBezTo>
                <a:cubicBezTo>
                  <a:pt x="520" y="16"/>
                  <a:pt x="680" y="320"/>
                  <a:pt x="768" y="320"/>
                </a:cubicBezTo>
                <a:cubicBezTo>
                  <a:pt x="856" y="320"/>
                  <a:pt x="880" y="64"/>
                  <a:pt x="960" y="32"/>
                </a:cubicBezTo>
                <a:cubicBezTo>
                  <a:pt x="1040" y="0"/>
                  <a:pt x="1144" y="64"/>
                  <a:pt x="1248" y="12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861" name="Freeform 21"/>
          <p:cNvSpPr>
            <a:spLocks/>
          </p:cNvSpPr>
          <p:nvPr/>
        </p:nvSpPr>
        <p:spPr bwMode="auto">
          <a:xfrm>
            <a:off x="5026025" y="3444875"/>
            <a:ext cx="1296988" cy="330200"/>
          </a:xfrm>
          <a:custGeom>
            <a:avLst/>
            <a:gdLst/>
            <a:ahLst/>
            <a:cxnLst>
              <a:cxn ang="0">
                <a:pos x="0" y="16"/>
              </a:cxn>
              <a:cxn ang="0">
                <a:pos x="192" y="256"/>
              </a:cxn>
              <a:cxn ang="0">
                <a:pos x="432" y="16"/>
              </a:cxn>
              <a:cxn ang="0">
                <a:pos x="624" y="160"/>
              </a:cxn>
              <a:cxn ang="0">
                <a:pos x="912" y="16"/>
              </a:cxn>
            </a:cxnLst>
            <a:rect l="0" t="0" r="r" b="b"/>
            <a:pathLst>
              <a:path w="912" h="256">
                <a:moveTo>
                  <a:pt x="0" y="16"/>
                </a:moveTo>
                <a:cubicBezTo>
                  <a:pt x="60" y="136"/>
                  <a:pt x="120" y="256"/>
                  <a:pt x="192" y="256"/>
                </a:cubicBezTo>
                <a:cubicBezTo>
                  <a:pt x="264" y="256"/>
                  <a:pt x="360" y="32"/>
                  <a:pt x="432" y="16"/>
                </a:cubicBezTo>
                <a:cubicBezTo>
                  <a:pt x="504" y="0"/>
                  <a:pt x="544" y="160"/>
                  <a:pt x="624" y="160"/>
                </a:cubicBezTo>
                <a:cubicBezTo>
                  <a:pt x="704" y="160"/>
                  <a:pt x="864" y="48"/>
                  <a:pt x="912" y="1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5862" name="Object 22"/>
          <p:cNvGraphicFramePr>
            <a:graphicFrameLocks noChangeAspect="1"/>
          </p:cNvGraphicFramePr>
          <p:nvPr/>
        </p:nvGraphicFramePr>
        <p:xfrm>
          <a:off x="5373688" y="2720975"/>
          <a:ext cx="396875" cy="465138"/>
        </p:xfrm>
        <a:graphic>
          <a:graphicData uri="http://schemas.openxmlformats.org/presentationml/2006/ole">
            <p:oleObj spid="_x0000_s675862" name="Equation" r:id="rId6" imgW="444240" imgH="571320" progId="Equation.3">
              <p:embed/>
            </p:oleObj>
          </a:graphicData>
        </a:graphic>
      </p:graphicFrame>
      <p:sp>
        <p:nvSpPr>
          <p:cNvPr id="675863" name="Rectangle 23"/>
          <p:cNvSpPr>
            <a:spLocks noChangeArrowheads="1"/>
          </p:cNvSpPr>
          <p:nvPr/>
        </p:nvSpPr>
        <p:spPr bwMode="auto">
          <a:xfrm>
            <a:off x="1339850" y="2659063"/>
            <a:ext cx="6280150" cy="15509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none" w="lg" len="lg"/>
          </a:ln>
          <a:effectLst/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675864" name="Line 24"/>
          <p:cNvSpPr>
            <a:spLocks noChangeShapeType="1"/>
          </p:cNvSpPr>
          <p:nvPr/>
        </p:nvSpPr>
        <p:spPr bwMode="auto">
          <a:xfrm flipV="1">
            <a:off x="4548188" y="3898900"/>
            <a:ext cx="0" cy="155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75865" name="Line 25"/>
          <p:cNvSpPr>
            <a:spLocks noChangeShapeType="1"/>
          </p:cNvSpPr>
          <p:nvPr/>
        </p:nvSpPr>
        <p:spPr bwMode="auto">
          <a:xfrm flipV="1">
            <a:off x="6800850" y="3898900"/>
            <a:ext cx="0" cy="15509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75867" name="Object 27"/>
          <p:cNvGraphicFramePr>
            <a:graphicFrameLocks noChangeAspect="1"/>
          </p:cNvGraphicFramePr>
          <p:nvPr/>
        </p:nvGraphicFramePr>
        <p:xfrm>
          <a:off x="1344613" y="2301875"/>
          <a:ext cx="476250" cy="288925"/>
        </p:xfrm>
        <a:graphic>
          <a:graphicData uri="http://schemas.openxmlformats.org/presentationml/2006/ole">
            <p:oleObj spid="_x0000_s675867" name="Equation" r:id="rId7" imgW="533160" imgH="355320" progId="Equation.3">
              <p:embed/>
            </p:oleObj>
          </a:graphicData>
        </a:graphic>
      </p:graphicFrame>
      <p:graphicFrame>
        <p:nvGraphicFramePr>
          <p:cNvPr id="675869" name="Object 29"/>
          <p:cNvGraphicFramePr>
            <a:graphicFrameLocks noChangeAspect="1"/>
          </p:cNvGraphicFramePr>
          <p:nvPr/>
        </p:nvGraphicFramePr>
        <p:xfrm>
          <a:off x="1371600" y="4800600"/>
          <a:ext cx="396875" cy="268288"/>
        </p:xfrm>
        <a:graphic>
          <a:graphicData uri="http://schemas.openxmlformats.org/presentationml/2006/ole">
            <p:oleObj spid="_x0000_s675869" name="Equation" r:id="rId8" imgW="444240" imgH="330120" progId="Equation.3">
              <p:embed/>
            </p:oleObj>
          </a:graphicData>
        </a:graphic>
      </p:graphicFrame>
      <p:graphicFrame>
        <p:nvGraphicFramePr>
          <p:cNvPr id="675870" name="Object 30"/>
          <p:cNvGraphicFramePr>
            <a:graphicFrameLocks noChangeAspect="1"/>
          </p:cNvGraphicFramePr>
          <p:nvPr/>
        </p:nvGraphicFramePr>
        <p:xfrm>
          <a:off x="2636838" y="2659063"/>
          <a:ext cx="819150" cy="465137"/>
        </p:xfrm>
        <a:graphic>
          <a:graphicData uri="http://schemas.openxmlformats.org/presentationml/2006/ole">
            <p:oleObj spid="_x0000_s675870" name="Equation" r:id="rId9" imgW="914400" imgH="571320" progId="Equation.3">
              <p:embed/>
            </p:oleObj>
          </a:graphicData>
        </a:graphic>
      </p:graphicFrame>
      <p:graphicFrame>
        <p:nvGraphicFramePr>
          <p:cNvPr id="675871" name="Object 31"/>
          <p:cNvGraphicFramePr>
            <a:graphicFrameLocks noChangeAspect="1"/>
          </p:cNvGraphicFramePr>
          <p:nvPr/>
        </p:nvGraphicFramePr>
        <p:xfrm>
          <a:off x="4616450" y="4519613"/>
          <a:ext cx="271463" cy="311150"/>
        </p:xfrm>
        <a:graphic>
          <a:graphicData uri="http://schemas.openxmlformats.org/presentationml/2006/ole">
            <p:oleObj spid="_x0000_s675871" name="Equation" r:id="rId10" imgW="304560" imgH="380880" progId="Equation.3">
              <p:embed/>
            </p:oleObj>
          </a:graphicData>
        </a:graphic>
      </p:graphicFrame>
      <p:graphicFrame>
        <p:nvGraphicFramePr>
          <p:cNvPr id="675872" name="Object 32"/>
          <p:cNvGraphicFramePr>
            <a:graphicFrameLocks noChangeAspect="1"/>
          </p:cNvGraphicFramePr>
          <p:nvPr/>
        </p:nvGraphicFramePr>
        <p:xfrm>
          <a:off x="6869113" y="4519613"/>
          <a:ext cx="271462" cy="311150"/>
        </p:xfrm>
        <a:graphic>
          <a:graphicData uri="http://schemas.openxmlformats.org/presentationml/2006/ole">
            <p:oleObj spid="_x0000_s675872" name="Equation" r:id="rId11" imgW="304560" imgH="380880" progId="Equation.3">
              <p:embed/>
            </p:oleObj>
          </a:graphicData>
        </a:graphic>
      </p:graphicFrame>
      <p:sp>
        <p:nvSpPr>
          <p:cNvPr id="675875" name="Text Box 35"/>
          <p:cNvSpPr txBox="1">
            <a:spLocks noChangeArrowheads="1"/>
          </p:cNvSpPr>
          <p:nvPr/>
        </p:nvSpPr>
        <p:spPr bwMode="auto">
          <a:xfrm>
            <a:off x="685800" y="914400"/>
            <a:ext cx="5521325" cy="11636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Connect final states of        </a:t>
            </a:r>
          </a:p>
          <a:p>
            <a:r>
              <a:rPr lang="en-US"/>
              <a:t>with final states of  </a:t>
            </a:r>
          </a:p>
        </p:txBody>
      </p:sp>
      <p:graphicFrame>
        <p:nvGraphicFramePr>
          <p:cNvPr id="675876" name="Object 36"/>
          <p:cNvGraphicFramePr>
            <a:graphicFrameLocks noChangeAspect="1"/>
          </p:cNvGraphicFramePr>
          <p:nvPr/>
        </p:nvGraphicFramePr>
        <p:xfrm>
          <a:off x="5334000" y="990600"/>
          <a:ext cx="533400" cy="355600"/>
        </p:xfrm>
        <a:graphic>
          <a:graphicData uri="http://schemas.openxmlformats.org/presentationml/2006/ole">
            <p:oleObj spid="_x0000_s675876" name="Equation" r:id="rId12" imgW="533160" imgH="355320" progId="Equation.3">
              <p:embed/>
            </p:oleObj>
          </a:graphicData>
        </a:graphic>
      </p:graphicFrame>
      <p:graphicFrame>
        <p:nvGraphicFramePr>
          <p:cNvPr id="675877" name="Object 37"/>
          <p:cNvGraphicFramePr>
            <a:graphicFrameLocks noChangeAspect="1"/>
          </p:cNvGraphicFramePr>
          <p:nvPr/>
        </p:nvGraphicFramePr>
        <p:xfrm>
          <a:off x="4572000" y="1676400"/>
          <a:ext cx="444500" cy="330200"/>
        </p:xfrm>
        <a:graphic>
          <a:graphicData uri="http://schemas.openxmlformats.org/presentationml/2006/ole">
            <p:oleObj spid="_x0000_s675877" name="Equation" r:id="rId13" imgW="444240" imgH="330120" progId="Equation.3">
              <p:embed/>
            </p:oleObj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897EB3-8ACE-462C-BEF0-71BCD17E188B}" type="slidenum">
              <a:rPr lang="en-US" altLang="en-US"/>
              <a:pPr/>
              <a:t>79</a:t>
            </a:fld>
            <a:endParaRPr lang="en-US" altLang="en-US"/>
          </a:p>
        </p:txBody>
      </p:sp>
      <p:sp>
        <p:nvSpPr>
          <p:cNvPr id="676866" name="Text Box 2"/>
          <p:cNvSpPr txBox="1">
            <a:spLocks noChangeArrowheads="1"/>
          </p:cNvSpPr>
          <p:nvPr/>
        </p:nvSpPr>
        <p:spPr bwMode="auto">
          <a:xfrm>
            <a:off x="0" y="381000"/>
            <a:ext cx="895508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Since                           is accepted by a NPDA </a:t>
            </a:r>
          </a:p>
        </p:txBody>
      </p:sp>
      <p:graphicFrame>
        <p:nvGraphicFramePr>
          <p:cNvPr id="676867" name="Object 3"/>
          <p:cNvGraphicFramePr>
            <a:graphicFrameLocks noChangeAspect="1"/>
          </p:cNvGraphicFramePr>
          <p:nvPr/>
        </p:nvGraphicFramePr>
        <p:xfrm>
          <a:off x="1524000" y="228600"/>
          <a:ext cx="2743200" cy="711200"/>
        </p:xfrm>
        <a:graphic>
          <a:graphicData uri="http://schemas.openxmlformats.org/presentationml/2006/ole">
            <p:oleObj spid="_x0000_s676867" name="Equation" r:id="rId3" imgW="2743200" imgH="711000" progId="Equation.3">
              <p:embed/>
            </p:oleObj>
          </a:graphicData>
        </a:graphic>
      </p:graphicFrame>
      <p:sp>
        <p:nvSpPr>
          <p:cNvPr id="676868" name="Text Box 4"/>
          <p:cNvSpPr txBox="1">
            <a:spLocks noChangeArrowheads="1"/>
          </p:cNvSpPr>
          <p:nvPr/>
        </p:nvSpPr>
        <p:spPr bwMode="auto">
          <a:xfrm>
            <a:off x="990600" y="1371600"/>
            <a:ext cx="354647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it is context-free</a:t>
            </a:r>
          </a:p>
        </p:txBody>
      </p:sp>
      <p:sp>
        <p:nvSpPr>
          <p:cNvPr id="676869" name="Text Box 5"/>
          <p:cNvSpPr txBox="1">
            <a:spLocks noChangeArrowheads="1"/>
          </p:cNvSpPr>
          <p:nvPr/>
        </p:nvSpPr>
        <p:spPr bwMode="auto">
          <a:xfrm>
            <a:off x="1295400" y="2667000"/>
            <a:ext cx="28670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3300"/>
                </a:solidFill>
              </a:rPr>
              <a:t>Contradiction!</a:t>
            </a:r>
          </a:p>
        </p:txBody>
      </p:sp>
      <p:sp>
        <p:nvSpPr>
          <p:cNvPr id="676870" name="Text Box 6"/>
          <p:cNvSpPr txBox="1">
            <a:spLocks noChangeArrowheads="1"/>
          </p:cNvSpPr>
          <p:nvPr/>
        </p:nvSpPr>
        <p:spPr bwMode="auto">
          <a:xfrm>
            <a:off x="228600" y="4495800"/>
            <a:ext cx="84153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(since                           is not context-free)</a:t>
            </a:r>
          </a:p>
        </p:txBody>
      </p:sp>
      <p:graphicFrame>
        <p:nvGraphicFramePr>
          <p:cNvPr id="676871" name="Object 7"/>
          <p:cNvGraphicFramePr>
            <a:graphicFrameLocks noChangeAspect="1"/>
          </p:cNvGraphicFramePr>
          <p:nvPr/>
        </p:nvGraphicFramePr>
        <p:xfrm>
          <a:off x="1752600" y="4343400"/>
          <a:ext cx="2743200" cy="711200"/>
        </p:xfrm>
        <a:graphic>
          <a:graphicData uri="http://schemas.openxmlformats.org/presentationml/2006/ole">
            <p:oleObj spid="_x0000_s676871" name="Equation" r:id="rId4" imgW="2743200" imgH="711000" progId="Equation.3">
              <p:embed/>
            </p:oleObj>
          </a:graphicData>
        </a:graphic>
      </p:graphicFrame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8763D-23B0-4AEE-9DB8-30FAF62A64B2}" type="slidenum">
              <a:rPr lang="en-US" altLang="en-US"/>
              <a:pPr/>
              <a:t>80</a:t>
            </a:fld>
            <a:endParaRPr lang="en-US" altLang="en-US"/>
          </a:p>
        </p:txBody>
      </p:sp>
      <p:sp>
        <p:nvSpPr>
          <p:cNvPr id="677890" name="Text Box 2"/>
          <p:cNvSpPr txBox="1">
            <a:spLocks noChangeArrowheads="1"/>
          </p:cNvSpPr>
          <p:nvPr/>
        </p:nvSpPr>
        <p:spPr bwMode="auto">
          <a:xfrm>
            <a:off x="-92075" y="101600"/>
            <a:ext cx="2295525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Therefore:</a:t>
            </a:r>
          </a:p>
        </p:txBody>
      </p:sp>
      <p:graphicFrame>
        <p:nvGraphicFramePr>
          <p:cNvPr id="713728" name="Object 0"/>
          <p:cNvGraphicFramePr>
            <a:graphicFrameLocks noChangeAspect="1"/>
          </p:cNvGraphicFramePr>
          <p:nvPr/>
        </p:nvGraphicFramePr>
        <p:xfrm>
          <a:off x="2082800" y="2108200"/>
          <a:ext cx="4381500" cy="711200"/>
        </p:xfrm>
        <a:graphic>
          <a:graphicData uri="http://schemas.openxmlformats.org/presentationml/2006/ole">
            <p:oleObj spid="_x0000_s713728" name="Equation" r:id="rId3" imgW="4381200" imgH="711000" progId="Equation.3">
              <p:embed/>
            </p:oleObj>
          </a:graphicData>
        </a:graphic>
      </p:graphicFrame>
      <p:sp>
        <p:nvSpPr>
          <p:cNvPr id="677892" name="Text Box 4"/>
          <p:cNvSpPr txBox="1">
            <a:spLocks noChangeArrowheads="1"/>
          </p:cNvSpPr>
          <p:nvPr/>
        </p:nvSpPr>
        <p:spPr bwMode="auto">
          <a:xfrm>
            <a:off x="1295400" y="3200400"/>
            <a:ext cx="6065838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/>
              <a:t>There is </a:t>
            </a:r>
            <a:r>
              <a:rPr lang="en-US" b="1">
                <a:solidFill>
                  <a:srgbClr val="FF3300"/>
                </a:solidFill>
              </a:rPr>
              <a:t>no</a:t>
            </a:r>
            <a:r>
              <a:rPr lang="en-US"/>
              <a:t> DPDA that accepts</a:t>
            </a:r>
          </a:p>
        </p:txBody>
      </p:sp>
      <p:sp>
        <p:nvSpPr>
          <p:cNvPr id="677893" name="Text Box 5"/>
          <p:cNvSpPr txBox="1">
            <a:spLocks noChangeArrowheads="1"/>
          </p:cNvSpPr>
          <p:nvPr/>
        </p:nvSpPr>
        <p:spPr bwMode="auto">
          <a:xfrm>
            <a:off x="3200400" y="5562600"/>
            <a:ext cx="2595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End of Proof</a:t>
            </a:r>
          </a:p>
        </p:txBody>
      </p:sp>
      <p:sp>
        <p:nvSpPr>
          <p:cNvPr id="677894" name="Text Box 6"/>
          <p:cNvSpPr txBox="1">
            <a:spLocks noChangeArrowheads="1"/>
          </p:cNvSpPr>
          <p:nvPr/>
        </p:nvSpPr>
        <p:spPr bwMode="auto">
          <a:xfrm>
            <a:off x="1371600" y="1219200"/>
            <a:ext cx="6151563" cy="579438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  <a:effectLst/>
        </p:spPr>
        <p:txBody>
          <a:bodyPr wrap="none">
            <a:spAutoFit/>
          </a:bodyPr>
          <a:lstStyle/>
          <a:p>
            <a:r>
              <a:rPr lang="en-US">
                <a:solidFill>
                  <a:srgbClr val="FF3300"/>
                </a:solidFill>
              </a:rPr>
              <a:t>Not</a:t>
            </a:r>
            <a:r>
              <a:rPr lang="en-US"/>
              <a:t> deterministic context free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ass">
  <a:themeElements>
    <a:clrScheme name="clas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0" lang="en-US" sz="3200" b="0" i="0" u="none" strike="noStrike" cap="none" normalizeH="0" baseline="0" smtClean="0">
            <a:ln>
              <a:noFill/>
            </a:ln>
            <a:solidFill>
              <a:schemeClr val="accent2"/>
            </a:solidFill>
            <a:effectLst/>
            <a:latin typeface="Comic Sans MS" pitchFamily="66" charset="0"/>
          </a:defRPr>
        </a:defPPr>
      </a:lstStyle>
    </a:lnDef>
  </a:objectDefaults>
  <a:extraClrSchemeLst>
    <a:extraClrScheme>
      <a:clrScheme name="clas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Office\Templates\class.pot</Template>
  <TotalTime>6187</TotalTime>
  <Words>991</Words>
  <Application>Microsoft Office PowerPoint</Application>
  <PresentationFormat>On-screen Show (4:3)</PresentationFormat>
  <Paragraphs>407</Paragraphs>
  <Slides>80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2" baseType="lpstr">
      <vt:lpstr>class</vt:lpstr>
      <vt:lpstr>Equation</vt:lpstr>
      <vt:lpstr>NPDAs Accept  Context-Free Languages</vt:lpstr>
      <vt:lpstr>Slide 2</vt:lpstr>
      <vt:lpstr>Slide 3</vt:lpstr>
      <vt:lpstr>Slide 4</vt:lpstr>
      <vt:lpstr>Converting  Context-Free Grammars to  NPDAs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Converting  NPDAs to Context-Free Grammars</vt:lpstr>
      <vt:lpstr>Slide 28</vt:lpstr>
      <vt:lpstr>Slide 29</vt:lpstr>
      <vt:lpstr>Some Necessary Modifications 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The Grammar Construction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Deterministic PDA  DPDA</vt:lpstr>
      <vt:lpstr>Deterministic PDA: DPDA</vt:lpstr>
      <vt:lpstr>Slide 58</vt:lpstr>
      <vt:lpstr>Slide 59</vt:lpstr>
      <vt:lpstr>DPDA example</vt:lpstr>
      <vt:lpstr>Slide 61</vt:lpstr>
      <vt:lpstr>Slide 62</vt:lpstr>
      <vt:lpstr>Example of Non-DPDA (NPDA)</vt:lpstr>
      <vt:lpstr>Slide 64</vt:lpstr>
      <vt:lpstr>NPDAs   Have More Power than  DPDAs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Languages and Finite Automata</dc:title>
  <dc:creator>Costas Busch</dc:creator>
  <cp:lastModifiedBy>mnaidjate</cp:lastModifiedBy>
  <cp:revision>1305</cp:revision>
  <cp:lastPrinted>2000-09-25T14:54:54Z</cp:lastPrinted>
  <dcterms:created xsi:type="dcterms:W3CDTF">2000-08-31T01:12:33Z</dcterms:created>
  <dcterms:modified xsi:type="dcterms:W3CDTF">2014-01-11T19:16:38Z</dcterms:modified>
</cp:coreProperties>
</file>