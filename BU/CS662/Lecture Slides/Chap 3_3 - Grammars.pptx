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2" r:id="rId20"/>
    <p:sldId id="275" r:id="rId21"/>
    <p:sldId id="277" r:id="rId22"/>
    <p:sldId id="274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8" r:id="rId31"/>
    <p:sldId id="285" r:id="rId32"/>
    <p:sldId id="289" r:id="rId33"/>
    <p:sldId id="290" r:id="rId34"/>
    <p:sldId id="294" r:id="rId35"/>
    <p:sldId id="338" r:id="rId36"/>
    <p:sldId id="339" r:id="rId37"/>
    <p:sldId id="340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26" r:id="rId55"/>
    <p:sldId id="327" r:id="rId56"/>
    <p:sldId id="328" r:id="rId57"/>
    <p:sldId id="329" r:id="rId58"/>
    <p:sldId id="330" r:id="rId59"/>
    <p:sldId id="331" r:id="rId60"/>
    <p:sldId id="341" r:id="rId61"/>
    <p:sldId id="332" r:id="rId62"/>
    <p:sldId id="333" r:id="rId63"/>
    <p:sldId id="335" r:id="rId64"/>
    <p:sldId id="352" r:id="rId65"/>
    <p:sldId id="344" r:id="rId66"/>
    <p:sldId id="336" r:id="rId67"/>
    <p:sldId id="343" r:id="rId68"/>
    <p:sldId id="337" r:id="rId69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55" autoAdjust="0"/>
    <p:restoredTop sz="94426" autoAdjust="0"/>
  </p:normalViewPr>
  <p:slideViewPr>
    <p:cSldViewPr>
      <p:cViewPr varScale="1">
        <p:scale>
          <a:sx n="91" d="100"/>
          <a:sy n="91" d="100"/>
        </p:scale>
        <p:origin x="-12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6.wmf"/><Relationship Id="rId4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2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2.wmf"/><Relationship Id="rId4" Type="http://schemas.openxmlformats.org/officeDocument/2006/relationships/image" Target="../media/image4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42.wmf"/><Relationship Id="rId1" Type="http://schemas.openxmlformats.org/officeDocument/2006/relationships/image" Target="../media/image54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9.wmf"/><Relationship Id="rId1" Type="http://schemas.openxmlformats.org/officeDocument/2006/relationships/image" Target="../media/image65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70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74.wmf"/><Relationship Id="rId1" Type="http://schemas.openxmlformats.org/officeDocument/2006/relationships/image" Target="../media/image7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4" Type="http://schemas.openxmlformats.org/officeDocument/2006/relationships/image" Target="../media/image78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90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9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91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90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5.wmf"/><Relationship Id="rId7" Type="http://schemas.openxmlformats.org/officeDocument/2006/relationships/image" Target="../media/image92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90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5.wmf"/><Relationship Id="rId7" Type="http://schemas.openxmlformats.org/officeDocument/2006/relationships/image" Target="../media/image94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90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9" Type="http://schemas.openxmlformats.org/officeDocument/2006/relationships/image" Target="../media/image95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4.wmf"/><Relationship Id="rId7" Type="http://schemas.openxmlformats.org/officeDocument/2006/relationships/image" Target="../media/image90.wmf"/><Relationship Id="rId2" Type="http://schemas.openxmlformats.org/officeDocument/2006/relationships/image" Target="../media/image83.wmf"/><Relationship Id="rId1" Type="http://schemas.openxmlformats.org/officeDocument/2006/relationships/image" Target="../media/image96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9" Type="http://schemas.openxmlformats.org/officeDocument/2006/relationships/image" Target="../media/image95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85.wmf"/><Relationship Id="rId7" Type="http://schemas.openxmlformats.org/officeDocument/2006/relationships/image" Target="../media/image93.wmf"/><Relationship Id="rId12" Type="http://schemas.openxmlformats.org/officeDocument/2006/relationships/image" Target="../media/image97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90.wmf"/><Relationship Id="rId11" Type="http://schemas.openxmlformats.org/officeDocument/2006/relationships/image" Target="../media/image81.wmf"/><Relationship Id="rId5" Type="http://schemas.openxmlformats.org/officeDocument/2006/relationships/image" Target="../media/image87.wmf"/><Relationship Id="rId10" Type="http://schemas.openxmlformats.org/officeDocument/2006/relationships/image" Target="../media/image42.wmf"/><Relationship Id="rId4" Type="http://schemas.openxmlformats.org/officeDocument/2006/relationships/image" Target="../media/image86.wmf"/><Relationship Id="rId9" Type="http://schemas.openxmlformats.org/officeDocument/2006/relationships/image" Target="../media/image94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42.wmf"/><Relationship Id="rId4" Type="http://schemas.openxmlformats.org/officeDocument/2006/relationships/image" Target="../media/image100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3.wmf"/><Relationship Id="rId7" Type="http://schemas.openxmlformats.org/officeDocument/2006/relationships/image" Target="../media/image106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84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109.wmf"/><Relationship Id="rId1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20.wmf"/><Relationship Id="rId3" Type="http://schemas.openxmlformats.org/officeDocument/2006/relationships/image" Target="../media/image103.wmf"/><Relationship Id="rId7" Type="http://schemas.openxmlformats.org/officeDocument/2006/relationships/image" Target="../media/image106.wmf"/><Relationship Id="rId12" Type="http://schemas.openxmlformats.org/officeDocument/2006/relationships/image" Target="../media/image119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05.wmf"/><Relationship Id="rId11" Type="http://schemas.openxmlformats.org/officeDocument/2006/relationships/image" Target="../media/image118.wmf"/><Relationship Id="rId5" Type="http://schemas.openxmlformats.org/officeDocument/2006/relationships/image" Target="../media/image104.wmf"/><Relationship Id="rId15" Type="http://schemas.openxmlformats.org/officeDocument/2006/relationships/image" Target="../media/image122.wmf"/><Relationship Id="rId10" Type="http://schemas.openxmlformats.org/officeDocument/2006/relationships/image" Target="../media/image117.wmf"/><Relationship Id="rId4" Type="http://schemas.openxmlformats.org/officeDocument/2006/relationships/image" Target="../media/image84.wmf"/><Relationship Id="rId9" Type="http://schemas.openxmlformats.org/officeDocument/2006/relationships/image" Target="../media/image111.wmf"/><Relationship Id="rId14" Type="http://schemas.openxmlformats.org/officeDocument/2006/relationships/image" Target="../media/image121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74.wmf"/><Relationship Id="rId1" Type="http://schemas.openxmlformats.org/officeDocument/2006/relationships/image" Target="../media/image79.wmf"/><Relationship Id="rId4" Type="http://schemas.openxmlformats.org/officeDocument/2006/relationships/image" Target="../media/image124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2" Type="http://schemas.openxmlformats.org/officeDocument/2006/relationships/image" Target="../media/image79.wmf"/><Relationship Id="rId1" Type="http://schemas.openxmlformats.org/officeDocument/2006/relationships/image" Target="../media/image128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25.wmf"/><Relationship Id="rId1" Type="http://schemas.openxmlformats.org/officeDocument/2006/relationships/image" Target="../media/image130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24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142.wmf"/><Relationship Id="rId1" Type="http://schemas.openxmlformats.org/officeDocument/2006/relationships/image" Target="../media/image73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42.wmf"/><Relationship Id="rId1" Type="http://schemas.openxmlformats.org/officeDocument/2006/relationships/image" Target="../media/image142.wmf"/><Relationship Id="rId6" Type="http://schemas.openxmlformats.org/officeDocument/2006/relationships/image" Target="../media/image144.wmf"/><Relationship Id="rId5" Type="http://schemas.openxmlformats.org/officeDocument/2006/relationships/image" Target="../media/image79.wmf"/><Relationship Id="rId4" Type="http://schemas.openxmlformats.org/officeDocument/2006/relationships/image" Target="../media/image143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6.wmf"/><Relationship Id="rId7" Type="http://schemas.openxmlformats.org/officeDocument/2006/relationships/image" Target="../media/image147.wmf"/><Relationship Id="rId12" Type="http://schemas.openxmlformats.org/officeDocument/2006/relationships/image" Target="../media/image152.wmf"/><Relationship Id="rId2" Type="http://schemas.openxmlformats.org/officeDocument/2006/relationships/image" Target="../media/image145.wmf"/><Relationship Id="rId1" Type="http://schemas.openxmlformats.org/officeDocument/2006/relationships/image" Target="../media/image142.wmf"/><Relationship Id="rId6" Type="http://schemas.openxmlformats.org/officeDocument/2006/relationships/image" Target="../media/image90.wmf"/><Relationship Id="rId11" Type="http://schemas.openxmlformats.org/officeDocument/2006/relationships/image" Target="../media/image151.wmf"/><Relationship Id="rId5" Type="http://schemas.openxmlformats.org/officeDocument/2006/relationships/image" Target="../media/image93.wmf"/><Relationship Id="rId10" Type="http://schemas.openxmlformats.org/officeDocument/2006/relationships/image" Target="../media/image150.wmf"/><Relationship Id="rId4" Type="http://schemas.openxmlformats.org/officeDocument/2006/relationships/image" Target="../media/image87.wmf"/><Relationship Id="rId9" Type="http://schemas.openxmlformats.org/officeDocument/2006/relationships/image" Target="../media/image149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93.wmf"/><Relationship Id="rId7" Type="http://schemas.openxmlformats.org/officeDocument/2006/relationships/image" Target="../media/image154.wmf"/><Relationship Id="rId2" Type="http://schemas.openxmlformats.org/officeDocument/2006/relationships/image" Target="../media/image87.wmf"/><Relationship Id="rId1" Type="http://schemas.openxmlformats.org/officeDocument/2006/relationships/image" Target="../media/image145.wmf"/><Relationship Id="rId6" Type="http://schemas.openxmlformats.org/officeDocument/2006/relationships/image" Target="../media/image152.wmf"/><Relationship Id="rId5" Type="http://schemas.openxmlformats.org/officeDocument/2006/relationships/image" Target="../media/image153.wmf"/><Relationship Id="rId10" Type="http://schemas.openxmlformats.org/officeDocument/2006/relationships/image" Target="../media/image157.wmf"/><Relationship Id="rId4" Type="http://schemas.openxmlformats.org/officeDocument/2006/relationships/image" Target="../media/image90.wmf"/><Relationship Id="rId9" Type="http://schemas.openxmlformats.org/officeDocument/2006/relationships/image" Target="../media/image156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90.wmf"/><Relationship Id="rId7" Type="http://schemas.openxmlformats.org/officeDocument/2006/relationships/image" Target="../media/image155.wmf"/><Relationship Id="rId2" Type="http://schemas.openxmlformats.org/officeDocument/2006/relationships/image" Target="../media/image93.wmf"/><Relationship Id="rId1" Type="http://schemas.openxmlformats.org/officeDocument/2006/relationships/image" Target="../media/image87.wmf"/><Relationship Id="rId6" Type="http://schemas.openxmlformats.org/officeDocument/2006/relationships/image" Target="../media/image154.wmf"/><Relationship Id="rId5" Type="http://schemas.openxmlformats.org/officeDocument/2006/relationships/image" Target="../media/image152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90.wmf"/><Relationship Id="rId7" Type="http://schemas.openxmlformats.org/officeDocument/2006/relationships/image" Target="../media/image155.wmf"/><Relationship Id="rId2" Type="http://schemas.openxmlformats.org/officeDocument/2006/relationships/image" Target="../media/image93.wmf"/><Relationship Id="rId1" Type="http://schemas.openxmlformats.org/officeDocument/2006/relationships/image" Target="../media/image87.wmf"/><Relationship Id="rId6" Type="http://schemas.openxmlformats.org/officeDocument/2006/relationships/image" Target="../media/image154.wmf"/><Relationship Id="rId5" Type="http://schemas.openxmlformats.org/officeDocument/2006/relationships/image" Target="../media/image152.wmf"/><Relationship Id="rId4" Type="http://schemas.openxmlformats.org/officeDocument/2006/relationships/image" Target="../media/image153.wmf"/><Relationship Id="rId9" Type="http://schemas.openxmlformats.org/officeDocument/2006/relationships/image" Target="../media/image159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image" Target="../media/image90.wmf"/><Relationship Id="rId7" Type="http://schemas.openxmlformats.org/officeDocument/2006/relationships/image" Target="../media/image155.wmf"/><Relationship Id="rId2" Type="http://schemas.openxmlformats.org/officeDocument/2006/relationships/image" Target="../media/image93.wmf"/><Relationship Id="rId1" Type="http://schemas.openxmlformats.org/officeDocument/2006/relationships/image" Target="../media/image87.wmf"/><Relationship Id="rId6" Type="http://schemas.openxmlformats.org/officeDocument/2006/relationships/image" Target="../media/image154.wmf"/><Relationship Id="rId11" Type="http://schemas.openxmlformats.org/officeDocument/2006/relationships/image" Target="../media/image161.wmf"/><Relationship Id="rId5" Type="http://schemas.openxmlformats.org/officeDocument/2006/relationships/image" Target="../media/image152.wmf"/><Relationship Id="rId10" Type="http://schemas.openxmlformats.org/officeDocument/2006/relationships/image" Target="../media/image42.wmf"/><Relationship Id="rId4" Type="http://schemas.openxmlformats.org/officeDocument/2006/relationships/image" Target="../media/image153.wmf"/><Relationship Id="rId9" Type="http://schemas.openxmlformats.org/officeDocument/2006/relationships/image" Target="../media/image160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87.wmf"/><Relationship Id="rId4" Type="http://schemas.openxmlformats.org/officeDocument/2006/relationships/image" Target="../media/image164.w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6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wmf"/><Relationship Id="rId1" Type="http://schemas.openxmlformats.org/officeDocument/2006/relationships/image" Target="../media/image1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C78A9DCA-4A59-4AFB-9B0A-0B5CC7793CF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9C361623-548F-4110-B71E-2D4421064D1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A24FF4-30F2-482D-90F8-2BA620A10DD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1F2F34F-85FB-45A5-BCF1-64413407D2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6EAA9-8488-4D6E-941A-A2D2A6FE63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9A98B1-7656-4FA5-B358-B928C1BBD1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DC8A4A-E2D7-46E0-9211-3330C6766F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861AB2-9CB1-4105-A672-03ABE2D8BD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0E8074-8E7C-4327-A562-64D6BB3DF5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DBBCCB-04C7-495C-B16B-9D853FCCED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0B3C4C-5545-48DA-9F94-BCD48749FC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69AEF0-23CA-4274-B07C-57458F9044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7662DD-599D-4729-8885-03DAB19949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ADC9B951-4BE4-4267-9F9B-B91BA721D98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8.bin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3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3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3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4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4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48.bin"/><Relationship Id="rId4" Type="http://schemas.openxmlformats.org/officeDocument/2006/relationships/oleObject" Target="../embeddings/oleObject4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2.bin"/><Relationship Id="rId5" Type="http://schemas.openxmlformats.org/officeDocument/2006/relationships/oleObject" Target="../embeddings/oleObject51.bin"/><Relationship Id="rId4" Type="http://schemas.openxmlformats.org/officeDocument/2006/relationships/oleObject" Target="../embeddings/oleObject5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5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63.bin"/><Relationship Id="rId5" Type="http://schemas.openxmlformats.org/officeDocument/2006/relationships/oleObject" Target="../embeddings/oleObject62.bin"/><Relationship Id="rId4" Type="http://schemas.openxmlformats.org/officeDocument/2006/relationships/oleObject" Target="../embeddings/oleObject6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oleObject" Target="../embeddings/oleObject67.bin"/><Relationship Id="rId4" Type="http://schemas.openxmlformats.org/officeDocument/2006/relationships/oleObject" Target="../embeddings/oleObject6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70.bin"/><Relationship Id="rId4" Type="http://schemas.openxmlformats.org/officeDocument/2006/relationships/oleObject" Target="../embeddings/oleObject6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oleObject" Target="../embeddings/oleObject73.bin"/><Relationship Id="rId4" Type="http://schemas.openxmlformats.org/officeDocument/2006/relationships/oleObject" Target="../embeddings/oleObject72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77.bin"/><Relationship Id="rId5" Type="http://schemas.openxmlformats.org/officeDocument/2006/relationships/oleObject" Target="../embeddings/oleObject76.bin"/><Relationship Id="rId4" Type="http://schemas.openxmlformats.org/officeDocument/2006/relationships/oleObject" Target="../embeddings/oleObject7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81.bin"/><Relationship Id="rId5" Type="http://schemas.openxmlformats.org/officeDocument/2006/relationships/oleObject" Target="../embeddings/oleObject80.bin"/><Relationship Id="rId4" Type="http://schemas.openxmlformats.org/officeDocument/2006/relationships/oleObject" Target="../embeddings/oleObject79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5" Type="http://schemas.openxmlformats.org/officeDocument/2006/relationships/oleObject" Target="../embeddings/oleObject89.bin"/><Relationship Id="rId4" Type="http://schemas.openxmlformats.org/officeDocument/2006/relationships/oleObject" Target="../embeddings/oleObject88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93.bin"/><Relationship Id="rId5" Type="http://schemas.openxmlformats.org/officeDocument/2006/relationships/oleObject" Target="../embeddings/oleObject92.bin"/><Relationship Id="rId4" Type="http://schemas.openxmlformats.org/officeDocument/2006/relationships/oleObject" Target="../embeddings/oleObject91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oleObject" Target="../embeddings/oleObject9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99.bin"/><Relationship Id="rId5" Type="http://schemas.openxmlformats.org/officeDocument/2006/relationships/oleObject" Target="../embeddings/oleObject98.bin"/><Relationship Id="rId4" Type="http://schemas.openxmlformats.org/officeDocument/2006/relationships/oleObject" Target="../embeddings/oleObject97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05.bin"/><Relationship Id="rId5" Type="http://schemas.openxmlformats.org/officeDocument/2006/relationships/oleObject" Target="../embeddings/oleObject104.bin"/><Relationship Id="rId4" Type="http://schemas.openxmlformats.org/officeDocument/2006/relationships/oleObject" Target="../embeddings/oleObject10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11.bin"/><Relationship Id="rId5" Type="http://schemas.openxmlformats.org/officeDocument/2006/relationships/oleObject" Target="../embeddings/oleObject110.bin"/><Relationship Id="rId4" Type="http://schemas.openxmlformats.org/officeDocument/2006/relationships/oleObject" Target="../embeddings/oleObject109.bin"/><Relationship Id="rId9" Type="http://schemas.openxmlformats.org/officeDocument/2006/relationships/oleObject" Target="../embeddings/oleObject114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18.bin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17.bin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6.bin"/><Relationship Id="rId9" Type="http://schemas.openxmlformats.org/officeDocument/2006/relationships/oleObject" Target="../embeddings/oleObject12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8.bin"/><Relationship Id="rId12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27.bin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6.bin"/><Relationship Id="rId10" Type="http://schemas.openxmlformats.org/officeDocument/2006/relationships/oleObject" Target="../embeddings/oleObject131.bin"/><Relationship Id="rId4" Type="http://schemas.openxmlformats.org/officeDocument/2006/relationships/oleObject" Target="../embeddings/oleObject125.bin"/><Relationship Id="rId9" Type="http://schemas.openxmlformats.org/officeDocument/2006/relationships/oleObject" Target="../embeddings/oleObject130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oleObject" Target="../embeddings/oleObject144.bin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8.bin"/><Relationship Id="rId12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37.bin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6.bin"/><Relationship Id="rId10" Type="http://schemas.openxmlformats.org/officeDocument/2006/relationships/oleObject" Target="../embeddings/oleObject141.bin"/><Relationship Id="rId4" Type="http://schemas.openxmlformats.org/officeDocument/2006/relationships/oleObject" Target="../embeddings/oleObject135.bin"/><Relationship Id="rId9" Type="http://schemas.openxmlformats.org/officeDocument/2006/relationships/oleObject" Target="../embeddings/oleObject140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9.bin"/><Relationship Id="rId12" Type="http://schemas.openxmlformats.org/officeDocument/2006/relationships/oleObject" Target="../embeddings/oleObject1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148.bin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47.bin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6.bin"/><Relationship Id="rId9" Type="http://schemas.openxmlformats.org/officeDocument/2006/relationships/oleObject" Target="../embeddings/oleObject151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oleObject" Target="../embeddings/oleObject166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60.bin"/><Relationship Id="rId12" Type="http://schemas.openxmlformats.org/officeDocument/2006/relationships/oleObject" Target="../embeddings/oleObject16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69.bin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59.bin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8.bin"/><Relationship Id="rId10" Type="http://schemas.openxmlformats.org/officeDocument/2006/relationships/oleObject" Target="../embeddings/oleObject163.bin"/><Relationship Id="rId4" Type="http://schemas.openxmlformats.org/officeDocument/2006/relationships/oleObject" Target="../embeddings/oleObject157.bin"/><Relationship Id="rId9" Type="http://schemas.openxmlformats.org/officeDocument/2006/relationships/oleObject" Target="../embeddings/oleObject162.bin"/><Relationship Id="rId14" Type="http://schemas.openxmlformats.org/officeDocument/2006/relationships/oleObject" Target="../embeddings/oleObject167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73.bin"/><Relationship Id="rId5" Type="http://schemas.openxmlformats.org/officeDocument/2006/relationships/oleObject" Target="../embeddings/oleObject172.bin"/><Relationship Id="rId4" Type="http://schemas.openxmlformats.org/officeDocument/2006/relationships/oleObject" Target="../embeddings/oleObject171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177.bin"/><Relationship Id="rId5" Type="http://schemas.openxmlformats.org/officeDocument/2006/relationships/oleObject" Target="../embeddings/oleObject176.bin"/><Relationship Id="rId10" Type="http://schemas.openxmlformats.org/officeDocument/2006/relationships/oleObject" Target="../embeddings/oleObject181.bin"/><Relationship Id="rId4" Type="http://schemas.openxmlformats.org/officeDocument/2006/relationships/oleObject" Target="../embeddings/oleObject175.bin"/><Relationship Id="rId9" Type="http://schemas.openxmlformats.org/officeDocument/2006/relationships/oleObject" Target="../embeddings/oleObject18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185.bin"/><Relationship Id="rId5" Type="http://schemas.openxmlformats.org/officeDocument/2006/relationships/oleObject" Target="../embeddings/oleObject184.bin"/><Relationship Id="rId4" Type="http://schemas.openxmlformats.org/officeDocument/2006/relationships/oleObject" Target="../embeddings/oleObject18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191.bin"/><Relationship Id="rId5" Type="http://schemas.openxmlformats.org/officeDocument/2006/relationships/oleObject" Target="../embeddings/oleObject190.bin"/><Relationship Id="rId4" Type="http://schemas.openxmlformats.org/officeDocument/2006/relationships/oleObject" Target="../embeddings/oleObject189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oleObject" Target="../embeddings/oleObject204.bin"/><Relationship Id="rId18" Type="http://schemas.openxmlformats.org/officeDocument/2006/relationships/oleObject" Target="../embeddings/oleObject209.bin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12.bin"/><Relationship Id="rId7" Type="http://schemas.openxmlformats.org/officeDocument/2006/relationships/oleObject" Target="../embeddings/oleObject198.bin"/><Relationship Id="rId12" Type="http://schemas.openxmlformats.org/officeDocument/2006/relationships/oleObject" Target="../embeddings/oleObject203.bin"/><Relationship Id="rId17" Type="http://schemas.openxmlformats.org/officeDocument/2006/relationships/oleObject" Target="../embeddings/oleObject20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7.bin"/><Relationship Id="rId20" Type="http://schemas.openxmlformats.org/officeDocument/2006/relationships/oleObject" Target="../embeddings/oleObject211.bin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197.bin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6.bin"/><Relationship Id="rId15" Type="http://schemas.openxmlformats.org/officeDocument/2006/relationships/oleObject" Target="../embeddings/oleObject206.bin"/><Relationship Id="rId10" Type="http://schemas.openxmlformats.org/officeDocument/2006/relationships/oleObject" Target="../embeddings/oleObject201.bin"/><Relationship Id="rId19" Type="http://schemas.openxmlformats.org/officeDocument/2006/relationships/oleObject" Target="../embeddings/oleObject210.bin"/><Relationship Id="rId4" Type="http://schemas.openxmlformats.org/officeDocument/2006/relationships/oleObject" Target="../embeddings/oleObject195.bin"/><Relationship Id="rId9" Type="http://schemas.openxmlformats.org/officeDocument/2006/relationships/oleObject" Target="../embeddings/oleObject200.bin"/><Relationship Id="rId14" Type="http://schemas.openxmlformats.org/officeDocument/2006/relationships/oleObject" Target="../embeddings/oleObject205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216.bin"/><Relationship Id="rId5" Type="http://schemas.openxmlformats.org/officeDocument/2006/relationships/oleObject" Target="../embeddings/oleObject215.bin"/><Relationship Id="rId4" Type="http://schemas.openxmlformats.org/officeDocument/2006/relationships/oleObject" Target="../embeddings/oleObject214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5" Type="http://schemas.openxmlformats.org/officeDocument/2006/relationships/oleObject" Target="../embeddings/oleObject219.bin"/><Relationship Id="rId4" Type="http://schemas.openxmlformats.org/officeDocument/2006/relationships/oleObject" Target="../embeddings/oleObject218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223.bin"/><Relationship Id="rId5" Type="http://schemas.openxmlformats.org/officeDocument/2006/relationships/oleObject" Target="../embeddings/oleObject222.bin"/><Relationship Id="rId4" Type="http://schemas.openxmlformats.org/officeDocument/2006/relationships/oleObject" Target="../embeddings/oleObject221.bin"/><Relationship Id="rId9" Type="http://schemas.openxmlformats.org/officeDocument/2006/relationships/oleObject" Target="../embeddings/oleObject226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230.bin"/><Relationship Id="rId5" Type="http://schemas.openxmlformats.org/officeDocument/2006/relationships/oleObject" Target="../embeddings/oleObject229.bin"/><Relationship Id="rId4" Type="http://schemas.openxmlformats.org/officeDocument/2006/relationships/oleObject" Target="../embeddings/oleObject228.bin"/><Relationship Id="rId9" Type="http://schemas.openxmlformats.org/officeDocument/2006/relationships/oleObject" Target="../embeddings/oleObject233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4.bin"/><Relationship Id="rId7" Type="http://schemas.openxmlformats.org/officeDocument/2006/relationships/oleObject" Target="../embeddings/oleObject2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237.bin"/><Relationship Id="rId5" Type="http://schemas.openxmlformats.org/officeDocument/2006/relationships/oleObject" Target="../embeddings/oleObject236.bin"/><Relationship Id="rId4" Type="http://schemas.openxmlformats.org/officeDocument/2006/relationships/oleObject" Target="../embeddings/oleObject235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5" Type="http://schemas.openxmlformats.org/officeDocument/2006/relationships/oleObject" Target="../embeddings/oleObject241.bin"/><Relationship Id="rId4" Type="http://schemas.openxmlformats.org/officeDocument/2006/relationships/oleObject" Target="../embeddings/oleObject240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245.bin"/><Relationship Id="rId5" Type="http://schemas.openxmlformats.org/officeDocument/2006/relationships/oleObject" Target="../embeddings/oleObject244.bin"/><Relationship Id="rId4" Type="http://schemas.openxmlformats.org/officeDocument/2006/relationships/oleObject" Target="../embeddings/oleObject243.bin"/><Relationship Id="rId9" Type="http://schemas.openxmlformats.org/officeDocument/2006/relationships/oleObject" Target="../embeddings/oleObject248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4.bin"/><Relationship Id="rId13" Type="http://schemas.openxmlformats.org/officeDocument/2006/relationships/oleObject" Target="../embeddings/oleObject259.bin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3.bin"/><Relationship Id="rId12" Type="http://schemas.openxmlformats.org/officeDocument/2006/relationships/oleObject" Target="../embeddings/oleObject258.bin"/><Relationship Id="rId17" Type="http://schemas.openxmlformats.org/officeDocument/2006/relationships/oleObject" Target="../embeddings/oleObject26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2.bin"/><Relationship Id="rId1" Type="http://schemas.openxmlformats.org/officeDocument/2006/relationships/vmlDrawing" Target="../drawings/vmlDrawing56.vml"/><Relationship Id="rId6" Type="http://schemas.openxmlformats.org/officeDocument/2006/relationships/oleObject" Target="../embeddings/oleObject252.bin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1.bin"/><Relationship Id="rId15" Type="http://schemas.openxmlformats.org/officeDocument/2006/relationships/oleObject" Target="../embeddings/oleObject261.bin"/><Relationship Id="rId10" Type="http://schemas.openxmlformats.org/officeDocument/2006/relationships/oleObject" Target="../embeddings/oleObject256.bin"/><Relationship Id="rId4" Type="http://schemas.openxmlformats.org/officeDocument/2006/relationships/oleObject" Target="../embeddings/oleObject250.bin"/><Relationship Id="rId9" Type="http://schemas.openxmlformats.org/officeDocument/2006/relationships/oleObject" Target="../embeddings/oleObject255.bin"/><Relationship Id="rId14" Type="http://schemas.openxmlformats.org/officeDocument/2006/relationships/oleObject" Target="../embeddings/oleObject260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9.bin"/><Relationship Id="rId13" Type="http://schemas.openxmlformats.org/officeDocument/2006/relationships/oleObject" Target="../embeddings/oleObject274.bin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8.bin"/><Relationship Id="rId12" Type="http://schemas.openxmlformats.org/officeDocument/2006/relationships/oleObject" Target="../embeddings/oleObject2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267.bin"/><Relationship Id="rId11" Type="http://schemas.openxmlformats.org/officeDocument/2006/relationships/oleObject" Target="../embeddings/oleObject272.bin"/><Relationship Id="rId5" Type="http://schemas.openxmlformats.org/officeDocument/2006/relationships/oleObject" Target="../embeddings/oleObject266.bin"/><Relationship Id="rId10" Type="http://schemas.openxmlformats.org/officeDocument/2006/relationships/oleObject" Target="../embeddings/oleObject271.bin"/><Relationship Id="rId4" Type="http://schemas.openxmlformats.org/officeDocument/2006/relationships/oleObject" Target="../embeddings/oleObject265.bin"/><Relationship Id="rId9" Type="http://schemas.openxmlformats.org/officeDocument/2006/relationships/oleObject" Target="../embeddings/oleObject270.bin"/><Relationship Id="rId14" Type="http://schemas.openxmlformats.org/officeDocument/2006/relationships/oleObject" Target="../embeddings/oleObject275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1.bin"/><Relationship Id="rId13" Type="http://schemas.openxmlformats.org/officeDocument/2006/relationships/oleObject" Target="../embeddings/oleObject286.bin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80.bin"/><Relationship Id="rId12" Type="http://schemas.openxmlformats.org/officeDocument/2006/relationships/oleObject" Target="../embeddings/oleObject2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279.bin"/><Relationship Id="rId11" Type="http://schemas.openxmlformats.org/officeDocument/2006/relationships/oleObject" Target="../embeddings/oleObject284.bin"/><Relationship Id="rId5" Type="http://schemas.openxmlformats.org/officeDocument/2006/relationships/oleObject" Target="../embeddings/oleObject278.bin"/><Relationship Id="rId10" Type="http://schemas.openxmlformats.org/officeDocument/2006/relationships/oleObject" Target="../embeddings/oleObject283.bin"/><Relationship Id="rId4" Type="http://schemas.openxmlformats.org/officeDocument/2006/relationships/oleObject" Target="../embeddings/oleObject277.bin"/><Relationship Id="rId9" Type="http://schemas.openxmlformats.org/officeDocument/2006/relationships/oleObject" Target="../embeddings/oleObject282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13" Type="http://schemas.openxmlformats.org/officeDocument/2006/relationships/oleObject" Target="../embeddings/oleObject297.bin"/><Relationship Id="rId3" Type="http://schemas.openxmlformats.org/officeDocument/2006/relationships/oleObject" Target="../embeddings/oleObject287.bin"/><Relationship Id="rId7" Type="http://schemas.openxmlformats.org/officeDocument/2006/relationships/oleObject" Target="../embeddings/oleObject291.bin"/><Relationship Id="rId12" Type="http://schemas.openxmlformats.org/officeDocument/2006/relationships/oleObject" Target="../embeddings/oleObject2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290.bin"/><Relationship Id="rId11" Type="http://schemas.openxmlformats.org/officeDocument/2006/relationships/oleObject" Target="../embeddings/oleObject295.bin"/><Relationship Id="rId5" Type="http://schemas.openxmlformats.org/officeDocument/2006/relationships/oleObject" Target="../embeddings/oleObject289.bin"/><Relationship Id="rId10" Type="http://schemas.openxmlformats.org/officeDocument/2006/relationships/oleObject" Target="../embeddings/oleObject294.bin"/><Relationship Id="rId4" Type="http://schemas.openxmlformats.org/officeDocument/2006/relationships/oleObject" Target="../embeddings/oleObject288.bin"/><Relationship Id="rId9" Type="http://schemas.openxmlformats.org/officeDocument/2006/relationships/oleObject" Target="../embeddings/oleObject293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3.bin"/><Relationship Id="rId13" Type="http://schemas.openxmlformats.org/officeDocument/2006/relationships/oleObject" Target="../embeddings/oleObject308.bin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2.bin"/><Relationship Id="rId12" Type="http://schemas.openxmlformats.org/officeDocument/2006/relationships/oleObject" Target="../embeddings/oleObject3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301.bin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0.bin"/><Relationship Id="rId15" Type="http://schemas.openxmlformats.org/officeDocument/2006/relationships/oleObject" Target="../embeddings/oleObject310.bin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299.bin"/><Relationship Id="rId9" Type="http://schemas.openxmlformats.org/officeDocument/2006/relationships/oleObject" Target="../embeddings/oleObject304.bin"/><Relationship Id="rId14" Type="http://schemas.openxmlformats.org/officeDocument/2006/relationships/oleObject" Target="../embeddings/oleObject309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314.bin"/><Relationship Id="rId5" Type="http://schemas.openxmlformats.org/officeDocument/2006/relationships/oleObject" Target="../embeddings/oleObject313.bin"/><Relationship Id="rId4" Type="http://schemas.openxmlformats.org/officeDocument/2006/relationships/oleObject" Target="../embeddings/oleObject312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4" Type="http://schemas.openxmlformats.org/officeDocument/2006/relationships/oleObject" Target="../embeddings/oleObject316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5" Type="http://schemas.openxmlformats.org/officeDocument/2006/relationships/oleObject" Target="../embeddings/oleObject319.bin"/><Relationship Id="rId4" Type="http://schemas.openxmlformats.org/officeDocument/2006/relationships/oleObject" Target="../embeddings/oleObject3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Grammars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0B609D-FD5F-4E48-B4FB-7D954B4D2097}" type="slidenum">
              <a:rPr lang="en-US"/>
              <a:pPr/>
              <a:t>2</a:t>
            </a:fld>
            <a:endParaRPr lang="en-US"/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Grammars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Grammars express languages</a:t>
            </a:r>
          </a:p>
          <a:p>
            <a:endParaRPr lang="en-US"/>
          </a:p>
          <a:p>
            <a:r>
              <a:rPr lang="en-US"/>
              <a:t>Example:    </a:t>
            </a:r>
            <a:r>
              <a:rPr lang="en-US">
                <a:solidFill>
                  <a:srgbClr val="FF0000"/>
                </a:solidFill>
              </a:rPr>
              <a:t>the English language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419100" y="2946400"/>
          <a:ext cx="8510588" cy="3733800"/>
        </p:xfrm>
        <a:graphic>
          <a:graphicData uri="http://schemas.openxmlformats.org/presentationml/2006/ole">
            <p:oleObj spid="_x0000_s187396" name="Equation" r:id="rId3" imgW="8508960" imgH="3733560" progId="Equation.3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09703-0DC2-4AB4-9EE6-D42B37128FD2}" type="slidenum">
              <a:rPr lang="en-US"/>
              <a:pPr/>
              <a:t>3</a:t>
            </a:fld>
            <a:endParaRPr lang="en-US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3276600" y="1054100"/>
          <a:ext cx="2501900" cy="4953000"/>
        </p:xfrm>
        <a:graphic>
          <a:graphicData uri="http://schemas.openxmlformats.org/presentationml/2006/ole">
            <p:oleObj spid="_x0000_s188420" name="Equation" r:id="rId3" imgW="2501640" imgH="4952880" progId="Equation.3">
              <p:embed/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5F0D98-70DA-463E-98EE-17BFFEEA57CA}" type="slidenum">
              <a:rPr lang="en-US"/>
              <a:pPr/>
              <a:t>4</a:t>
            </a:fld>
            <a:endParaRPr 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derivation of “</a:t>
            </a:r>
            <a:r>
              <a:rPr lang="en-US">
                <a:solidFill>
                  <a:srgbClr val="FF3300"/>
                </a:solidFill>
              </a:rPr>
              <a:t>the dog walks</a:t>
            </a:r>
            <a:r>
              <a:rPr lang="en-US"/>
              <a:t>”: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189444" name="Object 4"/>
          <p:cNvGraphicFramePr>
            <a:graphicFrameLocks noChangeAspect="1"/>
          </p:cNvGraphicFramePr>
          <p:nvPr/>
        </p:nvGraphicFramePr>
        <p:xfrm>
          <a:off x="1187450" y="2120900"/>
          <a:ext cx="6823075" cy="3708400"/>
        </p:xfrm>
        <a:graphic>
          <a:graphicData uri="http://schemas.openxmlformats.org/presentationml/2006/ole">
            <p:oleObj spid="_x0000_s189444" name="Equation" r:id="rId3" imgW="6819840" imgH="370836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EAD927-E994-4A48-BCE1-0E6689B371C1}" type="slidenum">
              <a:rPr lang="en-US"/>
              <a:pPr/>
              <a:t>5</a:t>
            </a:fld>
            <a:endParaRPr lang="en-US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derivation of “</a:t>
            </a:r>
            <a:r>
              <a:rPr lang="en-US">
                <a:solidFill>
                  <a:srgbClr val="FF3300"/>
                </a:solidFill>
              </a:rPr>
              <a:t>a cat runs</a:t>
            </a:r>
            <a:r>
              <a:rPr lang="en-US"/>
              <a:t>”: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/>
        </p:nvGraphicFramePr>
        <p:xfrm>
          <a:off x="1187450" y="2120900"/>
          <a:ext cx="6823075" cy="3708400"/>
        </p:xfrm>
        <a:graphic>
          <a:graphicData uri="http://schemas.openxmlformats.org/presentationml/2006/ole">
            <p:oleObj spid="_x0000_s192516" name="Equation" r:id="rId3" imgW="6819840" imgH="370836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F416F8-F2A8-480A-B800-A7913BD8ECFD}" type="slidenum">
              <a:rPr lang="en-US"/>
              <a:pPr/>
              <a:t>6</a:t>
            </a:fld>
            <a:endParaRPr lang="en-US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Language of the grammar: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93541" name="Text Box 5"/>
          <p:cNvSpPr txBox="1">
            <a:spLocks noChangeArrowheads="1"/>
          </p:cNvSpPr>
          <p:nvPr/>
        </p:nvSpPr>
        <p:spPr bwMode="auto">
          <a:xfrm>
            <a:off x="2209800" y="1676400"/>
            <a:ext cx="4330700" cy="466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 = { “</a:t>
            </a:r>
            <a:r>
              <a:rPr lang="en-US">
                <a:solidFill>
                  <a:srgbClr val="FF3300"/>
                </a:solidFill>
              </a:rPr>
              <a:t>a cat runs</a:t>
            </a:r>
            <a:r>
              <a:rPr lang="en-US"/>
              <a:t>”,</a:t>
            </a:r>
          </a:p>
          <a:p>
            <a:r>
              <a:rPr lang="en-US"/>
              <a:t>        “</a:t>
            </a:r>
            <a:r>
              <a:rPr lang="en-US">
                <a:solidFill>
                  <a:srgbClr val="FF3300"/>
                </a:solidFill>
              </a:rPr>
              <a:t>a cat walks</a:t>
            </a:r>
            <a:r>
              <a:rPr lang="en-US"/>
              <a:t>”,</a:t>
            </a:r>
          </a:p>
          <a:p>
            <a:r>
              <a:rPr lang="en-US"/>
              <a:t>        “</a:t>
            </a:r>
            <a:r>
              <a:rPr lang="en-US">
                <a:solidFill>
                  <a:srgbClr val="FF3300"/>
                </a:solidFill>
              </a:rPr>
              <a:t>the cat runs</a:t>
            </a:r>
            <a:r>
              <a:rPr lang="en-US"/>
              <a:t>”,</a:t>
            </a:r>
          </a:p>
          <a:p>
            <a:r>
              <a:rPr lang="en-US"/>
              <a:t>        “</a:t>
            </a:r>
            <a:r>
              <a:rPr lang="en-US">
                <a:solidFill>
                  <a:srgbClr val="FF3300"/>
                </a:solidFill>
              </a:rPr>
              <a:t>the cat walks</a:t>
            </a:r>
            <a:r>
              <a:rPr lang="en-US"/>
              <a:t>”,</a:t>
            </a:r>
          </a:p>
          <a:p>
            <a:r>
              <a:rPr lang="en-US"/>
              <a:t>        “</a:t>
            </a:r>
            <a:r>
              <a:rPr lang="en-US">
                <a:solidFill>
                  <a:srgbClr val="FF3300"/>
                </a:solidFill>
              </a:rPr>
              <a:t>a dog runs</a:t>
            </a:r>
            <a:r>
              <a:rPr lang="en-US"/>
              <a:t>”,</a:t>
            </a:r>
          </a:p>
          <a:p>
            <a:r>
              <a:rPr lang="en-US"/>
              <a:t>        “</a:t>
            </a:r>
            <a:r>
              <a:rPr lang="en-US">
                <a:solidFill>
                  <a:srgbClr val="FF3300"/>
                </a:solidFill>
              </a:rPr>
              <a:t>a dog walks</a:t>
            </a:r>
            <a:r>
              <a:rPr lang="en-US"/>
              <a:t>”,</a:t>
            </a:r>
          </a:p>
          <a:p>
            <a:r>
              <a:rPr lang="en-US"/>
              <a:t>        “</a:t>
            </a:r>
            <a:r>
              <a:rPr lang="en-US">
                <a:solidFill>
                  <a:srgbClr val="FF3300"/>
                </a:solidFill>
              </a:rPr>
              <a:t>the dog runs</a:t>
            </a:r>
            <a:r>
              <a:rPr lang="en-US"/>
              <a:t>”,</a:t>
            </a:r>
          </a:p>
          <a:p>
            <a:r>
              <a:rPr lang="en-US"/>
              <a:t>        “</a:t>
            </a:r>
            <a:r>
              <a:rPr lang="en-US">
                <a:solidFill>
                  <a:srgbClr val="FF3300"/>
                </a:solidFill>
              </a:rPr>
              <a:t>the dog walks</a:t>
            </a:r>
            <a:r>
              <a:rPr lang="en-US"/>
              <a:t>”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04F54B-C926-4498-A1A2-0CD9F1835DA0}" type="slidenum">
              <a:rPr lang="en-US"/>
              <a:pPr/>
              <a:t>7</a:t>
            </a:fld>
            <a:endParaRPr lang="en-US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Notation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288768" name="Object 2048"/>
          <p:cNvGraphicFramePr>
            <a:graphicFrameLocks noChangeAspect="1"/>
          </p:cNvGraphicFramePr>
          <p:nvPr/>
        </p:nvGraphicFramePr>
        <p:xfrm>
          <a:off x="3657600" y="2971800"/>
          <a:ext cx="2298700" cy="1143000"/>
        </p:xfrm>
        <a:graphic>
          <a:graphicData uri="http://schemas.openxmlformats.org/presentationml/2006/ole">
            <p:oleObj spid="_x0000_s288768" name="Equation" r:id="rId3" imgW="2298600" imgH="1143000" progId="Equation.3">
              <p:embed/>
            </p:oleObj>
          </a:graphicData>
        </a:graphic>
      </p:graphicFrame>
      <p:sp>
        <p:nvSpPr>
          <p:cNvPr id="190469" name="Line 5"/>
          <p:cNvSpPr>
            <a:spLocks noChangeShapeType="1"/>
          </p:cNvSpPr>
          <p:nvPr/>
        </p:nvSpPr>
        <p:spPr bwMode="auto">
          <a:xfrm flipV="1">
            <a:off x="2971800" y="4267200"/>
            <a:ext cx="8509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1143000" y="4953000"/>
            <a:ext cx="1747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</a:t>
            </a:r>
          </a:p>
        </p:txBody>
      </p:sp>
      <p:sp>
        <p:nvSpPr>
          <p:cNvPr id="190471" name="Line 7"/>
          <p:cNvSpPr>
            <a:spLocks noChangeShapeType="1"/>
          </p:cNvSpPr>
          <p:nvPr/>
        </p:nvSpPr>
        <p:spPr bwMode="auto">
          <a:xfrm flipH="1" flipV="1">
            <a:off x="5803900" y="4267200"/>
            <a:ext cx="9017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6019800" y="4953000"/>
            <a:ext cx="18399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Terminal</a:t>
            </a:r>
          </a:p>
        </p:txBody>
      </p:sp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3124200" y="1524000"/>
            <a:ext cx="3317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Production Rules</a:t>
            </a:r>
          </a:p>
        </p:txBody>
      </p:sp>
      <p:sp>
        <p:nvSpPr>
          <p:cNvPr id="190475" name="AutoShape 11"/>
          <p:cNvSpPr>
            <a:spLocks/>
          </p:cNvSpPr>
          <p:nvPr/>
        </p:nvSpPr>
        <p:spPr bwMode="auto">
          <a:xfrm rot="-5365100">
            <a:off x="4495800" y="1295400"/>
            <a:ext cx="457200" cy="2438400"/>
          </a:xfrm>
          <a:prstGeom prst="righ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E137D9-E315-4700-B01B-785E48891A4F}" type="slidenum">
              <a:rPr lang="en-US"/>
              <a:pPr/>
              <a:t>8</a:t>
            </a:fld>
            <a:endParaRPr lang="en-US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Grammar: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Derivation of sentence       :</a:t>
            </a:r>
          </a:p>
          <a:p>
            <a:endParaRPr lang="en-US"/>
          </a:p>
        </p:txBody>
      </p:sp>
      <p:graphicFrame>
        <p:nvGraphicFramePr>
          <p:cNvPr id="289792" name="Object 2048"/>
          <p:cNvGraphicFramePr>
            <a:graphicFrameLocks noChangeAspect="1"/>
          </p:cNvGraphicFramePr>
          <p:nvPr/>
        </p:nvGraphicFramePr>
        <p:xfrm>
          <a:off x="2514600" y="990600"/>
          <a:ext cx="1803400" cy="1193800"/>
        </p:xfrm>
        <a:graphic>
          <a:graphicData uri="http://schemas.openxmlformats.org/presentationml/2006/ole">
            <p:oleObj spid="_x0000_s289792" name="Equation" r:id="rId3" imgW="1803240" imgH="1193760" progId="Equation.3">
              <p:embed/>
            </p:oleObj>
          </a:graphicData>
        </a:graphic>
      </p:graphicFrame>
      <p:graphicFrame>
        <p:nvGraphicFramePr>
          <p:cNvPr id="289793" name="Object 2049"/>
          <p:cNvGraphicFramePr>
            <a:graphicFrameLocks noChangeAspect="1"/>
          </p:cNvGraphicFramePr>
          <p:nvPr/>
        </p:nvGraphicFramePr>
        <p:xfrm>
          <a:off x="2667000" y="4248150"/>
          <a:ext cx="3035300" cy="430213"/>
        </p:xfrm>
        <a:graphic>
          <a:graphicData uri="http://schemas.openxmlformats.org/presentationml/2006/ole">
            <p:oleObj spid="_x0000_s289793" name="Equation" r:id="rId4" imgW="3035160" imgH="431640" progId="Equation.3">
              <p:embed/>
            </p:oleObj>
          </a:graphicData>
        </a:graphic>
      </p:graphicFrame>
      <p:graphicFrame>
        <p:nvGraphicFramePr>
          <p:cNvPr id="289794" name="Object 2050"/>
          <p:cNvGraphicFramePr>
            <a:graphicFrameLocks noChangeAspect="1"/>
          </p:cNvGraphicFramePr>
          <p:nvPr/>
        </p:nvGraphicFramePr>
        <p:xfrm>
          <a:off x="4851400" y="3181350"/>
          <a:ext cx="544513" cy="430213"/>
        </p:xfrm>
        <a:graphic>
          <a:graphicData uri="http://schemas.openxmlformats.org/presentationml/2006/ole">
            <p:oleObj spid="_x0000_s289794" name="Equation" r:id="rId5" imgW="545760" imgH="431640" progId="Equation.3">
              <p:embed/>
            </p:oleObj>
          </a:graphicData>
        </a:graphic>
      </p:graphicFrame>
      <p:sp>
        <p:nvSpPr>
          <p:cNvPr id="191497" name="Line 9"/>
          <p:cNvSpPr>
            <a:spLocks noChangeShapeType="1"/>
          </p:cNvSpPr>
          <p:nvPr/>
        </p:nvSpPr>
        <p:spPr bwMode="auto">
          <a:xfrm flipV="1">
            <a:off x="2438400" y="4724400"/>
            <a:ext cx="8382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1498" name="Line 10"/>
          <p:cNvSpPr>
            <a:spLocks noChangeShapeType="1"/>
          </p:cNvSpPr>
          <p:nvPr/>
        </p:nvSpPr>
        <p:spPr bwMode="auto">
          <a:xfrm flipH="1" flipV="1">
            <a:off x="4724400" y="4724400"/>
            <a:ext cx="5334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9795" name="Object 2051"/>
          <p:cNvGraphicFramePr>
            <a:graphicFrameLocks noChangeAspect="1"/>
          </p:cNvGraphicFramePr>
          <p:nvPr/>
        </p:nvGraphicFramePr>
        <p:xfrm>
          <a:off x="1593850" y="5619750"/>
          <a:ext cx="1803400" cy="430213"/>
        </p:xfrm>
        <a:graphic>
          <a:graphicData uri="http://schemas.openxmlformats.org/presentationml/2006/ole">
            <p:oleObj spid="_x0000_s289795" name="Equation" r:id="rId6" imgW="1803240" imgH="431640" progId="Equation.3">
              <p:embed/>
            </p:oleObj>
          </a:graphicData>
        </a:graphic>
      </p:graphicFrame>
      <p:graphicFrame>
        <p:nvGraphicFramePr>
          <p:cNvPr id="289796" name="Object 2052"/>
          <p:cNvGraphicFramePr>
            <a:graphicFrameLocks noChangeAspect="1"/>
          </p:cNvGraphicFramePr>
          <p:nvPr/>
        </p:nvGraphicFramePr>
        <p:xfrm>
          <a:off x="4660900" y="5619750"/>
          <a:ext cx="1346200" cy="419100"/>
        </p:xfrm>
        <a:graphic>
          <a:graphicData uri="http://schemas.openxmlformats.org/presentationml/2006/ole">
            <p:oleObj spid="_x0000_s289796" name="Equation" r:id="rId7" imgW="134604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A8BC3E-B9E4-46EF-8FC6-08BB6A0D82F1}" type="slidenum">
              <a:rPr lang="en-US"/>
              <a:pPr/>
              <a:t>9</a:t>
            </a:fld>
            <a:endParaRPr lang="en-US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90816" name="Object 2048"/>
          <p:cNvGraphicFramePr>
            <a:graphicFrameLocks noChangeAspect="1"/>
          </p:cNvGraphicFramePr>
          <p:nvPr/>
        </p:nvGraphicFramePr>
        <p:xfrm>
          <a:off x="1600200" y="4191000"/>
          <a:ext cx="5524500" cy="430213"/>
        </p:xfrm>
        <a:graphic>
          <a:graphicData uri="http://schemas.openxmlformats.org/presentationml/2006/ole">
            <p:oleObj spid="_x0000_s290816" name="Equation" r:id="rId3" imgW="5524200" imgH="431640" progId="Equation.3">
              <p:embed/>
            </p:oleObj>
          </a:graphicData>
        </a:graphic>
      </p:graphicFrame>
      <p:graphicFrame>
        <p:nvGraphicFramePr>
          <p:cNvPr id="290817" name="Object 2049"/>
          <p:cNvGraphicFramePr>
            <a:graphicFrameLocks noChangeAspect="1"/>
          </p:cNvGraphicFramePr>
          <p:nvPr/>
        </p:nvGraphicFramePr>
        <p:xfrm>
          <a:off x="2209800" y="5943600"/>
          <a:ext cx="1638300" cy="392113"/>
        </p:xfrm>
        <a:graphic>
          <a:graphicData uri="http://schemas.openxmlformats.org/presentationml/2006/ole">
            <p:oleObj spid="_x0000_s290817" name="Equation" r:id="rId4" imgW="1638000" imgH="393480" progId="Equation.3">
              <p:embed/>
            </p:oleObj>
          </a:graphicData>
        </a:graphic>
      </p:graphicFrame>
      <p:sp>
        <p:nvSpPr>
          <p:cNvPr id="194567" name="Line 7"/>
          <p:cNvSpPr>
            <a:spLocks noChangeShapeType="1"/>
          </p:cNvSpPr>
          <p:nvPr/>
        </p:nvSpPr>
        <p:spPr bwMode="auto">
          <a:xfrm flipH="1" flipV="1">
            <a:off x="2260600" y="4743450"/>
            <a:ext cx="330200" cy="9715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568" name="Line 8"/>
          <p:cNvSpPr>
            <a:spLocks noChangeShapeType="1"/>
          </p:cNvSpPr>
          <p:nvPr/>
        </p:nvSpPr>
        <p:spPr bwMode="auto">
          <a:xfrm flipV="1">
            <a:off x="3276600" y="4743450"/>
            <a:ext cx="431800" cy="9715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0818" name="Object 2050"/>
          <p:cNvGraphicFramePr>
            <a:graphicFrameLocks noChangeAspect="1"/>
          </p:cNvGraphicFramePr>
          <p:nvPr/>
        </p:nvGraphicFramePr>
        <p:xfrm>
          <a:off x="5410200" y="5943600"/>
          <a:ext cx="1219200" cy="381000"/>
        </p:xfrm>
        <a:graphic>
          <a:graphicData uri="http://schemas.openxmlformats.org/presentationml/2006/ole">
            <p:oleObj spid="_x0000_s290818" name="Equation" r:id="rId5" imgW="1218960" imgH="380880" progId="Equation.3">
              <p:embed/>
            </p:oleObj>
          </a:graphicData>
        </a:graphic>
      </p:graphicFrame>
      <p:sp>
        <p:nvSpPr>
          <p:cNvPr id="194570" name="Line 10"/>
          <p:cNvSpPr>
            <a:spLocks noChangeShapeType="1"/>
          </p:cNvSpPr>
          <p:nvPr/>
        </p:nvSpPr>
        <p:spPr bwMode="auto">
          <a:xfrm flipH="1" flipV="1">
            <a:off x="5765800" y="4667250"/>
            <a:ext cx="2286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0819" name="Object 2051"/>
          <p:cNvGraphicFramePr>
            <a:graphicFrameLocks noChangeAspect="1"/>
          </p:cNvGraphicFramePr>
          <p:nvPr/>
        </p:nvGraphicFramePr>
        <p:xfrm>
          <a:off x="4876800" y="3200400"/>
          <a:ext cx="1054100" cy="431800"/>
        </p:xfrm>
        <a:graphic>
          <a:graphicData uri="http://schemas.openxmlformats.org/presentationml/2006/ole">
            <p:oleObj spid="_x0000_s290819" name="Equation" r:id="rId6" imgW="1054080" imgH="431640" progId="Equation.3">
              <p:embed/>
            </p:oleObj>
          </a:graphicData>
        </a:graphic>
      </p:graphicFrame>
      <p:graphicFrame>
        <p:nvGraphicFramePr>
          <p:cNvPr id="290820" name="Object 2052"/>
          <p:cNvGraphicFramePr>
            <a:graphicFrameLocks noChangeAspect="1"/>
          </p:cNvGraphicFramePr>
          <p:nvPr/>
        </p:nvGraphicFramePr>
        <p:xfrm>
          <a:off x="2514600" y="990600"/>
          <a:ext cx="1803400" cy="1193800"/>
        </p:xfrm>
        <a:graphic>
          <a:graphicData uri="http://schemas.openxmlformats.org/presentationml/2006/ole">
            <p:oleObj spid="_x0000_s290820" name="Equation" r:id="rId7" imgW="1803240" imgH="1193760" progId="Equation.3">
              <p:embed/>
            </p:oleObj>
          </a:graphicData>
        </a:graphic>
      </p:graphicFrame>
      <p:sp>
        <p:nvSpPr>
          <p:cNvPr id="194578" name="Rectangle 18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Grammar: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Derivation of sentence            :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2957DE-44A9-4EB3-85CC-F98DDCEB83FD}" type="slidenum">
              <a:rPr lang="en-US"/>
              <a:pPr/>
              <a:t>10</a:t>
            </a:fld>
            <a:endParaRPr lang="en-US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Other derivations:</a:t>
            </a:r>
          </a:p>
        </p:txBody>
      </p:sp>
      <p:graphicFrame>
        <p:nvGraphicFramePr>
          <p:cNvPr id="291840" name="Object 2048"/>
          <p:cNvGraphicFramePr>
            <a:graphicFrameLocks noChangeAspect="1"/>
          </p:cNvGraphicFramePr>
          <p:nvPr/>
        </p:nvGraphicFramePr>
        <p:xfrm>
          <a:off x="336550" y="1809750"/>
          <a:ext cx="8523288" cy="430213"/>
        </p:xfrm>
        <a:graphic>
          <a:graphicData uri="http://schemas.openxmlformats.org/presentationml/2006/ole">
            <p:oleObj spid="_x0000_s291840" name="Equation" r:id="rId3" imgW="8521560" imgH="431640" progId="Equation.3">
              <p:embed/>
            </p:oleObj>
          </a:graphicData>
        </a:graphic>
      </p:graphicFrame>
      <p:graphicFrame>
        <p:nvGraphicFramePr>
          <p:cNvPr id="291841" name="Object 2049"/>
          <p:cNvGraphicFramePr>
            <a:graphicFrameLocks noChangeAspect="1"/>
          </p:cNvGraphicFramePr>
          <p:nvPr/>
        </p:nvGraphicFramePr>
        <p:xfrm>
          <a:off x="368300" y="3975100"/>
          <a:ext cx="6286500" cy="1295400"/>
        </p:xfrm>
        <a:graphic>
          <a:graphicData uri="http://schemas.openxmlformats.org/presentationml/2006/ole">
            <p:oleObj spid="_x0000_s291841" name="Equation" r:id="rId4" imgW="6286320" imgH="129528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15AC08-6290-4373-B582-250182B08891}" type="slidenum">
              <a:rPr lang="en-US"/>
              <a:pPr/>
              <a:t>11</a:t>
            </a:fld>
            <a:endParaRPr lang="en-US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Language of the grammar</a:t>
            </a:r>
          </a:p>
        </p:txBody>
      </p:sp>
      <p:graphicFrame>
        <p:nvGraphicFramePr>
          <p:cNvPr id="292864" name="Object 2048"/>
          <p:cNvGraphicFramePr>
            <a:graphicFrameLocks noChangeAspect="1"/>
          </p:cNvGraphicFramePr>
          <p:nvPr/>
        </p:nvGraphicFramePr>
        <p:xfrm>
          <a:off x="3124200" y="1905000"/>
          <a:ext cx="1803400" cy="1193800"/>
        </p:xfrm>
        <a:graphic>
          <a:graphicData uri="http://schemas.openxmlformats.org/presentationml/2006/ole">
            <p:oleObj spid="_x0000_s292864" name="Equation" r:id="rId3" imgW="1803240" imgH="1193760" progId="Equation.3">
              <p:embed/>
            </p:oleObj>
          </a:graphicData>
        </a:graphic>
      </p:graphicFrame>
      <p:graphicFrame>
        <p:nvGraphicFramePr>
          <p:cNvPr id="292865" name="Object 2049"/>
          <p:cNvGraphicFramePr>
            <a:graphicFrameLocks noChangeAspect="1"/>
          </p:cNvGraphicFramePr>
          <p:nvPr/>
        </p:nvGraphicFramePr>
        <p:xfrm>
          <a:off x="2279650" y="4152900"/>
          <a:ext cx="3505200" cy="709613"/>
        </p:xfrm>
        <a:graphic>
          <a:graphicData uri="http://schemas.openxmlformats.org/presentationml/2006/ole">
            <p:oleObj spid="_x0000_s292865" name="Equation" r:id="rId4" imgW="350496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B7D745-C9CE-4A47-B60D-90FC840214C4}" type="slidenum">
              <a:rPr lang="en-US"/>
              <a:pPr/>
              <a:t>12</a:t>
            </a:fld>
            <a:endParaRPr lang="en-US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Notation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Grammar</a:t>
            </a:r>
            <a:r>
              <a:rPr lang="en-US"/>
              <a:t> </a:t>
            </a:r>
          </a:p>
        </p:txBody>
      </p:sp>
      <p:graphicFrame>
        <p:nvGraphicFramePr>
          <p:cNvPr id="293888" name="Object 2048"/>
          <p:cNvGraphicFramePr>
            <a:graphicFrameLocks noChangeAspect="1"/>
          </p:cNvGraphicFramePr>
          <p:nvPr/>
        </p:nvGraphicFramePr>
        <p:xfrm>
          <a:off x="2743200" y="1447800"/>
          <a:ext cx="3035300" cy="558800"/>
        </p:xfrm>
        <a:graphic>
          <a:graphicData uri="http://schemas.openxmlformats.org/presentationml/2006/ole">
            <p:oleObj spid="_x0000_s293888" name="Equation" r:id="rId3" imgW="3035160" imgH="558720" progId="Equation.3">
              <p:embed/>
            </p:oleObj>
          </a:graphicData>
        </a:graphic>
      </p:graphicFrame>
      <p:graphicFrame>
        <p:nvGraphicFramePr>
          <p:cNvPr id="293889" name="Object 2049"/>
          <p:cNvGraphicFramePr>
            <a:graphicFrameLocks noChangeAspect="1"/>
          </p:cNvGraphicFramePr>
          <p:nvPr/>
        </p:nvGraphicFramePr>
        <p:xfrm>
          <a:off x="1447800" y="2514600"/>
          <a:ext cx="546100" cy="406400"/>
        </p:xfrm>
        <a:graphic>
          <a:graphicData uri="http://schemas.openxmlformats.org/presentationml/2006/ole">
            <p:oleObj spid="_x0000_s293889" name="Equation" r:id="rId4" imgW="545760" imgH="406080" progId="Equation.3">
              <p:embed/>
            </p:oleObj>
          </a:graphicData>
        </a:graphic>
      </p:graphicFrame>
      <p:graphicFrame>
        <p:nvGraphicFramePr>
          <p:cNvPr id="293890" name="Object 2050"/>
          <p:cNvGraphicFramePr>
            <a:graphicFrameLocks noChangeAspect="1"/>
          </p:cNvGraphicFramePr>
          <p:nvPr/>
        </p:nvGraphicFramePr>
        <p:xfrm>
          <a:off x="1447800" y="3581400"/>
          <a:ext cx="520700" cy="406400"/>
        </p:xfrm>
        <a:graphic>
          <a:graphicData uri="http://schemas.openxmlformats.org/presentationml/2006/ole">
            <p:oleObj spid="_x0000_s293890" name="Equation" r:id="rId5" imgW="520560" imgH="406080" progId="Equation.3">
              <p:embed/>
            </p:oleObj>
          </a:graphicData>
        </a:graphic>
      </p:graphicFrame>
      <p:graphicFrame>
        <p:nvGraphicFramePr>
          <p:cNvPr id="293891" name="Object 2051"/>
          <p:cNvGraphicFramePr>
            <a:graphicFrameLocks noChangeAspect="1"/>
          </p:cNvGraphicFramePr>
          <p:nvPr/>
        </p:nvGraphicFramePr>
        <p:xfrm>
          <a:off x="1447800" y="4572000"/>
          <a:ext cx="508000" cy="419100"/>
        </p:xfrm>
        <a:graphic>
          <a:graphicData uri="http://schemas.openxmlformats.org/presentationml/2006/ole">
            <p:oleObj spid="_x0000_s293891" name="Equation" r:id="rId6" imgW="507960" imgH="419040" progId="Equation.3">
              <p:embed/>
            </p:oleObj>
          </a:graphicData>
        </a:graphic>
      </p:graphicFrame>
      <p:graphicFrame>
        <p:nvGraphicFramePr>
          <p:cNvPr id="293892" name="Object 2052"/>
          <p:cNvGraphicFramePr>
            <a:graphicFrameLocks noChangeAspect="1"/>
          </p:cNvGraphicFramePr>
          <p:nvPr/>
        </p:nvGraphicFramePr>
        <p:xfrm>
          <a:off x="1371600" y="5715000"/>
          <a:ext cx="546100" cy="406400"/>
        </p:xfrm>
        <a:graphic>
          <a:graphicData uri="http://schemas.openxmlformats.org/presentationml/2006/ole">
            <p:oleObj spid="_x0000_s293892" name="Equation" r:id="rId7" imgW="545760" imgH="406080" progId="Equation.3">
              <p:embed/>
            </p:oleObj>
          </a:graphicData>
        </a:graphic>
      </p:graphicFrame>
      <p:sp>
        <p:nvSpPr>
          <p:cNvPr id="197641" name="Text Box 9"/>
          <p:cNvSpPr txBox="1">
            <a:spLocks noChangeArrowheads="1"/>
          </p:cNvSpPr>
          <p:nvPr/>
        </p:nvSpPr>
        <p:spPr bwMode="auto">
          <a:xfrm>
            <a:off x="2422525" y="2463800"/>
            <a:ext cx="32432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Set of variables</a:t>
            </a:r>
          </a:p>
        </p:txBody>
      </p:sp>
      <p:sp>
        <p:nvSpPr>
          <p:cNvPr id="197643" name="Text Box 11"/>
          <p:cNvSpPr txBox="1">
            <a:spLocks noChangeArrowheads="1"/>
          </p:cNvSpPr>
          <p:nvPr/>
        </p:nvSpPr>
        <p:spPr bwMode="auto">
          <a:xfrm>
            <a:off x="2362200" y="3581400"/>
            <a:ext cx="47307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Set of terminal symbols</a:t>
            </a:r>
          </a:p>
        </p:txBody>
      </p:sp>
      <p:sp>
        <p:nvSpPr>
          <p:cNvPr id="197644" name="Text Box 12"/>
          <p:cNvSpPr txBox="1">
            <a:spLocks noChangeArrowheads="1"/>
          </p:cNvSpPr>
          <p:nvPr/>
        </p:nvSpPr>
        <p:spPr bwMode="auto">
          <a:xfrm>
            <a:off x="2362200" y="4572000"/>
            <a:ext cx="28749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Start variable</a:t>
            </a:r>
          </a:p>
        </p:txBody>
      </p:sp>
      <p:sp>
        <p:nvSpPr>
          <p:cNvPr id="197645" name="Text Box 13"/>
          <p:cNvSpPr txBox="1">
            <a:spLocks noChangeArrowheads="1"/>
          </p:cNvSpPr>
          <p:nvPr/>
        </p:nvSpPr>
        <p:spPr bwMode="auto">
          <a:xfrm>
            <a:off x="2362200" y="5638800"/>
            <a:ext cx="4619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Set of Production rules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E14C6E-5D2E-4926-9322-6A69DC26ADA1}" type="slidenum">
              <a:rPr lang="en-US"/>
              <a:pPr/>
              <a:t>13</a:t>
            </a:fld>
            <a:endParaRPr lang="en-US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Grammar</a:t>
            </a:r>
            <a:r>
              <a:rPr lang="en-US"/>
              <a:t>      :</a:t>
            </a:r>
          </a:p>
        </p:txBody>
      </p:sp>
      <p:graphicFrame>
        <p:nvGraphicFramePr>
          <p:cNvPr id="294912" name="Object 1024"/>
          <p:cNvGraphicFramePr>
            <a:graphicFrameLocks noChangeAspect="1"/>
          </p:cNvGraphicFramePr>
          <p:nvPr/>
        </p:nvGraphicFramePr>
        <p:xfrm>
          <a:off x="3505200" y="1524000"/>
          <a:ext cx="1803400" cy="1193800"/>
        </p:xfrm>
        <a:graphic>
          <a:graphicData uri="http://schemas.openxmlformats.org/presentationml/2006/ole">
            <p:oleObj spid="_x0000_s294912" name="Equation" r:id="rId3" imgW="1803240" imgH="1193760" progId="Equation.3">
              <p:embed/>
            </p:oleObj>
          </a:graphicData>
        </a:graphic>
      </p:graphicFrame>
      <p:graphicFrame>
        <p:nvGraphicFramePr>
          <p:cNvPr id="294913" name="Object 1025"/>
          <p:cNvGraphicFramePr>
            <a:graphicFrameLocks noChangeAspect="1"/>
          </p:cNvGraphicFramePr>
          <p:nvPr/>
        </p:nvGraphicFramePr>
        <p:xfrm>
          <a:off x="2133600" y="1524000"/>
          <a:ext cx="393700" cy="419100"/>
        </p:xfrm>
        <a:graphic>
          <a:graphicData uri="http://schemas.openxmlformats.org/presentationml/2006/ole">
            <p:oleObj spid="_x0000_s294913" name="Equation" r:id="rId4" imgW="393480" imgH="419040" progId="Equation.3">
              <p:embed/>
            </p:oleObj>
          </a:graphicData>
        </a:graphic>
      </p:graphicFrame>
      <p:graphicFrame>
        <p:nvGraphicFramePr>
          <p:cNvPr id="294914" name="Object 1026"/>
          <p:cNvGraphicFramePr>
            <a:graphicFrameLocks noChangeAspect="1"/>
          </p:cNvGraphicFramePr>
          <p:nvPr/>
        </p:nvGraphicFramePr>
        <p:xfrm>
          <a:off x="2133600" y="3352800"/>
          <a:ext cx="3035300" cy="558800"/>
        </p:xfrm>
        <a:graphic>
          <a:graphicData uri="http://schemas.openxmlformats.org/presentationml/2006/ole">
            <p:oleObj spid="_x0000_s294914" name="Equation" r:id="rId5" imgW="3035160" imgH="558720" progId="Equation.3">
              <p:embed/>
            </p:oleObj>
          </a:graphicData>
        </a:graphic>
      </p:graphicFrame>
      <p:graphicFrame>
        <p:nvGraphicFramePr>
          <p:cNvPr id="294915" name="Object 1027"/>
          <p:cNvGraphicFramePr>
            <a:graphicFrameLocks noChangeAspect="1"/>
          </p:cNvGraphicFramePr>
          <p:nvPr/>
        </p:nvGraphicFramePr>
        <p:xfrm>
          <a:off x="609600" y="4876800"/>
          <a:ext cx="1536700" cy="531813"/>
        </p:xfrm>
        <a:graphic>
          <a:graphicData uri="http://schemas.openxmlformats.org/presentationml/2006/ole">
            <p:oleObj spid="_x0000_s294915" name="Equation" r:id="rId6" imgW="1536480" imgH="533160" progId="Equation.3">
              <p:embed/>
            </p:oleObj>
          </a:graphicData>
        </a:graphic>
      </p:graphicFrame>
      <p:graphicFrame>
        <p:nvGraphicFramePr>
          <p:cNvPr id="294916" name="Object 1028"/>
          <p:cNvGraphicFramePr>
            <a:graphicFrameLocks noChangeAspect="1"/>
          </p:cNvGraphicFramePr>
          <p:nvPr/>
        </p:nvGraphicFramePr>
        <p:xfrm>
          <a:off x="3124200" y="4876800"/>
          <a:ext cx="1892300" cy="531813"/>
        </p:xfrm>
        <a:graphic>
          <a:graphicData uri="http://schemas.openxmlformats.org/presentationml/2006/ole">
            <p:oleObj spid="_x0000_s294916" name="Equation" r:id="rId7" imgW="1892160" imgH="533160" progId="Equation.3">
              <p:embed/>
            </p:oleObj>
          </a:graphicData>
        </a:graphic>
      </p:graphicFrame>
      <p:graphicFrame>
        <p:nvGraphicFramePr>
          <p:cNvPr id="294917" name="Object 1029"/>
          <p:cNvGraphicFramePr>
            <a:graphicFrameLocks noChangeAspect="1"/>
          </p:cNvGraphicFramePr>
          <p:nvPr/>
        </p:nvGraphicFramePr>
        <p:xfrm>
          <a:off x="4267200" y="5867400"/>
          <a:ext cx="4699000" cy="544513"/>
        </p:xfrm>
        <a:graphic>
          <a:graphicData uri="http://schemas.openxmlformats.org/presentationml/2006/ole">
            <p:oleObj spid="_x0000_s294917" name="Equation" r:id="rId8" imgW="4698720" imgH="545760" progId="Equation.3">
              <p:embed/>
            </p:oleObj>
          </a:graphicData>
        </a:graphic>
      </p:graphicFrame>
      <p:sp>
        <p:nvSpPr>
          <p:cNvPr id="198666" name="Line 10"/>
          <p:cNvSpPr>
            <a:spLocks noChangeShapeType="1"/>
          </p:cNvSpPr>
          <p:nvPr/>
        </p:nvSpPr>
        <p:spPr bwMode="auto">
          <a:xfrm flipV="1">
            <a:off x="2133600" y="3886200"/>
            <a:ext cx="10668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7" name="Line 11"/>
          <p:cNvSpPr>
            <a:spLocks noChangeShapeType="1"/>
          </p:cNvSpPr>
          <p:nvPr/>
        </p:nvSpPr>
        <p:spPr bwMode="auto">
          <a:xfrm flipH="1" flipV="1">
            <a:off x="3810000" y="3886200"/>
            <a:ext cx="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8668" name="Line 12"/>
          <p:cNvSpPr>
            <a:spLocks noChangeShapeType="1"/>
          </p:cNvSpPr>
          <p:nvPr/>
        </p:nvSpPr>
        <p:spPr bwMode="auto">
          <a:xfrm flipH="1" flipV="1">
            <a:off x="4800600" y="3886200"/>
            <a:ext cx="1981200" cy="1905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110E7D-7DD7-4B34-8159-C85338C9C72D}" type="slidenum">
              <a:rPr lang="en-US"/>
              <a:pPr/>
              <a:t>14</a:t>
            </a:fld>
            <a:endParaRPr lang="en-US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Notation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Sentential Form:</a:t>
            </a:r>
          </a:p>
          <a:p>
            <a:r>
              <a:rPr lang="en-US"/>
              <a:t>                A sentence that contains </a:t>
            </a:r>
          </a:p>
          <a:p>
            <a:r>
              <a:rPr lang="en-US"/>
              <a:t>                variables and terminals</a:t>
            </a:r>
          </a:p>
          <a:p>
            <a:endParaRPr lang="en-US"/>
          </a:p>
          <a:p>
            <a:r>
              <a:rPr lang="en-US">
                <a:solidFill>
                  <a:schemeClr val="tx1"/>
                </a:solidFill>
              </a:rPr>
              <a:t>Example: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295936" name="Object 2048"/>
          <p:cNvGraphicFramePr>
            <a:graphicFrameLocks noChangeAspect="1"/>
          </p:cNvGraphicFramePr>
          <p:nvPr/>
        </p:nvGraphicFramePr>
        <p:xfrm>
          <a:off x="260350" y="4248150"/>
          <a:ext cx="8523288" cy="430213"/>
        </p:xfrm>
        <a:graphic>
          <a:graphicData uri="http://schemas.openxmlformats.org/presentationml/2006/ole">
            <p:oleObj spid="_x0000_s295936" name="Equation" r:id="rId3" imgW="8521560" imgH="431640" progId="Equation.3">
              <p:embed/>
            </p:oleObj>
          </a:graphicData>
        </a:graphic>
      </p:graphicFrame>
      <p:sp>
        <p:nvSpPr>
          <p:cNvPr id="199686" name="Line 6"/>
          <p:cNvSpPr>
            <a:spLocks noChangeShapeType="1"/>
          </p:cNvSpPr>
          <p:nvPr/>
        </p:nvSpPr>
        <p:spPr bwMode="auto">
          <a:xfrm flipH="1" flipV="1">
            <a:off x="1981200" y="4800600"/>
            <a:ext cx="9906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7" name="Line 7"/>
          <p:cNvSpPr>
            <a:spLocks noChangeShapeType="1"/>
          </p:cNvSpPr>
          <p:nvPr/>
        </p:nvSpPr>
        <p:spPr bwMode="auto">
          <a:xfrm flipV="1">
            <a:off x="3581400" y="4876800"/>
            <a:ext cx="0" cy="838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8" name="Line 8"/>
          <p:cNvSpPr>
            <a:spLocks noChangeShapeType="1"/>
          </p:cNvSpPr>
          <p:nvPr/>
        </p:nvSpPr>
        <p:spPr bwMode="auto">
          <a:xfrm flipV="1">
            <a:off x="4191000" y="4800600"/>
            <a:ext cx="14478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89" name="Text Box 9"/>
          <p:cNvSpPr txBox="1">
            <a:spLocks noChangeArrowheads="1"/>
          </p:cNvSpPr>
          <p:nvPr/>
        </p:nvSpPr>
        <p:spPr bwMode="auto">
          <a:xfrm>
            <a:off x="1676400" y="5867400"/>
            <a:ext cx="34464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Sentential Forms</a:t>
            </a:r>
          </a:p>
        </p:txBody>
      </p:sp>
      <p:sp>
        <p:nvSpPr>
          <p:cNvPr id="199690" name="Line 10"/>
          <p:cNvSpPr>
            <a:spLocks noChangeShapeType="1"/>
          </p:cNvSpPr>
          <p:nvPr/>
        </p:nvSpPr>
        <p:spPr bwMode="auto">
          <a:xfrm flipV="1">
            <a:off x="7696200" y="4800600"/>
            <a:ext cx="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691" name="Text Box 11"/>
          <p:cNvSpPr txBox="1">
            <a:spLocks noChangeArrowheads="1"/>
          </p:cNvSpPr>
          <p:nvPr/>
        </p:nvSpPr>
        <p:spPr bwMode="auto">
          <a:xfrm>
            <a:off x="6629400" y="5867400"/>
            <a:ext cx="18764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sentence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4AEA55-D0FA-4987-9C46-FC1DDF6DDE96}" type="slidenum">
              <a:rPr lang="en-US"/>
              <a:pPr/>
              <a:t>15</a:t>
            </a:fld>
            <a:endParaRPr lang="en-US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We write: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Instead of:</a:t>
            </a:r>
          </a:p>
          <a:p>
            <a:endParaRPr lang="en-US"/>
          </a:p>
        </p:txBody>
      </p:sp>
      <p:graphicFrame>
        <p:nvGraphicFramePr>
          <p:cNvPr id="296960" name="Object 2048"/>
          <p:cNvGraphicFramePr>
            <a:graphicFrameLocks noChangeAspect="1"/>
          </p:cNvGraphicFramePr>
          <p:nvPr/>
        </p:nvGraphicFramePr>
        <p:xfrm>
          <a:off x="3048000" y="1066800"/>
          <a:ext cx="2844800" cy="990600"/>
        </p:xfrm>
        <a:graphic>
          <a:graphicData uri="http://schemas.openxmlformats.org/presentationml/2006/ole">
            <p:oleObj spid="_x0000_s296960" name="Equation" r:id="rId3" imgW="2844720" imgH="990360" progId="Equation.3">
              <p:embed/>
            </p:oleObj>
          </a:graphicData>
        </a:graphic>
      </p:graphicFrame>
      <p:graphicFrame>
        <p:nvGraphicFramePr>
          <p:cNvPr id="296961" name="Object 2049"/>
          <p:cNvGraphicFramePr>
            <a:graphicFrameLocks noChangeAspect="1"/>
          </p:cNvGraphicFramePr>
          <p:nvPr/>
        </p:nvGraphicFramePr>
        <p:xfrm>
          <a:off x="260350" y="5086350"/>
          <a:ext cx="8523288" cy="430213"/>
        </p:xfrm>
        <a:graphic>
          <a:graphicData uri="http://schemas.openxmlformats.org/presentationml/2006/ole">
            <p:oleObj spid="_x0000_s296961" name="Equation" r:id="rId4" imgW="85215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8D81BF-7D9A-4CD1-8140-A16DCBC6C9FF}" type="slidenum">
              <a:rPr lang="en-US"/>
              <a:pPr/>
              <a:t>16</a:t>
            </a:fld>
            <a:endParaRPr lang="en-US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In general we write: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If:</a:t>
            </a:r>
          </a:p>
        </p:txBody>
      </p:sp>
      <p:graphicFrame>
        <p:nvGraphicFramePr>
          <p:cNvPr id="297984" name="Object 2048"/>
          <p:cNvGraphicFramePr>
            <a:graphicFrameLocks noChangeAspect="1"/>
          </p:cNvGraphicFramePr>
          <p:nvPr/>
        </p:nvGraphicFramePr>
        <p:xfrm>
          <a:off x="4800600" y="1066800"/>
          <a:ext cx="2044700" cy="1003300"/>
        </p:xfrm>
        <a:graphic>
          <a:graphicData uri="http://schemas.openxmlformats.org/presentationml/2006/ole">
            <p:oleObj spid="_x0000_s297984" name="Equation" r:id="rId3" imgW="2044440" imgH="1002960" progId="Equation.3">
              <p:embed/>
            </p:oleObj>
          </a:graphicData>
        </a:graphic>
      </p:graphicFrame>
      <p:graphicFrame>
        <p:nvGraphicFramePr>
          <p:cNvPr id="297985" name="Object 2049"/>
          <p:cNvGraphicFramePr>
            <a:graphicFrameLocks noChangeAspect="1"/>
          </p:cNvGraphicFramePr>
          <p:nvPr/>
        </p:nvGraphicFramePr>
        <p:xfrm>
          <a:off x="1981200" y="4343400"/>
          <a:ext cx="5435600" cy="582613"/>
        </p:xfrm>
        <a:graphic>
          <a:graphicData uri="http://schemas.openxmlformats.org/presentationml/2006/ole">
            <p:oleObj spid="_x0000_s297985" name="Equation" r:id="rId4" imgW="543528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09CBE-9473-41BC-89DC-83F0B70482EB}" type="slidenum">
              <a:rPr lang="en-US"/>
              <a:pPr/>
              <a:t>17</a:t>
            </a:fld>
            <a:endParaRPr lang="en-US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By default:</a:t>
            </a:r>
          </a:p>
          <a:p>
            <a:endParaRPr lang="en-US"/>
          </a:p>
        </p:txBody>
      </p:sp>
      <p:graphicFrame>
        <p:nvGraphicFramePr>
          <p:cNvPr id="299008" name="Object 2048"/>
          <p:cNvGraphicFramePr>
            <a:graphicFrameLocks noChangeAspect="1"/>
          </p:cNvGraphicFramePr>
          <p:nvPr/>
        </p:nvGraphicFramePr>
        <p:xfrm>
          <a:off x="3657600" y="1600200"/>
          <a:ext cx="1689100" cy="990600"/>
        </p:xfrm>
        <a:graphic>
          <a:graphicData uri="http://schemas.openxmlformats.org/presentationml/2006/ole">
            <p:oleObj spid="_x0000_s299008" name="Equation" r:id="rId3" imgW="1688760" imgH="99036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8D3CF-5BEC-4420-A12C-49EF5CD98BA8}" type="slidenum">
              <a:rPr lang="en-US"/>
              <a:pPr/>
              <a:t>18</a:t>
            </a:fld>
            <a:endParaRPr lang="en-US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00032" name="Object 2048"/>
          <p:cNvGraphicFramePr>
            <a:graphicFrameLocks noChangeAspect="1"/>
          </p:cNvGraphicFramePr>
          <p:nvPr/>
        </p:nvGraphicFramePr>
        <p:xfrm>
          <a:off x="381000" y="1828800"/>
          <a:ext cx="1803400" cy="1193800"/>
        </p:xfrm>
        <a:graphic>
          <a:graphicData uri="http://schemas.openxmlformats.org/presentationml/2006/ole">
            <p:oleObj spid="_x0000_s300032" name="Equation" r:id="rId3" imgW="1803240" imgH="1193760" progId="Equation.3">
              <p:embed/>
            </p:oleObj>
          </a:graphicData>
        </a:graphic>
      </p:graphicFrame>
      <p:graphicFrame>
        <p:nvGraphicFramePr>
          <p:cNvPr id="300033" name="Object 2049"/>
          <p:cNvGraphicFramePr>
            <a:graphicFrameLocks noChangeAspect="1"/>
          </p:cNvGraphicFramePr>
          <p:nvPr/>
        </p:nvGraphicFramePr>
        <p:xfrm>
          <a:off x="5410200" y="1752600"/>
          <a:ext cx="2451100" cy="4394200"/>
        </p:xfrm>
        <a:graphic>
          <a:graphicData uri="http://schemas.openxmlformats.org/presentationml/2006/ole">
            <p:oleObj spid="_x0000_s300033" name="Equation" r:id="rId4" imgW="2450880" imgH="4394160" progId="Equation.3">
              <p:embed/>
            </p:oleObj>
          </a:graphicData>
        </a:graphic>
      </p:graphicFrame>
      <p:sp>
        <p:nvSpPr>
          <p:cNvPr id="203783" name="Text Box 7"/>
          <p:cNvSpPr txBox="1">
            <a:spLocks noChangeArrowheads="1"/>
          </p:cNvSpPr>
          <p:nvPr/>
        </p:nvSpPr>
        <p:spPr bwMode="auto">
          <a:xfrm>
            <a:off x="228600" y="990600"/>
            <a:ext cx="18986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</a:t>
            </a:r>
          </a:p>
        </p:txBody>
      </p:sp>
      <p:sp>
        <p:nvSpPr>
          <p:cNvPr id="203785" name="Text Box 9"/>
          <p:cNvSpPr txBox="1">
            <a:spLocks noChangeArrowheads="1"/>
          </p:cNvSpPr>
          <p:nvPr/>
        </p:nvSpPr>
        <p:spPr bwMode="auto">
          <a:xfrm>
            <a:off x="5181600" y="1066800"/>
            <a:ext cx="23479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CA9657-AD82-4497-969E-6A00D2751F3F}" type="slidenum">
              <a:rPr lang="en-US"/>
              <a:pPr/>
              <a:t>19</a:t>
            </a:fld>
            <a:endParaRPr lang="en-US"/>
          </a:p>
        </p:txBody>
      </p:sp>
      <p:graphicFrame>
        <p:nvGraphicFramePr>
          <p:cNvPr id="223240" name="Object 8"/>
          <p:cNvGraphicFramePr>
            <a:graphicFrameLocks noChangeAspect="1"/>
          </p:cNvGraphicFramePr>
          <p:nvPr/>
        </p:nvGraphicFramePr>
        <p:xfrm>
          <a:off x="4114800" y="1676400"/>
          <a:ext cx="4699000" cy="2819400"/>
        </p:xfrm>
        <a:graphic>
          <a:graphicData uri="http://schemas.openxmlformats.org/presentationml/2006/ole">
            <p:oleObj spid="_x0000_s223240" name="Equation" r:id="rId3" imgW="4698720" imgH="2819160" progId="Equation.3">
              <p:embed/>
            </p:oleObj>
          </a:graphicData>
        </a:graphic>
      </p:graphicFrame>
      <p:graphicFrame>
        <p:nvGraphicFramePr>
          <p:cNvPr id="223241" name="Object 9"/>
          <p:cNvGraphicFramePr>
            <a:graphicFrameLocks noChangeAspect="1"/>
          </p:cNvGraphicFramePr>
          <p:nvPr/>
        </p:nvGraphicFramePr>
        <p:xfrm>
          <a:off x="381000" y="1828800"/>
          <a:ext cx="1803400" cy="1193800"/>
        </p:xfrm>
        <a:graphic>
          <a:graphicData uri="http://schemas.openxmlformats.org/presentationml/2006/ole">
            <p:oleObj spid="_x0000_s223241" name="Equation" r:id="rId4" imgW="1803240" imgH="1193760" progId="Equation.3">
              <p:embed/>
            </p:oleObj>
          </a:graphicData>
        </a:graphic>
      </p:graphicFrame>
      <p:sp>
        <p:nvSpPr>
          <p:cNvPr id="223242" name="Text Box 10"/>
          <p:cNvSpPr txBox="1">
            <a:spLocks noChangeArrowheads="1"/>
          </p:cNvSpPr>
          <p:nvPr/>
        </p:nvSpPr>
        <p:spPr bwMode="auto">
          <a:xfrm>
            <a:off x="228600" y="990600"/>
            <a:ext cx="18986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</a:t>
            </a:r>
          </a:p>
        </p:txBody>
      </p:sp>
      <p:sp>
        <p:nvSpPr>
          <p:cNvPr id="223243" name="Rectangle 11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Example</a:t>
            </a:r>
          </a:p>
        </p:txBody>
      </p:sp>
      <p:sp>
        <p:nvSpPr>
          <p:cNvPr id="223245" name="Text Box 13"/>
          <p:cNvSpPr txBox="1">
            <a:spLocks noChangeArrowheads="1"/>
          </p:cNvSpPr>
          <p:nvPr/>
        </p:nvSpPr>
        <p:spPr bwMode="auto">
          <a:xfrm>
            <a:off x="5181600" y="1066800"/>
            <a:ext cx="23479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60135C-AF58-444E-9991-3380DDF29835}" type="slidenum">
              <a:rPr lang="en-US"/>
              <a:pPr/>
              <a:t>20</a:t>
            </a:fld>
            <a:endParaRPr lang="en-US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Grammar Example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Grammar      :</a:t>
            </a:r>
          </a:p>
        </p:txBody>
      </p:sp>
      <p:graphicFrame>
        <p:nvGraphicFramePr>
          <p:cNvPr id="301056" name="Object 2048"/>
          <p:cNvGraphicFramePr>
            <a:graphicFrameLocks noChangeAspect="1"/>
          </p:cNvGraphicFramePr>
          <p:nvPr/>
        </p:nvGraphicFramePr>
        <p:xfrm>
          <a:off x="3352800" y="914400"/>
          <a:ext cx="1714500" cy="1765300"/>
        </p:xfrm>
        <a:graphic>
          <a:graphicData uri="http://schemas.openxmlformats.org/presentationml/2006/ole">
            <p:oleObj spid="_x0000_s301056" name="Equation" r:id="rId3" imgW="1714320" imgH="1765080" progId="Equation.3">
              <p:embed/>
            </p:oleObj>
          </a:graphicData>
        </a:graphic>
      </p:graphicFrame>
      <p:sp>
        <p:nvSpPr>
          <p:cNvPr id="205829" name="Text Box 5"/>
          <p:cNvSpPr txBox="1">
            <a:spLocks noChangeArrowheads="1"/>
          </p:cNvSpPr>
          <p:nvPr/>
        </p:nvSpPr>
        <p:spPr bwMode="auto">
          <a:xfrm>
            <a:off x="228600" y="3810000"/>
            <a:ext cx="2470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Derivations:</a:t>
            </a:r>
          </a:p>
        </p:txBody>
      </p:sp>
      <p:graphicFrame>
        <p:nvGraphicFramePr>
          <p:cNvPr id="301057" name="Object 2049"/>
          <p:cNvGraphicFramePr>
            <a:graphicFrameLocks noChangeAspect="1"/>
          </p:cNvGraphicFramePr>
          <p:nvPr/>
        </p:nvGraphicFramePr>
        <p:xfrm>
          <a:off x="990600" y="4419600"/>
          <a:ext cx="6921500" cy="1955800"/>
        </p:xfrm>
        <a:graphic>
          <a:graphicData uri="http://schemas.openxmlformats.org/presentationml/2006/ole">
            <p:oleObj spid="_x0000_s301057" name="Equation" r:id="rId4" imgW="6921360" imgH="1955520" progId="Equation.3">
              <p:embed/>
            </p:oleObj>
          </a:graphicData>
        </a:graphic>
      </p:graphicFrame>
      <p:graphicFrame>
        <p:nvGraphicFramePr>
          <p:cNvPr id="301058" name="Object 2050"/>
          <p:cNvGraphicFramePr>
            <a:graphicFrameLocks noChangeAspect="1"/>
          </p:cNvGraphicFramePr>
          <p:nvPr/>
        </p:nvGraphicFramePr>
        <p:xfrm>
          <a:off x="2209800" y="914400"/>
          <a:ext cx="393700" cy="419100"/>
        </p:xfrm>
        <a:graphic>
          <a:graphicData uri="http://schemas.openxmlformats.org/presentationml/2006/ole">
            <p:oleObj spid="_x0000_s301058" name="Equation" r:id="rId5" imgW="39348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5B7707-CFF2-4494-B2CA-8444BDF52A32}" type="slidenum">
              <a:rPr lang="en-US"/>
              <a:pPr/>
              <a:t>21</a:t>
            </a:fld>
            <a:endParaRPr lang="en-US"/>
          </a:p>
        </p:txBody>
      </p:sp>
      <p:sp>
        <p:nvSpPr>
          <p:cNvPr id="2078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Derivations</a:t>
            </a:r>
          </a:p>
        </p:txBody>
      </p:sp>
      <p:sp>
        <p:nvSpPr>
          <p:cNvPr id="2078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02080" name="Object 1024"/>
          <p:cNvGraphicFramePr>
            <a:graphicFrameLocks noChangeAspect="1"/>
          </p:cNvGraphicFramePr>
          <p:nvPr/>
        </p:nvGraphicFramePr>
        <p:xfrm>
          <a:off x="336550" y="1003300"/>
          <a:ext cx="8523288" cy="1295400"/>
        </p:xfrm>
        <a:graphic>
          <a:graphicData uri="http://schemas.openxmlformats.org/presentationml/2006/ole">
            <p:oleObj spid="_x0000_s302080" name="Equation" r:id="rId3" imgW="8521560" imgH="1295280" progId="Equation.3">
              <p:embed/>
            </p:oleObj>
          </a:graphicData>
        </a:graphic>
      </p:graphicFrame>
      <p:graphicFrame>
        <p:nvGraphicFramePr>
          <p:cNvPr id="302081" name="Object 1025"/>
          <p:cNvGraphicFramePr>
            <a:graphicFrameLocks noChangeAspect="1"/>
          </p:cNvGraphicFramePr>
          <p:nvPr/>
        </p:nvGraphicFramePr>
        <p:xfrm>
          <a:off x="406400" y="3098800"/>
          <a:ext cx="4229100" cy="3225800"/>
        </p:xfrm>
        <a:graphic>
          <a:graphicData uri="http://schemas.openxmlformats.org/presentationml/2006/ole">
            <p:oleObj spid="_x0000_s302081" name="Equation" r:id="rId4" imgW="4228920" imgH="3225600" progId="Equation.3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F7D00C-EC28-4446-B516-3C23D97473D1}" type="slidenum">
              <a:rPr lang="en-US"/>
              <a:pPr/>
              <a:t>22</a:t>
            </a:fld>
            <a:endParaRPr lang="en-US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of a Grammar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For a grammar </a:t>
            </a:r>
          </a:p>
          <a:p>
            <a:r>
              <a:rPr lang="en-US"/>
              <a:t>with start variable      : </a:t>
            </a:r>
          </a:p>
        </p:txBody>
      </p:sp>
      <p:graphicFrame>
        <p:nvGraphicFramePr>
          <p:cNvPr id="303104" name="Object 1024"/>
          <p:cNvGraphicFramePr>
            <a:graphicFrameLocks noChangeAspect="1"/>
          </p:cNvGraphicFramePr>
          <p:nvPr/>
        </p:nvGraphicFramePr>
        <p:xfrm>
          <a:off x="3200400" y="1524000"/>
          <a:ext cx="393700" cy="419100"/>
        </p:xfrm>
        <a:graphic>
          <a:graphicData uri="http://schemas.openxmlformats.org/presentationml/2006/ole">
            <p:oleObj spid="_x0000_s303104" name="Equation" r:id="rId3" imgW="393480" imgH="419040" progId="Equation.3">
              <p:embed/>
            </p:oleObj>
          </a:graphicData>
        </a:graphic>
      </p:graphicFrame>
      <p:graphicFrame>
        <p:nvGraphicFramePr>
          <p:cNvPr id="303105" name="Object 1025"/>
          <p:cNvGraphicFramePr>
            <a:graphicFrameLocks noChangeAspect="1"/>
          </p:cNvGraphicFramePr>
          <p:nvPr/>
        </p:nvGraphicFramePr>
        <p:xfrm>
          <a:off x="4038600" y="2057400"/>
          <a:ext cx="328613" cy="419100"/>
        </p:xfrm>
        <a:graphic>
          <a:graphicData uri="http://schemas.openxmlformats.org/presentationml/2006/ole">
            <p:oleObj spid="_x0000_s303105" name="Equation" r:id="rId4" imgW="330120" imgH="419040" progId="Equation.3">
              <p:embed/>
            </p:oleObj>
          </a:graphicData>
        </a:graphic>
      </p:graphicFrame>
      <p:graphicFrame>
        <p:nvGraphicFramePr>
          <p:cNvPr id="303106" name="Object 1026"/>
          <p:cNvGraphicFramePr>
            <a:graphicFrameLocks noChangeAspect="1"/>
          </p:cNvGraphicFramePr>
          <p:nvPr/>
        </p:nvGraphicFramePr>
        <p:xfrm>
          <a:off x="2362200" y="3505200"/>
          <a:ext cx="4216400" cy="990600"/>
        </p:xfrm>
        <a:graphic>
          <a:graphicData uri="http://schemas.openxmlformats.org/presentationml/2006/ole">
            <p:oleObj spid="_x0000_s303106" name="Equation" r:id="rId5" imgW="4216320" imgH="990360" progId="Equation.3">
              <p:embed/>
            </p:oleObj>
          </a:graphicData>
        </a:graphic>
      </p:graphicFrame>
      <p:sp>
        <p:nvSpPr>
          <p:cNvPr id="204807" name="Text Box 7"/>
          <p:cNvSpPr txBox="1">
            <a:spLocks noChangeArrowheads="1"/>
          </p:cNvSpPr>
          <p:nvPr/>
        </p:nvSpPr>
        <p:spPr bwMode="auto">
          <a:xfrm>
            <a:off x="2819400" y="5715000"/>
            <a:ext cx="38322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terminals</a:t>
            </a:r>
          </a:p>
        </p:txBody>
      </p:sp>
      <p:sp>
        <p:nvSpPr>
          <p:cNvPr id="204808" name="Line 8"/>
          <p:cNvSpPr>
            <a:spLocks noChangeShapeType="1"/>
          </p:cNvSpPr>
          <p:nvPr/>
        </p:nvSpPr>
        <p:spPr bwMode="auto">
          <a:xfrm flipV="1">
            <a:off x="4267200" y="4495800"/>
            <a:ext cx="0" cy="1219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B4498B-9585-44E3-8E47-2E67DB9F5198}" type="slidenum">
              <a:rPr lang="en-US"/>
              <a:pPr/>
              <a:t>23</a:t>
            </a:fld>
            <a:endParaRPr lang="en-US"/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grammar      :</a:t>
            </a:r>
          </a:p>
          <a:p>
            <a:endParaRPr lang="en-US"/>
          </a:p>
        </p:txBody>
      </p:sp>
      <p:graphicFrame>
        <p:nvGraphicFramePr>
          <p:cNvPr id="304128" name="Object 2048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p:oleObj spid="_x0000_s304128" name="Equation" r:id="rId3" imgW="228600" imgH="520560" progId="Equation.3">
              <p:embed/>
            </p:oleObj>
          </a:graphicData>
        </a:graphic>
      </p:graphicFrame>
      <p:graphicFrame>
        <p:nvGraphicFramePr>
          <p:cNvPr id="304129" name="Object 2049"/>
          <p:cNvGraphicFramePr>
            <a:graphicFrameLocks noChangeAspect="1"/>
          </p:cNvGraphicFramePr>
          <p:nvPr/>
        </p:nvGraphicFramePr>
        <p:xfrm>
          <a:off x="4038600" y="914400"/>
          <a:ext cx="1892300" cy="1955800"/>
        </p:xfrm>
        <a:graphic>
          <a:graphicData uri="http://schemas.openxmlformats.org/presentationml/2006/ole">
            <p:oleObj spid="_x0000_s304129" name="Equation" r:id="rId4" imgW="1892160" imgH="1955520" progId="Equation.3">
              <p:embed/>
            </p:oleObj>
          </a:graphicData>
        </a:graphic>
      </p:graphicFrame>
      <p:graphicFrame>
        <p:nvGraphicFramePr>
          <p:cNvPr id="304130" name="Object 2050"/>
          <p:cNvGraphicFramePr>
            <a:graphicFrameLocks noChangeAspect="1"/>
          </p:cNvGraphicFramePr>
          <p:nvPr/>
        </p:nvGraphicFramePr>
        <p:xfrm>
          <a:off x="2400300" y="3581400"/>
          <a:ext cx="4724400" cy="720725"/>
        </p:xfrm>
        <a:graphic>
          <a:graphicData uri="http://schemas.openxmlformats.org/presentationml/2006/ole">
            <p:oleObj spid="_x0000_s304130" name="Equation" r:id="rId5" imgW="4724280" imgH="723600" progId="Equation.3">
              <p:embed/>
            </p:oleObj>
          </a:graphicData>
        </a:graphic>
      </p:graphicFrame>
      <p:sp>
        <p:nvSpPr>
          <p:cNvPr id="209927" name="Text Box 7"/>
          <p:cNvSpPr txBox="1">
            <a:spLocks noChangeArrowheads="1"/>
          </p:cNvSpPr>
          <p:nvPr/>
        </p:nvSpPr>
        <p:spPr bwMode="auto">
          <a:xfrm>
            <a:off x="838200" y="5334000"/>
            <a:ext cx="20812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     Since:</a:t>
            </a:r>
          </a:p>
        </p:txBody>
      </p:sp>
      <p:graphicFrame>
        <p:nvGraphicFramePr>
          <p:cNvPr id="304131" name="Object 2051"/>
          <p:cNvGraphicFramePr>
            <a:graphicFrameLocks noChangeAspect="1"/>
          </p:cNvGraphicFramePr>
          <p:nvPr/>
        </p:nvGraphicFramePr>
        <p:xfrm>
          <a:off x="3200400" y="4953000"/>
          <a:ext cx="2159000" cy="874713"/>
        </p:xfrm>
        <a:graphic>
          <a:graphicData uri="http://schemas.openxmlformats.org/presentationml/2006/ole">
            <p:oleObj spid="_x0000_s304131" name="Equation" r:id="rId6" imgW="2158920" imgH="876240" progId="Equation.3">
              <p:embed/>
            </p:oleObj>
          </a:graphicData>
        </a:graphic>
      </p:graphicFrame>
      <p:graphicFrame>
        <p:nvGraphicFramePr>
          <p:cNvPr id="304132" name="Object 2052"/>
          <p:cNvGraphicFramePr>
            <a:graphicFrameLocks noChangeAspect="1"/>
          </p:cNvGraphicFramePr>
          <p:nvPr/>
        </p:nvGraphicFramePr>
        <p:xfrm>
          <a:off x="2895600" y="914400"/>
          <a:ext cx="393700" cy="419100"/>
        </p:xfrm>
        <a:graphic>
          <a:graphicData uri="http://schemas.openxmlformats.org/presentationml/2006/ole">
            <p:oleObj spid="_x0000_s304132" name="Equation" r:id="rId7" imgW="39348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AAD256-C41C-4907-8FC2-1BFD7D5DA41E}" type="slidenum">
              <a:rPr lang="en-US"/>
              <a:pPr/>
              <a:t>24</a:t>
            </a:fld>
            <a:endParaRPr lang="en-US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Convenient Notation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05152" name="Object 2048"/>
          <p:cNvGraphicFramePr>
            <a:graphicFrameLocks noChangeAspect="1"/>
          </p:cNvGraphicFramePr>
          <p:nvPr/>
        </p:nvGraphicFramePr>
        <p:xfrm>
          <a:off x="1524000" y="1600200"/>
          <a:ext cx="1892300" cy="1193800"/>
        </p:xfrm>
        <a:graphic>
          <a:graphicData uri="http://schemas.openxmlformats.org/presentationml/2006/ole">
            <p:oleObj spid="_x0000_s305152" name="Equation" r:id="rId3" imgW="1892160" imgH="1193760" progId="Equation.3">
              <p:embed/>
            </p:oleObj>
          </a:graphicData>
        </a:graphic>
      </p:graphicFrame>
      <p:graphicFrame>
        <p:nvGraphicFramePr>
          <p:cNvPr id="305153" name="Object 2049"/>
          <p:cNvGraphicFramePr>
            <a:graphicFrameLocks noChangeAspect="1"/>
          </p:cNvGraphicFramePr>
          <p:nvPr/>
        </p:nvGraphicFramePr>
        <p:xfrm>
          <a:off x="5562600" y="1981200"/>
          <a:ext cx="2476500" cy="531813"/>
        </p:xfrm>
        <a:graphic>
          <a:graphicData uri="http://schemas.openxmlformats.org/presentationml/2006/ole">
            <p:oleObj spid="_x0000_s305153" name="Equation" r:id="rId4" imgW="2476440" imgH="533160" progId="Equation.3">
              <p:embed/>
            </p:oleObj>
          </a:graphicData>
        </a:graphic>
      </p:graphicFrame>
      <p:graphicFrame>
        <p:nvGraphicFramePr>
          <p:cNvPr id="305154" name="Object 2050"/>
          <p:cNvGraphicFramePr>
            <a:graphicFrameLocks noChangeAspect="1"/>
          </p:cNvGraphicFramePr>
          <p:nvPr/>
        </p:nvGraphicFramePr>
        <p:xfrm>
          <a:off x="533400" y="4724400"/>
          <a:ext cx="2984500" cy="1422400"/>
        </p:xfrm>
        <a:graphic>
          <a:graphicData uri="http://schemas.openxmlformats.org/presentationml/2006/ole">
            <p:oleObj spid="_x0000_s305154" name="Equation" r:id="rId5" imgW="2984400" imgH="1422360" progId="Equation.3">
              <p:embed/>
            </p:oleObj>
          </a:graphicData>
        </a:graphic>
      </p:graphicFrame>
      <p:sp>
        <p:nvSpPr>
          <p:cNvPr id="210951" name="AutoShape 7"/>
          <p:cNvSpPr>
            <a:spLocks noChangeArrowheads="1"/>
          </p:cNvSpPr>
          <p:nvPr/>
        </p:nvSpPr>
        <p:spPr bwMode="auto">
          <a:xfrm>
            <a:off x="4038600" y="19812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52" name="AutoShape 8"/>
          <p:cNvSpPr>
            <a:spLocks noChangeArrowheads="1"/>
          </p:cNvSpPr>
          <p:nvPr/>
        </p:nvSpPr>
        <p:spPr bwMode="auto">
          <a:xfrm>
            <a:off x="4038600" y="51054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5155" name="Object 2051"/>
          <p:cNvGraphicFramePr>
            <a:graphicFrameLocks noChangeAspect="1"/>
          </p:cNvGraphicFramePr>
          <p:nvPr/>
        </p:nvGraphicFramePr>
        <p:xfrm>
          <a:off x="5238750" y="5003800"/>
          <a:ext cx="3517900" cy="609600"/>
        </p:xfrm>
        <a:graphic>
          <a:graphicData uri="http://schemas.openxmlformats.org/presentationml/2006/ole">
            <p:oleObj spid="_x0000_s305155" name="Equation" r:id="rId6" imgW="351756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Linear Grammars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50FE65-EEF3-4CDB-ABF5-F42E74305896}" type="slidenum">
              <a:rPr lang="en-US"/>
              <a:pPr/>
              <a:t>26</a:t>
            </a:fld>
            <a:endParaRPr lang="en-US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Grammars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Grammars with </a:t>
            </a:r>
          </a:p>
          <a:p>
            <a:r>
              <a:rPr lang="en-US"/>
              <a:t>at most one variable at the right side</a:t>
            </a:r>
          </a:p>
          <a:p>
            <a:r>
              <a:rPr lang="en-US"/>
              <a:t>of a production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Examples:</a:t>
            </a:r>
          </a:p>
          <a:p>
            <a:r>
              <a:rPr lang="en-US"/>
              <a:t>                   </a:t>
            </a:r>
          </a:p>
        </p:txBody>
      </p:sp>
      <p:graphicFrame>
        <p:nvGraphicFramePr>
          <p:cNvPr id="306176" name="Object 2048"/>
          <p:cNvGraphicFramePr>
            <a:graphicFrameLocks noChangeAspect="1"/>
          </p:cNvGraphicFramePr>
          <p:nvPr/>
        </p:nvGraphicFramePr>
        <p:xfrm>
          <a:off x="6172200" y="3810000"/>
          <a:ext cx="1892300" cy="1955800"/>
        </p:xfrm>
        <a:graphic>
          <a:graphicData uri="http://schemas.openxmlformats.org/presentationml/2006/ole">
            <p:oleObj spid="_x0000_s306176" name="Equation" r:id="rId3" imgW="1892160" imgH="1955520" progId="Equation.3">
              <p:embed/>
            </p:oleObj>
          </a:graphicData>
        </a:graphic>
      </p:graphicFrame>
      <p:graphicFrame>
        <p:nvGraphicFramePr>
          <p:cNvPr id="306177" name="Object 2049"/>
          <p:cNvGraphicFramePr>
            <a:graphicFrameLocks noChangeAspect="1"/>
          </p:cNvGraphicFramePr>
          <p:nvPr/>
        </p:nvGraphicFramePr>
        <p:xfrm>
          <a:off x="2743200" y="3810000"/>
          <a:ext cx="1803400" cy="1193800"/>
        </p:xfrm>
        <a:graphic>
          <a:graphicData uri="http://schemas.openxmlformats.org/presentationml/2006/ole">
            <p:oleObj spid="_x0000_s306177" name="Equation" r:id="rId4" imgW="1803240" imgH="119376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8EBB82-F1FF-43F6-92BE-AABE2647AE5D}" type="slidenum">
              <a:rPr lang="en-US"/>
              <a:pPr/>
              <a:t>27</a:t>
            </a:fld>
            <a:endParaRPr lang="en-US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Non-Linear Grammar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07200" name="Object 1024"/>
          <p:cNvGraphicFramePr>
            <a:graphicFrameLocks noChangeAspect="1"/>
          </p:cNvGraphicFramePr>
          <p:nvPr/>
        </p:nvGraphicFramePr>
        <p:xfrm>
          <a:off x="4114800" y="1219200"/>
          <a:ext cx="1803400" cy="2717800"/>
        </p:xfrm>
        <a:graphic>
          <a:graphicData uri="http://schemas.openxmlformats.org/presentationml/2006/ole">
            <p:oleObj spid="_x0000_s307200" name="Equation" r:id="rId3" imgW="1803240" imgH="2717640" progId="Equation.3">
              <p:embed/>
            </p:oleObj>
          </a:graphicData>
        </a:graphic>
      </p:graphicFrame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533400" y="1143000"/>
            <a:ext cx="27543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      :</a:t>
            </a:r>
          </a:p>
        </p:txBody>
      </p:sp>
      <p:graphicFrame>
        <p:nvGraphicFramePr>
          <p:cNvPr id="307201" name="Object 1025"/>
          <p:cNvGraphicFramePr>
            <a:graphicFrameLocks noChangeAspect="1"/>
          </p:cNvGraphicFramePr>
          <p:nvPr/>
        </p:nvGraphicFramePr>
        <p:xfrm>
          <a:off x="2578100" y="1200150"/>
          <a:ext cx="393700" cy="419100"/>
        </p:xfrm>
        <a:graphic>
          <a:graphicData uri="http://schemas.openxmlformats.org/presentationml/2006/ole">
            <p:oleObj spid="_x0000_s307201" name="Equation" r:id="rId4" imgW="393480" imgH="419040" progId="Equation.3">
              <p:embed/>
            </p:oleObj>
          </a:graphicData>
        </a:graphic>
      </p:graphicFrame>
      <p:graphicFrame>
        <p:nvGraphicFramePr>
          <p:cNvPr id="307202" name="Object 1026"/>
          <p:cNvGraphicFramePr>
            <a:graphicFrameLocks noChangeAspect="1"/>
          </p:cNvGraphicFramePr>
          <p:nvPr/>
        </p:nvGraphicFramePr>
        <p:xfrm>
          <a:off x="1524000" y="4953000"/>
          <a:ext cx="5754688" cy="582613"/>
        </p:xfrm>
        <a:graphic>
          <a:graphicData uri="http://schemas.openxmlformats.org/presentationml/2006/ole">
            <p:oleObj spid="_x0000_s307202" name="Equation" r:id="rId5" imgW="5752800" imgH="583920" progId="Equation.3">
              <p:embed/>
            </p:oleObj>
          </a:graphicData>
        </a:graphic>
      </p:graphicFrame>
      <p:sp>
        <p:nvSpPr>
          <p:cNvPr id="214024" name="Line 8"/>
          <p:cNvSpPr>
            <a:spLocks noChangeShapeType="1"/>
          </p:cNvSpPr>
          <p:nvPr/>
        </p:nvSpPr>
        <p:spPr bwMode="auto">
          <a:xfrm flipV="1">
            <a:off x="3657600" y="55626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4025" name="Text Box 9"/>
          <p:cNvSpPr txBox="1">
            <a:spLocks noChangeArrowheads="1"/>
          </p:cNvSpPr>
          <p:nvPr/>
        </p:nvSpPr>
        <p:spPr bwMode="auto">
          <a:xfrm>
            <a:off x="304800" y="6096000"/>
            <a:ext cx="45481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Number of      in string</a:t>
            </a:r>
          </a:p>
        </p:txBody>
      </p:sp>
      <p:graphicFrame>
        <p:nvGraphicFramePr>
          <p:cNvPr id="307203" name="Object 1027"/>
          <p:cNvGraphicFramePr>
            <a:graphicFrameLocks noChangeAspect="1"/>
          </p:cNvGraphicFramePr>
          <p:nvPr/>
        </p:nvGraphicFramePr>
        <p:xfrm>
          <a:off x="2667000" y="6248400"/>
          <a:ext cx="292100" cy="304800"/>
        </p:xfrm>
        <a:graphic>
          <a:graphicData uri="http://schemas.openxmlformats.org/presentationml/2006/ole">
            <p:oleObj spid="_x0000_s307203" name="Equation" r:id="rId6" imgW="291960" imgH="304560" progId="Equation.3">
              <p:embed/>
            </p:oleObj>
          </a:graphicData>
        </a:graphic>
      </p:graphicFrame>
      <p:graphicFrame>
        <p:nvGraphicFramePr>
          <p:cNvPr id="307204" name="Object 1028"/>
          <p:cNvGraphicFramePr>
            <a:graphicFrameLocks noChangeAspect="1"/>
          </p:cNvGraphicFramePr>
          <p:nvPr/>
        </p:nvGraphicFramePr>
        <p:xfrm>
          <a:off x="4953000" y="6248400"/>
          <a:ext cx="368300" cy="304800"/>
        </p:xfrm>
        <a:graphic>
          <a:graphicData uri="http://schemas.openxmlformats.org/presentationml/2006/ole">
            <p:oleObj spid="_x0000_s307204" name="Equation" r:id="rId7" imgW="36828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92EE352-49C5-4AF6-A1C0-B0A2EFB9F73A}" type="slidenum">
              <a:rPr lang="en-US"/>
              <a:pPr/>
              <a:t>28</a:t>
            </a:fld>
            <a:endParaRPr lang="en-US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Linear Grammar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Grammar       : </a:t>
            </a:r>
          </a:p>
        </p:txBody>
      </p:sp>
      <p:graphicFrame>
        <p:nvGraphicFramePr>
          <p:cNvPr id="308224" name="Object 1024"/>
          <p:cNvGraphicFramePr>
            <a:graphicFrameLocks noChangeAspect="1"/>
          </p:cNvGraphicFramePr>
          <p:nvPr/>
        </p:nvGraphicFramePr>
        <p:xfrm>
          <a:off x="3733800" y="1600200"/>
          <a:ext cx="2222500" cy="1943100"/>
        </p:xfrm>
        <a:graphic>
          <a:graphicData uri="http://schemas.openxmlformats.org/presentationml/2006/ole">
            <p:oleObj spid="_x0000_s308224" name="Equation" r:id="rId3" imgW="2222280" imgH="1942920" progId="Equation.3">
              <p:embed/>
            </p:oleObj>
          </a:graphicData>
        </a:graphic>
      </p:graphicFrame>
      <p:graphicFrame>
        <p:nvGraphicFramePr>
          <p:cNvPr id="308225" name="Object 1025"/>
          <p:cNvGraphicFramePr>
            <a:graphicFrameLocks noChangeAspect="1"/>
          </p:cNvGraphicFramePr>
          <p:nvPr/>
        </p:nvGraphicFramePr>
        <p:xfrm>
          <a:off x="2374900" y="4914900"/>
          <a:ext cx="4241800" cy="709613"/>
        </p:xfrm>
        <a:graphic>
          <a:graphicData uri="http://schemas.openxmlformats.org/presentationml/2006/ole">
            <p:oleObj spid="_x0000_s308225" name="Equation" r:id="rId4" imgW="4241520" imgH="711000" progId="Equation.3">
              <p:embed/>
            </p:oleObj>
          </a:graphicData>
        </a:graphic>
      </p:graphicFrame>
      <p:graphicFrame>
        <p:nvGraphicFramePr>
          <p:cNvPr id="308226" name="Object 1026"/>
          <p:cNvGraphicFramePr>
            <a:graphicFrameLocks noChangeAspect="1"/>
          </p:cNvGraphicFramePr>
          <p:nvPr/>
        </p:nvGraphicFramePr>
        <p:xfrm>
          <a:off x="2209800" y="1600200"/>
          <a:ext cx="393700" cy="419100"/>
        </p:xfrm>
        <a:graphic>
          <a:graphicData uri="http://schemas.openxmlformats.org/presentationml/2006/ole">
            <p:oleObj spid="_x0000_s308226" name="Equation" r:id="rId5" imgW="39348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40E650-B4A2-4993-9B3E-8C953A466B35}" type="slidenum">
              <a:rPr lang="en-US"/>
              <a:pPr/>
              <a:t>29</a:t>
            </a:fld>
            <a:endParaRPr lang="en-US"/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Right-Linear Grammars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productions have form: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Example:</a:t>
            </a:r>
          </a:p>
          <a:p>
            <a:endParaRPr lang="en-US"/>
          </a:p>
        </p:txBody>
      </p:sp>
      <p:graphicFrame>
        <p:nvGraphicFramePr>
          <p:cNvPr id="309248" name="Object 1024"/>
          <p:cNvGraphicFramePr>
            <a:graphicFrameLocks noChangeAspect="1"/>
          </p:cNvGraphicFramePr>
          <p:nvPr/>
        </p:nvGraphicFramePr>
        <p:xfrm>
          <a:off x="5867400" y="990600"/>
          <a:ext cx="1638300" cy="419100"/>
        </p:xfrm>
        <a:graphic>
          <a:graphicData uri="http://schemas.openxmlformats.org/presentationml/2006/ole">
            <p:oleObj spid="_x0000_s309248" name="Equation" r:id="rId3" imgW="1638000" imgH="419040" progId="Equation.3">
              <p:embed/>
            </p:oleObj>
          </a:graphicData>
        </a:graphic>
      </p:graphicFrame>
      <p:graphicFrame>
        <p:nvGraphicFramePr>
          <p:cNvPr id="309249" name="Object 1025"/>
          <p:cNvGraphicFramePr>
            <a:graphicFrameLocks noChangeAspect="1"/>
          </p:cNvGraphicFramePr>
          <p:nvPr/>
        </p:nvGraphicFramePr>
        <p:xfrm>
          <a:off x="5943600" y="2457450"/>
          <a:ext cx="1333500" cy="419100"/>
        </p:xfrm>
        <a:graphic>
          <a:graphicData uri="http://schemas.openxmlformats.org/presentationml/2006/ole">
            <p:oleObj spid="_x0000_s309249" name="Equation" r:id="rId4" imgW="1333440" imgH="419040" progId="Equation.3">
              <p:embed/>
            </p:oleObj>
          </a:graphicData>
        </a:graphic>
      </p:graphicFrame>
      <p:sp>
        <p:nvSpPr>
          <p:cNvPr id="217094" name="Text Box 6"/>
          <p:cNvSpPr txBox="1">
            <a:spLocks noChangeArrowheads="1"/>
          </p:cNvSpPr>
          <p:nvPr/>
        </p:nvSpPr>
        <p:spPr bwMode="auto">
          <a:xfrm>
            <a:off x="6400800" y="1695450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  <p:graphicFrame>
        <p:nvGraphicFramePr>
          <p:cNvPr id="309250" name="Object 1026"/>
          <p:cNvGraphicFramePr>
            <a:graphicFrameLocks noChangeAspect="1"/>
          </p:cNvGraphicFramePr>
          <p:nvPr/>
        </p:nvGraphicFramePr>
        <p:xfrm>
          <a:off x="2438400" y="3886200"/>
          <a:ext cx="1854200" cy="1193800"/>
        </p:xfrm>
        <a:graphic>
          <a:graphicData uri="http://schemas.openxmlformats.org/presentationml/2006/ole">
            <p:oleObj spid="_x0000_s309250" name="Equation" r:id="rId5" imgW="1854000" imgH="1193760" progId="Equation.3">
              <p:embed/>
            </p:oleObj>
          </a:graphicData>
        </a:graphic>
      </p:graphicFrame>
      <p:sp>
        <p:nvSpPr>
          <p:cNvPr id="217096" name="Line 8"/>
          <p:cNvSpPr>
            <a:spLocks noChangeShapeType="1"/>
          </p:cNvSpPr>
          <p:nvPr/>
        </p:nvSpPr>
        <p:spPr bwMode="auto">
          <a:xfrm flipH="1" flipV="1">
            <a:off x="7162800" y="30480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097" name="Text Box 9"/>
          <p:cNvSpPr txBox="1">
            <a:spLocks noChangeArrowheads="1"/>
          </p:cNvSpPr>
          <p:nvPr/>
        </p:nvSpPr>
        <p:spPr bwMode="auto">
          <a:xfrm>
            <a:off x="6553200" y="3886200"/>
            <a:ext cx="19780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</a:t>
            </a:r>
          </a:p>
          <a:p>
            <a:r>
              <a:rPr lang="en-US"/>
              <a:t>terminals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1C723B-3941-4022-8B86-953500E0FCE2}" type="slidenum">
              <a:rPr lang="en-US"/>
              <a:pPr/>
              <a:t>30</a:t>
            </a:fld>
            <a:endParaRPr lang="en-US"/>
          </a:p>
        </p:txBody>
      </p:sp>
      <p:sp>
        <p:nvSpPr>
          <p:cNvPr id="2191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Left-Linear Grammars</a:t>
            </a:r>
          </a:p>
        </p:txBody>
      </p:sp>
      <p:sp>
        <p:nvSpPr>
          <p:cNvPr id="2191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productions have form: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Example:</a:t>
            </a:r>
          </a:p>
        </p:txBody>
      </p:sp>
      <p:graphicFrame>
        <p:nvGraphicFramePr>
          <p:cNvPr id="310272" name="Object 1024"/>
          <p:cNvGraphicFramePr>
            <a:graphicFrameLocks noChangeAspect="1"/>
          </p:cNvGraphicFramePr>
          <p:nvPr/>
        </p:nvGraphicFramePr>
        <p:xfrm>
          <a:off x="5867400" y="990600"/>
          <a:ext cx="1638300" cy="419100"/>
        </p:xfrm>
        <a:graphic>
          <a:graphicData uri="http://schemas.openxmlformats.org/presentationml/2006/ole">
            <p:oleObj spid="_x0000_s310272" name="Equation" r:id="rId3" imgW="1638000" imgH="419040" progId="Equation.3">
              <p:embed/>
            </p:oleObj>
          </a:graphicData>
        </a:graphic>
      </p:graphicFrame>
      <p:graphicFrame>
        <p:nvGraphicFramePr>
          <p:cNvPr id="310273" name="Object 1025"/>
          <p:cNvGraphicFramePr>
            <a:graphicFrameLocks noChangeAspect="1"/>
          </p:cNvGraphicFramePr>
          <p:nvPr/>
        </p:nvGraphicFramePr>
        <p:xfrm>
          <a:off x="2514600" y="3886200"/>
          <a:ext cx="2540000" cy="1955800"/>
        </p:xfrm>
        <a:graphic>
          <a:graphicData uri="http://schemas.openxmlformats.org/presentationml/2006/ole">
            <p:oleObj spid="_x0000_s310273" name="Equation" r:id="rId4" imgW="2539800" imgH="1955520" progId="Equation.3">
              <p:embed/>
            </p:oleObj>
          </a:graphicData>
        </a:graphic>
      </p:graphicFrame>
      <p:graphicFrame>
        <p:nvGraphicFramePr>
          <p:cNvPr id="310274" name="Object 1026"/>
          <p:cNvGraphicFramePr>
            <a:graphicFrameLocks noChangeAspect="1"/>
          </p:cNvGraphicFramePr>
          <p:nvPr/>
        </p:nvGraphicFramePr>
        <p:xfrm>
          <a:off x="5943600" y="2457450"/>
          <a:ext cx="1333500" cy="419100"/>
        </p:xfrm>
        <a:graphic>
          <a:graphicData uri="http://schemas.openxmlformats.org/presentationml/2006/ole">
            <p:oleObj spid="_x0000_s310274" name="Equation" r:id="rId5" imgW="1333440" imgH="419040" progId="Equation.3">
              <p:embed/>
            </p:oleObj>
          </a:graphicData>
        </a:graphic>
      </p:graphicFrame>
      <p:sp>
        <p:nvSpPr>
          <p:cNvPr id="219145" name="Text Box 1033"/>
          <p:cNvSpPr txBox="1">
            <a:spLocks noChangeArrowheads="1"/>
          </p:cNvSpPr>
          <p:nvPr/>
        </p:nvSpPr>
        <p:spPr bwMode="auto">
          <a:xfrm>
            <a:off x="6400800" y="1695450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  <p:sp>
        <p:nvSpPr>
          <p:cNvPr id="219146" name="Line 1034"/>
          <p:cNvSpPr>
            <a:spLocks noChangeShapeType="1"/>
          </p:cNvSpPr>
          <p:nvPr/>
        </p:nvSpPr>
        <p:spPr bwMode="auto">
          <a:xfrm flipH="1" flipV="1">
            <a:off x="7162800" y="30480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9147" name="Text Box 1035"/>
          <p:cNvSpPr txBox="1">
            <a:spLocks noChangeArrowheads="1"/>
          </p:cNvSpPr>
          <p:nvPr/>
        </p:nvSpPr>
        <p:spPr bwMode="auto">
          <a:xfrm>
            <a:off x="6553200" y="3886200"/>
            <a:ext cx="19780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of </a:t>
            </a:r>
          </a:p>
          <a:p>
            <a:r>
              <a:rPr lang="en-US"/>
              <a:t>terminals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Regular Grammars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A18A09E-3E73-4A83-AF16-94AE4FB4F06C}" type="slidenum">
              <a:rPr lang="en-US"/>
              <a:pPr/>
              <a:t>32</a:t>
            </a:fld>
            <a:endParaRPr lang="en-US"/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Grammars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>
                <a:solidFill>
                  <a:srgbClr val="FF0000"/>
                </a:solidFill>
              </a:rPr>
              <a:t>regular grammar</a:t>
            </a:r>
            <a:r>
              <a:rPr lang="en-US">
                <a:solidFill>
                  <a:srgbClr val="FF3300"/>
                </a:solidFill>
              </a:rPr>
              <a:t> </a:t>
            </a:r>
            <a:r>
              <a:rPr lang="en-US"/>
              <a:t>is any </a:t>
            </a:r>
          </a:p>
          <a:p>
            <a:r>
              <a:rPr lang="en-US"/>
              <a:t>right-linear or left-linear grammar</a:t>
            </a:r>
          </a:p>
          <a:p>
            <a:endParaRPr lang="en-US"/>
          </a:p>
          <a:p>
            <a:r>
              <a:rPr lang="en-US"/>
              <a:t>Examples:</a:t>
            </a:r>
          </a:p>
          <a:p>
            <a:endParaRPr lang="en-US"/>
          </a:p>
        </p:txBody>
      </p:sp>
      <p:graphicFrame>
        <p:nvGraphicFramePr>
          <p:cNvPr id="311296" name="Object 1024"/>
          <p:cNvGraphicFramePr>
            <a:graphicFrameLocks noChangeAspect="1"/>
          </p:cNvGraphicFramePr>
          <p:nvPr/>
        </p:nvGraphicFramePr>
        <p:xfrm>
          <a:off x="1752600" y="4343400"/>
          <a:ext cx="1854200" cy="1193800"/>
        </p:xfrm>
        <a:graphic>
          <a:graphicData uri="http://schemas.openxmlformats.org/presentationml/2006/ole">
            <p:oleObj spid="_x0000_s311296" name="Equation" r:id="rId3" imgW="1854000" imgH="1193760" progId="Equation.3">
              <p:embed/>
            </p:oleObj>
          </a:graphicData>
        </a:graphic>
      </p:graphicFrame>
      <p:graphicFrame>
        <p:nvGraphicFramePr>
          <p:cNvPr id="311297" name="Object 1025"/>
          <p:cNvGraphicFramePr>
            <a:graphicFrameLocks noChangeAspect="1"/>
          </p:cNvGraphicFramePr>
          <p:nvPr/>
        </p:nvGraphicFramePr>
        <p:xfrm>
          <a:off x="6134100" y="4267200"/>
          <a:ext cx="2540000" cy="1955800"/>
        </p:xfrm>
        <a:graphic>
          <a:graphicData uri="http://schemas.openxmlformats.org/presentationml/2006/ole">
            <p:oleObj spid="_x0000_s311297" name="Equation" r:id="rId4" imgW="2539800" imgH="1955520" progId="Equation.3">
              <p:embed/>
            </p:oleObj>
          </a:graphicData>
        </a:graphic>
      </p:graphicFrame>
      <p:graphicFrame>
        <p:nvGraphicFramePr>
          <p:cNvPr id="311298" name="Object 1026"/>
          <p:cNvGraphicFramePr>
            <a:graphicFrameLocks noChangeAspect="1"/>
          </p:cNvGraphicFramePr>
          <p:nvPr/>
        </p:nvGraphicFramePr>
        <p:xfrm>
          <a:off x="2209800" y="3352800"/>
          <a:ext cx="495300" cy="571500"/>
        </p:xfrm>
        <a:graphic>
          <a:graphicData uri="http://schemas.openxmlformats.org/presentationml/2006/ole">
            <p:oleObj spid="_x0000_s311298" name="Equation" r:id="rId5" imgW="495000" imgH="571320" progId="Equation.3">
              <p:embed/>
            </p:oleObj>
          </a:graphicData>
        </a:graphic>
      </p:graphicFrame>
      <p:graphicFrame>
        <p:nvGraphicFramePr>
          <p:cNvPr id="311299" name="Object 1027"/>
          <p:cNvGraphicFramePr>
            <a:graphicFrameLocks noChangeAspect="1"/>
          </p:cNvGraphicFramePr>
          <p:nvPr/>
        </p:nvGraphicFramePr>
        <p:xfrm>
          <a:off x="6705600" y="3352800"/>
          <a:ext cx="571500" cy="571500"/>
        </p:xfrm>
        <a:graphic>
          <a:graphicData uri="http://schemas.openxmlformats.org/presentationml/2006/ole">
            <p:oleObj spid="_x0000_s311299" name="Equation" r:id="rId6" imgW="57132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23378D-0A5C-48FC-B64F-C73326B25594}" type="slidenum">
              <a:rPr lang="en-US"/>
              <a:pPr/>
              <a:t>33</a:t>
            </a:fld>
            <a:endParaRPr lang="en-US"/>
          </a:p>
        </p:txBody>
      </p:sp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Regular grammars generate regular languages</a:t>
            </a:r>
          </a:p>
          <a:p>
            <a:endParaRPr lang="en-US"/>
          </a:p>
          <a:p>
            <a:r>
              <a:rPr lang="en-US"/>
              <a:t>Examples:</a:t>
            </a:r>
          </a:p>
        </p:txBody>
      </p:sp>
      <p:graphicFrame>
        <p:nvGraphicFramePr>
          <p:cNvPr id="312320" name="Object 0"/>
          <p:cNvGraphicFramePr>
            <a:graphicFrameLocks noChangeAspect="1"/>
          </p:cNvGraphicFramePr>
          <p:nvPr/>
        </p:nvGraphicFramePr>
        <p:xfrm>
          <a:off x="685800" y="4038600"/>
          <a:ext cx="1854200" cy="1193800"/>
        </p:xfrm>
        <a:graphic>
          <a:graphicData uri="http://schemas.openxmlformats.org/presentationml/2006/ole">
            <p:oleObj spid="_x0000_s312320" name="Equation" r:id="rId3" imgW="1854000" imgH="1193760" progId="Equation.3">
              <p:embed/>
            </p:oleObj>
          </a:graphicData>
        </a:graphic>
      </p:graphicFrame>
      <p:graphicFrame>
        <p:nvGraphicFramePr>
          <p:cNvPr id="312321" name="Object 1"/>
          <p:cNvGraphicFramePr>
            <a:graphicFrameLocks noChangeAspect="1"/>
          </p:cNvGraphicFramePr>
          <p:nvPr/>
        </p:nvGraphicFramePr>
        <p:xfrm>
          <a:off x="533400" y="5867400"/>
          <a:ext cx="3213100" cy="569913"/>
        </p:xfrm>
        <a:graphic>
          <a:graphicData uri="http://schemas.openxmlformats.org/presentationml/2006/ole">
            <p:oleObj spid="_x0000_s312321" name="Equation" r:id="rId4" imgW="3213000" imgH="571320" progId="Equation.3">
              <p:embed/>
            </p:oleObj>
          </a:graphicData>
        </a:graphic>
      </p:graphicFrame>
      <p:graphicFrame>
        <p:nvGraphicFramePr>
          <p:cNvPr id="312322" name="Object 2"/>
          <p:cNvGraphicFramePr>
            <a:graphicFrameLocks noChangeAspect="1"/>
          </p:cNvGraphicFramePr>
          <p:nvPr/>
        </p:nvGraphicFramePr>
        <p:xfrm>
          <a:off x="5257800" y="3276600"/>
          <a:ext cx="2540000" cy="1955800"/>
        </p:xfrm>
        <a:graphic>
          <a:graphicData uri="http://schemas.openxmlformats.org/presentationml/2006/ole">
            <p:oleObj spid="_x0000_s312322" name="Equation" r:id="rId5" imgW="2539800" imgH="1955520" progId="Equation.3">
              <p:embed/>
            </p:oleObj>
          </a:graphicData>
        </a:graphic>
      </p:graphicFrame>
      <p:graphicFrame>
        <p:nvGraphicFramePr>
          <p:cNvPr id="312323" name="Object 3"/>
          <p:cNvGraphicFramePr>
            <a:graphicFrameLocks noChangeAspect="1"/>
          </p:cNvGraphicFramePr>
          <p:nvPr/>
        </p:nvGraphicFramePr>
        <p:xfrm>
          <a:off x="5130800" y="5899150"/>
          <a:ext cx="3708400" cy="569913"/>
        </p:xfrm>
        <a:graphic>
          <a:graphicData uri="http://schemas.openxmlformats.org/presentationml/2006/ole">
            <p:oleObj spid="_x0000_s312323" name="Equation" r:id="rId6" imgW="3708360" imgH="571320" progId="Equation.3">
              <p:embed/>
            </p:oleObj>
          </a:graphicData>
        </a:graphic>
      </p:graphicFrame>
      <p:graphicFrame>
        <p:nvGraphicFramePr>
          <p:cNvPr id="312324" name="Object 4"/>
          <p:cNvGraphicFramePr>
            <a:graphicFrameLocks noChangeAspect="1"/>
          </p:cNvGraphicFramePr>
          <p:nvPr/>
        </p:nvGraphicFramePr>
        <p:xfrm>
          <a:off x="1143000" y="3048000"/>
          <a:ext cx="495300" cy="571500"/>
        </p:xfrm>
        <a:graphic>
          <a:graphicData uri="http://schemas.openxmlformats.org/presentationml/2006/ole">
            <p:oleObj spid="_x0000_s312324" name="Equation" r:id="rId7" imgW="495000" imgH="571320" progId="Equation.3">
              <p:embed/>
            </p:oleObj>
          </a:graphicData>
        </a:graphic>
      </p:graphicFrame>
      <p:graphicFrame>
        <p:nvGraphicFramePr>
          <p:cNvPr id="312325" name="Object 5"/>
          <p:cNvGraphicFramePr>
            <a:graphicFrameLocks noChangeAspect="1"/>
          </p:cNvGraphicFramePr>
          <p:nvPr/>
        </p:nvGraphicFramePr>
        <p:xfrm>
          <a:off x="5638800" y="2209800"/>
          <a:ext cx="571500" cy="571500"/>
        </p:xfrm>
        <a:graphic>
          <a:graphicData uri="http://schemas.openxmlformats.org/presentationml/2006/ole">
            <p:oleObj spid="_x0000_s312325" name="Equation" r:id="rId8" imgW="57132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/>
            </a:r>
            <a:br>
              <a:rPr lang="en-US"/>
            </a:br>
            <a:r>
              <a:rPr lang="en-US" sz="4400"/>
              <a:t>Regular Grammars </a:t>
            </a:r>
            <a:br>
              <a:rPr lang="en-US" sz="4400"/>
            </a:br>
            <a:r>
              <a:rPr lang="en-US" sz="4400"/>
              <a:t>Generate</a:t>
            </a:r>
            <a:br>
              <a:rPr lang="en-US" sz="4400"/>
            </a:br>
            <a:r>
              <a:rPr lang="en-US" sz="4400"/>
              <a:t>Regular Languages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6D72B6-E636-4CEA-A88C-D93DEEB0CC7C}" type="slidenum">
              <a:rPr lang="en-US"/>
              <a:pPr/>
              <a:t>35</a:t>
            </a:fld>
            <a:endParaRPr lang="en-US"/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Theorem</a:t>
            </a:r>
          </a:p>
        </p:txBody>
      </p:sp>
      <p:sp>
        <p:nvSpPr>
          <p:cNvPr id="270339" name="AutoShape 3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457200" y="1447800"/>
            <a:ext cx="3638550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Grammars</a:t>
            </a:r>
          </a:p>
        </p:txBody>
      </p:sp>
      <p:sp>
        <p:nvSpPr>
          <p:cNvPr id="270341" name="AutoShape 5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342" name="AutoShape 6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343" name="AutoShape 7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0344" name="Text Box 8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313344" name="Object 0"/>
          <p:cNvGraphicFramePr>
            <a:graphicFrameLocks noChangeAspect="1"/>
          </p:cNvGraphicFramePr>
          <p:nvPr/>
        </p:nvGraphicFramePr>
        <p:xfrm>
          <a:off x="4953000" y="1905000"/>
          <a:ext cx="762000" cy="609600"/>
        </p:xfrm>
        <a:graphic>
          <a:graphicData uri="http://schemas.openxmlformats.org/presentationml/2006/ole">
            <p:oleObj spid="_x0000_s313344" name="Equation" r:id="rId3" imgW="30456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CE5979-0CF3-4A0C-98B8-1B16EDAC2CF8}" type="slidenum">
              <a:rPr lang="en-US"/>
              <a:pPr/>
              <a:t>36</a:t>
            </a:fld>
            <a:endParaRPr lang="en-US"/>
          </a:p>
        </p:txBody>
      </p:sp>
      <p:sp>
        <p:nvSpPr>
          <p:cNvPr id="271362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Theorem - </a:t>
            </a:r>
            <a:r>
              <a:rPr lang="en-US" sz="3600">
                <a:solidFill>
                  <a:srgbClr val="FF0000"/>
                </a:solidFill>
              </a:rPr>
              <a:t>Part 1</a:t>
            </a:r>
          </a:p>
        </p:txBody>
      </p:sp>
      <p:sp>
        <p:nvSpPr>
          <p:cNvPr id="271367" name="AutoShape 7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1368" name="Text Box 8"/>
          <p:cNvSpPr txBox="1">
            <a:spLocks noChangeArrowheads="1"/>
          </p:cNvSpPr>
          <p:nvPr/>
        </p:nvSpPr>
        <p:spPr bwMode="auto">
          <a:xfrm>
            <a:off x="457200" y="1447800"/>
            <a:ext cx="3638550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Grammars</a:t>
            </a:r>
          </a:p>
        </p:txBody>
      </p:sp>
      <p:sp>
        <p:nvSpPr>
          <p:cNvPr id="271369" name="AutoShape 9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1370" name="AutoShape 10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1371" name="AutoShape 11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1372" name="Text Box 12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271373" name="Object 13"/>
          <p:cNvGraphicFramePr>
            <a:graphicFrameLocks noChangeAspect="1"/>
          </p:cNvGraphicFramePr>
          <p:nvPr/>
        </p:nvGraphicFramePr>
        <p:xfrm>
          <a:off x="4953000" y="1828800"/>
          <a:ext cx="828675" cy="784225"/>
        </p:xfrm>
        <a:graphic>
          <a:graphicData uri="http://schemas.openxmlformats.org/presentationml/2006/ole">
            <p:oleObj spid="_x0000_s271373" name="Equation" r:id="rId3" imgW="393480" imgH="368280" progId="Equation.3">
              <p:embed/>
            </p:oleObj>
          </a:graphicData>
        </a:graphic>
      </p:graphicFrame>
      <p:sp>
        <p:nvSpPr>
          <p:cNvPr id="271374" name="Text Box 14"/>
          <p:cNvSpPr txBox="1">
            <a:spLocks noChangeArrowheads="1"/>
          </p:cNvSpPr>
          <p:nvPr/>
        </p:nvSpPr>
        <p:spPr bwMode="auto">
          <a:xfrm>
            <a:off x="1524000" y="3962400"/>
            <a:ext cx="6173788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regular grammar generates</a:t>
            </a:r>
          </a:p>
          <a:p>
            <a:r>
              <a:rPr lang="en-US"/>
              <a:t>a regular language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BE2DA8-8293-4E81-87D4-508C890395EE}" type="slidenum">
              <a:rPr lang="en-US"/>
              <a:pPr/>
              <a:t>37</a:t>
            </a:fld>
            <a:endParaRPr lang="en-US"/>
          </a:p>
        </p:txBody>
      </p:sp>
      <p:sp>
        <p:nvSpPr>
          <p:cNvPr id="272386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Theorem - </a:t>
            </a:r>
            <a:r>
              <a:rPr lang="en-US" sz="3600">
                <a:solidFill>
                  <a:srgbClr val="FF0000"/>
                </a:solidFill>
              </a:rPr>
              <a:t>Part 2</a:t>
            </a:r>
          </a:p>
        </p:txBody>
      </p:sp>
      <p:sp>
        <p:nvSpPr>
          <p:cNvPr id="272387" name="AutoShape 3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2388" name="Text Box 4"/>
          <p:cNvSpPr txBox="1">
            <a:spLocks noChangeArrowheads="1"/>
          </p:cNvSpPr>
          <p:nvPr/>
        </p:nvSpPr>
        <p:spPr bwMode="auto">
          <a:xfrm>
            <a:off x="457200" y="1447800"/>
            <a:ext cx="3638550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Grammars</a:t>
            </a:r>
          </a:p>
        </p:txBody>
      </p:sp>
      <p:sp>
        <p:nvSpPr>
          <p:cNvPr id="272389" name="AutoShape 5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2390" name="AutoShape 6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2391" name="AutoShape 7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2392" name="Text Box 8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272393" name="Object 9"/>
          <p:cNvGraphicFramePr>
            <a:graphicFrameLocks noChangeAspect="1"/>
          </p:cNvGraphicFramePr>
          <p:nvPr/>
        </p:nvGraphicFramePr>
        <p:xfrm>
          <a:off x="4953000" y="1828800"/>
          <a:ext cx="828675" cy="784225"/>
        </p:xfrm>
        <a:graphic>
          <a:graphicData uri="http://schemas.openxmlformats.org/presentationml/2006/ole">
            <p:oleObj spid="_x0000_s272393" name="Equation" r:id="rId3" imgW="393480" imgH="368280" progId="Equation.3">
              <p:embed/>
            </p:oleObj>
          </a:graphicData>
        </a:graphic>
      </p:graphicFrame>
      <p:sp>
        <p:nvSpPr>
          <p:cNvPr id="272399" name="Text Box 15"/>
          <p:cNvSpPr txBox="1">
            <a:spLocks noChangeArrowheads="1"/>
          </p:cNvSpPr>
          <p:nvPr/>
        </p:nvSpPr>
        <p:spPr bwMode="auto">
          <a:xfrm>
            <a:off x="1676400" y="3962400"/>
            <a:ext cx="672147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regular language is generated </a:t>
            </a:r>
          </a:p>
          <a:p>
            <a:r>
              <a:rPr lang="en-US"/>
              <a:t>by a regular grammar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A10598-05A3-4047-8FAA-12296FFA4E0B}" type="slidenum">
              <a:rPr lang="en-US"/>
              <a:pPr/>
              <a:t>38</a:t>
            </a:fld>
            <a:endParaRPr lang="en-US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– </a:t>
            </a:r>
            <a:r>
              <a:rPr lang="en-US">
                <a:solidFill>
                  <a:srgbClr val="FF0000"/>
                </a:solidFill>
              </a:rPr>
              <a:t>Part 1</a:t>
            </a:r>
          </a:p>
        </p:txBody>
      </p:sp>
      <p:sp>
        <p:nvSpPr>
          <p:cNvPr id="227339" name="AutoShape 11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0" name="Text Box 12"/>
          <p:cNvSpPr txBox="1">
            <a:spLocks noChangeArrowheads="1"/>
          </p:cNvSpPr>
          <p:nvPr/>
        </p:nvSpPr>
        <p:spPr bwMode="auto">
          <a:xfrm>
            <a:off x="457200" y="1447800"/>
            <a:ext cx="3638550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Grammars</a:t>
            </a:r>
          </a:p>
        </p:txBody>
      </p:sp>
      <p:sp>
        <p:nvSpPr>
          <p:cNvPr id="227341" name="AutoShape 13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2" name="AutoShape 14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3" name="AutoShape 15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7344" name="Text Box 16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314368" name="Object 0"/>
          <p:cNvGraphicFramePr>
            <a:graphicFrameLocks noChangeAspect="1"/>
          </p:cNvGraphicFramePr>
          <p:nvPr/>
        </p:nvGraphicFramePr>
        <p:xfrm>
          <a:off x="4953000" y="1828800"/>
          <a:ext cx="828675" cy="784225"/>
        </p:xfrm>
        <a:graphic>
          <a:graphicData uri="http://schemas.openxmlformats.org/presentationml/2006/ole">
            <p:oleObj spid="_x0000_s314368" name="Equation" r:id="rId3" imgW="393480" imgH="368280" progId="Equation.3">
              <p:embed/>
            </p:oleObj>
          </a:graphicData>
        </a:graphic>
      </p:graphicFrame>
      <p:sp>
        <p:nvSpPr>
          <p:cNvPr id="227346" name="Text Box 18"/>
          <p:cNvSpPr txBox="1">
            <a:spLocks noChangeArrowheads="1"/>
          </p:cNvSpPr>
          <p:nvPr/>
        </p:nvSpPr>
        <p:spPr bwMode="auto">
          <a:xfrm>
            <a:off x="762000" y="4114800"/>
            <a:ext cx="69818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              generated by </a:t>
            </a:r>
          </a:p>
          <a:p>
            <a:r>
              <a:rPr lang="en-US"/>
              <a:t>any regular grammar        is regular</a:t>
            </a:r>
          </a:p>
        </p:txBody>
      </p:sp>
      <p:graphicFrame>
        <p:nvGraphicFramePr>
          <p:cNvPr id="314369" name="Object 1"/>
          <p:cNvGraphicFramePr>
            <a:graphicFrameLocks noChangeAspect="1"/>
          </p:cNvGraphicFramePr>
          <p:nvPr/>
        </p:nvGraphicFramePr>
        <p:xfrm>
          <a:off x="3657600" y="4191000"/>
          <a:ext cx="1066800" cy="533400"/>
        </p:xfrm>
        <a:graphic>
          <a:graphicData uri="http://schemas.openxmlformats.org/presentationml/2006/ole">
            <p:oleObj spid="_x0000_s314369" name="Equation" r:id="rId4" imgW="1066680" imgH="533160" progId="Equation.3">
              <p:embed/>
            </p:oleObj>
          </a:graphicData>
        </a:graphic>
      </p:graphicFrame>
      <p:graphicFrame>
        <p:nvGraphicFramePr>
          <p:cNvPr id="314370" name="Object 2"/>
          <p:cNvGraphicFramePr>
            <a:graphicFrameLocks noChangeAspect="1"/>
          </p:cNvGraphicFramePr>
          <p:nvPr/>
        </p:nvGraphicFramePr>
        <p:xfrm>
          <a:off x="5105400" y="4800600"/>
          <a:ext cx="393700" cy="419100"/>
        </p:xfrm>
        <a:graphic>
          <a:graphicData uri="http://schemas.openxmlformats.org/presentationml/2006/ole">
            <p:oleObj spid="_x0000_s314370" name="Equation" r:id="rId5" imgW="39348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199D6-3451-4937-A703-73B7F4A32920}" type="slidenum">
              <a:rPr lang="en-US"/>
              <a:pPr/>
              <a:t>39</a:t>
            </a:fld>
            <a:endParaRPr lang="en-US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case of Right-Linear Grammars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Let      be a right-linear grammar</a:t>
            </a:r>
          </a:p>
          <a:p>
            <a:endParaRPr lang="en-US"/>
          </a:p>
          <a:p>
            <a:r>
              <a:rPr lang="en-US"/>
              <a:t>We will prove:             is regular</a:t>
            </a:r>
          </a:p>
          <a:p>
            <a:endParaRPr lang="en-US"/>
          </a:p>
          <a:p>
            <a:endParaRPr lang="en-US"/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Proof idea:    </a:t>
            </a:r>
            <a:r>
              <a:rPr lang="en-US"/>
              <a:t>We will construct NFA</a:t>
            </a:r>
          </a:p>
          <a:p>
            <a:r>
              <a:rPr lang="en-US"/>
              <a:t>                        with </a:t>
            </a:r>
          </a:p>
          <a:p>
            <a:endParaRPr lang="en-US"/>
          </a:p>
        </p:txBody>
      </p:sp>
      <p:graphicFrame>
        <p:nvGraphicFramePr>
          <p:cNvPr id="315392" name="Object 1024"/>
          <p:cNvGraphicFramePr>
            <a:graphicFrameLocks noChangeAspect="1"/>
          </p:cNvGraphicFramePr>
          <p:nvPr/>
        </p:nvGraphicFramePr>
        <p:xfrm>
          <a:off x="1054100" y="1504950"/>
          <a:ext cx="393700" cy="419100"/>
        </p:xfrm>
        <a:graphic>
          <a:graphicData uri="http://schemas.openxmlformats.org/presentationml/2006/ole">
            <p:oleObj spid="_x0000_s315392" name="Equation" r:id="rId3" imgW="393480" imgH="419040" progId="Equation.3">
              <p:embed/>
            </p:oleObj>
          </a:graphicData>
        </a:graphic>
      </p:graphicFrame>
      <p:graphicFrame>
        <p:nvGraphicFramePr>
          <p:cNvPr id="315393" name="Object 1025"/>
          <p:cNvGraphicFramePr>
            <a:graphicFrameLocks noChangeAspect="1"/>
          </p:cNvGraphicFramePr>
          <p:nvPr/>
        </p:nvGraphicFramePr>
        <p:xfrm>
          <a:off x="3276600" y="2667000"/>
          <a:ext cx="1066800" cy="531813"/>
        </p:xfrm>
        <a:graphic>
          <a:graphicData uri="http://schemas.openxmlformats.org/presentationml/2006/ole">
            <p:oleObj spid="_x0000_s315393" name="Equation" r:id="rId4" imgW="1066680" imgH="533160" progId="Equation.3">
              <p:embed/>
            </p:oleObj>
          </a:graphicData>
        </a:graphic>
      </p:graphicFrame>
      <p:graphicFrame>
        <p:nvGraphicFramePr>
          <p:cNvPr id="315394" name="Object 1026"/>
          <p:cNvGraphicFramePr>
            <a:graphicFrameLocks noChangeAspect="1"/>
          </p:cNvGraphicFramePr>
          <p:nvPr/>
        </p:nvGraphicFramePr>
        <p:xfrm>
          <a:off x="7696200" y="5029200"/>
          <a:ext cx="544513" cy="393700"/>
        </p:xfrm>
        <a:graphic>
          <a:graphicData uri="http://schemas.openxmlformats.org/presentationml/2006/ole">
            <p:oleObj spid="_x0000_s315394" name="Equation" r:id="rId5" imgW="545760" imgH="393480" progId="Equation.3">
              <p:embed/>
            </p:oleObj>
          </a:graphicData>
        </a:graphic>
      </p:graphicFrame>
      <p:graphicFrame>
        <p:nvGraphicFramePr>
          <p:cNvPr id="315395" name="Object 1027"/>
          <p:cNvGraphicFramePr>
            <a:graphicFrameLocks noChangeAspect="1"/>
          </p:cNvGraphicFramePr>
          <p:nvPr/>
        </p:nvGraphicFramePr>
        <p:xfrm>
          <a:off x="4343400" y="5562600"/>
          <a:ext cx="2755900" cy="531813"/>
        </p:xfrm>
        <a:graphic>
          <a:graphicData uri="http://schemas.openxmlformats.org/presentationml/2006/ole">
            <p:oleObj spid="_x0000_s315395" name="Equation" r:id="rId6" imgW="275580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C96C4A-5269-48E0-9262-037F9E0BF299}" type="slidenum">
              <a:rPr lang="en-US"/>
              <a:pPr/>
              <a:t>40</a:t>
            </a:fld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Grammar       is right-linear</a:t>
            </a:r>
          </a:p>
          <a:p>
            <a:endParaRPr lang="en-US"/>
          </a:p>
        </p:txBody>
      </p:sp>
      <p:graphicFrame>
        <p:nvGraphicFramePr>
          <p:cNvPr id="316416" name="Object 0"/>
          <p:cNvGraphicFramePr>
            <a:graphicFrameLocks noChangeAspect="1"/>
          </p:cNvGraphicFramePr>
          <p:nvPr/>
        </p:nvGraphicFramePr>
        <p:xfrm>
          <a:off x="2197100" y="895350"/>
          <a:ext cx="393700" cy="419100"/>
        </p:xfrm>
        <a:graphic>
          <a:graphicData uri="http://schemas.openxmlformats.org/presentationml/2006/ole">
            <p:oleObj spid="_x0000_s316416" name="Equation" r:id="rId3" imgW="393480" imgH="419040" progId="Equation.3">
              <p:embed/>
            </p:oleObj>
          </a:graphicData>
        </a:graphic>
      </p:graphicFrame>
      <p:sp>
        <p:nvSpPr>
          <p:cNvPr id="229381" name="Text Box 5"/>
          <p:cNvSpPr txBox="1">
            <a:spLocks noChangeArrowheads="1"/>
          </p:cNvSpPr>
          <p:nvPr/>
        </p:nvSpPr>
        <p:spPr bwMode="auto">
          <a:xfrm>
            <a:off x="533400" y="19812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r>
              <a:rPr lang="en-US"/>
              <a:t>Example:</a:t>
            </a:r>
          </a:p>
        </p:txBody>
      </p:sp>
      <p:graphicFrame>
        <p:nvGraphicFramePr>
          <p:cNvPr id="316417" name="Object 1"/>
          <p:cNvGraphicFramePr>
            <a:graphicFrameLocks noChangeAspect="1"/>
          </p:cNvGraphicFramePr>
          <p:nvPr/>
        </p:nvGraphicFramePr>
        <p:xfrm>
          <a:off x="3124200" y="2057400"/>
          <a:ext cx="2298700" cy="2070100"/>
        </p:xfrm>
        <a:graphic>
          <a:graphicData uri="http://schemas.openxmlformats.org/presentationml/2006/ole">
            <p:oleObj spid="_x0000_s316417" name="Equation" r:id="rId4" imgW="2298600" imgH="2070000" progId="Equation.3">
              <p:embed/>
            </p:oleObj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11FF5E-8D7A-4DFC-9CDF-912C685CA7C2}" type="slidenum">
              <a:rPr lang="en-US"/>
              <a:pPr/>
              <a:t>41</a:t>
            </a:fld>
            <a:endParaRPr lang="en-US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Construct NFA         such that</a:t>
            </a:r>
          </a:p>
          <a:p>
            <a:r>
              <a:rPr lang="en-US"/>
              <a:t>every state is a grammar variable:</a:t>
            </a:r>
          </a:p>
        </p:txBody>
      </p:sp>
      <p:graphicFrame>
        <p:nvGraphicFramePr>
          <p:cNvPr id="317440" name="Object 0"/>
          <p:cNvGraphicFramePr>
            <a:graphicFrameLocks noChangeAspect="1"/>
          </p:cNvGraphicFramePr>
          <p:nvPr/>
        </p:nvGraphicFramePr>
        <p:xfrm>
          <a:off x="3327400" y="901700"/>
          <a:ext cx="544513" cy="393700"/>
        </p:xfrm>
        <a:graphic>
          <a:graphicData uri="http://schemas.openxmlformats.org/presentationml/2006/ole">
            <p:oleObj spid="_x0000_s317440" name="Equation" r:id="rId3" imgW="545760" imgH="393480" progId="Equation.3">
              <p:embed/>
            </p:oleObj>
          </a:graphicData>
        </a:graphic>
      </p:graphicFrame>
      <p:graphicFrame>
        <p:nvGraphicFramePr>
          <p:cNvPr id="317441" name="Object 1"/>
          <p:cNvGraphicFramePr>
            <a:graphicFrameLocks noChangeAspect="1"/>
          </p:cNvGraphicFramePr>
          <p:nvPr/>
        </p:nvGraphicFramePr>
        <p:xfrm>
          <a:off x="330200" y="4622800"/>
          <a:ext cx="2298700" cy="2070100"/>
        </p:xfrm>
        <a:graphic>
          <a:graphicData uri="http://schemas.openxmlformats.org/presentationml/2006/ole">
            <p:oleObj spid="_x0000_s317441" name="Equation" r:id="rId4" imgW="2298600" imgH="2070000" progId="Equation.3">
              <p:embed/>
            </p:oleObj>
          </a:graphicData>
        </a:graphic>
      </p:graphicFrame>
      <p:sp>
        <p:nvSpPr>
          <p:cNvPr id="230406" name="Oval 6"/>
          <p:cNvSpPr>
            <a:spLocks noChangeArrowheads="1"/>
          </p:cNvSpPr>
          <p:nvPr/>
        </p:nvSpPr>
        <p:spPr bwMode="auto">
          <a:xfrm>
            <a:off x="2057400" y="30480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0407" name="Oval 7"/>
          <p:cNvSpPr>
            <a:spLocks noChangeArrowheads="1"/>
          </p:cNvSpPr>
          <p:nvPr/>
        </p:nvSpPr>
        <p:spPr bwMode="auto">
          <a:xfrm>
            <a:off x="3962400" y="22098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0408" name="Oval 8"/>
          <p:cNvSpPr>
            <a:spLocks noChangeArrowheads="1"/>
          </p:cNvSpPr>
          <p:nvPr/>
        </p:nvSpPr>
        <p:spPr bwMode="auto">
          <a:xfrm>
            <a:off x="3962400" y="40386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0409" name="Oval 9"/>
          <p:cNvSpPr>
            <a:spLocks noChangeArrowheads="1"/>
          </p:cNvSpPr>
          <p:nvPr/>
        </p:nvSpPr>
        <p:spPr bwMode="auto">
          <a:xfrm>
            <a:off x="59436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17442" name="Object 2"/>
          <p:cNvGraphicFramePr>
            <a:graphicFrameLocks noChangeAspect="1"/>
          </p:cNvGraphicFramePr>
          <p:nvPr/>
        </p:nvGraphicFramePr>
        <p:xfrm>
          <a:off x="2287588" y="3201988"/>
          <a:ext cx="303212" cy="381000"/>
        </p:xfrm>
        <a:graphic>
          <a:graphicData uri="http://schemas.openxmlformats.org/presentationml/2006/ole">
            <p:oleObj spid="_x0000_s317442" name="Equation" r:id="rId5" imgW="304560" imgH="380880" progId="Equation.3">
              <p:embed/>
            </p:oleObj>
          </a:graphicData>
        </a:graphic>
      </p:graphicFrame>
      <p:graphicFrame>
        <p:nvGraphicFramePr>
          <p:cNvPr id="317443" name="Object 3"/>
          <p:cNvGraphicFramePr>
            <a:graphicFrameLocks noChangeAspect="1"/>
          </p:cNvGraphicFramePr>
          <p:nvPr/>
        </p:nvGraphicFramePr>
        <p:xfrm>
          <a:off x="6089650" y="3244850"/>
          <a:ext cx="520700" cy="520700"/>
        </p:xfrm>
        <a:graphic>
          <a:graphicData uri="http://schemas.openxmlformats.org/presentationml/2006/ole">
            <p:oleObj spid="_x0000_s317443" name="Equation" r:id="rId6" imgW="520560" imgH="520560" progId="Equation.3">
              <p:embed/>
            </p:oleObj>
          </a:graphicData>
        </a:graphic>
      </p:graphicFrame>
      <p:graphicFrame>
        <p:nvGraphicFramePr>
          <p:cNvPr id="317444" name="Object 4"/>
          <p:cNvGraphicFramePr>
            <a:graphicFrameLocks noChangeAspect="1"/>
          </p:cNvGraphicFramePr>
          <p:nvPr/>
        </p:nvGraphicFramePr>
        <p:xfrm>
          <a:off x="4191000" y="2362200"/>
          <a:ext cx="330200" cy="368300"/>
        </p:xfrm>
        <a:graphic>
          <a:graphicData uri="http://schemas.openxmlformats.org/presentationml/2006/ole">
            <p:oleObj spid="_x0000_s317444" name="Equation" r:id="rId7" imgW="330120" imgH="368280" progId="Equation.3">
              <p:embed/>
            </p:oleObj>
          </a:graphicData>
        </a:graphic>
      </p:graphicFrame>
      <p:graphicFrame>
        <p:nvGraphicFramePr>
          <p:cNvPr id="317445" name="Object 5"/>
          <p:cNvGraphicFramePr>
            <a:graphicFrameLocks noChangeAspect="1"/>
          </p:cNvGraphicFramePr>
          <p:nvPr/>
        </p:nvGraphicFramePr>
        <p:xfrm>
          <a:off x="4114800" y="4191000"/>
          <a:ext cx="330200" cy="368300"/>
        </p:xfrm>
        <a:graphic>
          <a:graphicData uri="http://schemas.openxmlformats.org/presentationml/2006/ole">
            <p:oleObj spid="_x0000_s317445" name="Equation" r:id="rId8" imgW="330120" imgH="368280" progId="Equation.3">
              <p:embed/>
            </p:oleObj>
          </a:graphicData>
        </a:graphic>
      </p:graphicFrame>
      <p:sp>
        <p:nvSpPr>
          <p:cNvPr id="230414" name="Line 14"/>
          <p:cNvSpPr>
            <a:spLocks noChangeShapeType="1"/>
          </p:cNvSpPr>
          <p:nvPr/>
        </p:nvSpPr>
        <p:spPr bwMode="auto">
          <a:xfrm>
            <a:off x="1371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0415" name="Text Box 15"/>
          <p:cNvSpPr txBox="1">
            <a:spLocks noChangeArrowheads="1"/>
          </p:cNvSpPr>
          <p:nvPr/>
        </p:nvSpPr>
        <p:spPr bwMode="auto">
          <a:xfrm>
            <a:off x="6972300" y="2895600"/>
            <a:ext cx="21717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special</a:t>
            </a:r>
          </a:p>
          <a:p>
            <a:r>
              <a:rPr lang="en-US">
                <a:solidFill>
                  <a:srgbClr val="FF0000"/>
                </a:solidFill>
              </a:rPr>
              <a:t>final state</a:t>
            </a:r>
          </a:p>
        </p:txBody>
      </p:sp>
      <p:sp>
        <p:nvSpPr>
          <p:cNvPr id="230416" name="Oval 16"/>
          <p:cNvSpPr>
            <a:spLocks noChangeArrowheads="1"/>
          </p:cNvSpPr>
          <p:nvPr/>
        </p:nvSpPr>
        <p:spPr bwMode="auto">
          <a:xfrm>
            <a:off x="5791200" y="29718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932889-C75B-4124-9B38-1D537415EEEC}" type="slidenum">
              <a:rPr lang="en-US"/>
              <a:pPr/>
              <a:t>42</a:t>
            </a:fld>
            <a:endParaRPr lang="en-US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edges for each production:</a:t>
            </a:r>
          </a:p>
        </p:txBody>
      </p:sp>
      <p:sp>
        <p:nvSpPr>
          <p:cNvPr id="231428" name="Oval 4"/>
          <p:cNvSpPr>
            <a:spLocks noChangeArrowheads="1"/>
          </p:cNvSpPr>
          <p:nvPr/>
        </p:nvSpPr>
        <p:spPr bwMode="auto">
          <a:xfrm>
            <a:off x="2057400" y="30480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1429" name="Oval 5"/>
          <p:cNvSpPr>
            <a:spLocks noChangeArrowheads="1"/>
          </p:cNvSpPr>
          <p:nvPr/>
        </p:nvSpPr>
        <p:spPr bwMode="auto">
          <a:xfrm>
            <a:off x="3962400" y="22098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1430" name="Oval 6"/>
          <p:cNvSpPr>
            <a:spLocks noChangeArrowheads="1"/>
          </p:cNvSpPr>
          <p:nvPr/>
        </p:nvSpPr>
        <p:spPr bwMode="auto">
          <a:xfrm>
            <a:off x="3962400" y="40386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1431" name="Oval 7"/>
          <p:cNvSpPr>
            <a:spLocks noChangeArrowheads="1"/>
          </p:cNvSpPr>
          <p:nvPr/>
        </p:nvSpPr>
        <p:spPr bwMode="auto">
          <a:xfrm>
            <a:off x="59436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18464" name="Object 0"/>
          <p:cNvGraphicFramePr>
            <a:graphicFrameLocks noChangeAspect="1"/>
          </p:cNvGraphicFramePr>
          <p:nvPr/>
        </p:nvGraphicFramePr>
        <p:xfrm>
          <a:off x="2287588" y="3201988"/>
          <a:ext cx="303212" cy="381000"/>
        </p:xfrm>
        <a:graphic>
          <a:graphicData uri="http://schemas.openxmlformats.org/presentationml/2006/ole">
            <p:oleObj spid="_x0000_s318464" name="Equation" r:id="rId3" imgW="304560" imgH="380880" progId="Equation.3">
              <p:embed/>
            </p:oleObj>
          </a:graphicData>
        </a:graphic>
      </p:graphicFrame>
      <p:graphicFrame>
        <p:nvGraphicFramePr>
          <p:cNvPr id="318465" name="Object 1"/>
          <p:cNvGraphicFramePr>
            <a:graphicFrameLocks noChangeAspect="1"/>
          </p:cNvGraphicFramePr>
          <p:nvPr/>
        </p:nvGraphicFramePr>
        <p:xfrm>
          <a:off x="6089650" y="3244850"/>
          <a:ext cx="520700" cy="520700"/>
        </p:xfrm>
        <a:graphic>
          <a:graphicData uri="http://schemas.openxmlformats.org/presentationml/2006/ole">
            <p:oleObj spid="_x0000_s318465" name="Equation" r:id="rId4" imgW="520560" imgH="520560" progId="Equation.3">
              <p:embed/>
            </p:oleObj>
          </a:graphicData>
        </a:graphic>
      </p:graphicFrame>
      <p:graphicFrame>
        <p:nvGraphicFramePr>
          <p:cNvPr id="318466" name="Object 2"/>
          <p:cNvGraphicFramePr>
            <a:graphicFrameLocks noChangeAspect="1"/>
          </p:cNvGraphicFramePr>
          <p:nvPr/>
        </p:nvGraphicFramePr>
        <p:xfrm>
          <a:off x="4191000" y="2362200"/>
          <a:ext cx="330200" cy="368300"/>
        </p:xfrm>
        <a:graphic>
          <a:graphicData uri="http://schemas.openxmlformats.org/presentationml/2006/ole">
            <p:oleObj spid="_x0000_s318466" name="Equation" r:id="rId5" imgW="330120" imgH="368280" progId="Equation.3">
              <p:embed/>
            </p:oleObj>
          </a:graphicData>
        </a:graphic>
      </p:graphicFrame>
      <p:graphicFrame>
        <p:nvGraphicFramePr>
          <p:cNvPr id="318467" name="Object 3"/>
          <p:cNvGraphicFramePr>
            <a:graphicFrameLocks noChangeAspect="1"/>
          </p:cNvGraphicFramePr>
          <p:nvPr/>
        </p:nvGraphicFramePr>
        <p:xfrm>
          <a:off x="4114800" y="4191000"/>
          <a:ext cx="330200" cy="368300"/>
        </p:xfrm>
        <a:graphic>
          <a:graphicData uri="http://schemas.openxmlformats.org/presentationml/2006/ole">
            <p:oleObj spid="_x0000_s318467" name="Equation" r:id="rId6" imgW="330120" imgH="368280" progId="Equation.3">
              <p:embed/>
            </p:oleObj>
          </a:graphicData>
        </a:graphic>
      </p:graphicFrame>
      <p:sp>
        <p:nvSpPr>
          <p:cNvPr id="231436" name="Line 12"/>
          <p:cNvSpPr>
            <a:spLocks noChangeShapeType="1"/>
          </p:cNvSpPr>
          <p:nvPr/>
        </p:nvSpPr>
        <p:spPr bwMode="auto">
          <a:xfrm>
            <a:off x="1371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1437" name="Line 13"/>
          <p:cNvSpPr>
            <a:spLocks noChangeShapeType="1"/>
          </p:cNvSpPr>
          <p:nvPr/>
        </p:nvSpPr>
        <p:spPr bwMode="auto">
          <a:xfrm flipV="1">
            <a:off x="2667000" y="25908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18468" name="Object 4"/>
          <p:cNvGraphicFramePr>
            <a:graphicFrameLocks noChangeAspect="1"/>
          </p:cNvGraphicFramePr>
          <p:nvPr/>
        </p:nvGraphicFramePr>
        <p:xfrm>
          <a:off x="3124200" y="2590800"/>
          <a:ext cx="265113" cy="279400"/>
        </p:xfrm>
        <a:graphic>
          <a:graphicData uri="http://schemas.openxmlformats.org/presentationml/2006/ole">
            <p:oleObj spid="_x0000_s318468" name="Equation" r:id="rId7" imgW="266400" imgH="279360" progId="Equation.3">
              <p:embed/>
            </p:oleObj>
          </a:graphicData>
        </a:graphic>
      </p:graphicFrame>
      <p:graphicFrame>
        <p:nvGraphicFramePr>
          <p:cNvPr id="318469" name="Object 5"/>
          <p:cNvGraphicFramePr>
            <a:graphicFrameLocks noChangeAspect="1"/>
          </p:cNvGraphicFramePr>
          <p:nvPr/>
        </p:nvGraphicFramePr>
        <p:xfrm>
          <a:off x="450850" y="5314950"/>
          <a:ext cx="1600200" cy="419100"/>
        </p:xfrm>
        <a:graphic>
          <a:graphicData uri="http://schemas.openxmlformats.org/presentationml/2006/ole">
            <p:oleObj spid="_x0000_s318469" name="Equation" r:id="rId8" imgW="1600200" imgH="419040" progId="Equation.3">
              <p:embed/>
            </p:oleObj>
          </a:graphicData>
        </a:graphic>
      </p:graphicFrame>
      <p:sp>
        <p:nvSpPr>
          <p:cNvPr id="231440" name="Oval 16"/>
          <p:cNvSpPr>
            <a:spLocks noChangeArrowheads="1"/>
          </p:cNvSpPr>
          <p:nvPr/>
        </p:nvSpPr>
        <p:spPr bwMode="auto">
          <a:xfrm>
            <a:off x="5791200" y="29718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7699D5-A935-486E-BA7E-C0DBAAF7DAC2}" type="slidenum">
              <a:rPr lang="en-US"/>
              <a:pPr/>
              <a:t>43</a:t>
            </a:fld>
            <a:endParaRPr lang="en-US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32452" name="Oval 4"/>
          <p:cNvSpPr>
            <a:spLocks noChangeArrowheads="1"/>
          </p:cNvSpPr>
          <p:nvPr/>
        </p:nvSpPr>
        <p:spPr bwMode="auto">
          <a:xfrm>
            <a:off x="2057400" y="30480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2453" name="Oval 5"/>
          <p:cNvSpPr>
            <a:spLocks noChangeArrowheads="1"/>
          </p:cNvSpPr>
          <p:nvPr/>
        </p:nvSpPr>
        <p:spPr bwMode="auto">
          <a:xfrm>
            <a:off x="3962400" y="22098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2454" name="Oval 6"/>
          <p:cNvSpPr>
            <a:spLocks noChangeArrowheads="1"/>
          </p:cNvSpPr>
          <p:nvPr/>
        </p:nvSpPr>
        <p:spPr bwMode="auto">
          <a:xfrm>
            <a:off x="3962400" y="40386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2455" name="Oval 7"/>
          <p:cNvSpPr>
            <a:spLocks noChangeArrowheads="1"/>
          </p:cNvSpPr>
          <p:nvPr/>
        </p:nvSpPr>
        <p:spPr bwMode="auto">
          <a:xfrm>
            <a:off x="59436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19488" name="Object 0"/>
          <p:cNvGraphicFramePr>
            <a:graphicFrameLocks noChangeAspect="1"/>
          </p:cNvGraphicFramePr>
          <p:nvPr/>
        </p:nvGraphicFramePr>
        <p:xfrm>
          <a:off x="2287588" y="3201988"/>
          <a:ext cx="303212" cy="381000"/>
        </p:xfrm>
        <a:graphic>
          <a:graphicData uri="http://schemas.openxmlformats.org/presentationml/2006/ole">
            <p:oleObj spid="_x0000_s319488" name="Equation" r:id="rId3" imgW="304560" imgH="380880" progId="Equation.3">
              <p:embed/>
            </p:oleObj>
          </a:graphicData>
        </a:graphic>
      </p:graphicFrame>
      <p:graphicFrame>
        <p:nvGraphicFramePr>
          <p:cNvPr id="319489" name="Object 1"/>
          <p:cNvGraphicFramePr>
            <a:graphicFrameLocks noChangeAspect="1"/>
          </p:cNvGraphicFramePr>
          <p:nvPr/>
        </p:nvGraphicFramePr>
        <p:xfrm>
          <a:off x="6089650" y="3244850"/>
          <a:ext cx="520700" cy="520700"/>
        </p:xfrm>
        <a:graphic>
          <a:graphicData uri="http://schemas.openxmlformats.org/presentationml/2006/ole">
            <p:oleObj spid="_x0000_s319489" name="Equation" r:id="rId4" imgW="520560" imgH="520560" progId="Equation.3">
              <p:embed/>
            </p:oleObj>
          </a:graphicData>
        </a:graphic>
      </p:graphicFrame>
      <p:graphicFrame>
        <p:nvGraphicFramePr>
          <p:cNvPr id="319490" name="Object 2"/>
          <p:cNvGraphicFramePr>
            <a:graphicFrameLocks noChangeAspect="1"/>
          </p:cNvGraphicFramePr>
          <p:nvPr/>
        </p:nvGraphicFramePr>
        <p:xfrm>
          <a:off x="4191000" y="2362200"/>
          <a:ext cx="330200" cy="368300"/>
        </p:xfrm>
        <a:graphic>
          <a:graphicData uri="http://schemas.openxmlformats.org/presentationml/2006/ole">
            <p:oleObj spid="_x0000_s319490" name="Equation" r:id="rId5" imgW="330120" imgH="368280" progId="Equation.3">
              <p:embed/>
            </p:oleObj>
          </a:graphicData>
        </a:graphic>
      </p:graphicFrame>
      <p:graphicFrame>
        <p:nvGraphicFramePr>
          <p:cNvPr id="319491" name="Object 3"/>
          <p:cNvGraphicFramePr>
            <a:graphicFrameLocks noChangeAspect="1"/>
          </p:cNvGraphicFramePr>
          <p:nvPr/>
        </p:nvGraphicFramePr>
        <p:xfrm>
          <a:off x="4114800" y="4191000"/>
          <a:ext cx="330200" cy="368300"/>
        </p:xfrm>
        <a:graphic>
          <a:graphicData uri="http://schemas.openxmlformats.org/presentationml/2006/ole">
            <p:oleObj spid="_x0000_s319491" name="Equation" r:id="rId6" imgW="330120" imgH="368280" progId="Equation.3">
              <p:embed/>
            </p:oleObj>
          </a:graphicData>
        </a:graphic>
      </p:graphicFrame>
      <p:sp>
        <p:nvSpPr>
          <p:cNvPr id="232460" name="Line 12"/>
          <p:cNvSpPr>
            <a:spLocks noChangeShapeType="1"/>
          </p:cNvSpPr>
          <p:nvPr/>
        </p:nvSpPr>
        <p:spPr bwMode="auto">
          <a:xfrm>
            <a:off x="1371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2461" name="Line 13"/>
          <p:cNvSpPr>
            <a:spLocks noChangeShapeType="1"/>
          </p:cNvSpPr>
          <p:nvPr/>
        </p:nvSpPr>
        <p:spPr bwMode="auto">
          <a:xfrm flipV="1">
            <a:off x="2667000" y="25908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19492" name="Object 4"/>
          <p:cNvGraphicFramePr>
            <a:graphicFrameLocks noChangeAspect="1"/>
          </p:cNvGraphicFramePr>
          <p:nvPr/>
        </p:nvGraphicFramePr>
        <p:xfrm>
          <a:off x="3200400" y="2514600"/>
          <a:ext cx="265113" cy="279400"/>
        </p:xfrm>
        <a:graphic>
          <a:graphicData uri="http://schemas.openxmlformats.org/presentationml/2006/ole">
            <p:oleObj spid="_x0000_s319492" name="Equation" r:id="rId7" imgW="266400" imgH="279360" progId="Equation.3">
              <p:embed/>
            </p:oleObj>
          </a:graphicData>
        </a:graphic>
      </p:graphicFrame>
      <p:graphicFrame>
        <p:nvGraphicFramePr>
          <p:cNvPr id="319493" name="Object 5"/>
          <p:cNvGraphicFramePr>
            <a:graphicFrameLocks noChangeAspect="1"/>
          </p:cNvGraphicFramePr>
          <p:nvPr/>
        </p:nvGraphicFramePr>
        <p:xfrm>
          <a:off x="425450" y="5232400"/>
          <a:ext cx="2209800" cy="531813"/>
        </p:xfrm>
        <a:graphic>
          <a:graphicData uri="http://schemas.openxmlformats.org/presentationml/2006/ole">
            <p:oleObj spid="_x0000_s319493" name="Equation" r:id="rId8" imgW="2209680" imgH="533160" progId="Equation.3">
              <p:embed/>
            </p:oleObj>
          </a:graphicData>
        </a:graphic>
      </p:graphicFrame>
      <p:sp>
        <p:nvSpPr>
          <p:cNvPr id="232464" name="Line 16"/>
          <p:cNvSpPr>
            <a:spLocks noChangeShapeType="1"/>
          </p:cNvSpPr>
          <p:nvPr/>
        </p:nvSpPr>
        <p:spPr bwMode="auto">
          <a:xfrm>
            <a:off x="2667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19494" name="Object 6"/>
          <p:cNvGraphicFramePr>
            <a:graphicFrameLocks noChangeAspect="1"/>
          </p:cNvGraphicFramePr>
          <p:nvPr/>
        </p:nvGraphicFramePr>
        <p:xfrm>
          <a:off x="3200400" y="3505200"/>
          <a:ext cx="303213" cy="381000"/>
        </p:xfrm>
        <a:graphic>
          <a:graphicData uri="http://schemas.openxmlformats.org/presentationml/2006/ole">
            <p:oleObj spid="_x0000_s319494" name="Equation" r:id="rId9" imgW="304560" imgH="380880" progId="Equation.3">
              <p:embed/>
            </p:oleObj>
          </a:graphicData>
        </a:graphic>
      </p:graphicFrame>
      <p:sp>
        <p:nvSpPr>
          <p:cNvPr id="232466" name="Oval 18"/>
          <p:cNvSpPr>
            <a:spLocks noChangeArrowheads="1"/>
          </p:cNvSpPr>
          <p:nvPr/>
        </p:nvSpPr>
        <p:spPr bwMode="auto">
          <a:xfrm>
            <a:off x="5791200" y="29718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570C2C-728A-47D4-8B9B-9CF08286D23C}" type="slidenum">
              <a:rPr lang="en-US"/>
              <a:pPr/>
              <a:t>44</a:t>
            </a:fld>
            <a:endParaRPr lang="en-US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33476" name="Oval 4"/>
          <p:cNvSpPr>
            <a:spLocks noChangeArrowheads="1"/>
          </p:cNvSpPr>
          <p:nvPr/>
        </p:nvSpPr>
        <p:spPr bwMode="auto">
          <a:xfrm>
            <a:off x="2057400" y="30480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3477" name="Oval 5"/>
          <p:cNvSpPr>
            <a:spLocks noChangeArrowheads="1"/>
          </p:cNvSpPr>
          <p:nvPr/>
        </p:nvSpPr>
        <p:spPr bwMode="auto">
          <a:xfrm>
            <a:off x="3962400" y="838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3478" name="Oval 6"/>
          <p:cNvSpPr>
            <a:spLocks noChangeArrowheads="1"/>
          </p:cNvSpPr>
          <p:nvPr/>
        </p:nvSpPr>
        <p:spPr bwMode="auto">
          <a:xfrm>
            <a:off x="3962400" y="40386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3479" name="Oval 7"/>
          <p:cNvSpPr>
            <a:spLocks noChangeArrowheads="1"/>
          </p:cNvSpPr>
          <p:nvPr/>
        </p:nvSpPr>
        <p:spPr bwMode="auto">
          <a:xfrm>
            <a:off x="59436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0512" name="Object 0"/>
          <p:cNvGraphicFramePr>
            <a:graphicFrameLocks noChangeAspect="1"/>
          </p:cNvGraphicFramePr>
          <p:nvPr/>
        </p:nvGraphicFramePr>
        <p:xfrm>
          <a:off x="2287588" y="3201988"/>
          <a:ext cx="303212" cy="381000"/>
        </p:xfrm>
        <a:graphic>
          <a:graphicData uri="http://schemas.openxmlformats.org/presentationml/2006/ole">
            <p:oleObj spid="_x0000_s320512" name="Equation" r:id="rId3" imgW="304560" imgH="380880" progId="Equation.3">
              <p:embed/>
            </p:oleObj>
          </a:graphicData>
        </a:graphic>
      </p:graphicFrame>
      <p:graphicFrame>
        <p:nvGraphicFramePr>
          <p:cNvPr id="320513" name="Object 1"/>
          <p:cNvGraphicFramePr>
            <a:graphicFrameLocks noChangeAspect="1"/>
          </p:cNvGraphicFramePr>
          <p:nvPr/>
        </p:nvGraphicFramePr>
        <p:xfrm>
          <a:off x="6089650" y="3244850"/>
          <a:ext cx="520700" cy="520700"/>
        </p:xfrm>
        <a:graphic>
          <a:graphicData uri="http://schemas.openxmlformats.org/presentationml/2006/ole">
            <p:oleObj spid="_x0000_s320513" name="Equation" r:id="rId4" imgW="520560" imgH="520560" progId="Equation.3">
              <p:embed/>
            </p:oleObj>
          </a:graphicData>
        </a:graphic>
      </p:graphicFrame>
      <p:graphicFrame>
        <p:nvGraphicFramePr>
          <p:cNvPr id="320514" name="Object 2"/>
          <p:cNvGraphicFramePr>
            <a:graphicFrameLocks noChangeAspect="1"/>
          </p:cNvGraphicFramePr>
          <p:nvPr/>
        </p:nvGraphicFramePr>
        <p:xfrm>
          <a:off x="4191000" y="990600"/>
          <a:ext cx="330200" cy="368300"/>
        </p:xfrm>
        <a:graphic>
          <a:graphicData uri="http://schemas.openxmlformats.org/presentationml/2006/ole">
            <p:oleObj spid="_x0000_s320514" name="Equation" r:id="rId5" imgW="330120" imgH="368280" progId="Equation.3">
              <p:embed/>
            </p:oleObj>
          </a:graphicData>
        </a:graphic>
      </p:graphicFrame>
      <p:graphicFrame>
        <p:nvGraphicFramePr>
          <p:cNvPr id="320515" name="Object 3"/>
          <p:cNvGraphicFramePr>
            <a:graphicFrameLocks noChangeAspect="1"/>
          </p:cNvGraphicFramePr>
          <p:nvPr/>
        </p:nvGraphicFramePr>
        <p:xfrm>
          <a:off x="4114800" y="4191000"/>
          <a:ext cx="330200" cy="368300"/>
        </p:xfrm>
        <a:graphic>
          <a:graphicData uri="http://schemas.openxmlformats.org/presentationml/2006/ole">
            <p:oleObj spid="_x0000_s320515" name="Equation" r:id="rId6" imgW="330120" imgH="368280" progId="Equation.3">
              <p:embed/>
            </p:oleObj>
          </a:graphicData>
        </a:graphic>
      </p:graphicFrame>
      <p:sp>
        <p:nvSpPr>
          <p:cNvPr id="233484" name="Line 12"/>
          <p:cNvSpPr>
            <a:spLocks noChangeShapeType="1"/>
          </p:cNvSpPr>
          <p:nvPr/>
        </p:nvSpPr>
        <p:spPr bwMode="auto">
          <a:xfrm>
            <a:off x="1371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3485" name="Line 13"/>
          <p:cNvSpPr>
            <a:spLocks noChangeShapeType="1"/>
          </p:cNvSpPr>
          <p:nvPr/>
        </p:nvSpPr>
        <p:spPr bwMode="auto">
          <a:xfrm flipV="1">
            <a:off x="2667000" y="12954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0516" name="Object 4"/>
          <p:cNvGraphicFramePr>
            <a:graphicFrameLocks noChangeAspect="1"/>
          </p:cNvGraphicFramePr>
          <p:nvPr/>
        </p:nvGraphicFramePr>
        <p:xfrm>
          <a:off x="2895600" y="1981200"/>
          <a:ext cx="265113" cy="279400"/>
        </p:xfrm>
        <a:graphic>
          <a:graphicData uri="http://schemas.openxmlformats.org/presentationml/2006/ole">
            <p:oleObj spid="_x0000_s320516" name="Equation" r:id="rId7" imgW="266400" imgH="279360" progId="Equation.3">
              <p:embed/>
            </p:oleObj>
          </a:graphicData>
        </a:graphic>
      </p:graphicFrame>
      <p:sp>
        <p:nvSpPr>
          <p:cNvPr id="233487" name="Line 15"/>
          <p:cNvSpPr>
            <a:spLocks noChangeShapeType="1"/>
          </p:cNvSpPr>
          <p:nvPr/>
        </p:nvSpPr>
        <p:spPr bwMode="auto">
          <a:xfrm>
            <a:off x="2667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0517" name="Object 5"/>
          <p:cNvGraphicFramePr>
            <a:graphicFrameLocks noChangeAspect="1"/>
          </p:cNvGraphicFramePr>
          <p:nvPr/>
        </p:nvGraphicFramePr>
        <p:xfrm>
          <a:off x="3200400" y="3505200"/>
          <a:ext cx="303213" cy="381000"/>
        </p:xfrm>
        <a:graphic>
          <a:graphicData uri="http://schemas.openxmlformats.org/presentationml/2006/ole">
            <p:oleObj spid="_x0000_s320517" name="Equation" r:id="rId8" imgW="304560" imgH="380880" progId="Equation.3">
              <p:embed/>
            </p:oleObj>
          </a:graphicData>
        </a:graphic>
      </p:graphicFrame>
      <p:graphicFrame>
        <p:nvGraphicFramePr>
          <p:cNvPr id="320518" name="Object 6"/>
          <p:cNvGraphicFramePr>
            <a:graphicFrameLocks noChangeAspect="1"/>
          </p:cNvGraphicFramePr>
          <p:nvPr/>
        </p:nvGraphicFramePr>
        <p:xfrm>
          <a:off x="374650" y="5010150"/>
          <a:ext cx="2209800" cy="1295400"/>
        </p:xfrm>
        <a:graphic>
          <a:graphicData uri="http://schemas.openxmlformats.org/presentationml/2006/ole">
            <p:oleObj spid="_x0000_s320518" name="Equation" r:id="rId9" imgW="2209680" imgH="1295280" progId="Equation.3">
              <p:embed/>
            </p:oleObj>
          </a:graphicData>
        </a:graphic>
      </p:graphicFrame>
      <p:sp>
        <p:nvSpPr>
          <p:cNvPr id="233490" name="Oval 18"/>
          <p:cNvSpPr>
            <a:spLocks noChangeArrowheads="1"/>
          </p:cNvSpPr>
          <p:nvPr/>
        </p:nvSpPr>
        <p:spPr bwMode="auto">
          <a:xfrm>
            <a:off x="4114800" y="25908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3491" name="Line 19"/>
          <p:cNvSpPr>
            <a:spLocks noChangeShapeType="1"/>
          </p:cNvSpPr>
          <p:nvPr/>
        </p:nvSpPr>
        <p:spPr bwMode="auto">
          <a:xfrm>
            <a:off x="4343400" y="1524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3492" name="Line 20"/>
          <p:cNvSpPr>
            <a:spLocks noChangeShapeType="1"/>
          </p:cNvSpPr>
          <p:nvPr/>
        </p:nvSpPr>
        <p:spPr bwMode="auto">
          <a:xfrm>
            <a:off x="4343400" y="3048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0519" name="Object 7"/>
          <p:cNvGraphicFramePr>
            <a:graphicFrameLocks noChangeAspect="1"/>
          </p:cNvGraphicFramePr>
          <p:nvPr/>
        </p:nvGraphicFramePr>
        <p:xfrm>
          <a:off x="4419600" y="1828800"/>
          <a:ext cx="265113" cy="279400"/>
        </p:xfrm>
        <a:graphic>
          <a:graphicData uri="http://schemas.openxmlformats.org/presentationml/2006/ole">
            <p:oleObj spid="_x0000_s320519" name="Equation" r:id="rId10" imgW="266400" imgH="279360" progId="Equation.3">
              <p:embed/>
            </p:oleObj>
          </a:graphicData>
        </a:graphic>
      </p:graphicFrame>
      <p:graphicFrame>
        <p:nvGraphicFramePr>
          <p:cNvPr id="320520" name="Object 8"/>
          <p:cNvGraphicFramePr>
            <a:graphicFrameLocks noChangeAspect="1"/>
          </p:cNvGraphicFramePr>
          <p:nvPr/>
        </p:nvGraphicFramePr>
        <p:xfrm>
          <a:off x="4419600" y="3429000"/>
          <a:ext cx="265113" cy="279400"/>
        </p:xfrm>
        <a:graphic>
          <a:graphicData uri="http://schemas.openxmlformats.org/presentationml/2006/ole">
            <p:oleObj spid="_x0000_s320520" name="Equation" r:id="rId11" imgW="266400" imgH="279360" progId="Equation.3">
              <p:embed/>
            </p:oleObj>
          </a:graphicData>
        </a:graphic>
      </p:graphicFrame>
      <p:sp>
        <p:nvSpPr>
          <p:cNvPr id="233495" name="Oval 23"/>
          <p:cNvSpPr>
            <a:spLocks noChangeArrowheads="1"/>
          </p:cNvSpPr>
          <p:nvPr/>
        </p:nvSpPr>
        <p:spPr bwMode="auto">
          <a:xfrm>
            <a:off x="5791200" y="29718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977008-D40F-4682-8A87-26C9D75550EF}" type="slidenum">
              <a:rPr lang="en-US"/>
              <a:pPr/>
              <a:t>45</a:t>
            </a:fld>
            <a:endParaRPr lang="en-US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34500" name="Oval 4"/>
          <p:cNvSpPr>
            <a:spLocks noChangeArrowheads="1"/>
          </p:cNvSpPr>
          <p:nvPr/>
        </p:nvSpPr>
        <p:spPr bwMode="auto">
          <a:xfrm>
            <a:off x="2057400" y="30480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4501" name="Oval 5"/>
          <p:cNvSpPr>
            <a:spLocks noChangeArrowheads="1"/>
          </p:cNvSpPr>
          <p:nvPr/>
        </p:nvSpPr>
        <p:spPr bwMode="auto">
          <a:xfrm>
            <a:off x="3962400" y="838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4502" name="Oval 6"/>
          <p:cNvSpPr>
            <a:spLocks noChangeArrowheads="1"/>
          </p:cNvSpPr>
          <p:nvPr/>
        </p:nvSpPr>
        <p:spPr bwMode="auto">
          <a:xfrm>
            <a:off x="3962400" y="40386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4503" name="Oval 7"/>
          <p:cNvSpPr>
            <a:spLocks noChangeArrowheads="1"/>
          </p:cNvSpPr>
          <p:nvPr/>
        </p:nvSpPr>
        <p:spPr bwMode="auto">
          <a:xfrm>
            <a:off x="59436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1536" name="Object 0"/>
          <p:cNvGraphicFramePr>
            <a:graphicFrameLocks noChangeAspect="1"/>
          </p:cNvGraphicFramePr>
          <p:nvPr/>
        </p:nvGraphicFramePr>
        <p:xfrm>
          <a:off x="2287588" y="3201988"/>
          <a:ext cx="303212" cy="381000"/>
        </p:xfrm>
        <a:graphic>
          <a:graphicData uri="http://schemas.openxmlformats.org/presentationml/2006/ole">
            <p:oleObj spid="_x0000_s321536" name="Equation" r:id="rId3" imgW="304560" imgH="380880" progId="Equation.3">
              <p:embed/>
            </p:oleObj>
          </a:graphicData>
        </a:graphic>
      </p:graphicFrame>
      <p:graphicFrame>
        <p:nvGraphicFramePr>
          <p:cNvPr id="321537" name="Object 1"/>
          <p:cNvGraphicFramePr>
            <a:graphicFrameLocks noChangeAspect="1"/>
          </p:cNvGraphicFramePr>
          <p:nvPr/>
        </p:nvGraphicFramePr>
        <p:xfrm>
          <a:off x="6089650" y="3244850"/>
          <a:ext cx="520700" cy="520700"/>
        </p:xfrm>
        <a:graphic>
          <a:graphicData uri="http://schemas.openxmlformats.org/presentationml/2006/ole">
            <p:oleObj spid="_x0000_s321537" name="Equation" r:id="rId4" imgW="520560" imgH="520560" progId="Equation.3">
              <p:embed/>
            </p:oleObj>
          </a:graphicData>
        </a:graphic>
      </p:graphicFrame>
      <p:graphicFrame>
        <p:nvGraphicFramePr>
          <p:cNvPr id="321538" name="Object 2"/>
          <p:cNvGraphicFramePr>
            <a:graphicFrameLocks noChangeAspect="1"/>
          </p:cNvGraphicFramePr>
          <p:nvPr/>
        </p:nvGraphicFramePr>
        <p:xfrm>
          <a:off x="4191000" y="990600"/>
          <a:ext cx="330200" cy="368300"/>
        </p:xfrm>
        <a:graphic>
          <a:graphicData uri="http://schemas.openxmlformats.org/presentationml/2006/ole">
            <p:oleObj spid="_x0000_s321538" name="Equation" r:id="rId5" imgW="330120" imgH="368280" progId="Equation.3">
              <p:embed/>
            </p:oleObj>
          </a:graphicData>
        </a:graphic>
      </p:graphicFrame>
      <p:graphicFrame>
        <p:nvGraphicFramePr>
          <p:cNvPr id="321539" name="Object 3"/>
          <p:cNvGraphicFramePr>
            <a:graphicFrameLocks noChangeAspect="1"/>
          </p:cNvGraphicFramePr>
          <p:nvPr/>
        </p:nvGraphicFramePr>
        <p:xfrm>
          <a:off x="4114800" y="4191000"/>
          <a:ext cx="330200" cy="368300"/>
        </p:xfrm>
        <a:graphic>
          <a:graphicData uri="http://schemas.openxmlformats.org/presentationml/2006/ole">
            <p:oleObj spid="_x0000_s321539" name="Equation" r:id="rId6" imgW="330120" imgH="368280" progId="Equation.3">
              <p:embed/>
            </p:oleObj>
          </a:graphicData>
        </a:graphic>
      </p:graphicFrame>
      <p:sp>
        <p:nvSpPr>
          <p:cNvPr id="234508" name="Line 12"/>
          <p:cNvSpPr>
            <a:spLocks noChangeShapeType="1"/>
          </p:cNvSpPr>
          <p:nvPr/>
        </p:nvSpPr>
        <p:spPr bwMode="auto">
          <a:xfrm>
            <a:off x="1371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4509" name="Line 13"/>
          <p:cNvSpPr>
            <a:spLocks noChangeShapeType="1"/>
          </p:cNvSpPr>
          <p:nvPr/>
        </p:nvSpPr>
        <p:spPr bwMode="auto">
          <a:xfrm flipV="1">
            <a:off x="2667000" y="12954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1540" name="Object 4"/>
          <p:cNvGraphicFramePr>
            <a:graphicFrameLocks noChangeAspect="1"/>
          </p:cNvGraphicFramePr>
          <p:nvPr/>
        </p:nvGraphicFramePr>
        <p:xfrm>
          <a:off x="2971800" y="1981200"/>
          <a:ext cx="265113" cy="279400"/>
        </p:xfrm>
        <a:graphic>
          <a:graphicData uri="http://schemas.openxmlformats.org/presentationml/2006/ole">
            <p:oleObj spid="_x0000_s321540" name="Equation" r:id="rId7" imgW="266400" imgH="279360" progId="Equation.3">
              <p:embed/>
            </p:oleObj>
          </a:graphicData>
        </a:graphic>
      </p:graphicFrame>
      <p:sp>
        <p:nvSpPr>
          <p:cNvPr id="234511" name="Line 15"/>
          <p:cNvSpPr>
            <a:spLocks noChangeShapeType="1"/>
          </p:cNvSpPr>
          <p:nvPr/>
        </p:nvSpPr>
        <p:spPr bwMode="auto">
          <a:xfrm>
            <a:off x="2667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1541" name="Object 5"/>
          <p:cNvGraphicFramePr>
            <a:graphicFrameLocks noChangeAspect="1"/>
          </p:cNvGraphicFramePr>
          <p:nvPr/>
        </p:nvGraphicFramePr>
        <p:xfrm>
          <a:off x="3200400" y="3505200"/>
          <a:ext cx="303213" cy="381000"/>
        </p:xfrm>
        <a:graphic>
          <a:graphicData uri="http://schemas.openxmlformats.org/presentationml/2006/ole">
            <p:oleObj spid="_x0000_s321541" name="Equation" r:id="rId8" imgW="304560" imgH="380880" progId="Equation.3">
              <p:embed/>
            </p:oleObj>
          </a:graphicData>
        </a:graphic>
      </p:graphicFrame>
      <p:graphicFrame>
        <p:nvGraphicFramePr>
          <p:cNvPr id="321542" name="Object 6"/>
          <p:cNvGraphicFramePr>
            <a:graphicFrameLocks noChangeAspect="1"/>
          </p:cNvGraphicFramePr>
          <p:nvPr/>
        </p:nvGraphicFramePr>
        <p:xfrm>
          <a:off x="374650" y="4679950"/>
          <a:ext cx="2209800" cy="1955800"/>
        </p:xfrm>
        <a:graphic>
          <a:graphicData uri="http://schemas.openxmlformats.org/presentationml/2006/ole">
            <p:oleObj spid="_x0000_s321542" name="Equation" r:id="rId9" imgW="2209680" imgH="1955520" progId="Equation.3">
              <p:embed/>
            </p:oleObj>
          </a:graphicData>
        </a:graphic>
      </p:graphicFrame>
      <p:sp>
        <p:nvSpPr>
          <p:cNvPr id="234514" name="Oval 18"/>
          <p:cNvSpPr>
            <a:spLocks noChangeArrowheads="1"/>
          </p:cNvSpPr>
          <p:nvPr/>
        </p:nvSpPr>
        <p:spPr bwMode="auto">
          <a:xfrm>
            <a:off x="4114800" y="25908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4515" name="Line 19"/>
          <p:cNvSpPr>
            <a:spLocks noChangeShapeType="1"/>
          </p:cNvSpPr>
          <p:nvPr/>
        </p:nvSpPr>
        <p:spPr bwMode="auto">
          <a:xfrm>
            <a:off x="4343400" y="1524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4516" name="Line 20"/>
          <p:cNvSpPr>
            <a:spLocks noChangeShapeType="1"/>
          </p:cNvSpPr>
          <p:nvPr/>
        </p:nvSpPr>
        <p:spPr bwMode="auto">
          <a:xfrm>
            <a:off x="4343400" y="3048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1543" name="Object 7"/>
          <p:cNvGraphicFramePr>
            <a:graphicFrameLocks noChangeAspect="1"/>
          </p:cNvGraphicFramePr>
          <p:nvPr/>
        </p:nvGraphicFramePr>
        <p:xfrm>
          <a:off x="4419600" y="1828800"/>
          <a:ext cx="265113" cy="279400"/>
        </p:xfrm>
        <a:graphic>
          <a:graphicData uri="http://schemas.openxmlformats.org/presentationml/2006/ole">
            <p:oleObj spid="_x0000_s321543" name="Equation" r:id="rId10" imgW="266400" imgH="279360" progId="Equation.3">
              <p:embed/>
            </p:oleObj>
          </a:graphicData>
        </a:graphic>
      </p:graphicFrame>
      <p:graphicFrame>
        <p:nvGraphicFramePr>
          <p:cNvPr id="321544" name="Object 8"/>
          <p:cNvGraphicFramePr>
            <a:graphicFrameLocks noChangeAspect="1"/>
          </p:cNvGraphicFramePr>
          <p:nvPr/>
        </p:nvGraphicFramePr>
        <p:xfrm>
          <a:off x="4419600" y="3429000"/>
          <a:ext cx="265113" cy="279400"/>
        </p:xfrm>
        <a:graphic>
          <a:graphicData uri="http://schemas.openxmlformats.org/presentationml/2006/ole">
            <p:oleObj spid="_x0000_s321544" name="Equation" r:id="rId11" imgW="266400" imgH="279360" progId="Equation.3">
              <p:embed/>
            </p:oleObj>
          </a:graphicData>
        </a:graphic>
      </p:graphicFrame>
      <p:graphicFrame>
        <p:nvGraphicFramePr>
          <p:cNvPr id="321545" name="Object 9"/>
          <p:cNvGraphicFramePr>
            <a:graphicFrameLocks noChangeAspect="1"/>
          </p:cNvGraphicFramePr>
          <p:nvPr/>
        </p:nvGraphicFramePr>
        <p:xfrm>
          <a:off x="5562600" y="5105400"/>
          <a:ext cx="252413" cy="392113"/>
        </p:xfrm>
        <a:graphic>
          <a:graphicData uri="http://schemas.openxmlformats.org/presentationml/2006/ole">
            <p:oleObj spid="_x0000_s321545" name="Equation" r:id="rId12" imgW="253800" imgH="393480" progId="Equation.3">
              <p:embed/>
            </p:oleObj>
          </a:graphicData>
        </a:graphic>
      </p:graphicFrame>
      <p:sp>
        <p:nvSpPr>
          <p:cNvPr id="234520" name="Freeform 24"/>
          <p:cNvSpPr>
            <a:spLocks/>
          </p:cNvSpPr>
          <p:nvPr/>
        </p:nvSpPr>
        <p:spPr bwMode="auto">
          <a:xfrm>
            <a:off x="4343400" y="4572000"/>
            <a:ext cx="1219200" cy="1143000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768" y="240"/>
              </a:cxn>
              <a:cxn ang="0">
                <a:pos x="720" y="672"/>
              </a:cxn>
              <a:cxn ang="0">
                <a:pos x="240" y="672"/>
              </a:cxn>
              <a:cxn ang="0">
                <a:pos x="0" y="96"/>
              </a:cxn>
            </a:cxnLst>
            <a:rect l="0" t="0" r="r" b="b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4521" name="Oval 25"/>
          <p:cNvSpPr>
            <a:spLocks noChangeArrowheads="1"/>
          </p:cNvSpPr>
          <p:nvPr/>
        </p:nvSpPr>
        <p:spPr bwMode="auto">
          <a:xfrm>
            <a:off x="5791200" y="29718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99CEE7-3E6D-49C7-857D-626424402845}" type="slidenum">
              <a:rPr lang="en-US"/>
              <a:pPr/>
              <a:t>46</a:t>
            </a:fld>
            <a:endParaRPr lang="en-US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35524" name="Oval 4"/>
          <p:cNvSpPr>
            <a:spLocks noChangeArrowheads="1"/>
          </p:cNvSpPr>
          <p:nvPr/>
        </p:nvSpPr>
        <p:spPr bwMode="auto">
          <a:xfrm>
            <a:off x="2057400" y="30480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5525" name="Oval 5"/>
          <p:cNvSpPr>
            <a:spLocks noChangeArrowheads="1"/>
          </p:cNvSpPr>
          <p:nvPr/>
        </p:nvSpPr>
        <p:spPr bwMode="auto">
          <a:xfrm>
            <a:off x="3962400" y="838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5526" name="Oval 6"/>
          <p:cNvSpPr>
            <a:spLocks noChangeArrowheads="1"/>
          </p:cNvSpPr>
          <p:nvPr/>
        </p:nvSpPr>
        <p:spPr bwMode="auto">
          <a:xfrm>
            <a:off x="3962400" y="40386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5527" name="Oval 7"/>
          <p:cNvSpPr>
            <a:spLocks noChangeArrowheads="1"/>
          </p:cNvSpPr>
          <p:nvPr/>
        </p:nvSpPr>
        <p:spPr bwMode="auto">
          <a:xfrm>
            <a:off x="59436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2560" name="Object 1024"/>
          <p:cNvGraphicFramePr>
            <a:graphicFrameLocks noChangeAspect="1"/>
          </p:cNvGraphicFramePr>
          <p:nvPr/>
        </p:nvGraphicFramePr>
        <p:xfrm>
          <a:off x="2287588" y="3201988"/>
          <a:ext cx="303212" cy="381000"/>
        </p:xfrm>
        <a:graphic>
          <a:graphicData uri="http://schemas.openxmlformats.org/presentationml/2006/ole">
            <p:oleObj spid="_x0000_s322560" name="Equation" r:id="rId3" imgW="304560" imgH="380880" progId="Equation.3">
              <p:embed/>
            </p:oleObj>
          </a:graphicData>
        </a:graphic>
      </p:graphicFrame>
      <p:graphicFrame>
        <p:nvGraphicFramePr>
          <p:cNvPr id="322561" name="Object 1025"/>
          <p:cNvGraphicFramePr>
            <a:graphicFrameLocks noChangeAspect="1"/>
          </p:cNvGraphicFramePr>
          <p:nvPr/>
        </p:nvGraphicFramePr>
        <p:xfrm>
          <a:off x="6089650" y="3244850"/>
          <a:ext cx="520700" cy="520700"/>
        </p:xfrm>
        <a:graphic>
          <a:graphicData uri="http://schemas.openxmlformats.org/presentationml/2006/ole">
            <p:oleObj spid="_x0000_s322561" name="Equation" r:id="rId4" imgW="520560" imgH="520560" progId="Equation.3">
              <p:embed/>
            </p:oleObj>
          </a:graphicData>
        </a:graphic>
      </p:graphicFrame>
      <p:graphicFrame>
        <p:nvGraphicFramePr>
          <p:cNvPr id="322562" name="Object 1026"/>
          <p:cNvGraphicFramePr>
            <a:graphicFrameLocks noChangeAspect="1"/>
          </p:cNvGraphicFramePr>
          <p:nvPr/>
        </p:nvGraphicFramePr>
        <p:xfrm>
          <a:off x="4191000" y="990600"/>
          <a:ext cx="330200" cy="368300"/>
        </p:xfrm>
        <a:graphic>
          <a:graphicData uri="http://schemas.openxmlformats.org/presentationml/2006/ole">
            <p:oleObj spid="_x0000_s322562" name="Equation" r:id="rId5" imgW="330120" imgH="368280" progId="Equation.3">
              <p:embed/>
            </p:oleObj>
          </a:graphicData>
        </a:graphic>
      </p:graphicFrame>
      <p:graphicFrame>
        <p:nvGraphicFramePr>
          <p:cNvPr id="322563" name="Object 1027"/>
          <p:cNvGraphicFramePr>
            <a:graphicFrameLocks noChangeAspect="1"/>
          </p:cNvGraphicFramePr>
          <p:nvPr/>
        </p:nvGraphicFramePr>
        <p:xfrm>
          <a:off x="4114800" y="4191000"/>
          <a:ext cx="330200" cy="368300"/>
        </p:xfrm>
        <a:graphic>
          <a:graphicData uri="http://schemas.openxmlformats.org/presentationml/2006/ole">
            <p:oleObj spid="_x0000_s322563" name="Equation" r:id="rId6" imgW="330120" imgH="368280" progId="Equation.3">
              <p:embed/>
            </p:oleObj>
          </a:graphicData>
        </a:graphic>
      </p:graphicFrame>
      <p:sp>
        <p:nvSpPr>
          <p:cNvPr id="235532" name="Line 12"/>
          <p:cNvSpPr>
            <a:spLocks noChangeShapeType="1"/>
          </p:cNvSpPr>
          <p:nvPr/>
        </p:nvSpPr>
        <p:spPr bwMode="auto">
          <a:xfrm>
            <a:off x="1371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33" name="Line 13"/>
          <p:cNvSpPr>
            <a:spLocks noChangeShapeType="1"/>
          </p:cNvSpPr>
          <p:nvPr/>
        </p:nvSpPr>
        <p:spPr bwMode="auto">
          <a:xfrm flipV="1">
            <a:off x="2667000" y="12954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2564" name="Object 1028"/>
          <p:cNvGraphicFramePr>
            <a:graphicFrameLocks noChangeAspect="1"/>
          </p:cNvGraphicFramePr>
          <p:nvPr/>
        </p:nvGraphicFramePr>
        <p:xfrm>
          <a:off x="2971800" y="1981200"/>
          <a:ext cx="265113" cy="279400"/>
        </p:xfrm>
        <a:graphic>
          <a:graphicData uri="http://schemas.openxmlformats.org/presentationml/2006/ole">
            <p:oleObj spid="_x0000_s322564" name="Equation" r:id="rId7" imgW="266400" imgH="279360" progId="Equation.3">
              <p:embed/>
            </p:oleObj>
          </a:graphicData>
        </a:graphic>
      </p:graphicFrame>
      <p:sp>
        <p:nvSpPr>
          <p:cNvPr id="235535" name="Line 15"/>
          <p:cNvSpPr>
            <a:spLocks noChangeShapeType="1"/>
          </p:cNvSpPr>
          <p:nvPr/>
        </p:nvSpPr>
        <p:spPr bwMode="auto">
          <a:xfrm>
            <a:off x="2667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2565" name="Object 1029"/>
          <p:cNvGraphicFramePr>
            <a:graphicFrameLocks noChangeAspect="1"/>
          </p:cNvGraphicFramePr>
          <p:nvPr/>
        </p:nvGraphicFramePr>
        <p:xfrm>
          <a:off x="3200400" y="3505200"/>
          <a:ext cx="303213" cy="381000"/>
        </p:xfrm>
        <a:graphic>
          <a:graphicData uri="http://schemas.openxmlformats.org/presentationml/2006/ole">
            <p:oleObj spid="_x0000_s322565" name="Equation" r:id="rId8" imgW="304560" imgH="380880" progId="Equation.3">
              <p:embed/>
            </p:oleObj>
          </a:graphicData>
        </a:graphic>
      </p:graphicFrame>
      <p:graphicFrame>
        <p:nvGraphicFramePr>
          <p:cNvPr id="322566" name="Object 1030"/>
          <p:cNvGraphicFramePr>
            <a:graphicFrameLocks noChangeAspect="1"/>
          </p:cNvGraphicFramePr>
          <p:nvPr/>
        </p:nvGraphicFramePr>
        <p:xfrm>
          <a:off x="374650" y="4629150"/>
          <a:ext cx="2209800" cy="2057400"/>
        </p:xfrm>
        <a:graphic>
          <a:graphicData uri="http://schemas.openxmlformats.org/presentationml/2006/ole">
            <p:oleObj spid="_x0000_s322566" name="Equation" r:id="rId9" imgW="2209680" imgH="2057400" progId="Equation.3">
              <p:embed/>
            </p:oleObj>
          </a:graphicData>
        </a:graphic>
      </p:graphicFrame>
      <p:sp>
        <p:nvSpPr>
          <p:cNvPr id="235538" name="Oval 18"/>
          <p:cNvSpPr>
            <a:spLocks noChangeArrowheads="1"/>
          </p:cNvSpPr>
          <p:nvPr/>
        </p:nvSpPr>
        <p:spPr bwMode="auto">
          <a:xfrm>
            <a:off x="4114800" y="25908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39" name="Line 19"/>
          <p:cNvSpPr>
            <a:spLocks noChangeShapeType="1"/>
          </p:cNvSpPr>
          <p:nvPr/>
        </p:nvSpPr>
        <p:spPr bwMode="auto">
          <a:xfrm>
            <a:off x="4343400" y="1524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40" name="Line 20"/>
          <p:cNvSpPr>
            <a:spLocks noChangeShapeType="1"/>
          </p:cNvSpPr>
          <p:nvPr/>
        </p:nvSpPr>
        <p:spPr bwMode="auto">
          <a:xfrm>
            <a:off x="4343400" y="3048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2567" name="Object 1031"/>
          <p:cNvGraphicFramePr>
            <a:graphicFrameLocks noChangeAspect="1"/>
          </p:cNvGraphicFramePr>
          <p:nvPr/>
        </p:nvGraphicFramePr>
        <p:xfrm>
          <a:off x="4419600" y="1828800"/>
          <a:ext cx="265113" cy="279400"/>
        </p:xfrm>
        <a:graphic>
          <a:graphicData uri="http://schemas.openxmlformats.org/presentationml/2006/ole">
            <p:oleObj spid="_x0000_s322567" name="Equation" r:id="rId10" imgW="266400" imgH="279360" progId="Equation.3">
              <p:embed/>
            </p:oleObj>
          </a:graphicData>
        </a:graphic>
      </p:graphicFrame>
      <p:graphicFrame>
        <p:nvGraphicFramePr>
          <p:cNvPr id="322568" name="Object 1032"/>
          <p:cNvGraphicFramePr>
            <a:graphicFrameLocks noChangeAspect="1"/>
          </p:cNvGraphicFramePr>
          <p:nvPr/>
        </p:nvGraphicFramePr>
        <p:xfrm>
          <a:off x="4419600" y="3352800"/>
          <a:ext cx="265113" cy="279400"/>
        </p:xfrm>
        <a:graphic>
          <a:graphicData uri="http://schemas.openxmlformats.org/presentationml/2006/ole">
            <p:oleObj spid="_x0000_s322568" name="Equation" r:id="rId11" imgW="266400" imgH="279360" progId="Equation.3">
              <p:embed/>
            </p:oleObj>
          </a:graphicData>
        </a:graphic>
      </p:graphicFrame>
      <p:graphicFrame>
        <p:nvGraphicFramePr>
          <p:cNvPr id="322569" name="Object 1033"/>
          <p:cNvGraphicFramePr>
            <a:graphicFrameLocks noChangeAspect="1"/>
          </p:cNvGraphicFramePr>
          <p:nvPr/>
        </p:nvGraphicFramePr>
        <p:xfrm>
          <a:off x="5562600" y="5105400"/>
          <a:ext cx="252413" cy="392113"/>
        </p:xfrm>
        <a:graphic>
          <a:graphicData uri="http://schemas.openxmlformats.org/presentationml/2006/ole">
            <p:oleObj spid="_x0000_s322569" name="Equation" r:id="rId12" imgW="253800" imgH="393480" progId="Equation.3">
              <p:embed/>
            </p:oleObj>
          </a:graphicData>
        </a:graphic>
      </p:graphicFrame>
      <p:sp>
        <p:nvSpPr>
          <p:cNvPr id="235544" name="Freeform 24"/>
          <p:cNvSpPr>
            <a:spLocks/>
          </p:cNvSpPr>
          <p:nvPr/>
        </p:nvSpPr>
        <p:spPr bwMode="auto">
          <a:xfrm>
            <a:off x="4343400" y="4572000"/>
            <a:ext cx="1219200" cy="1143000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768" y="240"/>
              </a:cxn>
              <a:cxn ang="0">
                <a:pos x="720" y="672"/>
              </a:cxn>
              <a:cxn ang="0">
                <a:pos x="240" y="672"/>
              </a:cxn>
              <a:cxn ang="0">
                <a:pos x="0" y="96"/>
              </a:cxn>
            </a:cxnLst>
            <a:rect l="0" t="0" r="r" b="b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5545" name="Oval 25"/>
          <p:cNvSpPr>
            <a:spLocks noChangeArrowheads="1"/>
          </p:cNvSpPr>
          <p:nvPr/>
        </p:nvSpPr>
        <p:spPr bwMode="auto">
          <a:xfrm>
            <a:off x="5791200" y="29718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46" name="Line 26"/>
          <p:cNvSpPr>
            <a:spLocks noChangeShapeType="1"/>
          </p:cNvSpPr>
          <p:nvPr/>
        </p:nvSpPr>
        <p:spPr bwMode="auto">
          <a:xfrm flipV="1">
            <a:off x="4648200" y="37338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2570" name="Object 1034"/>
          <p:cNvGraphicFramePr>
            <a:graphicFrameLocks noChangeAspect="1"/>
          </p:cNvGraphicFramePr>
          <p:nvPr/>
        </p:nvGraphicFramePr>
        <p:xfrm>
          <a:off x="5099050" y="3636963"/>
          <a:ext cx="265113" cy="279400"/>
        </p:xfrm>
        <a:graphic>
          <a:graphicData uri="http://schemas.openxmlformats.org/presentationml/2006/ole">
            <p:oleObj spid="_x0000_s322570" name="Equation" r:id="rId13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FA3DA0-C32D-4E98-B303-EB57022DEF25}" type="slidenum">
              <a:rPr lang="en-US"/>
              <a:pPr/>
              <a:t>47</a:t>
            </a:fld>
            <a:endParaRPr lang="en-US"/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23584" name="Object 0"/>
          <p:cNvGraphicFramePr>
            <a:graphicFrameLocks noChangeAspect="1"/>
          </p:cNvGraphicFramePr>
          <p:nvPr/>
        </p:nvGraphicFramePr>
        <p:xfrm>
          <a:off x="1143000" y="6019800"/>
          <a:ext cx="6681788" cy="392113"/>
        </p:xfrm>
        <a:graphic>
          <a:graphicData uri="http://schemas.openxmlformats.org/presentationml/2006/ole">
            <p:oleObj spid="_x0000_s323584" name="Equation" r:id="rId3" imgW="6680160" imgH="393480" progId="Equation.3">
              <p:embed/>
            </p:oleObj>
          </a:graphicData>
        </a:graphic>
      </p:graphicFrame>
      <p:sp>
        <p:nvSpPr>
          <p:cNvPr id="236572" name="Oval 28"/>
          <p:cNvSpPr>
            <a:spLocks noChangeArrowheads="1"/>
          </p:cNvSpPr>
          <p:nvPr/>
        </p:nvSpPr>
        <p:spPr bwMode="auto">
          <a:xfrm>
            <a:off x="2057400" y="30480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6573" name="Oval 29"/>
          <p:cNvSpPr>
            <a:spLocks noChangeArrowheads="1"/>
          </p:cNvSpPr>
          <p:nvPr/>
        </p:nvSpPr>
        <p:spPr bwMode="auto">
          <a:xfrm>
            <a:off x="3962400" y="838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6574" name="Oval 30"/>
          <p:cNvSpPr>
            <a:spLocks noChangeArrowheads="1"/>
          </p:cNvSpPr>
          <p:nvPr/>
        </p:nvSpPr>
        <p:spPr bwMode="auto">
          <a:xfrm>
            <a:off x="3962400" y="40386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6575" name="Oval 31"/>
          <p:cNvSpPr>
            <a:spLocks noChangeArrowheads="1"/>
          </p:cNvSpPr>
          <p:nvPr/>
        </p:nvSpPr>
        <p:spPr bwMode="auto">
          <a:xfrm>
            <a:off x="59436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3585" name="Object 1"/>
          <p:cNvGraphicFramePr>
            <a:graphicFrameLocks noChangeAspect="1"/>
          </p:cNvGraphicFramePr>
          <p:nvPr/>
        </p:nvGraphicFramePr>
        <p:xfrm>
          <a:off x="2287588" y="3201988"/>
          <a:ext cx="303212" cy="381000"/>
        </p:xfrm>
        <a:graphic>
          <a:graphicData uri="http://schemas.openxmlformats.org/presentationml/2006/ole">
            <p:oleObj spid="_x0000_s323585" name="Equation" r:id="rId4" imgW="304560" imgH="380880" progId="Equation.3">
              <p:embed/>
            </p:oleObj>
          </a:graphicData>
        </a:graphic>
      </p:graphicFrame>
      <p:graphicFrame>
        <p:nvGraphicFramePr>
          <p:cNvPr id="323586" name="Object 2"/>
          <p:cNvGraphicFramePr>
            <a:graphicFrameLocks noChangeAspect="1"/>
          </p:cNvGraphicFramePr>
          <p:nvPr/>
        </p:nvGraphicFramePr>
        <p:xfrm>
          <a:off x="6089650" y="3244850"/>
          <a:ext cx="520700" cy="520700"/>
        </p:xfrm>
        <a:graphic>
          <a:graphicData uri="http://schemas.openxmlformats.org/presentationml/2006/ole">
            <p:oleObj spid="_x0000_s323586" name="Equation" r:id="rId5" imgW="520560" imgH="520560" progId="Equation.3">
              <p:embed/>
            </p:oleObj>
          </a:graphicData>
        </a:graphic>
      </p:graphicFrame>
      <p:graphicFrame>
        <p:nvGraphicFramePr>
          <p:cNvPr id="323587" name="Object 3"/>
          <p:cNvGraphicFramePr>
            <a:graphicFrameLocks noChangeAspect="1"/>
          </p:cNvGraphicFramePr>
          <p:nvPr/>
        </p:nvGraphicFramePr>
        <p:xfrm>
          <a:off x="4191000" y="990600"/>
          <a:ext cx="330200" cy="368300"/>
        </p:xfrm>
        <a:graphic>
          <a:graphicData uri="http://schemas.openxmlformats.org/presentationml/2006/ole">
            <p:oleObj spid="_x0000_s323587" name="Equation" r:id="rId6" imgW="330120" imgH="368280" progId="Equation.3">
              <p:embed/>
            </p:oleObj>
          </a:graphicData>
        </a:graphic>
      </p:graphicFrame>
      <p:graphicFrame>
        <p:nvGraphicFramePr>
          <p:cNvPr id="323588" name="Object 4"/>
          <p:cNvGraphicFramePr>
            <a:graphicFrameLocks noChangeAspect="1"/>
          </p:cNvGraphicFramePr>
          <p:nvPr/>
        </p:nvGraphicFramePr>
        <p:xfrm>
          <a:off x="4114800" y="4191000"/>
          <a:ext cx="330200" cy="368300"/>
        </p:xfrm>
        <a:graphic>
          <a:graphicData uri="http://schemas.openxmlformats.org/presentationml/2006/ole">
            <p:oleObj spid="_x0000_s323588" name="Equation" r:id="rId7" imgW="330120" imgH="368280" progId="Equation.3">
              <p:embed/>
            </p:oleObj>
          </a:graphicData>
        </a:graphic>
      </p:graphicFrame>
      <p:sp>
        <p:nvSpPr>
          <p:cNvPr id="236580" name="Line 36"/>
          <p:cNvSpPr>
            <a:spLocks noChangeShapeType="1"/>
          </p:cNvSpPr>
          <p:nvPr/>
        </p:nvSpPr>
        <p:spPr bwMode="auto">
          <a:xfrm>
            <a:off x="13716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6581" name="Line 37"/>
          <p:cNvSpPr>
            <a:spLocks noChangeShapeType="1"/>
          </p:cNvSpPr>
          <p:nvPr/>
        </p:nvSpPr>
        <p:spPr bwMode="auto">
          <a:xfrm flipV="1">
            <a:off x="2667000" y="12954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3589" name="Object 5"/>
          <p:cNvGraphicFramePr>
            <a:graphicFrameLocks noChangeAspect="1"/>
          </p:cNvGraphicFramePr>
          <p:nvPr/>
        </p:nvGraphicFramePr>
        <p:xfrm>
          <a:off x="2971800" y="1981200"/>
          <a:ext cx="265113" cy="279400"/>
        </p:xfrm>
        <a:graphic>
          <a:graphicData uri="http://schemas.openxmlformats.org/presentationml/2006/ole">
            <p:oleObj spid="_x0000_s323589" name="Equation" r:id="rId8" imgW="266400" imgH="279360" progId="Equation.3">
              <p:embed/>
            </p:oleObj>
          </a:graphicData>
        </a:graphic>
      </p:graphicFrame>
      <p:sp>
        <p:nvSpPr>
          <p:cNvPr id="236583" name="Line 39"/>
          <p:cNvSpPr>
            <a:spLocks noChangeShapeType="1"/>
          </p:cNvSpPr>
          <p:nvPr/>
        </p:nvSpPr>
        <p:spPr bwMode="auto">
          <a:xfrm>
            <a:off x="2667000" y="35814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3590" name="Object 6"/>
          <p:cNvGraphicFramePr>
            <a:graphicFrameLocks noChangeAspect="1"/>
          </p:cNvGraphicFramePr>
          <p:nvPr/>
        </p:nvGraphicFramePr>
        <p:xfrm>
          <a:off x="3200400" y="3505200"/>
          <a:ext cx="303213" cy="381000"/>
        </p:xfrm>
        <a:graphic>
          <a:graphicData uri="http://schemas.openxmlformats.org/presentationml/2006/ole">
            <p:oleObj spid="_x0000_s323590" name="Equation" r:id="rId9" imgW="304560" imgH="380880" progId="Equation.3">
              <p:embed/>
            </p:oleObj>
          </a:graphicData>
        </a:graphic>
      </p:graphicFrame>
      <p:sp>
        <p:nvSpPr>
          <p:cNvPr id="236585" name="Oval 41"/>
          <p:cNvSpPr>
            <a:spLocks noChangeArrowheads="1"/>
          </p:cNvSpPr>
          <p:nvPr/>
        </p:nvSpPr>
        <p:spPr bwMode="auto">
          <a:xfrm>
            <a:off x="4114800" y="25908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6586" name="Line 42"/>
          <p:cNvSpPr>
            <a:spLocks noChangeShapeType="1"/>
          </p:cNvSpPr>
          <p:nvPr/>
        </p:nvSpPr>
        <p:spPr bwMode="auto">
          <a:xfrm>
            <a:off x="4343400" y="1524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6587" name="Line 43"/>
          <p:cNvSpPr>
            <a:spLocks noChangeShapeType="1"/>
          </p:cNvSpPr>
          <p:nvPr/>
        </p:nvSpPr>
        <p:spPr bwMode="auto">
          <a:xfrm>
            <a:off x="4343400" y="3048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3591" name="Object 7"/>
          <p:cNvGraphicFramePr>
            <a:graphicFrameLocks noChangeAspect="1"/>
          </p:cNvGraphicFramePr>
          <p:nvPr/>
        </p:nvGraphicFramePr>
        <p:xfrm>
          <a:off x="4419600" y="1828800"/>
          <a:ext cx="265113" cy="279400"/>
        </p:xfrm>
        <a:graphic>
          <a:graphicData uri="http://schemas.openxmlformats.org/presentationml/2006/ole">
            <p:oleObj spid="_x0000_s323591" name="Equation" r:id="rId10" imgW="266400" imgH="279360" progId="Equation.3">
              <p:embed/>
            </p:oleObj>
          </a:graphicData>
        </a:graphic>
      </p:graphicFrame>
      <p:graphicFrame>
        <p:nvGraphicFramePr>
          <p:cNvPr id="323592" name="Object 8"/>
          <p:cNvGraphicFramePr>
            <a:graphicFrameLocks noChangeAspect="1"/>
          </p:cNvGraphicFramePr>
          <p:nvPr/>
        </p:nvGraphicFramePr>
        <p:xfrm>
          <a:off x="4419600" y="3352800"/>
          <a:ext cx="265113" cy="279400"/>
        </p:xfrm>
        <a:graphic>
          <a:graphicData uri="http://schemas.openxmlformats.org/presentationml/2006/ole">
            <p:oleObj spid="_x0000_s323592" name="Equation" r:id="rId11" imgW="266400" imgH="279360" progId="Equation.3">
              <p:embed/>
            </p:oleObj>
          </a:graphicData>
        </a:graphic>
      </p:graphicFrame>
      <p:graphicFrame>
        <p:nvGraphicFramePr>
          <p:cNvPr id="323593" name="Object 9"/>
          <p:cNvGraphicFramePr>
            <a:graphicFrameLocks noChangeAspect="1"/>
          </p:cNvGraphicFramePr>
          <p:nvPr/>
        </p:nvGraphicFramePr>
        <p:xfrm>
          <a:off x="5562600" y="5105400"/>
          <a:ext cx="252413" cy="392113"/>
        </p:xfrm>
        <a:graphic>
          <a:graphicData uri="http://schemas.openxmlformats.org/presentationml/2006/ole">
            <p:oleObj spid="_x0000_s323593" name="Equation" r:id="rId12" imgW="253800" imgH="393480" progId="Equation.3">
              <p:embed/>
            </p:oleObj>
          </a:graphicData>
        </a:graphic>
      </p:graphicFrame>
      <p:sp>
        <p:nvSpPr>
          <p:cNvPr id="236591" name="Freeform 47"/>
          <p:cNvSpPr>
            <a:spLocks/>
          </p:cNvSpPr>
          <p:nvPr/>
        </p:nvSpPr>
        <p:spPr bwMode="auto">
          <a:xfrm>
            <a:off x="4343400" y="4572000"/>
            <a:ext cx="1219200" cy="1143000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768" y="240"/>
              </a:cxn>
              <a:cxn ang="0">
                <a:pos x="720" y="672"/>
              </a:cxn>
              <a:cxn ang="0">
                <a:pos x="240" y="672"/>
              </a:cxn>
              <a:cxn ang="0">
                <a:pos x="0" y="96"/>
              </a:cxn>
            </a:cxnLst>
            <a:rect l="0" t="0" r="r" b="b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6592" name="Oval 48"/>
          <p:cNvSpPr>
            <a:spLocks noChangeArrowheads="1"/>
          </p:cNvSpPr>
          <p:nvPr/>
        </p:nvSpPr>
        <p:spPr bwMode="auto">
          <a:xfrm>
            <a:off x="5791200" y="29718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6593" name="Line 49"/>
          <p:cNvSpPr>
            <a:spLocks noChangeShapeType="1"/>
          </p:cNvSpPr>
          <p:nvPr/>
        </p:nvSpPr>
        <p:spPr bwMode="auto">
          <a:xfrm flipV="1">
            <a:off x="4648200" y="37338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3594" name="Object 10"/>
          <p:cNvGraphicFramePr>
            <a:graphicFrameLocks noChangeAspect="1"/>
          </p:cNvGraphicFramePr>
          <p:nvPr/>
        </p:nvGraphicFramePr>
        <p:xfrm>
          <a:off x="5099050" y="3636963"/>
          <a:ext cx="265113" cy="279400"/>
        </p:xfrm>
        <a:graphic>
          <a:graphicData uri="http://schemas.openxmlformats.org/presentationml/2006/ole">
            <p:oleObj spid="_x0000_s323594" name="Equation" r:id="rId13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421939-3986-459F-B7D5-355BA0C10A70}" type="slidenum">
              <a:rPr lang="en-US"/>
              <a:pPr/>
              <a:t>48</a:t>
            </a:fld>
            <a:endParaRPr lang="en-US"/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37571" name="Oval 3"/>
          <p:cNvSpPr>
            <a:spLocks noChangeArrowheads="1"/>
          </p:cNvSpPr>
          <p:nvPr/>
        </p:nvSpPr>
        <p:spPr bwMode="auto">
          <a:xfrm>
            <a:off x="533400" y="31242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7572" name="Oval 4"/>
          <p:cNvSpPr>
            <a:spLocks noChangeArrowheads="1"/>
          </p:cNvSpPr>
          <p:nvPr/>
        </p:nvSpPr>
        <p:spPr bwMode="auto">
          <a:xfrm>
            <a:off x="2438400" y="9144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7573" name="Oval 5"/>
          <p:cNvSpPr>
            <a:spLocks noChangeArrowheads="1"/>
          </p:cNvSpPr>
          <p:nvPr/>
        </p:nvSpPr>
        <p:spPr bwMode="auto">
          <a:xfrm>
            <a:off x="2438400" y="41148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7574" name="Oval 6"/>
          <p:cNvSpPr>
            <a:spLocks noChangeArrowheads="1"/>
          </p:cNvSpPr>
          <p:nvPr/>
        </p:nvSpPr>
        <p:spPr bwMode="auto">
          <a:xfrm>
            <a:off x="4419600" y="3200400"/>
            <a:ext cx="687388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4608" name="Object 0"/>
          <p:cNvGraphicFramePr>
            <a:graphicFrameLocks noChangeAspect="1"/>
          </p:cNvGraphicFramePr>
          <p:nvPr/>
        </p:nvGraphicFramePr>
        <p:xfrm>
          <a:off x="685800" y="3276600"/>
          <a:ext cx="303213" cy="381000"/>
        </p:xfrm>
        <a:graphic>
          <a:graphicData uri="http://schemas.openxmlformats.org/presentationml/2006/ole">
            <p:oleObj spid="_x0000_s324608" name="Equation" r:id="rId3" imgW="304560" imgH="380880" progId="Equation.3">
              <p:embed/>
            </p:oleObj>
          </a:graphicData>
        </a:graphic>
      </p:graphicFrame>
      <p:graphicFrame>
        <p:nvGraphicFramePr>
          <p:cNvPr id="324609" name="Object 1"/>
          <p:cNvGraphicFramePr>
            <a:graphicFrameLocks noChangeAspect="1"/>
          </p:cNvGraphicFramePr>
          <p:nvPr/>
        </p:nvGraphicFramePr>
        <p:xfrm>
          <a:off x="4565650" y="3321050"/>
          <a:ext cx="520700" cy="520700"/>
        </p:xfrm>
        <a:graphic>
          <a:graphicData uri="http://schemas.openxmlformats.org/presentationml/2006/ole">
            <p:oleObj spid="_x0000_s324609" name="Equation" r:id="rId4" imgW="520560" imgH="520560" progId="Equation.3">
              <p:embed/>
            </p:oleObj>
          </a:graphicData>
        </a:graphic>
      </p:graphicFrame>
      <p:graphicFrame>
        <p:nvGraphicFramePr>
          <p:cNvPr id="324610" name="Object 2"/>
          <p:cNvGraphicFramePr>
            <a:graphicFrameLocks noChangeAspect="1"/>
          </p:cNvGraphicFramePr>
          <p:nvPr/>
        </p:nvGraphicFramePr>
        <p:xfrm>
          <a:off x="2667000" y="1066800"/>
          <a:ext cx="330200" cy="368300"/>
        </p:xfrm>
        <a:graphic>
          <a:graphicData uri="http://schemas.openxmlformats.org/presentationml/2006/ole">
            <p:oleObj spid="_x0000_s324610" name="Equation" r:id="rId5" imgW="330120" imgH="368280" progId="Equation.3">
              <p:embed/>
            </p:oleObj>
          </a:graphicData>
        </a:graphic>
      </p:graphicFrame>
      <p:graphicFrame>
        <p:nvGraphicFramePr>
          <p:cNvPr id="324611" name="Object 3"/>
          <p:cNvGraphicFramePr>
            <a:graphicFrameLocks noChangeAspect="1"/>
          </p:cNvGraphicFramePr>
          <p:nvPr/>
        </p:nvGraphicFramePr>
        <p:xfrm>
          <a:off x="2590800" y="4267200"/>
          <a:ext cx="330200" cy="368300"/>
        </p:xfrm>
        <a:graphic>
          <a:graphicData uri="http://schemas.openxmlformats.org/presentationml/2006/ole">
            <p:oleObj spid="_x0000_s324611" name="Equation" r:id="rId6" imgW="330120" imgH="368280" progId="Equation.3">
              <p:embed/>
            </p:oleObj>
          </a:graphicData>
        </a:graphic>
      </p:graphicFrame>
      <p:sp>
        <p:nvSpPr>
          <p:cNvPr id="237579" name="Line 11"/>
          <p:cNvSpPr>
            <a:spLocks noChangeShapeType="1"/>
          </p:cNvSpPr>
          <p:nvPr/>
        </p:nvSpPr>
        <p:spPr bwMode="auto">
          <a:xfrm>
            <a:off x="0" y="3505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7580" name="Line 12"/>
          <p:cNvSpPr>
            <a:spLocks noChangeShapeType="1"/>
          </p:cNvSpPr>
          <p:nvPr/>
        </p:nvSpPr>
        <p:spPr bwMode="auto">
          <a:xfrm flipV="1">
            <a:off x="1143000" y="1371600"/>
            <a:ext cx="1295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4612" name="Object 4"/>
          <p:cNvGraphicFramePr>
            <a:graphicFrameLocks noChangeAspect="1"/>
          </p:cNvGraphicFramePr>
          <p:nvPr/>
        </p:nvGraphicFramePr>
        <p:xfrm>
          <a:off x="1447800" y="2057400"/>
          <a:ext cx="265113" cy="279400"/>
        </p:xfrm>
        <a:graphic>
          <a:graphicData uri="http://schemas.openxmlformats.org/presentationml/2006/ole">
            <p:oleObj spid="_x0000_s324612" name="Equation" r:id="rId7" imgW="266400" imgH="279360" progId="Equation.3">
              <p:embed/>
            </p:oleObj>
          </a:graphicData>
        </a:graphic>
      </p:graphicFrame>
      <p:sp>
        <p:nvSpPr>
          <p:cNvPr id="237582" name="Line 14"/>
          <p:cNvSpPr>
            <a:spLocks noChangeShapeType="1"/>
          </p:cNvSpPr>
          <p:nvPr/>
        </p:nvSpPr>
        <p:spPr bwMode="auto">
          <a:xfrm>
            <a:off x="1143000" y="36576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4613" name="Object 5"/>
          <p:cNvGraphicFramePr>
            <a:graphicFrameLocks noChangeAspect="1"/>
          </p:cNvGraphicFramePr>
          <p:nvPr/>
        </p:nvGraphicFramePr>
        <p:xfrm>
          <a:off x="1752600" y="3581400"/>
          <a:ext cx="303213" cy="381000"/>
        </p:xfrm>
        <a:graphic>
          <a:graphicData uri="http://schemas.openxmlformats.org/presentationml/2006/ole">
            <p:oleObj spid="_x0000_s324613" name="Equation" r:id="rId8" imgW="304560" imgH="380880" progId="Equation.3">
              <p:embed/>
            </p:oleObj>
          </a:graphicData>
        </a:graphic>
      </p:graphicFrame>
      <p:sp>
        <p:nvSpPr>
          <p:cNvPr id="237584" name="Oval 16"/>
          <p:cNvSpPr>
            <a:spLocks noChangeArrowheads="1"/>
          </p:cNvSpPr>
          <p:nvPr/>
        </p:nvSpPr>
        <p:spPr bwMode="auto">
          <a:xfrm>
            <a:off x="25908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7585" name="Line 17"/>
          <p:cNvSpPr>
            <a:spLocks noChangeShapeType="1"/>
          </p:cNvSpPr>
          <p:nvPr/>
        </p:nvSpPr>
        <p:spPr bwMode="auto">
          <a:xfrm>
            <a:off x="2819400" y="1600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7586" name="Line 18"/>
          <p:cNvSpPr>
            <a:spLocks noChangeShapeType="1"/>
          </p:cNvSpPr>
          <p:nvPr/>
        </p:nvSpPr>
        <p:spPr bwMode="auto">
          <a:xfrm>
            <a:off x="2819400" y="3124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4614" name="Object 6"/>
          <p:cNvGraphicFramePr>
            <a:graphicFrameLocks noChangeAspect="1"/>
          </p:cNvGraphicFramePr>
          <p:nvPr/>
        </p:nvGraphicFramePr>
        <p:xfrm>
          <a:off x="2895600" y="1905000"/>
          <a:ext cx="265113" cy="279400"/>
        </p:xfrm>
        <a:graphic>
          <a:graphicData uri="http://schemas.openxmlformats.org/presentationml/2006/ole">
            <p:oleObj spid="_x0000_s324614" name="Equation" r:id="rId9" imgW="266400" imgH="279360" progId="Equation.3">
              <p:embed/>
            </p:oleObj>
          </a:graphicData>
        </a:graphic>
      </p:graphicFrame>
      <p:graphicFrame>
        <p:nvGraphicFramePr>
          <p:cNvPr id="324615" name="Object 7"/>
          <p:cNvGraphicFramePr>
            <a:graphicFrameLocks noChangeAspect="1"/>
          </p:cNvGraphicFramePr>
          <p:nvPr/>
        </p:nvGraphicFramePr>
        <p:xfrm>
          <a:off x="2895600" y="3429000"/>
          <a:ext cx="265113" cy="279400"/>
        </p:xfrm>
        <a:graphic>
          <a:graphicData uri="http://schemas.openxmlformats.org/presentationml/2006/ole">
            <p:oleObj spid="_x0000_s324615" name="Equation" r:id="rId10" imgW="266400" imgH="279360" progId="Equation.3">
              <p:embed/>
            </p:oleObj>
          </a:graphicData>
        </a:graphic>
      </p:graphicFrame>
      <p:graphicFrame>
        <p:nvGraphicFramePr>
          <p:cNvPr id="324616" name="Object 8"/>
          <p:cNvGraphicFramePr>
            <a:graphicFrameLocks noChangeAspect="1"/>
          </p:cNvGraphicFramePr>
          <p:nvPr/>
        </p:nvGraphicFramePr>
        <p:xfrm>
          <a:off x="4038600" y="5181600"/>
          <a:ext cx="252413" cy="392113"/>
        </p:xfrm>
        <a:graphic>
          <a:graphicData uri="http://schemas.openxmlformats.org/presentationml/2006/ole">
            <p:oleObj spid="_x0000_s324616" name="Equation" r:id="rId11" imgW="253800" imgH="393480" progId="Equation.3">
              <p:embed/>
            </p:oleObj>
          </a:graphicData>
        </a:graphic>
      </p:graphicFrame>
      <p:sp>
        <p:nvSpPr>
          <p:cNvPr id="237590" name="Freeform 22"/>
          <p:cNvSpPr>
            <a:spLocks/>
          </p:cNvSpPr>
          <p:nvPr/>
        </p:nvSpPr>
        <p:spPr bwMode="auto">
          <a:xfrm>
            <a:off x="2819400" y="4648200"/>
            <a:ext cx="1219200" cy="1143000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768" y="240"/>
              </a:cxn>
              <a:cxn ang="0">
                <a:pos x="720" y="672"/>
              </a:cxn>
              <a:cxn ang="0">
                <a:pos x="240" y="672"/>
              </a:cxn>
              <a:cxn ang="0">
                <a:pos x="0" y="96"/>
              </a:cxn>
            </a:cxnLst>
            <a:rect l="0" t="0" r="r" b="b"/>
            <a:pathLst>
              <a:path w="856" h="768">
                <a:moveTo>
                  <a:pt x="192" y="0"/>
                </a:moveTo>
                <a:cubicBezTo>
                  <a:pt x="436" y="64"/>
                  <a:pt x="680" y="128"/>
                  <a:pt x="768" y="240"/>
                </a:cubicBezTo>
                <a:cubicBezTo>
                  <a:pt x="856" y="352"/>
                  <a:pt x="808" y="600"/>
                  <a:pt x="720" y="672"/>
                </a:cubicBezTo>
                <a:cubicBezTo>
                  <a:pt x="632" y="744"/>
                  <a:pt x="360" y="768"/>
                  <a:pt x="240" y="672"/>
                </a:cubicBezTo>
                <a:cubicBezTo>
                  <a:pt x="120" y="576"/>
                  <a:pt x="60" y="336"/>
                  <a:pt x="0" y="9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37591" name="Oval 23"/>
          <p:cNvSpPr>
            <a:spLocks noChangeArrowheads="1"/>
          </p:cNvSpPr>
          <p:nvPr/>
        </p:nvSpPr>
        <p:spPr bwMode="auto">
          <a:xfrm>
            <a:off x="4267200" y="3048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7592" name="Line 24"/>
          <p:cNvSpPr>
            <a:spLocks noChangeShapeType="1"/>
          </p:cNvSpPr>
          <p:nvPr/>
        </p:nvSpPr>
        <p:spPr bwMode="auto">
          <a:xfrm flipV="1">
            <a:off x="3124200" y="3810000"/>
            <a:ext cx="1219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4617" name="Object 9"/>
          <p:cNvGraphicFramePr>
            <a:graphicFrameLocks noChangeAspect="1"/>
          </p:cNvGraphicFramePr>
          <p:nvPr/>
        </p:nvGraphicFramePr>
        <p:xfrm>
          <a:off x="3575050" y="3713163"/>
          <a:ext cx="265113" cy="279400"/>
        </p:xfrm>
        <a:graphic>
          <a:graphicData uri="http://schemas.openxmlformats.org/presentationml/2006/ole">
            <p:oleObj spid="_x0000_s324617" name="Equation" r:id="rId12" imgW="266400" imgH="279360" progId="Equation.3">
              <p:embed/>
            </p:oleObj>
          </a:graphicData>
        </a:graphic>
      </p:graphicFrame>
      <p:graphicFrame>
        <p:nvGraphicFramePr>
          <p:cNvPr id="324618" name="Object 10"/>
          <p:cNvGraphicFramePr>
            <a:graphicFrameLocks noChangeAspect="1"/>
          </p:cNvGraphicFramePr>
          <p:nvPr/>
        </p:nvGraphicFramePr>
        <p:xfrm>
          <a:off x="6477000" y="1524000"/>
          <a:ext cx="2209800" cy="2057400"/>
        </p:xfrm>
        <a:graphic>
          <a:graphicData uri="http://schemas.openxmlformats.org/presentationml/2006/ole">
            <p:oleObj spid="_x0000_s324618" name="Equation" r:id="rId13" imgW="2209680" imgH="2057400" progId="Equation.3">
              <p:embed/>
            </p:oleObj>
          </a:graphicData>
        </a:graphic>
      </p:graphicFrame>
      <p:graphicFrame>
        <p:nvGraphicFramePr>
          <p:cNvPr id="324619" name="Object 11"/>
          <p:cNvGraphicFramePr>
            <a:graphicFrameLocks noChangeAspect="1"/>
          </p:cNvGraphicFramePr>
          <p:nvPr/>
        </p:nvGraphicFramePr>
        <p:xfrm>
          <a:off x="6934200" y="838200"/>
          <a:ext cx="393700" cy="419100"/>
        </p:xfrm>
        <a:graphic>
          <a:graphicData uri="http://schemas.openxmlformats.org/presentationml/2006/ole">
            <p:oleObj spid="_x0000_s324619" name="Equation" r:id="rId14" imgW="393480" imgH="419040" progId="Equation.3">
              <p:embed/>
            </p:oleObj>
          </a:graphicData>
        </a:graphic>
      </p:graphicFrame>
      <p:graphicFrame>
        <p:nvGraphicFramePr>
          <p:cNvPr id="324620" name="Object 12"/>
          <p:cNvGraphicFramePr>
            <a:graphicFrameLocks noChangeAspect="1"/>
          </p:cNvGraphicFramePr>
          <p:nvPr/>
        </p:nvGraphicFramePr>
        <p:xfrm>
          <a:off x="2946400" y="215900"/>
          <a:ext cx="544513" cy="393700"/>
        </p:xfrm>
        <a:graphic>
          <a:graphicData uri="http://schemas.openxmlformats.org/presentationml/2006/ole">
            <p:oleObj spid="_x0000_s324620" name="Equation" r:id="rId15" imgW="545760" imgH="393480" progId="Equation.3">
              <p:embed/>
            </p:oleObj>
          </a:graphicData>
        </a:graphic>
      </p:graphicFrame>
      <p:sp>
        <p:nvSpPr>
          <p:cNvPr id="237597" name="Text Box 29"/>
          <p:cNvSpPr txBox="1">
            <a:spLocks noChangeArrowheads="1"/>
          </p:cNvSpPr>
          <p:nvPr/>
        </p:nvSpPr>
        <p:spPr bwMode="auto">
          <a:xfrm>
            <a:off x="6553200" y="228600"/>
            <a:ext cx="1898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</a:t>
            </a:r>
          </a:p>
        </p:txBody>
      </p:sp>
      <p:sp>
        <p:nvSpPr>
          <p:cNvPr id="237598" name="Text Box 30"/>
          <p:cNvSpPr txBox="1">
            <a:spLocks noChangeArrowheads="1"/>
          </p:cNvSpPr>
          <p:nvPr/>
        </p:nvSpPr>
        <p:spPr bwMode="auto">
          <a:xfrm>
            <a:off x="1828800" y="152400"/>
            <a:ext cx="1050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</a:t>
            </a:r>
          </a:p>
        </p:txBody>
      </p:sp>
      <p:graphicFrame>
        <p:nvGraphicFramePr>
          <p:cNvPr id="324621" name="Object 13"/>
          <p:cNvGraphicFramePr>
            <a:graphicFrameLocks noChangeAspect="1"/>
          </p:cNvGraphicFramePr>
          <p:nvPr/>
        </p:nvGraphicFramePr>
        <p:xfrm>
          <a:off x="5181600" y="4737100"/>
          <a:ext cx="3136900" cy="1295400"/>
        </p:xfrm>
        <a:graphic>
          <a:graphicData uri="http://schemas.openxmlformats.org/presentationml/2006/ole">
            <p:oleObj spid="_x0000_s324621" name="Equation" r:id="rId16" imgW="3136680" imgH="1295280" progId="Equation.3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736376-174D-4A11-8409-FEEA0D980DF4}" type="slidenum">
              <a:rPr lang="en-US"/>
              <a:pPr/>
              <a:t>49</a:t>
            </a:fld>
            <a:endParaRPr lang="en-US"/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General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right-linear grammar</a:t>
            </a:r>
          </a:p>
          <a:p>
            <a:endParaRPr lang="en-US"/>
          </a:p>
          <a:p>
            <a:r>
              <a:rPr lang="en-US"/>
              <a:t>has variables: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and productions: </a:t>
            </a:r>
          </a:p>
        </p:txBody>
      </p:sp>
      <p:graphicFrame>
        <p:nvGraphicFramePr>
          <p:cNvPr id="325632" name="Object 0"/>
          <p:cNvGraphicFramePr>
            <a:graphicFrameLocks noChangeAspect="1"/>
          </p:cNvGraphicFramePr>
          <p:nvPr/>
        </p:nvGraphicFramePr>
        <p:xfrm>
          <a:off x="4864100" y="895350"/>
          <a:ext cx="393700" cy="419100"/>
        </p:xfrm>
        <a:graphic>
          <a:graphicData uri="http://schemas.openxmlformats.org/presentationml/2006/ole">
            <p:oleObj spid="_x0000_s325632" name="Equation" r:id="rId3" imgW="393480" imgH="419040" progId="Equation.3">
              <p:embed/>
            </p:oleObj>
          </a:graphicData>
        </a:graphic>
      </p:graphicFrame>
      <p:graphicFrame>
        <p:nvGraphicFramePr>
          <p:cNvPr id="325633" name="Object 1"/>
          <p:cNvGraphicFramePr>
            <a:graphicFrameLocks noChangeAspect="1"/>
          </p:cNvGraphicFramePr>
          <p:nvPr/>
        </p:nvGraphicFramePr>
        <p:xfrm>
          <a:off x="3276600" y="1981200"/>
          <a:ext cx="2374900" cy="582613"/>
        </p:xfrm>
        <a:graphic>
          <a:graphicData uri="http://schemas.openxmlformats.org/presentationml/2006/ole">
            <p:oleObj spid="_x0000_s325633" name="Equation" r:id="rId4" imgW="2374560" imgH="583920" progId="Equation.3">
              <p:embed/>
            </p:oleObj>
          </a:graphicData>
        </a:graphic>
      </p:graphicFrame>
      <p:graphicFrame>
        <p:nvGraphicFramePr>
          <p:cNvPr id="325634" name="Object 2"/>
          <p:cNvGraphicFramePr>
            <a:graphicFrameLocks noChangeAspect="1"/>
          </p:cNvGraphicFramePr>
          <p:nvPr/>
        </p:nvGraphicFramePr>
        <p:xfrm>
          <a:off x="3810000" y="3810000"/>
          <a:ext cx="3594100" cy="660400"/>
        </p:xfrm>
        <a:graphic>
          <a:graphicData uri="http://schemas.openxmlformats.org/presentationml/2006/ole">
            <p:oleObj spid="_x0000_s325634" name="Equation" r:id="rId5" imgW="3593880" imgH="660240" progId="Equation.3">
              <p:embed/>
            </p:oleObj>
          </a:graphicData>
        </a:graphic>
      </p:graphicFrame>
      <p:graphicFrame>
        <p:nvGraphicFramePr>
          <p:cNvPr id="325635" name="Object 3"/>
          <p:cNvGraphicFramePr>
            <a:graphicFrameLocks noChangeAspect="1"/>
          </p:cNvGraphicFramePr>
          <p:nvPr/>
        </p:nvGraphicFramePr>
        <p:xfrm>
          <a:off x="3835400" y="5638800"/>
          <a:ext cx="3124200" cy="582613"/>
        </p:xfrm>
        <a:graphic>
          <a:graphicData uri="http://schemas.openxmlformats.org/presentationml/2006/ole">
            <p:oleObj spid="_x0000_s325635" name="Equation" r:id="rId6" imgW="3124080" imgH="583920" progId="Equation.3">
              <p:embed/>
            </p:oleObj>
          </a:graphicData>
        </a:graphic>
      </p:graphicFrame>
      <p:sp>
        <p:nvSpPr>
          <p:cNvPr id="238600" name="Text Box 8"/>
          <p:cNvSpPr txBox="1">
            <a:spLocks noChangeArrowheads="1"/>
          </p:cNvSpPr>
          <p:nvPr/>
        </p:nvSpPr>
        <p:spPr bwMode="auto">
          <a:xfrm>
            <a:off x="5060950" y="4749800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BE54C-103D-4216-A246-31EF46EDD385}" type="slidenum">
              <a:rPr lang="en-US"/>
              <a:pPr/>
              <a:t>50</a:t>
            </a:fld>
            <a:endParaRPr lang="en-US"/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construct the NFA         such that:</a:t>
            </a:r>
          </a:p>
          <a:p>
            <a:endParaRPr lang="en-US"/>
          </a:p>
          <a:p>
            <a:r>
              <a:rPr lang="en-US"/>
              <a:t>each  variable         corresponds to a node: </a:t>
            </a:r>
          </a:p>
        </p:txBody>
      </p:sp>
      <p:graphicFrame>
        <p:nvGraphicFramePr>
          <p:cNvPr id="326656" name="Object 0"/>
          <p:cNvGraphicFramePr>
            <a:graphicFrameLocks noChangeAspect="1"/>
          </p:cNvGraphicFramePr>
          <p:nvPr/>
        </p:nvGraphicFramePr>
        <p:xfrm>
          <a:off x="4851400" y="901700"/>
          <a:ext cx="544513" cy="393700"/>
        </p:xfrm>
        <a:graphic>
          <a:graphicData uri="http://schemas.openxmlformats.org/presentationml/2006/ole">
            <p:oleObj spid="_x0000_s326656" name="Equation" r:id="rId3" imgW="545760" imgH="393480" progId="Equation.3">
              <p:embed/>
            </p:oleObj>
          </a:graphicData>
        </a:graphic>
      </p:graphicFrame>
      <p:graphicFrame>
        <p:nvGraphicFramePr>
          <p:cNvPr id="326657" name="Object 1"/>
          <p:cNvGraphicFramePr>
            <a:graphicFrameLocks noChangeAspect="1"/>
          </p:cNvGraphicFramePr>
          <p:nvPr/>
        </p:nvGraphicFramePr>
        <p:xfrm>
          <a:off x="3200400" y="1981200"/>
          <a:ext cx="392113" cy="582613"/>
        </p:xfrm>
        <a:graphic>
          <a:graphicData uri="http://schemas.openxmlformats.org/presentationml/2006/ole">
            <p:oleObj spid="_x0000_s326657" name="Equation" r:id="rId4" imgW="393480" imgH="583920" progId="Equation.3">
              <p:embed/>
            </p:oleObj>
          </a:graphicData>
        </a:graphic>
      </p:graphicFrame>
      <p:sp>
        <p:nvSpPr>
          <p:cNvPr id="239622" name="Oval 6"/>
          <p:cNvSpPr>
            <a:spLocks noChangeArrowheads="1"/>
          </p:cNvSpPr>
          <p:nvPr/>
        </p:nvSpPr>
        <p:spPr bwMode="auto">
          <a:xfrm>
            <a:off x="1295400" y="38100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6658" name="Object 2"/>
          <p:cNvGraphicFramePr>
            <a:graphicFrameLocks noChangeAspect="1"/>
          </p:cNvGraphicFramePr>
          <p:nvPr/>
        </p:nvGraphicFramePr>
        <p:xfrm>
          <a:off x="1485900" y="3886200"/>
          <a:ext cx="430213" cy="531813"/>
        </p:xfrm>
        <a:graphic>
          <a:graphicData uri="http://schemas.openxmlformats.org/presentationml/2006/ole">
            <p:oleObj spid="_x0000_s326658" name="Equation" r:id="rId5" imgW="431640" imgH="533160" progId="Equation.3">
              <p:embed/>
            </p:oleObj>
          </a:graphicData>
        </a:graphic>
      </p:graphicFrame>
      <p:sp>
        <p:nvSpPr>
          <p:cNvPr id="239624" name="Line 8"/>
          <p:cNvSpPr>
            <a:spLocks noChangeShapeType="1"/>
          </p:cNvSpPr>
          <p:nvPr/>
        </p:nvSpPr>
        <p:spPr bwMode="auto">
          <a:xfrm>
            <a:off x="528638" y="42687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5" name="Oval 9"/>
          <p:cNvSpPr>
            <a:spLocks noChangeArrowheads="1"/>
          </p:cNvSpPr>
          <p:nvPr/>
        </p:nvSpPr>
        <p:spPr bwMode="auto">
          <a:xfrm>
            <a:off x="3048000" y="3124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6" name="Oval 10"/>
          <p:cNvSpPr>
            <a:spLocks noChangeArrowheads="1"/>
          </p:cNvSpPr>
          <p:nvPr/>
        </p:nvSpPr>
        <p:spPr bwMode="auto">
          <a:xfrm>
            <a:off x="2743200" y="5105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7" name="Oval 11"/>
          <p:cNvSpPr>
            <a:spLocks noChangeArrowheads="1"/>
          </p:cNvSpPr>
          <p:nvPr/>
        </p:nvSpPr>
        <p:spPr bwMode="auto">
          <a:xfrm>
            <a:off x="5181600" y="3124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8" name="Oval 12"/>
          <p:cNvSpPr>
            <a:spLocks noChangeArrowheads="1"/>
          </p:cNvSpPr>
          <p:nvPr/>
        </p:nvSpPr>
        <p:spPr bwMode="auto">
          <a:xfrm>
            <a:off x="4876800" y="53340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29" name="Oval 13"/>
          <p:cNvSpPr>
            <a:spLocks noChangeArrowheads="1"/>
          </p:cNvSpPr>
          <p:nvPr/>
        </p:nvSpPr>
        <p:spPr bwMode="auto">
          <a:xfrm>
            <a:off x="7010400" y="4343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6659" name="Object 3"/>
          <p:cNvGraphicFramePr>
            <a:graphicFrameLocks noChangeAspect="1"/>
          </p:cNvGraphicFramePr>
          <p:nvPr/>
        </p:nvGraphicFramePr>
        <p:xfrm>
          <a:off x="7156450" y="4464050"/>
          <a:ext cx="520700" cy="520700"/>
        </p:xfrm>
        <a:graphic>
          <a:graphicData uri="http://schemas.openxmlformats.org/presentationml/2006/ole">
            <p:oleObj spid="_x0000_s326659" name="Equation" r:id="rId6" imgW="520560" imgH="520560" progId="Equation.3">
              <p:embed/>
            </p:oleObj>
          </a:graphicData>
        </a:graphic>
      </p:graphicFrame>
      <p:graphicFrame>
        <p:nvGraphicFramePr>
          <p:cNvPr id="326660" name="Object 4"/>
          <p:cNvGraphicFramePr>
            <a:graphicFrameLocks noChangeAspect="1"/>
          </p:cNvGraphicFramePr>
          <p:nvPr/>
        </p:nvGraphicFramePr>
        <p:xfrm>
          <a:off x="3276600" y="3200400"/>
          <a:ext cx="368300" cy="520700"/>
        </p:xfrm>
        <a:graphic>
          <a:graphicData uri="http://schemas.openxmlformats.org/presentationml/2006/ole">
            <p:oleObj spid="_x0000_s326660" name="Equation" r:id="rId7" imgW="368280" imgH="520560" progId="Equation.3">
              <p:embed/>
            </p:oleObj>
          </a:graphicData>
        </a:graphic>
      </p:graphicFrame>
      <p:graphicFrame>
        <p:nvGraphicFramePr>
          <p:cNvPr id="326661" name="Object 5"/>
          <p:cNvGraphicFramePr>
            <a:graphicFrameLocks noChangeAspect="1"/>
          </p:cNvGraphicFramePr>
          <p:nvPr/>
        </p:nvGraphicFramePr>
        <p:xfrm>
          <a:off x="2941638" y="5257800"/>
          <a:ext cx="430212" cy="520700"/>
        </p:xfrm>
        <a:graphic>
          <a:graphicData uri="http://schemas.openxmlformats.org/presentationml/2006/ole">
            <p:oleObj spid="_x0000_s326661" name="Equation" r:id="rId8" imgW="431640" imgH="520560" progId="Equation.3">
              <p:embed/>
            </p:oleObj>
          </a:graphicData>
        </a:graphic>
      </p:graphicFrame>
      <p:graphicFrame>
        <p:nvGraphicFramePr>
          <p:cNvPr id="326662" name="Object 6"/>
          <p:cNvGraphicFramePr>
            <a:graphicFrameLocks noChangeAspect="1"/>
          </p:cNvGraphicFramePr>
          <p:nvPr/>
        </p:nvGraphicFramePr>
        <p:xfrm>
          <a:off x="5392738" y="3271838"/>
          <a:ext cx="404812" cy="531812"/>
        </p:xfrm>
        <a:graphic>
          <a:graphicData uri="http://schemas.openxmlformats.org/presentationml/2006/ole">
            <p:oleObj spid="_x0000_s326662" name="Equation" r:id="rId9" imgW="406080" imgH="533160" progId="Equation.3">
              <p:embed/>
            </p:oleObj>
          </a:graphicData>
        </a:graphic>
      </p:graphicFrame>
      <p:graphicFrame>
        <p:nvGraphicFramePr>
          <p:cNvPr id="326663" name="Object 7"/>
          <p:cNvGraphicFramePr>
            <a:graphicFrameLocks noChangeAspect="1"/>
          </p:cNvGraphicFramePr>
          <p:nvPr/>
        </p:nvGraphicFramePr>
        <p:xfrm>
          <a:off x="5075238" y="5486400"/>
          <a:ext cx="430212" cy="520700"/>
        </p:xfrm>
        <a:graphic>
          <a:graphicData uri="http://schemas.openxmlformats.org/presentationml/2006/ole">
            <p:oleObj spid="_x0000_s326663" name="Equation" r:id="rId10" imgW="431640" imgH="520560" progId="Equation.3">
              <p:embed/>
            </p:oleObj>
          </a:graphicData>
        </a:graphic>
      </p:graphicFrame>
      <p:sp>
        <p:nvSpPr>
          <p:cNvPr id="239635" name="Oval 19"/>
          <p:cNvSpPr>
            <a:spLocks noChangeArrowheads="1"/>
          </p:cNvSpPr>
          <p:nvPr/>
        </p:nvSpPr>
        <p:spPr bwMode="auto">
          <a:xfrm>
            <a:off x="6858000" y="41910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9636" name="Text Box 20"/>
          <p:cNvSpPr txBox="1">
            <a:spLocks noChangeArrowheads="1"/>
          </p:cNvSpPr>
          <p:nvPr/>
        </p:nvSpPr>
        <p:spPr bwMode="auto">
          <a:xfrm>
            <a:off x="6629400" y="5410200"/>
            <a:ext cx="21717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special</a:t>
            </a:r>
          </a:p>
          <a:p>
            <a:r>
              <a:rPr lang="en-US">
                <a:solidFill>
                  <a:srgbClr val="FF0000"/>
                </a:solidFill>
              </a:rPr>
              <a:t>final state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CBDEDC-6D84-4B47-BAE2-623A40784592}" type="slidenum">
              <a:rPr lang="en-US"/>
              <a:pPr/>
              <a:t>51</a:t>
            </a:fld>
            <a:endParaRPr lang="en-US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production:</a:t>
            </a:r>
          </a:p>
          <a:p>
            <a:endParaRPr lang="en-US"/>
          </a:p>
          <a:p>
            <a:r>
              <a:rPr lang="en-US"/>
              <a:t>we add transitions and intermediate nodes</a:t>
            </a:r>
          </a:p>
        </p:txBody>
      </p:sp>
      <p:graphicFrame>
        <p:nvGraphicFramePr>
          <p:cNvPr id="327680" name="Object 0"/>
          <p:cNvGraphicFramePr>
            <a:graphicFrameLocks noChangeAspect="1"/>
          </p:cNvGraphicFramePr>
          <p:nvPr/>
        </p:nvGraphicFramePr>
        <p:xfrm>
          <a:off x="4495800" y="838200"/>
          <a:ext cx="3594100" cy="660400"/>
        </p:xfrm>
        <a:graphic>
          <a:graphicData uri="http://schemas.openxmlformats.org/presentationml/2006/ole">
            <p:oleObj spid="_x0000_s327680" name="Equation" r:id="rId3" imgW="3593880" imgH="660240" progId="Equation.3">
              <p:embed/>
            </p:oleObj>
          </a:graphicData>
        </a:graphic>
      </p:graphicFrame>
      <p:sp>
        <p:nvSpPr>
          <p:cNvPr id="240645" name="Oval 5"/>
          <p:cNvSpPr>
            <a:spLocks noChangeArrowheads="1"/>
          </p:cNvSpPr>
          <p:nvPr/>
        </p:nvSpPr>
        <p:spPr bwMode="auto">
          <a:xfrm>
            <a:off x="457200" y="3733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7681" name="Object 1"/>
          <p:cNvGraphicFramePr>
            <a:graphicFrameLocks noChangeAspect="1"/>
          </p:cNvGraphicFramePr>
          <p:nvPr/>
        </p:nvGraphicFramePr>
        <p:xfrm>
          <a:off x="693738" y="3805238"/>
          <a:ext cx="354012" cy="531812"/>
        </p:xfrm>
        <a:graphic>
          <a:graphicData uri="http://schemas.openxmlformats.org/presentationml/2006/ole">
            <p:oleObj spid="_x0000_s327681" name="Equation" r:id="rId4" imgW="355320" imgH="533160" progId="Equation.3">
              <p:embed/>
            </p:oleObj>
          </a:graphicData>
        </a:graphic>
      </p:graphicFrame>
      <p:sp>
        <p:nvSpPr>
          <p:cNvPr id="240647" name="Oval 7"/>
          <p:cNvSpPr>
            <a:spLocks noChangeArrowheads="1"/>
          </p:cNvSpPr>
          <p:nvPr/>
        </p:nvSpPr>
        <p:spPr bwMode="auto">
          <a:xfrm>
            <a:off x="7848600" y="3733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7682" name="Object 2"/>
          <p:cNvGraphicFramePr>
            <a:graphicFrameLocks noChangeAspect="1"/>
          </p:cNvGraphicFramePr>
          <p:nvPr/>
        </p:nvGraphicFramePr>
        <p:xfrm>
          <a:off x="8040688" y="3765550"/>
          <a:ext cx="442912" cy="609600"/>
        </p:xfrm>
        <a:graphic>
          <a:graphicData uri="http://schemas.openxmlformats.org/presentationml/2006/ole">
            <p:oleObj spid="_x0000_s327682" name="Equation" r:id="rId5" imgW="444240" imgH="609480" progId="Equation.3">
              <p:embed/>
            </p:oleObj>
          </a:graphicData>
        </a:graphic>
      </p:graphicFrame>
      <p:sp>
        <p:nvSpPr>
          <p:cNvPr id="240649" name="Oval 9"/>
          <p:cNvSpPr>
            <a:spLocks noChangeArrowheads="1"/>
          </p:cNvSpPr>
          <p:nvPr/>
        </p:nvSpPr>
        <p:spPr bwMode="auto">
          <a:xfrm>
            <a:off x="2286000" y="3886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0650" name="Oval 10"/>
          <p:cNvSpPr>
            <a:spLocks noChangeArrowheads="1"/>
          </p:cNvSpPr>
          <p:nvPr/>
        </p:nvSpPr>
        <p:spPr bwMode="auto">
          <a:xfrm>
            <a:off x="3810000" y="3886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0651" name="Oval 11"/>
          <p:cNvSpPr>
            <a:spLocks noChangeArrowheads="1"/>
          </p:cNvSpPr>
          <p:nvPr/>
        </p:nvSpPr>
        <p:spPr bwMode="auto">
          <a:xfrm>
            <a:off x="6400800" y="3886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0652" name="Line 12"/>
          <p:cNvSpPr>
            <a:spLocks noChangeShapeType="1"/>
          </p:cNvSpPr>
          <p:nvPr/>
        </p:nvSpPr>
        <p:spPr bwMode="auto">
          <a:xfrm>
            <a:off x="1219200" y="4114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0653" name="Line 13"/>
          <p:cNvSpPr>
            <a:spLocks noChangeShapeType="1"/>
          </p:cNvSpPr>
          <p:nvPr/>
        </p:nvSpPr>
        <p:spPr bwMode="auto">
          <a:xfrm>
            <a:off x="2819400" y="4114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0654" name="Line 14"/>
          <p:cNvSpPr>
            <a:spLocks noChangeShapeType="1"/>
          </p:cNvSpPr>
          <p:nvPr/>
        </p:nvSpPr>
        <p:spPr bwMode="auto">
          <a:xfrm>
            <a:off x="6934200" y="4114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0655" name="Line 15"/>
          <p:cNvSpPr>
            <a:spLocks noChangeShapeType="1"/>
          </p:cNvSpPr>
          <p:nvPr/>
        </p:nvSpPr>
        <p:spPr bwMode="auto">
          <a:xfrm>
            <a:off x="4343400" y="4114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0656" name="Line 16"/>
          <p:cNvSpPr>
            <a:spLocks noChangeShapeType="1"/>
          </p:cNvSpPr>
          <p:nvPr/>
        </p:nvSpPr>
        <p:spPr bwMode="auto">
          <a:xfrm>
            <a:off x="6019800" y="4114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0657" name="Text Box 17"/>
          <p:cNvSpPr txBox="1">
            <a:spLocks noChangeArrowheads="1"/>
          </p:cNvSpPr>
          <p:nvPr/>
        </p:nvSpPr>
        <p:spPr bwMode="auto">
          <a:xfrm>
            <a:off x="4953000" y="3733800"/>
            <a:ext cx="1158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/>
              <a:t>………</a:t>
            </a:r>
          </a:p>
        </p:txBody>
      </p:sp>
      <p:graphicFrame>
        <p:nvGraphicFramePr>
          <p:cNvPr id="327683" name="Object 3"/>
          <p:cNvGraphicFramePr>
            <a:graphicFrameLocks noChangeAspect="1"/>
          </p:cNvGraphicFramePr>
          <p:nvPr/>
        </p:nvGraphicFramePr>
        <p:xfrm>
          <a:off x="1524000" y="3581400"/>
          <a:ext cx="368300" cy="520700"/>
        </p:xfrm>
        <a:graphic>
          <a:graphicData uri="http://schemas.openxmlformats.org/presentationml/2006/ole">
            <p:oleObj spid="_x0000_s327683" name="Equation" r:id="rId6" imgW="368280" imgH="520560" progId="Equation.3">
              <p:embed/>
            </p:oleObj>
          </a:graphicData>
        </a:graphic>
      </p:graphicFrame>
      <p:graphicFrame>
        <p:nvGraphicFramePr>
          <p:cNvPr id="327684" name="Object 4"/>
          <p:cNvGraphicFramePr>
            <a:graphicFrameLocks noChangeAspect="1"/>
          </p:cNvGraphicFramePr>
          <p:nvPr/>
        </p:nvGraphicFramePr>
        <p:xfrm>
          <a:off x="3124200" y="3581400"/>
          <a:ext cx="442913" cy="520700"/>
        </p:xfrm>
        <a:graphic>
          <a:graphicData uri="http://schemas.openxmlformats.org/presentationml/2006/ole">
            <p:oleObj spid="_x0000_s327684" name="Equation" r:id="rId7" imgW="444240" imgH="520560" progId="Equation.3">
              <p:embed/>
            </p:oleObj>
          </a:graphicData>
        </a:graphic>
      </p:graphicFrame>
      <p:graphicFrame>
        <p:nvGraphicFramePr>
          <p:cNvPr id="327685" name="Object 5"/>
          <p:cNvGraphicFramePr>
            <a:graphicFrameLocks noChangeAspect="1"/>
          </p:cNvGraphicFramePr>
          <p:nvPr/>
        </p:nvGraphicFramePr>
        <p:xfrm>
          <a:off x="7086600" y="3581400"/>
          <a:ext cx="520700" cy="531813"/>
        </p:xfrm>
        <a:graphic>
          <a:graphicData uri="http://schemas.openxmlformats.org/presentationml/2006/ole">
            <p:oleObj spid="_x0000_s327685" name="Equation" r:id="rId8" imgW="52056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6ACD63-8E4A-49CA-A7C1-1A7A73CFE5C4}" type="slidenum">
              <a:rPr lang="en-US"/>
              <a:pPr/>
              <a:t>52</a:t>
            </a:fld>
            <a:endParaRPr lang="en-US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production:</a:t>
            </a:r>
          </a:p>
          <a:p>
            <a:endParaRPr lang="en-US"/>
          </a:p>
          <a:p>
            <a:r>
              <a:rPr lang="en-US"/>
              <a:t>we add transitions and intermediate nodes</a:t>
            </a:r>
          </a:p>
        </p:txBody>
      </p:sp>
      <p:graphicFrame>
        <p:nvGraphicFramePr>
          <p:cNvPr id="328704" name="Object 0"/>
          <p:cNvGraphicFramePr>
            <a:graphicFrameLocks noChangeAspect="1"/>
          </p:cNvGraphicFramePr>
          <p:nvPr/>
        </p:nvGraphicFramePr>
        <p:xfrm>
          <a:off x="4495800" y="838200"/>
          <a:ext cx="3124200" cy="582613"/>
        </p:xfrm>
        <a:graphic>
          <a:graphicData uri="http://schemas.openxmlformats.org/presentationml/2006/ole">
            <p:oleObj spid="_x0000_s328704" name="Equation" r:id="rId3" imgW="3124080" imgH="583920" progId="Equation.3">
              <p:embed/>
            </p:oleObj>
          </a:graphicData>
        </a:graphic>
      </p:graphicFrame>
      <p:sp>
        <p:nvSpPr>
          <p:cNvPr id="241669" name="Oval 5"/>
          <p:cNvSpPr>
            <a:spLocks noChangeArrowheads="1"/>
          </p:cNvSpPr>
          <p:nvPr/>
        </p:nvSpPr>
        <p:spPr bwMode="auto">
          <a:xfrm>
            <a:off x="457200" y="3733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8705" name="Object 1"/>
          <p:cNvGraphicFramePr>
            <a:graphicFrameLocks noChangeAspect="1"/>
          </p:cNvGraphicFramePr>
          <p:nvPr/>
        </p:nvGraphicFramePr>
        <p:xfrm>
          <a:off x="693738" y="3805238"/>
          <a:ext cx="354012" cy="531812"/>
        </p:xfrm>
        <a:graphic>
          <a:graphicData uri="http://schemas.openxmlformats.org/presentationml/2006/ole">
            <p:oleObj spid="_x0000_s328705" name="Equation" r:id="rId4" imgW="355320" imgH="533160" progId="Equation.3">
              <p:embed/>
            </p:oleObj>
          </a:graphicData>
        </a:graphic>
      </p:graphicFrame>
      <p:sp>
        <p:nvSpPr>
          <p:cNvPr id="241671" name="Oval 7"/>
          <p:cNvSpPr>
            <a:spLocks noChangeArrowheads="1"/>
          </p:cNvSpPr>
          <p:nvPr/>
        </p:nvSpPr>
        <p:spPr bwMode="auto">
          <a:xfrm>
            <a:off x="7848600" y="3733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28706" name="Object 2"/>
          <p:cNvGraphicFramePr>
            <a:graphicFrameLocks noChangeAspect="1"/>
          </p:cNvGraphicFramePr>
          <p:nvPr/>
        </p:nvGraphicFramePr>
        <p:xfrm>
          <a:off x="8002588" y="3810000"/>
          <a:ext cx="520700" cy="520700"/>
        </p:xfrm>
        <a:graphic>
          <a:graphicData uri="http://schemas.openxmlformats.org/presentationml/2006/ole">
            <p:oleObj spid="_x0000_s328706" name="Equation" r:id="rId5" imgW="520560" imgH="520560" progId="Equation.3">
              <p:embed/>
            </p:oleObj>
          </a:graphicData>
        </a:graphic>
      </p:graphicFrame>
      <p:sp>
        <p:nvSpPr>
          <p:cNvPr id="241673" name="Oval 9"/>
          <p:cNvSpPr>
            <a:spLocks noChangeArrowheads="1"/>
          </p:cNvSpPr>
          <p:nvPr/>
        </p:nvSpPr>
        <p:spPr bwMode="auto">
          <a:xfrm>
            <a:off x="2286000" y="3886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1674" name="Oval 10"/>
          <p:cNvSpPr>
            <a:spLocks noChangeArrowheads="1"/>
          </p:cNvSpPr>
          <p:nvPr/>
        </p:nvSpPr>
        <p:spPr bwMode="auto">
          <a:xfrm>
            <a:off x="3810000" y="3886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1675" name="Oval 11"/>
          <p:cNvSpPr>
            <a:spLocks noChangeArrowheads="1"/>
          </p:cNvSpPr>
          <p:nvPr/>
        </p:nvSpPr>
        <p:spPr bwMode="auto">
          <a:xfrm>
            <a:off x="6248400" y="3886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1676" name="Line 12"/>
          <p:cNvSpPr>
            <a:spLocks noChangeShapeType="1"/>
          </p:cNvSpPr>
          <p:nvPr/>
        </p:nvSpPr>
        <p:spPr bwMode="auto">
          <a:xfrm>
            <a:off x="1219200" y="4114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1677" name="Line 13"/>
          <p:cNvSpPr>
            <a:spLocks noChangeShapeType="1"/>
          </p:cNvSpPr>
          <p:nvPr/>
        </p:nvSpPr>
        <p:spPr bwMode="auto">
          <a:xfrm>
            <a:off x="2819400" y="4114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1678" name="Line 14"/>
          <p:cNvSpPr>
            <a:spLocks noChangeShapeType="1"/>
          </p:cNvSpPr>
          <p:nvPr/>
        </p:nvSpPr>
        <p:spPr bwMode="auto">
          <a:xfrm>
            <a:off x="6781800" y="4114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1679" name="Line 15"/>
          <p:cNvSpPr>
            <a:spLocks noChangeShapeType="1"/>
          </p:cNvSpPr>
          <p:nvPr/>
        </p:nvSpPr>
        <p:spPr bwMode="auto">
          <a:xfrm>
            <a:off x="4343400" y="4114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1680" name="Line 16"/>
          <p:cNvSpPr>
            <a:spLocks noChangeShapeType="1"/>
          </p:cNvSpPr>
          <p:nvPr/>
        </p:nvSpPr>
        <p:spPr bwMode="auto">
          <a:xfrm>
            <a:off x="5867400" y="4114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1681" name="Text Box 17"/>
          <p:cNvSpPr txBox="1">
            <a:spLocks noChangeArrowheads="1"/>
          </p:cNvSpPr>
          <p:nvPr/>
        </p:nvSpPr>
        <p:spPr bwMode="auto">
          <a:xfrm>
            <a:off x="4876800" y="3733800"/>
            <a:ext cx="1158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/>
              <a:t>………</a:t>
            </a:r>
          </a:p>
        </p:txBody>
      </p:sp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1524000" y="3581400"/>
          <a:ext cx="368300" cy="520700"/>
        </p:xfrm>
        <a:graphic>
          <a:graphicData uri="http://schemas.openxmlformats.org/presentationml/2006/ole">
            <p:oleObj spid="_x0000_s328707" name="Equation" r:id="rId6" imgW="368280" imgH="520560" progId="Equation.3">
              <p:embed/>
            </p:oleObj>
          </a:graphicData>
        </a:graphic>
      </p:graphicFrame>
      <p:graphicFrame>
        <p:nvGraphicFramePr>
          <p:cNvPr id="328708" name="Object 4"/>
          <p:cNvGraphicFramePr>
            <a:graphicFrameLocks noChangeAspect="1"/>
          </p:cNvGraphicFramePr>
          <p:nvPr/>
        </p:nvGraphicFramePr>
        <p:xfrm>
          <a:off x="3124200" y="3581400"/>
          <a:ext cx="442913" cy="520700"/>
        </p:xfrm>
        <a:graphic>
          <a:graphicData uri="http://schemas.openxmlformats.org/presentationml/2006/ole">
            <p:oleObj spid="_x0000_s328708" name="Equation" r:id="rId7" imgW="444240" imgH="520560" progId="Equation.3">
              <p:embed/>
            </p:oleObj>
          </a:graphicData>
        </a:graphic>
      </p:graphicFrame>
      <p:graphicFrame>
        <p:nvGraphicFramePr>
          <p:cNvPr id="328709" name="Object 5"/>
          <p:cNvGraphicFramePr>
            <a:graphicFrameLocks noChangeAspect="1"/>
          </p:cNvGraphicFramePr>
          <p:nvPr/>
        </p:nvGraphicFramePr>
        <p:xfrm>
          <a:off x="6934200" y="3581400"/>
          <a:ext cx="520700" cy="531813"/>
        </p:xfrm>
        <a:graphic>
          <a:graphicData uri="http://schemas.openxmlformats.org/presentationml/2006/ole">
            <p:oleObj spid="_x0000_s328709" name="Equation" r:id="rId8" imgW="520560" imgH="533160" progId="Equation.3">
              <p:embed/>
            </p:oleObj>
          </a:graphicData>
        </a:graphic>
      </p:graphicFrame>
      <p:sp>
        <p:nvSpPr>
          <p:cNvPr id="241685" name="Oval 21"/>
          <p:cNvSpPr>
            <a:spLocks noChangeArrowheads="1"/>
          </p:cNvSpPr>
          <p:nvPr/>
        </p:nvSpPr>
        <p:spPr bwMode="auto">
          <a:xfrm>
            <a:off x="7696200" y="35814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D6E976-AD9F-48A9-A9E2-311D31443ECB}" type="slidenum">
              <a:rPr lang="en-US"/>
              <a:pPr/>
              <a:t>53</a:t>
            </a:fld>
            <a:endParaRPr lang="en-US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Resulting NFA       looks like this:</a:t>
            </a:r>
          </a:p>
        </p:txBody>
      </p:sp>
      <p:graphicFrame>
        <p:nvGraphicFramePr>
          <p:cNvPr id="329728" name="Object 0"/>
          <p:cNvGraphicFramePr>
            <a:graphicFrameLocks noChangeAspect="1"/>
          </p:cNvGraphicFramePr>
          <p:nvPr/>
        </p:nvGraphicFramePr>
        <p:xfrm>
          <a:off x="3175000" y="901700"/>
          <a:ext cx="544513" cy="393700"/>
        </p:xfrm>
        <a:graphic>
          <a:graphicData uri="http://schemas.openxmlformats.org/presentationml/2006/ole">
            <p:oleObj spid="_x0000_s329728" name="Equation" r:id="rId3" imgW="545760" imgH="393480" progId="Equation.3">
              <p:embed/>
            </p:oleObj>
          </a:graphicData>
        </a:graphic>
      </p:graphicFrame>
      <p:grpSp>
        <p:nvGrpSpPr>
          <p:cNvPr id="242734" name="Group 46"/>
          <p:cNvGrpSpPr>
            <a:grpSpLocks/>
          </p:cNvGrpSpPr>
          <p:nvPr/>
        </p:nvGrpSpPr>
        <p:grpSpPr bwMode="auto">
          <a:xfrm>
            <a:off x="1066800" y="1524000"/>
            <a:ext cx="6934200" cy="3644900"/>
            <a:chOff x="333" y="920"/>
            <a:chExt cx="4659" cy="2640"/>
          </a:xfrm>
        </p:grpSpPr>
        <p:sp>
          <p:nvSpPr>
            <p:cNvPr id="242693" name="Oval 5"/>
            <p:cNvSpPr>
              <a:spLocks noChangeArrowheads="1"/>
            </p:cNvSpPr>
            <p:nvPr/>
          </p:nvSpPr>
          <p:spPr bwMode="auto">
            <a:xfrm>
              <a:off x="816" y="2120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9730" name="Object 2"/>
            <p:cNvGraphicFramePr>
              <a:graphicFrameLocks noChangeAspect="1"/>
            </p:cNvGraphicFramePr>
            <p:nvPr/>
          </p:nvGraphicFramePr>
          <p:xfrm>
            <a:off x="936" y="2168"/>
            <a:ext cx="271" cy="335"/>
          </p:xfrm>
          <a:graphic>
            <a:graphicData uri="http://schemas.openxmlformats.org/presentationml/2006/ole">
              <p:oleObj spid="_x0000_s329730" name="Equation" r:id="rId4" imgW="431640" imgH="533160" progId="Equation.3">
                <p:embed/>
              </p:oleObj>
            </a:graphicData>
          </a:graphic>
        </p:graphicFrame>
        <p:sp>
          <p:nvSpPr>
            <p:cNvPr id="242695" name="Line 7"/>
            <p:cNvSpPr>
              <a:spLocks noChangeShapeType="1"/>
            </p:cNvSpPr>
            <p:nvPr/>
          </p:nvSpPr>
          <p:spPr bwMode="auto">
            <a:xfrm>
              <a:off x="333" y="240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696" name="Oval 8"/>
            <p:cNvSpPr>
              <a:spLocks noChangeArrowheads="1"/>
            </p:cNvSpPr>
            <p:nvPr/>
          </p:nvSpPr>
          <p:spPr bwMode="auto">
            <a:xfrm>
              <a:off x="1920" y="1688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697" name="Oval 9"/>
            <p:cNvSpPr>
              <a:spLocks noChangeArrowheads="1"/>
            </p:cNvSpPr>
            <p:nvPr/>
          </p:nvSpPr>
          <p:spPr bwMode="auto">
            <a:xfrm>
              <a:off x="1728" y="2936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698" name="Oval 10"/>
            <p:cNvSpPr>
              <a:spLocks noChangeArrowheads="1"/>
            </p:cNvSpPr>
            <p:nvPr/>
          </p:nvSpPr>
          <p:spPr bwMode="auto">
            <a:xfrm>
              <a:off x="3264" y="1688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699" name="Oval 11"/>
            <p:cNvSpPr>
              <a:spLocks noChangeArrowheads="1"/>
            </p:cNvSpPr>
            <p:nvPr/>
          </p:nvSpPr>
          <p:spPr bwMode="auto">
            <a:xfrm>
              <a:off x="3072" y="3080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00" name="Oval 12"/>
            <p:cNvSpPr>
              <a:spLocks noChangeArrowheads="1"/>
            </p:cNvSpPr>
            <p:nvPr/>
          </p:nvSpPr>
          <p:spPr bwMode="auto">
            <a:xfrm>
              <a:off x="4416" y="2456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9731" name="Object 3"/>
            <p:cNvGraphicFramePr>
              <a:graphicFrameLocks noChangeAspect="1"/>
            </p:cNvGraphicFramePr>
            <p:nvPr/>
          </p:nvGraphicFramePr>
          <p:xfrm>
            <a:off x="4508" y="2532"/>
            <a:ext cx="328" cy="328"/>
          </p:xfrm>
          <a:graphic>
            <a:graphicData uri="http://schemas.openxmlformats.org/presentationml/2006/ole">
              <p:oleObj spid="_x0000_s329731" name="Equation" r:id="rId5" imgW="520560" imgH="520560" progId="Equation.3">
                <p:embed/>
              </p:oleObj>
            </a:graphicData>
          </a:graphic>
        </p:graphicFrame>
        <p:graphicFrame>
          <p:nvGraphicFramePr>
            <p:cNvPr id="329732" name="Object 4"/>
            <p:cNvGraphicFramePr>
              <a:graphicFrameLocks noChangeAspect="1"/>
            </p:cNvGraphicFramePr>
            <p:nvPr/>
          </p:nvGraphicFramePr>
          <p:xfrm>
            <a:off x="2064" y="1736"/>
            <a:ext cx="232" cy="328"/>
          </p:xfrm>
          <a:graphic>
            <a:graphicData uri="http://schemas.openxmlformats.org/presentationml/2006/ole">
              <p:oleObj spid="_x0000_s329732" name="Equation" r:id="rId6" imgW="368280" imgH="520560" progId="Equation.3">
                <p:embed/>
              </p:oleObj>
            </a:graphicData>
          </a:graphic>
        </p:graphicFrame>
        <p:graphicFrame>
          <p:nvGraphicFramePr>
            <p:cNvPr id="329733" name="Object 5"/>
            <p:cNvGraphicFramePr>
              <a:graphicFrameLocks noChangeAspect="1"/>
            </p:cNvGraphicFramePr>
            <p:nvPr/>
          </p:nvGraphicFramePr>
          <p:xfrm>
            <a:off x="1853" y="3032"/>
            <a:ext cx="271" cy="328"/>
          </p:xfrm>
          <a:graphic>
            <a:graphicData uri="http://schemas.openxmlformats.org/presentationml/2006/ole">
              <p:oleObj spid="_x0000_s329733" name="Equation" r:id="rId7" imgW="431640" imgH="520560" progId="Equation.3">
                <p:embed/>
              </p:oleObj>
            </a:graphicData>
          </a:graphic>
        </p:graphicFrame>
        <p:graphicFrame>
          <p:nvGraphicFramePr>
            <p:cNvPr id="329734" name="Object 6"/>
            <p:cNvGraphicFramePr>
              <a:graphicFrameLocks noChangeAspect="1"/>
            </p:cNvGraphicFramePr>
            <p:nvPr/>
          </p:nvGraphicFramePr>
          <p:xfrm>
            <a:off x="3397" y="1781"/>
            <a:ext cx="255" cy="335"/>
          </p:xfrm>
          <a:graphic>
            <a:graphicData uri="http://schemas.openxmlformats.org/presentationml/2006/ole">
              <p:oleObj spid="_x0000_s329734" name="Equation" r:id="rId8" imgW="406080" imgH="533160" progId="Equation.3">
                <p:embed/>
              </p:oleObj>
            </a:graphicData>
          </a:graphic>
        </p:graphicFrame>
        <p:graphicFrame>
          <p:nvGraphicFramePr>
            <p:cNvPr id="329735" name="Object 7"/>
            <p:cNvGraphicFramePr>
              <a:graphicFrameLocks noChangeAspect="1"/>
            </p:cNvGraphicFramePr>
            <p:nvPr/>
          </p:nvGraphicFramePr>
          <p:xfrm>
            <a:off x="3197" y="3176"/>
            <a:ext cx="271" cy="328"/>
          </p:xfrm>
          <a:graphic>
            <a:graphicData uri="http://schemas.openxmlformats.org/presentationml/2006/ole">
              <p:oleObj spid="_x0000_s329735" name="Equation" r:id="rId9" imgW="431640" imgH="520560" progId="Equation.3">
                <p:embed/>
              </p:oleObj>
            </a:graphicData>
          </a:graphic>
        </p:graphicFrame>
        <p:sp>
          <p:nvSpPr>
            <p:cNvPr id="242706" name="Oval 18"/>
            <p:cNvSpPr>
              <a:spLocks noChangeArrowheads="1"/>
            </p:cNvSpPr>
            <p:nvPr/>
          </p:nvSpPr>
          <p:spPr bwMode="auto">
            <a:xfrm>
              <a:off x="4320" y="2360"/>
              <a:ext cx="672" cy="6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07" name="Line 19"/>
            <p:cNvSpPr>
              <a:spLocks noChangeShapeType="1"/>
            </p:cNvSpPr>
            <p:nvPr/>
          </p:nvSpPr>
          <p:spPr bwMode="auto">
            <a:xfrm flipV="1">
              <a:off x="1248" y="1976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08" name="Oval 20"/>
            <p:cNvSpPr>
              <a:spLocks noChangeArrowheads="1"/>
            </p:cNvSpPr>
            <p:nvPr/>
          </p:nvSpPr>
          <p:spPr bwMode="auto">
            <a:xfrm>
              <a:off x="2688" y="173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09" name="Oval 21"/>
            <p:cNvSpPr>
              <a:spLocks noChangeArrowheads="1"/>
            </p:cNvSpPr>
            <p:nvPr/>
          </p:nvSpPr>
          <p:spPr bwMode="auto">
            <a:xfrm>
              <a:off x="2448" y="226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0" name="Oval 22"/>
            <p:cNvSpPr>
              <a:spLocks noChangeArrowheads="1"/>
            </p:cNvSpPr>
            <p:nvPr/>
          </p:nvSpPr>
          <p:spPr bwMode="auto">
            <a:xfrm>
              <a:off x="2832" y="264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1" name="Line 23"/>
            <p:cNvSpPr>
              <a:spLocks noChangeShapeType="1"/>
            </p:cNvSpPr>
            <p:nvPr/>
          </p:nvSpPr>
          <p:spPr bwMode="auto">
            <a:xfrm>
              <a:off x="1248" y="2504"/>
              <a:ext cx="52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2" name="Line 24"/>
            <p:cNvSpPr>
              <a:spLocks noChangeShapeType="1"/>
            </p:cNvSpPr>
            <p:nvPr/>
          </p:nvSpPr>
          <p:spPr bwMode="auto">
            <a:xfrm>
              <a:off x="2304" y="21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3" name="Line 25"/>
            <p:cNvSpPr>
              <a:spLocks noChangeShapeType="1"/>
            </p:cNvSpPr>
            <p:nvPr/>
          </p:nvSpPr>
          <p:spPr bwMode="auto">
            <a:xfrm>
              <a:off x="2688" y="250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4" name="Line 26"/>
            <p:cNvSpPr>
              <a:spLocks noChangeShapeType="1"/>
            </p:cNvSpPr>
            <p:nvPr/>
          </p:nvSpPr>
          <p:spPr bwMode="auto">
            <a:xfrm>
              <a:off x="3072" y="2936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5" name="Line 27"/>
            <p:cNvSpPr>
              <a:spLocks noChangeShapeType="1"/>
            </p:cNvSpPr>
            <p:nvPr/>
          </p:nvSpPr>
          <p:spPr bwMode="auto">
            <a:xfrm flipV="1">
              <a:off x="2400" y="1880"/>
              <a:ext cx="28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6" name="Line 28"/>
            <p:cNvSpPr>
              <a:spLocks noChangeShapeType="1"/>
            </p:cNvSpPr>
            <p:nvPr/>
          </p:nvSpPr>
          <p:spPr bwMode="auto">
            <a:xfrm>
              <a:off x="2976" y="188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7" name="Line 29"/>
            <p:cNvSpPr>
              <a:spLocks noChangeShapeType="1"/>
            </p:cNvSpPr>
            <p:nvPr/>
          </p:nvSpPr>
          <p:spPr bwMode="auto">
            <a:xfrm>
              <a:off x="3744" y="2024"/>
              <a:ext cx="67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8" name="Line 30"/>
            <p:cNvSpPr>
              <a:spLocks noChangeShapeType="1"/>
            </p:cNvSpPr>
            <p:nvPr/>
          </p:nvSpPr>
          <p:spPr bwMode="auto">
            <a:xfrm flipV="1">
              <a:off x="3552" y="2888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2719" name="Line 31"/>
            <p:cNvSpPr>
              <a:spLocks noChangeShapeType="1"/>
            </p:cNvSpPr>
            <p:nvPr/>
          </p:nvSpPr>
          <p:spPr bwMode="auto">
            <a:xfrm>
              <a:off x="2208" y="3272"/>
              <a:ext cx="86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9736" name="Object 8"/>
            <p:cNvGraphicFramePr>
              <a:graphicFrameLocks noChangeAspect="1"/>
            </p:cNvGraphicFramePr>
            <p:nvPr/>
          </p:nvGraphicFramePr>
          <p:xfrm>
            <a:off x="1392" y="1784"/>
            <a:ext cx="232" cy="328"/>
          </p:xfrm>
          <a:graphic>
            <a:graphicData uri="http://schemas.openxmlformats.org/presentationml/2006/ole">
              <p:oleObj spid="_x0000_s329736" name="Equation" r:id="rId10" imgW="368280" imgH="520560" progId="Equation.3">
                <p:embed/>
              </p:oleObj>
            </a:graphicData>
          </a:graphic>
        </p:graphicFrame>
        <p:graphicFrame>
          <p:nvGraphicFramePr>
            <p:cNvPr id="329737" name="Object 9"/>
            <p:cNvGraphicFramePr>
              <a:graphicFrameLocks noChangeAspect="1"/>
            </p:cNvGraphicFramePr>
            <p:nvPr/>
          </p:nvGraphicFramePr>
          <p:xfrm>
            <a:off x="1440" y="2408"/>
            <a:ext cx="264" cy="335"/>
          </p:xfrm>
          <a:graphic>
            <a:graphicData uri="http://schemas.openxmlformats.org/presentationml/2006/ole">
              <p:oleObj spid="_x0000_s329737" name="Equation" r:id="rId11" imgW="419040" imgH="533160" progId="Equation.3">
                <p:embed/>
              </p:oleObj>
            </a:graphicData>
          </a:graphic>
        </p:graphicFrame>
        <p:graphicFrame>
          <p:nvGraphicFramePr>
            <p:cNvPr id="329738" name="Object 10"/>
            <p:cNvGraphicFramePr>
              <a:graphicFrameLocks noChangeAspect="1"/>
            </p:cNvGraphicFramePr>
            <p:nvPr/>
          </p:nvGraphicFramePr>
          <p:xfrm>
            <a:off x="2352" y="1928"/>
            <a:ext cx="264" cy="335"/>
          </p:xfrm>
          <a:graphic>
            <a:graphicData uri="http://schemas.openxmlformats.org/presentationml/2006/ole">
              <p:oleObj spid="_x0000_s329738" name="Equation" r:id="rId12" imgW="419040" imgH="533160" progId="Equation.3">
                <p:embed/>
              </p:oleObj>
            </a:graphicData>
          </a:graphic>
        </p:graphicFrame>
        <p:graphicFrame>
          <p:nvGraphicFramePr>
            <p:cNvPr id="329739" name="Object 11"/>
            <p:cNvGraphicFramePr>
              <a:graphicFrameLocks noChangeAspect="1"/>
            </p:cNvGraphicFramePr>
            <p:nvPr/>
          </p:nvGraphicFramePr>
          <p:xfrm>
            <a:off x="2713" y="2312"/>
            <a:ext cx="279" cy="328"/>
          </p:xfrm>
          <a:graphic>
            <a:graphicData uri="http://schemas.openxmlformats.org/presentationml/2006/ole">
              <p:oleObj spid="_x0000_s329739" name="Equation" r:id="rId13" imgW="444240" imgH="520560" progId="Equation.3">
                <p:embed/>
              </p:oleObj>
            </a:graphicData>
          </a:graphic>
        </p:graphicFrame>
        <p:graphicFrame>
          <p:nvGraphicFramePr>
            <p:cNvPr id="329740" name="Object 12"/>
            <p:cNvGraphicFramePr>
              <a:graphicFrameLocks noChangeAspect="1"/>
            </p:cNvGraphicFramePr>
            <p:nvPr/>
          </p:nvGraphicFramePr>
          <p:xfrm>
            <a:off x="3104" y="2789"/>
            <a:ext cx="264" cy="335"/>
          </p:xfrm>
          <a:graphic>
            <a:graphicData uri="http://schemas.openxmlformats.org/presentationml/2006/ole">
              <p:oleObj spid="_x0000_s329740" name="Equation" r:id="rId14" imgW="419040" imgH="533160" progId="Equation.3">
                <p:embed/>
              </p:oleObj>
            </a:graphicData>
          </a:graphic>
        </p:graphicFrame>
        <p:graphicFrame>
          <p:nvGraphicFramePr>
            <p:cNvPr id="329741" name="Object 13"/>
            <p:cNvGraphicFramePr>
              <a:graphicFrameLocks noChangeAspect="1"/>
            </p:cNvGraphicFramePr>
            <p:nvPr/>
          </p:nvGraphicFramePr>
          <p:xfrm>
            <a:off x="2400" y="1544"/>
            <a:ext cx="279" cy="328"/>
          </p:xfrm>
          <a:graphic>
            <a:graphicData uri="http://schemas.openxmlformats.org/presentationml/2006/ole">
              <p:oleObj spid="_x0000_s329741" name="Equation" r:id="rId15" imgW="444240" imgH="520560" progId="Equation.3">
                <p:embed/>
              </p:oleObj>
            </a:graphicData>
          </a:graphic>
        </p:graphicFrame>
        <p:graphicFrame>
          <p:nvGraphicFramePr>
            <p:cNvPr id="329742" name="Object 14"/>
            <p:cNvGraphicFramePr>
              <a:graphicFrameLocks noChangeAspect="1"/>
            </p:cNvGraphicFramePr>
            <p:nvPr/>
          </p:nvGraphicFramePr>
          <p:xfrm>
            <a:off x="3024" y="1544"/>
            <a:ext cx="279" cy="328"/>
          </p:xfrm>
          <a:graphic>
            <a:graphicData uri="http://schemas.openxmlformats.org/presentationml/2006/ole">
              <p:oleObj spid="_x0000_s329742" name="Equation" r:id="rId16" imgW="444240" imgH="520560" progId="Equation.3">
                <p:embed/>
              </p:oleObj>
            </a:graphicData>
          </a:graphic>
        </p:graphicFrame>
        <p:graphicFrame>
          <p:nvGraphicFramePr>
            <p:cNvPr id="329743" name="Object 15"/>
            <p:cNvGraphicFramePr>
              <a:graphicFrameLocks noChangeAspect="1"/>
            </p:cNvGraphicFramePr>
            <p:nvPr/>
          </p:nvGraphicFramePr>
          <p:xfrm>
            <a:off x="3968" y="1925"/>
            <a:ext cx="264" cy="335"/>
          </p:xfrm>
          <a:graphic>
            <a:graphicData uri="http://schemas.openxmlformats.org/presentationml/2006/ole">
              <p:oleObj spid="_x0000_s329743" name="Equation" r:id="rId17" imgW="419040" imgH="533160" progId="Equation.3">
                <p:embed/>
              </p:oleObj>
            </a:graphicData>
          </a:graphic>
        </p:graphicFrame>
        <p:graphicFrame>
          <p:nvGraphicFramePr>
            <p:cNvPr id="329744" name="Object 16"/>
            <p:cNvGraphicFramePr>
              <a:graphicFrameLocks noChangeAspect="1"/>
            </p:cNvGraphicFramePr>
            <p:nvPr/>
          </p:nvGraphicFramePr>
          <p:xfrm>
            <a:off x="3773" y="2789"/>
            <a:ext cx="271" cy="335"/>
          </p:xfrm>
          <a:graphic>
            <a:graphicData uri="http://schemas.openxmlformats.org/presentationml/2006/ole">
              <p:oleObj spid="_x0000_s329744" name="Equation" r:id="rId18" imgW="431640" imgH="533160" progId="Equation.3">
                <p:embed/>
              </p:oleObj>
            </a:graphicData>
          </a:graphic>
        </p:graphicFrame>
        <p:graphicFrame>
          <p:nvGraphicFramePr>
            <p:cNvPr id="329745" name="Object 17"/>
            <p:cNvGraphicFramePr>
              <a:graphicFrameLocks noChangeAspect="1"/>
            </p:cNvGraphicFramePr>
            <p:nvPr/>
          </p:nvGraphicFramePr>
          <p:xfrm>
            <a:off x="2448" y="2984"/>
            <a:ext cx="264" cy="335"/>
          </p:xfrm>
          <a:graphic>
            <a:graphicData uri="http://schemas.openxmlformats.org/presentationml/2006/ole">
              <p:oleObj spid="_x0000_s329745" name="Equation" r:id="rId19" imgW="419040" imgH="533160" progId="Equation.3">
                <p:embed/>
              </p:oleObj>
            </a:graphicData>
          </a:graphic>
        </p:graphicFrame>
        <p:sp>
          <p:nvSpPr>
            <p:cNvPr id="242730" name="Freeform 42"/>
            <p:cNvSpPr>
              <a:spLocks/>
            </p:cNvSpPr>
            <p:nvPr/>
          </p:nvSpPr>
          <p:spPr bwMode="auto">
            <a:xfrm>
              <a:off x="2208" y="1200"/>
              <a:ext cx="1296" cy="488"/>
            </a:xfrm>
            <a:custGeom>
              <a:avLst/>
              <a:gdLst/>
              <a:ahLst/>
              <a:cxnLst>
                <a:cxn ang="0">
                  <a:pos x="1296" y="488"/>
                </a:cxn>
                <a:cxn ang="0">
                  <a:pos x="816" y="56"/>
                </a:cxn>
                <a:cxn ang="0">
                  <a:pos x="192" y="152"/>
                </a:cxn>
                <a:cxn ang="0">
                  <a:pos x="0" y="488"/>
                </a:cxn>
              </a:cxnLst>
              <a:rect l="0" t="0" r="r" b="b"/>
              <a:pathLst>
                <a:path w="1296" h="488">
                  <a:moveTo>
                    <a:pt x="1296" y="488"/>
                  </a:moveTo>
                  <a:cubicBezTo>
                    <a:pt x="1148" y="300"/>
                    <a:pt x="1000" y="112"/>
                    <a:pt x="816" y="56"/>
                  </a:cubicBezTo>
                  <a:cubicBezTo>
                    <a:pt x="632" y="0"/>
                    <a:pt x="328" y="80"/>
                    <a:pt x="192" y="152"/>
                  </a:cubicBezTo>
                  <a:cubicBezTo>
                    <a:pt x="56" y="224"/>
                    <a:pt x="28" y="356"/>
                    <a:pt x="0" y="48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9746" name="Object 18"/>
            <p:cNvGraphicFramePr>
              <a:graphicFrameLocks noChangeAspect="1"/>
            </p:cNvGraphicFramePr>
            <p:nvPr/>
          </p:nvGraphicFramePr>
          <p:xfrm>
            <a:off x="2736" y="920"/>
            <a:ext cx="271" cy="335"/>
          </p:xfrm>
          <a:graphic>
            <a:graphicData uri="http://schemas.openxmlformats.org/presentationml/2006/ole">
              <p:oleObj spid="_x0000_s329746" name="Equation" r:id="rId20" imgW="431640" imgH="533160" progId="Equation.3">
                <p:embed/>
              </p:oleObj>
            </a:graphicData>
          </a:graphic>
        </p:graphicFrame>
      </p:grpSp>
      <p:graphicFrame>
        <p:nvGraphicFramePr>
          <p:cNvPr id="329729" name="Object 1"/>
          <p:cNvGraphicFramePr>
            <a:graphicFrameLocks noChangeAspect="1"/>
          </p:cNvGraphicFramePr>
          <p:nvPr/>
        </p:nvGraphicFramePr>
        <p:xfrm>
          <a:off x="3276600" y="6019800"/>
          <a:ext cx="2755900" cy="533400"/>
        </p:xfrm>
        <a:graphic>
          <a:graphicData uri="http://schemas.openxmlformats.org/presentationml/2006/ole">
            <p:oleObj spid="_x0000_s329729" name="Equation" r:id="rId21" imgW="2755800" imgH="533160" progId="Equation.3">
              <p:embed/>
            </p:oleObj>
          </a:graphicData>
        </a:graphic>
      </p:graphicFrame>
      <p:sp>
        <p:nvSpPr>
          <p:cNvPr id="242733" name="Text Box 45"/>
          <p:cNvSpPr txBox="1">
            <a:spLocks noChangeArrowheads="1"/>
          </p:cNvSpPr>
          <p:nvPr/>
        </p:nvSpPr>
        <p:spPr bwMode="auto">
          <a:xfrm>
            <a:off x="288925" y="5969000"/>
            <a:ext cx="27892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It holds that: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DF1A7C-0102-4C03-AA24-6C780BCBB230}" type="slidenum">
              <a:rPr lang="en-US"/>
              <a:pPr/>
              <a:t>54</a:t>
            </a:fld>
            <a:endParaRPr lang="en-US"/>
          </a:p>
        </p:txBody>
      </p:sp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case of Left-Linear Grammars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Let        be a left-linear grammar</a:t>
            </a:r>
          </a:p>
          <a:p>
            <a:endParaRPr lang="en-US"/>
          </a:p>
          <a:p>
            <a:r>
              <a:rPr lang="en-US"/>
              <a:t>We will prove:                is regular</a:t>
            </a:r>
          </a:p>
          <a:p>
            <a:endParaRPr lang="en-US"/>
          </a:p>
          <a:p>
            <a:endParaRPr lang="en-US"/>
          </a:p>
          <a:p>
            <a:r>
              <a:rPr lang="en-US" b="1">
                <a:solidFill>
                  <a:srgbClr val="FF0000"/>
                </a:solidFill>
              </a:rPr>
              <a:t>Proof idea:</a:t>
            </a:r>
          </a:p>
          <a:p>
            <a:r>
              <a:rPr lang="en-US"/>
              <a:t>       We will construct a right-linear</a:t>
            </a:r>
          </a:p>
          <a:p>
            <a:r>
              <a:rPr lang="en-US"/>
              <a:t>       grammar        with  </a:t>
            </a:r>
          </a:p>
          <a:p>
            <a:endParaRPr lang="en-US"/>
          </a:p>
        </p:txBody>
      </p:sp>
      <p:graphicFrame>
        <p:nvGraphicFramePr>
          <p:cNvPr id="330752" name="Object 0"/>
          <p:cNvGraphicFramePr>
            <a:graphicFrameLocks noChangeAspect="1"/>
          </p:cNvGraphicFramePr>
          <p:nvPr/>
        </p:nvGraphicFramePr>
        <p:xfrm>
          <a:off x="1219200" y="1447800"/>
          <a:ext cx="393700" cy="419100"/>
        </p:xfrm>
        <a:graphic>
          <a:graphicData uri="http://schemas.openxmlformats.org/presentationml/2006/ole">
            <p:oleObj spid="_x0000_s330752" name="Equation" r:id="rId3" imgW="393480" imgH="419040" progId="Equation.3">
              <p:embed/>
            </p:oleObj>
          </a:graphicData>
        </a:graphic>
      </p:graphicFrame>
      <p:graphicFrame>
        <p:nvGraphicFramePr>
          <p:cNvPr id="330753" name="Object 1"/>
          <p:cNvGraphicFramePr>
            <a:graphicFrameLocks noChangeAspect="1"/>
          </p:cNvGraphicFramePr>
          <p:nvPr/>
        </p:nvGraphicFramePr>
        <p:xfrm>
          <a:off x="3429000" y="2667000"/>
          <a:ext cx="1066800" cy="531813"/>
        </p:xfrm>
        <a:graphic>
          <a:graphicData uri="http://schemas.openxmlformats.org/presentationml/2006/ole">
            <p:oleObj spid="_x0000_s330753" name="Equation" r:id="rId4" imgW="1066680" imgH="533160" progId="Equation.3">
              <p:embed/>
            </p:oleObj>
          </a:graphicData>
        </a:graphic>
      </p:graphicFrame>
      <p:graphicFrame>
        <p:nvGraphicFramePr>
          <p:cNvPr id="330754" name="Object 2"/>
          <p:cNvGraphicFramePr>
            <a:graphicFrameLocks noChangeAspect="1"/>
          </p:cNvGraphicFramePr>
          <p:nvPr/>
        </p:nvGraphicFramePr>
        <p:xfrm>
          <a:off x="2971800" y="5562600"/>
          <a:ext cx="508000" cy="442913"/>
        </p:xfrm>
        <a:graphic>
          <a:graphicData uri="http://schemas.openxmlformats.org/presentationml/2006/ole">
            <p:oleObj spid="_x0000_s330754" name="Equation" r:id="rId5" imgW="507960" imgH="444240" progId="Equation.3">
              <p:embed/>
            </p:oleObj>
          </a:graphicData>
        </a:graphic>
      </p:graphicFrame>
      <p:graphicFrame>
        <p:nvGraphicFramePr>
          <p:cNvPr id="330755" name="Object 3"/>
          <p:cNvGraphicFramePr>
            <a:graphicFrameLocks noChangeAspect="1"/>
          </p:cNvGraphicFramePr>
          <p:nvPr/>
        </p:nvGraphicFramePr>
        <p:xfrm>
          <a:off x="5124450" y="5410200"/>
          <a:ext cx="3009900" cy="709613"/>
        </p:xfrm>
        <a:graphic>
          <a:graphicData uri="http://schemas.openxmlformats.org/presentationml/2006/ole">
            <p:oleObj spid="_x0000_s330755" name="Equation" r:id="rId6" imgW="300960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D3494A-49B1-4878-A1A5-6FAFC1D15320}" type="slidenum">
              <a:rPr lang="en-US"/>
              <a:pPr/>
              <a:t>55</a:t>
            </a:fld>
            <a:endParaRPr lang="en-US"/>
          </a:p>
        </p:txBody>
      </p: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59076" name="Text Box 4"/>
          <p:cNvSpPr txBox="1">
            <a:spLocks noChangeArrowheads="1"/>
          </p:cNvSpPr>
          <p:nvPr/>
        </p:nvSpPr>
        <p:spPr bwMode="auto">
          <a:xfrm>
            <a:off x="593725" y="863600"/>
            <a:ext cx="62579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Since       is left-linear grammar</a:t>
            </a:r>
          </a:p>
          <a:p>
            <a:r>
              <a:rPr lang="en-US"/>
              <a:t>the productions look like: </a:t>
            </a:r>
          </a:p>
        </p:txBody>
      </p:sp>
      <p:graphicFrame>
        <p:nvGraphicFramePr>
          <p:cNvPr id="331776" name="Object 0"/>
          <p:cNvGraphicFramePr>
            <a:graphicFrameLocks noChangeAspect="1"/>
          </p:cNvGraphicFramePr>
          <p:nvPr/>
        </p:nvGraphicFramePr>
        <p:xfrm>
          <a:off x="1968500" y="895350"/>
          <a:ext cx="393700" cy="419100"/>
        </p:xfrm>
        <a:graphic>
          <a:graphicData uri="http://schemas.openxmlformats.org/presentationml/2006/ole">
            <p:oleObj spid="_x0000_s331776" name="Equation" r:id="rId3" imgW="393480" imgH="419040" progId="Equation.3">
              <p:embed/>
            </p:oleObj>
          </a:graphicData>
        </a:graphic>
      </p:graphicFrame>
      <p:graphicFrame>
        <p:nvGraphicFramePr>
          <p:cNvPr id="331777" name="Object 1"/>
          <p:cNvGraphicFramePr>
            <a:graphicFrameLocks noChangeAspect="1"/>
          </p:cNvGraphicFramePr>
          <p:nvPr/>
        </p:nvGraphicFramePr>
        <p:xfrm>
          <a:off x="2889250" y="2870200"/>
          <a:ext cx="3302000" cy="582613"/>
        </p:xfrm>
        <a:graphic>
          <a:graphicData uri="http://schemas.openxmlformats.org/presentationml/2006/ole">
            <p:oleObj spid="_x0000_s331777" name="Equation" r:id="rId4" imgW="3301920" imgH="583920" progId="Equation.3">
              <p:embed/>
            </p:oleObj>
          </a:graphicData>
        </a:graphic>
      </p:graphicFrame>
      <p:graphicFrame>
        <p:nvGraphicFramePr>
          <p:cNvPr id="331778" name="Object 2"/>
          <p:cNvGraphicFramePr>
            <a:graphicFrameLocks noChangeAspect="1"/>
          </p:cNvGraphicFramePr>
          <p:nvPr/>
        </p:nvGraphicFramePr>
        <p:xfrm>
          <a:off x="2971800" y="4165600"/>
          <a:ext cx="2971800" cy="582613"/>
        </p:xfrm>
        <a:graphic>
          <a:graphicData uri="http://schemas.openxmlformats.org/presentationml/2006/ole">
            <p:oleObj spid="_x0000_s331778" name="Equation" r:id="rId5" imgW="297180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8CE07C-09AC-4B59-8D87-D905C8A73CCD}" type="slidenum">
              <a:rPr lang="en-US"/>
              <a:pPr/>
              <a:t>56</a:t>
            </a:fld>
            <a:endParaRPr 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Construct right-linear grammar </a:t>
            </a:r>
          </a:p>
        </p:txBody>
      </p:sp>
      <p:graphicFrame>
        <p:nvGraphicFramePr>
          <p:cNvPr id="332800" name="Object 0"/>
          <p:cNvGraphicFramePr>
            <a:graphicFrameLocks noChangeAspect="1"/>
          </p:cNvGraphicFramePr>
          <p:nvPr/>
        </p:nvGraphicFramePr>
        <p:xfrm>
          <a:off x="6604000" y="895350"/>
          <a:ext cx="508000" cy="442913"/>
        </p:xfrm>
        <a:graphic>
          <a:graphicData uri="http://schemas.openxmlformats.org/presentationml/2006/ole">
            <p:oleObj spid="_x0000_s332800" name="Equation" r:id="rId3" imgW="507960" imgH="444240" progId="Equation.3">
              <p:embed/>
            </p:oleObj>
          </a:graphicData>
        </a:graphic>
      </p:graphicFrame>
      <p:sp>
        <p:nvSpPr>
          <p:cNvPr id="260101" name="Text Box 5"/>
          <p:cNvSpPr txBox="1">
            <a:spLocks noChangeArrowheads="1"/>
          </p:cNvSpPr>
          <p:nvPr/>
        </p:nvSpPr>
        <p:spPr bwMode="auto">
          <a:xfrm>
            <a:off x="304800" y="1600200"/>
            <a:ext cx="12477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</a:t>
            </a:r>
          </a:p>
          <a:p>
            <a:r>
              <a:rPr lang="en-US"/>
              <a:t>linear</a:t>
            </a:r>
          </a:p>
        </p:txBody>
      </p:sp>
      <p:graphicFrame>
        <p:nvGraphicFramePr>
          <p:cNvPr id="332801" name="Object 1"/>
          <p:cNvGraphicFramePr>
            <a:graphicFrameLocks noChangeAspect="1"/>
          </p:cNvGraphicFramePr>
          <p:nvPr/>
        </p:nvGraphicFramePr>
        <p:xfrm>
          <a:off x="1663700" y="1885950"/>
          <a:ext cx="393700" cy="419100"/>
        </p:xfrm>
        <a:graphic>
          <a:graphicData uri="http://schemas.openxmlformats.org/presentationml/2006/ole">
            <p:oleObj spid="_x0000_s332801" name="Equation" r:id="rId4" imgW="393480" imgH="419040" progId="Equation.3">
              <p:embed/>
            </p:oleObj>
          </a:graphicData>
        </a:graphic>
      </p:graphicFrame>
      <p:graphicFrame>
        <p:nvGraphicFramePr>
          <p:cNvPr id="332802" name="Object 2"/>
          <p:cNvGraphicFramePr>
            <a:graphicFrameLocks noChangeAspect="1"/>
          </p:cNvGraphicFramePr>
          <p:nvPr/>
        </p:nvGraphicFramePr>
        <p:xfrm>
          <a:off x="3810000" y="1752600"/>
          <a:ext cx="3302000" cy="582613"/>
        </p:xfrm>
        <a:graphic>
          <a:graphicData uri="http://schemas.openxmlformats.org/presentationml/2006/ole">
            <p:oleObj spid="_x0000_s332802" name="Equation" r:id="rId5" imgW="3301920" imgH="583920" progId="Equation.3">
              <p:embed/>
            </p:oleObj>
          </a:graphicData>
        </a:graphic>
      </p:graphicFrame>
      <p:graphicFrame>
        <p:nvGraphicFramePr>
          <p:cNvPr id="332803" name="Object 3"/>
          <p:cNvGraphicFramePr>
            <a:graphicFrameLocks noChangeAspect="1"/>
          </p:cNvGraphicFramePr>
          <p:nvPr/>
        </p:nvGraphicFramePr>
        <p:xfrm>
          <a:off x="1641475" y="4922838"/>
          <a:ext cx="508000" cy="442912"/>
        </p:xfrm>
        <a:graphic>
          <a:graphicData uri="http://schemas.openxmlformats.org/presentationml/2006/ole">
            <p:oleObj spid="_x0000_s332803" name="Equation" r:id="rId6" imgW="507960" imgH="444240" progId="Equation.3">
              <p:embed/>
            </p:oleObj>
          </a:graphicData>
        </a:graphic>
      </p:graphicFrame>
      <p:graphicFrame>
        <p:nvGraphicFramePr>
          <p:cNvPr id="332804" name="Object 4"/>
          <p:cNvGraphicFramePr>
            <a:graphicFrameLocks noChangeAspect="1"/>
          </p:cNvGraphicFramePr>
          <p:nvPr/>
        </p:nvGraphicFramePr>
        <p:xfrm>
          <a:off x="3657600" y="4800600"/>
          <a:ext cx="3327400" cy="582613"/>
        </p:xfrm>
        <a:graphic>
          <a:graphicData uri="http://schemas.openxmlformats.org/presentationml/2006/ole">
            <p:oleObj spid="_x0000_s332804" name="Equation" r:id="rId7" imgW="3327120" imgH="583920" progId="Equation.3">
              <p:embed/>
            </p:oleObj>
          </a:graphicData>
        </a:graphic>
      </p:graphicFrame>
      <p:graphicFrame>
        <p:nvGraphicFramePr>
          <p:cNvPr id="332805" name="Object 5"/>
          <p:cNvGraphicFramePr>
            <a:graphicFrameLocks noChangeAspect="1"/>
          </p:cNvGraphicFramePr>
          <p:nvPr/>
        </p:nvGraphicFramePr>
        <p:xfrm>
          <a:off x="3790950" y="2667000"/>
          <a:ext cx="1651000" cy="419100"/>
        </p:xfrm>
        <a:graphic>
          <a:graphicData uri="http://schemas.openxmlformats.org/presentationml/2006/ole">
            <p:oleObj spid="_x0000_s332805" name="Equation" r:id="rId8" imgW="1650960" imgH="419040" progId="Equation.3">
              <p:embed/>
            </p:oleObj>
          </a:graphicData>
        </a:graphic>
      </p:graphicFrame>
      <p:graphicFrame>
        <p:nvGraphicFramePr>
          <p:cNvPr id="332806" name="Object 6"/>
          <p:cNvGraphicFramePr>
            <a:graphicFrameLocks noChangeAspect="1"/>
          </p:cNvGraphicFramePr>
          <p:nvPr/>
        </p:nvGraphicFramePr>
        <p:xfrm>
          <a:off x="3657600" y="5632450"/>
          <a:ext cx="1943100" cy="608013"/>
        </p:xfrm>
        <a:graphic>
          <a:graphicData uri="http://schemas.openxmlformats.org/presentationml/2006/ole">
            <p:oleObj spid="_x0000_s332806" name="Equation" r:id="rId9" imgW="1942920" imgH="609480" progId="Equation.3">
              <p:embed/>
            </p:oleObj>
          </a:graphicData>
        </a:graphic>
      </p:graphicFrame>
      <p:sp>
        <p:nvSpPr>
          <p:cNvPr id="260109" name="AutoShape 13"/>
          <p:cNvSpPr>
            <a:spLocks noChangeArrowheads="1"/>
          </p:cNvSpPr>
          <p:nvPr/>
        </p:nvSpPr>
        <p:spPr bwMode="auto">
          <a:xfrm>
            <a:off x="4495800" y="35052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0110" name="Text Box 14"/>
          <p:cNvSpPr txBox="1">
            <a:spLocks noChangeArrowheads="1"/>
          </p:cNvSpPr>
          <p:nvPr/>
        </p:nvSpPr>
        <p:spPr bwMode="auto">
          <a:xfrm>
            <a:off x="304800" y="4572000"/>
            <a:ext cx="12477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</a:t>
            </a:r>
          </a:p>
          <a:p>
            <a:r>
              <a:rPr lang="en-US"/>
              <a:t>linear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AD8275-119F-444E-93B8-4641FB0C5432}" type="slidenum">
              <a:rPr lang="en-US"/>
              <a:pPr/>
              <a:t>57</a:t>
            </a:fld>
            <a:endParaRPr lang="en-US"/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61132" name="Rectangle 1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Construct right-linear grammar </a:t>
            </a:r>
          </a:p>
        </p:txBody>
      </p:sp>
      <p:graphicFrame>
        <p:nvGraphicFramePr>
          <p:cNvPr id="333824" name="Object 0"/>
          <p:cNvGraphicFramePr>
            <a:graphicFrameLocks noChangeAspect="1"/>
          </p:cNvGraphicFramePr>
          <p:nvPr/>
        </p:nvGraphicFramePr>
        <p:xfrm>
          <a:off x="6604000" y="895350"/>
          <a:ext cx="508000" cy="442913"/>
        </p:xfrm>
        <a:graphic>
          <a:graphicData uri="http://schemas.openxmlformats.org/presentationml/2006/ole">
            <p:oleObj spid="_x0000_s333824" name="Equation" r:id="rId3" imgW="507960" imgH="444240" progId="Equation.3">
              <p:embed/>
            </p:oleObj>
          </a:graphicData>
        </a:graphic>
      </p:graphicFrame>
      <p:graphicFrame>
        <p:nvGraphicFramePr>
          <p:cNvPr id="333825" name="Object 1"/>
          <p:cNvGraphicFramePr>
            <a:graphicFrameLocks noChangeAspect="1"/>
          </p:cNvGraphicFramePr>
          <p:nvPr/>
        </p:nvGraphicFramePr>
        <p:xfrm>
          <a:off x="1676400" y="1905000"/>
          <a:ext cx="393700" cy="419100"/>
        </p:xfrm>
        <a:graphic>
          <a:graphicData uri="http://schemas.openxmlformats.org/presentationml/2006/ole">
            <p:oleObj spid="_x0000_s333825" name="Equation" r:id="rId4" imgW="393480" imgH="419040" progId="Equation.3">
              <p:embed/>
            </p:oleObj>
          </a:graphicData>
        </a:graphic>
      </p:graphicFrame>
      <p:graphicFrame>
        <p:nvGraphicFramePr>
          <p:cNvPr id="333826" name="Object 2"/>
          <p:cNvGraphicFramePr>
            <a:graphicFrameLocks noChangeAspect="1"/>
          </p:cNvGraphicFramePr>
          <p:nvPr/>
        </p:nvGraphicFramePr>
        <p:xfrm>
          <a:off x="3810000" y="1828800"/>
          <a:ext cx="2971800" cy="582613"/>
        </p:xfrm>
        <a:graphic>
          <a:graphicData uri="http://schemas.openxmlformats.org/presentationml/2006/ole">
            <p:oleObj spid="_x0000_s333826" name="Equation" r:id="rId5" imgW="2971800" imgH="583920" progId="Equation.3">
              <p:embed/>
            </p:oleObj>
          </a:graphicData>
        </a:graphic>
      </p:graphicFrame>
      <p:graphicFrame>
        <p:nvGraphicFramePr>
          <p:cNvPr id="333827" name="Object 3"/>
          <p:cNvGraphicFramePr>
            <a:graphicFrameLocks noChangeAspect="1"/>
          </p:cNvGraphicFramePr>
          <p:nvPr/>
        </p:nvGraphicFramePr>
        <p:xfrm>
          <a:off x="1600200" y="5029200"/>
          <a:ext cx="508000" cy="442913"/>
        </p:xfrm>
        <a:graphic>
          <a:graphicData uri="http://schemas.openxmlformats.org/presentationml/2006/ole">
            <p:oleObj spid="_x0000_s333827" name="Equation" r:id="rId6" imgW="507960" imgH="444240" progId="Equation.3">
              <p:embed/>
            </p:oleObj>
          </a:graphicData>
        </a:graphic>
      </p:graphicFrame>
      <p:graphicFrame>
        <p:nvGraphicFramePr>
          <p:cNvPr id="333828" name="Object 4"/>
          <p:cNvGraphicFramePr>
            <a:graphicFrameLocks noChangeAspect="1"/>
          </p:cNvGraphicFramePr>
          <p:nvPr/>
        </p:nvGraphicFramePr>
        <p:xfrm>
          <a:off x="3733800" y="4876800"/>
          <a:ext cx="2971800" cy="582613"/>
        </p:xfrm>
        <a:graphic>
          <a:graphicData uri="http://schemas.openxmlformats.org/presentationml/2006/ole">
            <p:oleObj spid="_x0000_s333828" name="Equation" r:id="rId7" imgW="2971800" imgH="583920" progId="Equation.3">
              <p:embed/>
            </p:oleObj>
          </a:graphicData>
        </a:graphic>
      </p:graphicFrame>
      <p:graphicFrame>
        <p:nvGraphicFramePr>
          <p:cNvPr id="333829" name="Object 5"/>
          <p:cNvGraphicFramePr>
            <a:graphicFrameLocks noChangeAspect="1"/>
          </p:cNvGraphicFramePr>
          <p:nvPr/>
        </p:nvGraphicFramePr>
        <p:xfrm>
          <a:off x="3886200" y="2692400"/>
          <a:ext cx="1295400" cy="419100"/>
        </p:xfrm>
        <a:graphic>
          <a:graphicData uri="http://schemas.openxmlformats.org/presentationml/2006/ole">
            <p:oleObj spid="_x0000_s333829" name="Equation" r:id="rId8" imgW="1295280" imgH="419040" progId="Equation.3">
              <p:embed/>
            </p:oleObj>
          </a:graphicData>
        </a:graphic>
      </p:graphicFrame>
      <p:graphicFrame>
        <p:nvGraphicFramePr>
          <p:cNvPr id="333830" name="Object 6"/>
          <p:cNvGraphicFramePr>
            <a:graphicFrameLocks noChangeAspect="1"/>
          </p:cNvGraphicFramePr>
          <p:nvPr/>
        </p:nvGraphicFramePr>
        <p:xfrm>
          <a:off x="3733800" y="5708650"/>
          <a:ext cx="1587500" cy="608013"/>
        </p:xfrm>
        <a:graphic>
          <a:graphicData uri="http://schemas.openxmlformats.org/presentationml/2006/ole">
            <p:oleObj spid="_x0000_s333830" name="Equation" r:id="rId9" imgW="1587240" imgH="609480" progId="Equation.3">
              <p:embed/>
            </p:oleObj>
          </a:graphicData>
        </a:graphic>
      </p:graphicFrame>
      <p:sp>
        <p:nvSpPr>
          <p:cNvPr id="261142" name="AutoShape 22"/>
          <p:cNvSpPr>
            <a:spLocks noChangeArrowheads="1"/>
          </p:cNvSpPr>
          <p:nvPr/>
        </p:nvSpPr>
        <p:spPr bwMode="auto">
          <a:xfrm>
            <a:off x="4495800" y="35052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1143" name="Text Box 23"/>
          <p:cNvSpPr txBox="1">
            <a:spLocks noChangeArrowheads="1"/>
          </p:cNvSpPr>
          <p:nvPr/>
        </p:nvSpPr>
        <p:spPr bwMode="auto">
          <a:xfrm>
            <a:off x="304800" y="1600200"/>
            <a:ext cx="12477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</a:t>
            </a:r>
          </a:p>
          <a:p>
            <a:r>
              <a:rPr lang="en-US"/>
              <a:t>linear</a:t>
            </a:r>
          </a:p>
        </p:txBody>
      </p:sp>
      <p:sp>
        <p:nvSpPr>
          <p:cNvPr id="261144" name="Text Box 24"/>
          <p:cNvSpPr txBox="1">
            <a:spLocks noChangeArrowheads="1"/>
          </p:cNvSpPr>
          <p:nvPr/>
        </p:nvSpPr>
        <p:spPr bwMode="auto">
          <a:xfrm>
            <a:off x="304800" y="4572000"/>
            <a:ext cx="12477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</a:t>
            </a:r>
          </a:p>
          <a:p>
            <a:r>
              <a:rPr lang="en-US"/>
              <a:t>linear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D34CAA-51DB-4E7A-AA94-612B58E1658C}" type="slidenum">
              <a:rPr lang="en-US"/>
              <a:pPr/>
              <a:t>58</a:t>
            </a:fld>
            <a:endParaRPr lang="en-US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is easy to see that:</a:t>
            </a:r>
          </a:p>
          <a:p>
            <a:endParaRPr lang="en-US"/>
          </a:p>
          <a:p>
            <a:r>
              <a:rPr lang="en-US"/>
              <a:t>Since         is right-linear, we have:</a:t>
            </a:r>
          </a:p>
          <a:p>
            <a:r>
              <a:rPr lang="en-US"/>
              <a:t>            </a:t>
            </a:r>
          </a:p>
          <a:p>
            <a:r>
              <a:rPr lang="en-US"/>
              <a:t>                    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334848" name="Object 0"/>
          <p:cNvGraphicFramePr>
            <a:graphicFrameLocks noChangeAspect="1"/>
          </p:cNvGraphicFramePr>
          <p:nvPr/>
        </p:nvGraphicFramePr>
        <p:xfrm>
          <a:off x="4972050" y="762000"/>
          <a:ext cx="3009900" cy="709613"/>
        </p:xfrm>
        <a:graphic>
          <a:graphicData uri="http://schemas.openxmlformats.org/presentationml/2006/ole">
            <p:oleObj spid="_x0000_s334848" name="Equation" r:id="rId3" imgW="3009600" imgH="711000" progId="Equation.3">
              <p:embed/>
            </p:oleObj>
          </a:graphicData>
        </a:graphic>
      </p:graphicFrame>
      <p:graphicFrame>
        <p:nvGraphicFramePr>
          <p:cNvPr id="334849" name="Object 1"/>
          <p:cNvGraphicFramePr>
            <a:graphicFrameLocks noChangeAspect="1"/>
          </p:cNvGraphicFramePr>
          <p:nvPr/>
        </p:nvGraphicFramePr>
        <p:xfrm>
          <a:off x="457200" y="3657600"/>
          <a:ext cx="1168400" cy="544513"/>
        </p:xfrm>
        <a:graphic>
          <a:graphicData uri="http://schemas.openxmlformats.org/presentationml/2006/ole">
            <p:oleObj spid="_x0000_s334849" name="Equation" r:id="rId4" imgW="1168200" imgH="545760" progId="Equation.3">
              <p:embed/>
            </p:oleObj>
          </a:graphicData>
        </a:graphic>
      </p:graphicFrame>
      <p:graphicFrame>
        <p:nvGraphicFramePr>
          <p:cNvPr id="334850" name="Object 2"/>
          <p:cNvGraphicFramePr>
            <a:graphicFrameLocks noChangeAspect="1"/>
          </p:cNvGraphicFramePr>
          <p:nvPr/>
        </p:nvGraphicFramePr>
        <p:xfrm>
          <a:off x="3600450" y="3505200"/>
          <a:ext cx="1460500" cy="708025"/>
        </p:xfrm>
        <a:graphic>
          <a:graphicData uri="http://schemas.openxmlformats.org/presentationml/2006/ole">
            <p:oleObj spid="_x0000_s334850" name="Equation" r:id="rId5" imgW="1460160" imgH="711000" progId="Equation.3">
              <p:embed/>
            </p:oleObj>
          </a:graphicData>
        </a:graphic>
      </p:graphicFrame>
      <p:graphicFrame>
        <p:nvGraphicFramePr>
          <p:cNvPr id="334851" name="Object 3"/>
          <p:cNvGraphicFramePr>
            <a:graphicFrameLocks noChangeAspect="1"/>
          </p:cNvGraphicFramePr>
          <p:nvPr/>
        </p:nvGraphicFramePr>
        <p:xfrm>
          <a:off x="1651000" y="2039938"/>
          <a:ext cx="508000" cy="441325"/>
        </p:xfrm>
        <a:graphic>
          <a:graphicData uri="http://schemas.openxmlformats.org/presentationml/2006/ole">
            <p:oleObj spid="_x0000_s334851" name="Equation" r:id="rId6" imgW="507960" imgH="444240" progId="Equation.3">
              <p:embed/>
            </p:oleObj>
          </a:graphicData>
        </a:graphic>
      </p:graphicFrame>
      <p:graphicFrame>
        <p:nvGraphicFramePr>
          <p:cNvPr id="334852" name="Object 4"/>
          <p:cNvGraphicFramePr>
            <a:graphicFrameLocks noChangeAspect="1"/>
          </p:cNvGraphicFramePr>
          <p:nvPr/>
        </p:nvGraphicFramePr>
        <p:xfrm>
          <a:off x="7010400" y="3657600"/>
          <a:ext cx="1066800" cy="531813"/>
        </p:xfrm>
        <a:graphic>
          <a:graphicData uri="http://schemas.openxmlformats.org/presentationml/2006/ole">
            <p:oleObj spid="_x0000_s334852" name="Equation" r:id="rId7" imgW="1066680" imgH="533160" progId="Equation.3">
              <p:embed/>
            </p:oleObj>
          </a:graphicData>
        </a:graphic>
      </p:graphicFrame>
      <p:sp>
        <p:nvSpPr>
          <p:cNvPr id="262153" name="Text Box 9"/>
          <p:cNvSpPr txBox="1">
            <a:spLocks noChangeArrowheads="1"/>
          </p:cNvSpPr>
          <p:nvPr/>
        </p:nvSpPr>
        <p:spPr bwMode="auto">
          <a:xfrm>
            <a:off x="381000" y="4343400"/>
            <a:ext cx="19018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</a:t>
            </a:r>
          </a:p>
        </p:txBody>
      </p:sp>
      <p:sp>
        <p:nvSpPr>
          <p:cNvPr id="262154" name="Text Box 10"/>
          <p:cNvSpPr txBox="1">
            <a:spLocks noChangeArrowheads="1"/>
          </p:cNvSpPr>
          <p:nvPr/>
        </p:nvSpPr>
        <p:spPr bwMode="auto">
          <a:xfrm>
            <a:off x="3429000" y="4419600"/>
            <a:ext cx="19018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</a:t>
            </a:r>
          </a:p>
        </p:txBody>
      </p:sp>
      <p:sp>
        <p:nvSpPr>
          <p:cNvPr id="262155" name="Text Box 11"/>
          <p:cNvSpPr txBox="1">
            <a:spLocks noChangeArrowheads="1"/>
          </p:cNvSpPr>
          <p:nvPr/>
        </p:nvSpPr>
        <p:spPr bwMode="auto">
          <a:xfrm>
            <a:off x="6934200" y="4419600"/>
            <a:ext cx="190182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</a:t>
            </a:r>
          </a:p>
        </p:txBody>
      </p:sp>
      <p:sp>
        <p:nvSpPr>
          <p:cNvPr id="262156" name="AutoShape 12"/>
          <p:cNvSpPr>
            <a:spLocks noChangeArrowheads="1"/>
          </p:cNvSpPr>
          <p:nvPr/>
        </p:nvSpPr>
        <p:spPr bwMode="auto">
          <a:xfrm>
            <a:off x="2133600" y="3657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2157" name="AutoShape 13"/>
          <p:cNvSpPr>
            <a:spLocks noChangeArrowheads="1"/>
          </p:cNvSpPr>
          <p:nvPr/>
        </p:nvSpPr>
        <p:spPr bwMode="auto">
          <a:xfrm>
            <a:off x="5562600" y="3657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7C32A2-24BC-46E7-AEE9-052138319177}" type="slidenum">
              <a:rPr lang="en-US"/>
              <a:pPr/>
              <a:t>59</a:t>
            </a:fld>
            <a:endParaRPr lang="en-US"/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- </a:t>
            </a:r>
            <a:r>
              <a:rPr lang="en-US">
                <a:solidFill>
                  <a:srgbClr val="FF0000"/>
                </a:solidFill>
              </a:rPr>
              <a:t>Part 2</a:t>
            </a:r>
          </a:p>
        </p:txBody>
      </p:sp>
      <p:sp>
        <p:nvSpPr>
          <p:cNvPr id="263180" name="AutoShape 12"/>
          <p:cNvSpPr>
            <a:spLocks/>
          </p:cNvSpPr>
          <p:nvPr/>
        </p:nvSpPr>
        <p:spPr bwMode="auto">
          <a:xfrm>
            <a:off x="168275" y="14224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3181" name="Text Box 13"/>
          <p:cNvSpPr txBox="1">
            <a:spLocks noChangeArrowheads="1"/>
          </p:cNvSpPr>
          <p:nvPr/>
        </p:nvSpPr>
        <p:spPr bwMode="auto">
          <a:xfrm>
            <a:off x="457200" y="1447800"/>
            <a:ext cx="3638550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</a:t>
            </a:r>
          </a:p>
          <a:p>
            <a:r>
              <a:rPr lang="en-US"/>
              <a:t>Generated by</a:t>
            </a:r>
          </a:p>
          <a:p>
            <a:r>
              <a:rPr lang="en-US"/>
              <a:t>Regular Grammars</a:t>
            </a:r>
          </a:p>
        </p:txBody>
      </p:sp>
      <p:sp>
        <p:nvSpPr>
          <p:cNvPr id="263182" name="AutoShape 14"/>
          <p:cNvSpPr>
            <a:spLocks/>
          </p:cNvSpPr>
          <p:nvPr/>
        </p:nvSpPr>
        <p:spPr bwMode="auto">
          <a:xfrm flipH="1">
            <a:off x="42672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3183" name="AutoShape 15"/>
          <p:cNvSpPr>
            <a:spLocks/>
          </p:cNvSpPr>
          <p:nvPr/>
        </p:nvSpPr>
        <p:spPr bwMode="auto">
          <a:xfrm>
            <a:off x="60960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3184" name="AutoShape 16"/>
          <p:cNvSpPr>
            <a:spLocks/>
          </p:cNvSpPr>
          <p:nvPr/>
        </p:nvSpPr>
        <p:spPr bwMode="auto">
          <a:xfrm flipH="1">
            <a:off x="8610600" y="1371600"/>
            <a:ext cx="304800" cy="18288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3185" name="Text Box 17"/>
          <p:cNvSpPr txBox="1">
            <a:spLocks noChangeArrowheads="1"/>
          </p:cNvSpPr>
          <p:nvPr/>
        </p:nvSpPr>
        <p:spPr bwMode="auto">
          <a:xfrm>
            <a:off x="6477000" y="16764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graphicFrame>
        <p:nvGraphicFramePr>
          <p:cNvPr id="335872" name="Object 0"/>
          <p:cNvGraphicFramePr>
            <a:graphicFrameLocks noChangeAspect="1"/>
          </p:cNvGraphicFramePr>
          <p:nvPr/>
        </p:nvGraphicFramePr>
        <p:xfrm>
          <a:off x="4953000" y="1828800"/>
          <a:ext cx="828675" cy="784225"/>
        </p:xfrm>
        <a:graphic>
          <a:graphicData uri="http://schemas.openxmlformats.org/presentationml/2006/ole">
            <p:oleObj spid="_x0000_s335872" name="Equation" r:id="rId3" imgW="393480" imgH="368280" progId="Equation.3">
              <p:embed/>
            </p:oleObj>
          </a:graphicData>
        </a:graphic>
      </p:graphicFrame>
      <p:sp>
        <p:nvSpPr>
          <p:cNvPr id="263187" name="Text Box 19"/>
          <p:cNvSpPr txBox="1">
            <a:spLocks noChangeArrowheads="1"/>
          </p:cNvSpPr>
          <p:nvPr/>
        </p:nvSpPr>
        <p:spPr bwMode="auto">
          <a:xfrm>
            <a:off x="685800" y="4114800"/>
            <a:ext cx="769937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regular language         is generated </a:t>
            </a:r>
          </a:p>
          <a:p>
            <a:r>
              <a:rPr lang="en-US"/>
              <a:t>by some regular grammar</a:t>
            </a:r>
          </a:p>
        </p:txBody>
      </p:sp>
      <p:graphicFrame>
        <p:nvGraphicFramePr>
          <p:cNvPr id="335873" name="Object 1"/>
          <p:cNvGraphicFramePr>
            <a:graphicFrameLocks noChangeAspect="1"/>
          </p:cNvGraphicFramePr>
          <p:nvPr/>
        </p:nvGraphicFramePr>
        <p:xfrm>
          <a:off x="5029200" y="4191000"/>
          <a:ext cx="330200" cy="393700"/>
        </p:xfrm>
        <a:graphic>
          <a:graphicData uri="http://schemas.openxmlformats.org/presentationml/2006/ole">
            <p:oleObj spid="_x0000_s335873" name="Equation" r:id="rId4" imgW="330120" imgH="393480" progId="Equation.3">
              <p:embed/>
            </p:oleObj>
          </a:graphicData>
        </a:graphic>
      </p:graphicFrame>
      <p:graphicFrame>
        <p:nvGraphicFramePr>
          <p:cNvPr id="335874" name="Object 2"/>
          <p:cNvGraphicFramePr>
            <a:graphicFrameLocks noChangeAspect="1"/>
          </p:cNvGraphicFramePr>
          <p:nvPr/>
        </p:nvGraphicFramePr>
        <p:xfrm>
          <a:off x="5867400" y="4800600"/>
          <a:ext cx="393700" cy="419100"/>
        </p:xfrm>
        <a:graphic>
          <a:graphicData uri="http://schemas.openxmlformats.org/presentationml/2006/ole">
            <p:oleObj spid="_x0000_s335874" name="Equation" r:id="rId5" imgW="39348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BA3857-0B6D-4309-B22A-960D8B78C1A3}" type="slidenum">
              <a:rPr lang="en-US"/>
              <a:pPr/>
              <a:t>60</a:t>
            </a:fld>
            <a:endParaRPr lang="en-US"/>
          </a:p>
        </p:txBody>
      </p:sp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304800" y="3276600"/>
            <a:ext cx="238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 idea:</a:t>
            </a:r>
          </a:p>
        </p:txBody>
      </p:sp>
      <p:sp>
        <p:nvSpPr>
          <p:cNvPr id="273413" name="Text Box 5"/>
          <p:cNvSpPr txBox="1">
            <a:spLocks noChangeArrowheads="1"/>
          </p:cNvSpPr>
          <p:nvPr/>
        </p:nvSpPr>
        <p:spPr bwMode="auto">
          <a:xfrm>
            <a:off x="762000" y="3962400"/>
            <a:ext cx="7848600" cy="233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Let         be the NFA with                  . </a:t>
            </a:r>
          </a:p>
          <a:p>
            <a:r>
              <a:rPr lang="en-US"/>
              <a:t>                                    </a:t>
            </a:r>
          </a:p>
          <a:p>
            <a:r>
              <a:rPr lang="en-US"/>
              <a:t>Construct from        a regular grammar </a:t>
            </a:r>
          </a:p>
          <a:p>
            <a:r>
              <a:rPr lang="en-US"/>
              <a:t>such that</a:t>
            </a:r>
          </a:p>
        </p:txBody>
      </p:sp>
      <p:sp>
        <p:nvSpPr>
          <p:cNvPr id="273414" name="Text Box 6"/>
          <p:cNvSpPr txBox="1">
            <a:spLocks noChangeArrowheads="1"/>
          </p:cNvSpPr>
          <p:nvPr/>
        </p:nvSpPr>
        <p:spPr bwMode="auto">
          <a:xfrm>
            <a:off x="228600" y="838200"/>
            <a:ext cx="7699375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regular language         is generated </a:t>
            </a:r>
          </a:p>
          <a:p>
            <a:r>
              <a:rPr lang="en-US"/>
              <a:t>by some regular grammar</a:t>
            </a:r>
          </a:p>
        </p:txBody>
      </p:sp>
      <p:graphicFrame>
        <p:nvGraphicFramePr>
          <p:cNvPr id="273415" name="Object 7"/>
          <p:cNvGraphicFramePr>
            <a:graphicFrameLocks noChangeAspect="1"/>
          </p:cNvGraphicFramePr>
          <p:nvPr/>
        </p:nvGraphicFramePr>
        <p:xfrm>
          <a:off x="4648200" y="914400"/>
          <a:ext cx="330200" cy="393700"/>
        </p:xfrm>
        <a:graphic>
          <a:graphicData uri="http://schemas.openxmlformats.org/presentationml/2006/ole">
            <p:oleObj spid="_x0000_s273415" name="Equation" r:id="rId3" imgW="330120" imgH="393480" progId="Equation.3">
              <p:embed/>
            </p:oleObj>
          </a:graphicData>
        </a:graphic>
      </p:graphicFrame>
      <p:graphicFrame>
        <p:nvGraphicFramePr>
          <p:cNvPr id="273416" name="Object 8"/>
          <p:cNvGraphicFramePr>
            <a:graphicFrameLocks noChangeAspect="1"/>
          </p:cNvGraphicFramePr>
          <p:nvPr/>
        </p:nvGraphicFramePr>
        <p:xfrm>
          <a:off x="5410200" y="1524000"/>
          <a:ext cx="393700" cy="419100"/>
        </p:xfrm>
        <a:graphic>
          <a:graphicData uri="http://schemas.openxmlformats.org/presentationml/2006/ole">
            <p:oleObj spid="_x0000_s273416" name="Equation" r:id="rId4" imgW="393480" imgH="419040" progId="Equation.3">
              <p:embed/>
            </p:oleObj>
          </a:graphicData>
        </a:graphic>
      </p:graphicFrame>
      <p:graphicFrame>
        <p:nvGraphicFramePr>
          <p:cNvPr id="273417" name="Object 9"/>
          <p:cNvGraphicFramePr>
            <a:graphicFrameLocks noChangeAspect="1"/>
          </p:cNvGraphicFramePr>
          <p:nvPr/>
        </p:nvGraphicFramePr>
        <p:xfrm>
          <a:off x="1752600" y="4038600"/>
          <a:ext cx="546100" cy="393700"/>
        </p:xfrm>
        <a:graphic>
          <a:graphicData uri="http://schemas.openxmlformats.org/presentationml/2006/ole">
            <p:oleObj spid="_x0000_s273417" name="Equation" r:id="rId5" imgW="545760" imgH="393480" progId="Equation.3">
              <p:embed/>
            </p:oleObj>
          </a:graphicData>
        </a:graphic>
      </p:graphicFrame>
      <p:graphicFrame>
        <p:nvGraphicFramePr>
          <p:cNvPr id="273418" name="Object 10"/>
          <p:cNvGraphicFramePr>
            <a:graphicFrameLocks noChangeAspect="1"/>
          </p:cNvGraphicFramePr>
          <p:nvPr/>
        </p:nvGraphicFramePr>
        <p:xfrm>
          <a:off x="5943600" y="4038600"/>
          <a:ext cx="2019300" cy="533400"/>
        </p:xfrm>
        <a:graphic>
          <a:graphicData uri="http://schemas.openxmlformats.org/presentationml/2006/ole">
            <p:oleObj spid="_x0000_s273418" name="Equation" r:id="rId6" imgW="2019240" imgH="533160" progId="Equation.3">
              <p:embed/>
            </p:oleObj>
          </a:graphicData>
        </a:graphic>
      </p:graphicFrame>
      <p:graphicFrame>
        <p:nvGraphicFramePr>
          <p:cNvPr id="273419" name="Object 11"/>
          <p:cNvGraphicFramePr>
            <a:graphicFrameLocks noChangeAspect="1"/>
          </p:cNvGraphicFramePr>
          <p:nvPr/>
        </p:nvGraphicFramePr>
        <p:xfrm>
          <a:off x="4038600" y="5181600"/>
          <a:ext cx="546100" cy="393700"/>
        </p:xfrm>
        <a:graphic>
          <a:graphicData uri="http://schemas.openxmlformats.org/presentationml/2006/ole">
            <p:oleObj spid="_x0000_s273419" name="Equation" r:id="rId7" imgW="545760" imgH="393480" progId="Equation.3">
              <p:embed/>
            </p:oleObj>
          </a:graphicData>
        </a:graphic>
      </p:graphicFrame>
      <p:graphicFrame>
        <p:nvGraphicFramePr>
          <p:cNvPr id="273420" name="Object 12"/>
          <p:cNvGraphicFramePr>
            <a:graphicFrameLocks noChangeAspect="1"/>
          </p:cNvGraphicFramePr>
          <p:nvPr/>
        </p:nvGraphicFramePr>
        <p:xfrm>
          <a:off x="8458200" y="5181600"/>
          <a:ext cx="393700" cy="419100"/>
        </p:xfrm>
        <a:graphic>
          <a:graphicData uri="http://schemas.openxmlformats.org/presentationml/2006/ole">
            <p:oleObj spid="_x0000_s273420" name="Equation" r:id="rId8" imgW="393480" imgH="419040" progId="Equation.3">
              <p:embed/>
            </p:oleObj>
          </a:graphicData>
        </a:graphic>
      </p:graphicFrame>
      <p:graphicFrame>
        <p:nvGraphicFramePr>
          <p:cNvPr id="273421" name="Object 13"/>
          <p:cNvGraphicFramePr>
            <a:graphicFrameLocks noChangeAspect="1"/>
          </p:cNvGraphicFramePr>
          <p:nvPr/>
        </p:nvGraphicFramePr>
        <p:xfrm>
          <a:off x="2895600" y="5715000"/>
          <a:ext cx="2755900" cy="533400"/>
        </p:xfrm>
        <a:graphic>
          <a:graphicData uri="http://schemas.openxmlformats.org/presentationml/2006/ole">
            <p:oleObj spid="_x0000_s273421" name="Equation" r:id="rId9" imgW="275580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93C786-A651-4701-B822-E0992B773DB3}" type="slidenum">
              <a:rPr lang="en-US"/>
              <a:pPr/>
              <a:t>61</a:t>
            </a:fld>
            <a:endParaRPr lang="en-US"/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Since        is regular</a:t>
            </a:r>
          </a:p>
          <a:p>
            <a:r>
              <a:rPr lang="en-US"/>
              <a:t>there is an NFA         such that  </a:t>
            </a:r>
          </a:p>
        </p:txBody>
      </p:sp>
      <p:graphicFrame>
        <p:nvGraphicFramePr>
          <p:cNvPr id="336896" name="Object 1024"/>
          <p:cNvGraphicFramePr>
            <a:graphicFrameLocks noChangeAspect="1"/>
          </p:cNvGraphicFramePr>
          <p:nvPr/>
        </p:nvGraphicFramePr>
        <p:xfrm>
          <a:off x="1587500" y="901700"/>
          <a:ext cx="328613" cy="393700"/>
        </p:xfrm>
        <a:graphic>
          <a:graphicData uri="http://schemas.openxmlformats.org/presentationml/2006/ole">
            <p:oleObj spid="_x0000_s336896" name="Equation" r:id="rId3" imgW="330120" imgH="393480" progId="Equation.3">
              <p:embed/>
            </p:oleObj>
          </a:graphicData>
        </a:graphic>
      </p:graphicFrame>
      <p:graphicFrame>
        <p:nvGraphicFramePr>
          <p:cNvPr id="336897" name="Object 1025"/>
          <p:cNvGraphicFramePr>
            <a:graphicFrameLocks noChangeAspect="1"/>
          </p:cNvGraphicFramePr>
          <p:nvPr/>
        </p:nvGraphicFramePr>
        <p:xfrm>
          <a:off x="3581400" y="1524000"/>
          <a:ext cx="544513" cy="393700"/>
        </p:xfrm>
        <a:graphic>
          <a:graphicData uri="http://schemas.openxmlformats.org/presentationml/2006/ole">
            <p:oleObj spid="_x0000_s336897" name="Equation" r:id="rId4" imgW="545760" imgH="393480" progId="Equation.3">
              <p:embed/>
            </p:oleObj>
          </a:graphicData>
        </a:graphic>
      </p:graphicFrame>
      <p:graphicFrame>
        <p:nvGraphicFramePr>
          <p:cNvPr id="336898" name="Object 1026"/>
          <p:cNvGraphicFramePr>
            <a:graphicFrameLocks noChangeAspect="1"/>
          </p:cNvGraphicFramePr>
          <p:nvPr/>
        </p:nvGraphicFramePr>
        <p:xfrm>
          <a:off x="6477000" y="1447800"/>
          <a:ext cx="2019300" cy="531813"/>
        </p:xfrm>
        <a:graphic>
          <a:graphicData uri="http://schemas.openxmlformats.org/presentationml/2006/ole">
            <p:oleObj spid="_x0000_s336898" name="Equation" r:id="rId5" imgW="2019240" imgH="533160" progId="Equation.3">
              <p:embed/>
            </p:oleObj>
          </a:graphicData>
        </a:graphic>
      </p:graphicFrame>
      <p:sp>
        <p:nvSpPr>
          <p:cNvPr id="264199" name="Text Box 7"/>
          <p:cNvSpPr txBox="1">
            <a:spLocks noChangeArrowheads="1"/>
          </p:cNvSpPr>
          <p:nvPr/>
        </p:nvSpPr>
        <p:spPr bwMode="auto">
          <a:xfrm>
            <a:off x="228600" y="28194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264200" name="Oval 8"/>
          <p:cNvSpPr>
            <a:spLocks noChangeArrowheads="1"/>
          </p:cNvSpPr>
          <p:nvPr/>
        </p:nvSpPr>
        <p:spPr bwMode="auto">
          <a:xfrm>
            <a:off x="3429000" y="3581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1" name="Oval 9"/>
          <p:cNvSpPr>
            <a:spLocks noChangeArrowheads="1"/>
          </p:cNvSpPr>
          <p:nvPr/>
        </p:nvSpPr>
        <p:spPr bwMode="auto">
          <a:xfrm>
            <a:off x="5410200" y="3581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2" name="Oval 10"/>
          <p:cNvSpPr>
            <a:spLocks noChangeArrowheads="1"/>
          </p:cNvSpPr>
          <p:nvPr/>
        </p:nvSpPr>
        <p:spPr bwMode="auto">
          <a:xfrm>
            <a:off x="7467600" y="3581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3" name="Line 11"/>
          <p:cNvSpPr>
            <a:spLocks noChangeShapeType="1"/>
          </p:cNvSpPr>
          <p:nvPr/>
        </p:nvSpPr>
        <p:spPr bwMode="auto">
          <a:xfrm>
            <a:off x="4191000" y="3886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4" name="Line 12"/>
          <p:cNvSpPr>
            <a:spLocks noChangeShapeType="1"/>
          </p:cNvSpPr>
          <p:nvPr/>
        </p:nvSpPr>
        <p:spPr bwMode="auto">
          <a:xfrm>
            <a:off x="6172200" y="3886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5" name="Oval 13"/>
          <p:cNvSpPr>
            <a:spLocks noChangeArrowheads="1"/>
          </p:cNvSpPr>
          <p:nvPr/>
        </p:nvSpPr>
        <p:spPr bwMode="auto">
          <a:xfrm>
            <a:off x="6477000" y="53340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6" name="Oval 14"/>
          <p:cNvSpPr>
            <a:spLocks noChangeArrowheads="1"/>
          </p:cNvSpPr>
          <p:nvPr/>
        </p:nvSpPr>
        <p:spPr bwMode="auto">
          <a:xfrm>
            <a:off x="6324600" y="51816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7" name="Line 15"/>
          <p:cNvSpPr>
            <a:spLocks noChangeShapeType="1"/>
          </p:cNvSpPr>
          <p:nvPr/>
        </p:nvSpPr>
        <p:spPr bwMode="auto">
          <a:xfrm flipH="1">
            <a:off x="7162800" y="42672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8" name="Line 16"/>
          <p:cNvSpPr>
            <a:spLocks noChangeShapeType="1"/>
          </p:cNvSpPr>
          <p:nvPr/>
        </p:nvSpPr>
        <p:spPr bwMode="auto">
          <a:xfrm flipH="1" flipV="1">
            <a:off x="5791200" y="4267200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09" name="Freeform 17"/>
          <p:cNvSpPr>
            <a:spLocks/>
          </p:cNvSpPr>
          <p:nvPr/>
        </p:nvSpPr>
        <p:spPr bwMode="auto">
          <a:xfrm>
            <a:off x="5321300" y="2654300"/>
            <a:ext cx="812800" cy="927100"/>
          </a:xfrm>
          <a:custGeom>
            <a:avLst/>
            <a:gdLst/>
            <a:ahLst/>
            <a:cxnLst>
              <a:cxn ang="0">
                <a:pos x="200" y="584"/>
              </a:cxn>
              <a:cxn ang="0">
                <a:pos x="8" y="200"/>
              </a:cxn>
              <a:cxn ang="0">
                <a:pos x="248" y="8"/>
              </a:cxn>
              <a:cxn ang="0">
                <a:pos x="488" y="152"/>
              </a:cxn>
              <a:cxn ang="0">
                <a:pos x="392" y="584"/>
              </a:cxn>
            </a:cxnLst>
            <a:rect l="0" t="0" r="r" b="b"/>
            <a:pathLst>
              <a:path w="512" h="584">
                <a:moveTo>
                  <a:pt x="200" y="584"/>
                </a:moveTo>
                <a:cubicBezTo>
                  <a:pt x="100" y="440"/>
                  <a:pt x="0" y="296"/>
                  <a:pt x="8" y="200"/>
                </a:cubicBezTo>
                <a:cubicBezTo>
                  <a:pt x="16" y="104"/>
                  <a:pt x="168" y="16"/>
                  <a:pt x="248" y="8"/>
                </a:cubicBezTo>
                <a:cubicBezTo>
                  <a:pt x="328" y="0"/>
                  <a:pt x="464" y="56"/>
                  <a:pt x="488" y="152"/>
                </a:cubicBezTo>
                <a:cubicBezTo>
                  <a:pt x="512" y="248"/>
                  <a:pt x="452" y="416"/>
                  <a:pt x="392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4210" name="Line 18"/>
          <p:cNvSpPr>
            <a:spLocks noChangeShapeType="1"/>
          </p:cNvSpPr>
          <p:nvPr/>
        </p:nvSpPr>
        <p:spPr bwMode="auto">
          <a:xfrm>
            <a:off x="28194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36899" name="Object 1027"/>
          <p:cNvGraphicFramePr>
            <a:graphicFrameLocks noChangeAspect="1"/>
          </p:cNvGraphicFramePr>
          <p:nvPr/>
        </p:nvGraphicFramePr>
        <p:xfrm>
          <a:off x="4572000" y="3505200"/>
          <a:ext cx="265113" cy="279400"/>
        </p:xfrm>
        <a:graphic>
          <a:graphicData uri="http://schemas.openxmlformats.org/presentationml/2006/ole">
            <p:oleObj spid="_x0000_s336899" name="Equation" r:id="rId6" imgW="266400" imgH="279360" progId="Equation.3">
              <p:embed/>
            </p:oleObj>
          </a:graphicData>
        </a:graphic>
      </p:graphicFrame>
      <p:graphicFrame>
        <p:nvGraphicFramePr>
          <p:cNvPr id="336900" name="Object 1028"/>
          <p:cNvGraphicFramePr>
            <a:graphicFrameLocks noChangeAspect="1"/>
          </p:cNvGraphicFramePr>
          <p:nvPr/>
        </p:nvGraphicFramePr>
        <p:xfrm>
          <a:off x="5638800" y="2209800"/>
          <a:ext cx="252413" cy="392113"/>
        </p:xfrm>
        <a:graphic>
          <a:graphicData uri="http://schemas.openxmlformats.org/presentationml/2006/ole">
            <p:oleObj spid="_x0000_s336900" name="Equation" r:id="rId7" imgW="253800" imgH="393480" progId="Equation.3">
              <p:embed/>
            </p:oleObj>
          </a:graphicData>
        </a:graphic>
      </p:graphicFrame>
      <p:graphicFrame>
        <p:nvGraphicFramePr>
          <p:cNvPr id="336901" name="Object 1029"/>
          <p:cNvGraphicFramePr>
            <a:graphicFrameLocks noChangeAspect="1"/>
          </p:cNvGraphicFramePr>
          <p:nvPr/>
        </p:nvGraphicFramePr>
        <p:xfrm>
          <a:off x="6553200" y="3429000"/>
          <a:ext cx="265113" cy="279400"/>
        </p:xfrm>
        <a:graphic>
          <a:graphicData uri="http://schemas.openxmlformats.org/presentationml/2006/ole">
            <p:oleObj spid="_x0000_s336901" name="Equation" r:id="rId8" imgW="266400" imgH="279360" progId="Equation.3">
              <p:embed/>
            </p:oleObj>
          </a:graphicData>
        </a:graphic>
      </p:graphicFrame>
      <p:graphicFrame>
        <p:nvGraphicFramePr>
          <p:cNvPr id="336902" name="Object 1030"/>
          <p:cNvGraphicFramePr>
            <a:graphicFrameLocks noChangeAspect="1"/>
          </p:cNvGraphicFramePr>
          <p:nvPr/>
        </p:nvGraphicFramePr>
        <p:xfrm>
          <a:off x="7543800" y="4648200"/>
          <a:ext cx="252413" cy="392113"/>
        </p:xfrm>
        <a:graphic>
          <a:graphicData uri="http://schemas.openxmlformats.org/presentationml/2006/ole">
            <p:oleObj spid="_x0000_s336902" name="Equation" r:id="rId9" imgW="253800" imgH="393480" progId="Equation.3">
              <p:embed/>
            </p:oleObj>
          </a:graphicData>
        </a:graphic>
      </p:graphicFrame>
      <p:graphicFrame>
        <p:nvGraphicFramePr>
          <p:cNvPr id="336903" name="Object 1031"/>
          <p:cNvGraphicFramePr>
            <a:graphicFrameLocks noChangeAspect="1"/>
          </p:cNvGraphicFramePr>
          <p:nvPr/>
        </p:nvGraphicFramePr>
        <p:xfrm>
          <a:off x="5715000" y="4724400"/>
          <a:ext cx="303213" cy="381000"/>
        </p:xfrm>
        <a:graphic>
          <a:graphicData uri="http://schemas.openxmlformats.org/presentationml/2006/ole">
            <p:oleObj spid="_x0000_s336903" name="Equation" r:id="rId10" imgW="304560" imgH="380880" progId="Equation.3">
              <p:embed/>
            </p:oleObj>
          </a:graphicData>
        </a:graphic>
      </p:graphicFrame>
      <p:graphicFrame>
        <p:nvGraphicFramePr>
          <p:cNvPr id="336904" name="Object 1032"/>
          <p:cNvGraphicFramePr>
            <a:graphicFrameLocks noChangeAspect="1"/>
          </p:cNvGraphicFramePr>
          <p:nvPr/>
        </p:nvGraphicFramePr>
        <p:xfrm>
          <a:off x="336550" y="5308600"/>
          <a:ext cx="4000500" cy="531813"/>
        </p:xfrm>
        <a:graphic>
          <a:graphicData uri="http://schemas.openxmlformats.org/presentationml/2006/ole">
            <p:oleObj spid="_x0000_s336904" name="Equation" r:id="rId11" imgW="4000320" imgH="533160" progId="Equation.3">
              <p:embed/>
            </p:oleObj>
          </a:graphicData>
        </a:graphic>
      </p:graphicFrame>
      <p:graphicFrame>
        <p:nvGraphicFramePr>
          <p:cNvPr id="336905" name="Object 1033"/>
          <p:cNvGraphicFramePr>
            <a:graphicFrameLocks noChangeAspect="1"/>
          </p:cNvGraphicFramePr>
          <p:nvPr/>
        </p:nvGraphicFramePr>
        <p:xfrm>
          <a:off x="304800" y="6019800"/>
          <a:ext cx="2019300" cy="531813"/>
        </p:xfrm>
        <a:graphic>
          <a:graphicData uri="http://schemas.openxmlformats.org/presentationml/2006/ole">
            <p:oleObj spid="_x0000_s336905" name="Equation" r:id="rId12" imgW="2019240" imgH="533160" progId="Equation.3">
              <p:embed/>
            </p:oleObj>
          </a:graphicData>
        </a:graphic>
      </p:graphicFrame>
      <p:graphicFrame>
        <p:nvGraphicFramePr>
          <p:cNvPr id="336906" name="Object 1034"/>
          <p:cNvGraphicFramePr>
            <a:graphicFrameLocks noChangeAspect="1"/>
          </p:cNvGraphicFramePr>
          <p:nvPr/>
        </p:nvGraphicFramePr>
        <p:xfrm>
          <a:off x="3022600" y="3111500"/>
          <a:ext cx="544513" cy="393700"/>
        </p:xfrm>
        <a:graphic>
          <a:graphicData uri="http://schemas.openxmlformats.org/presentationml/2006/ole">
            <p:oleObj spid="_x0000_s336906" name="Equation" r:id="rId13" imgW="545760" imgH="393480" progId="Equation.3">
              <p:embed/>
            </p:oleObj>
          </a:graphicData>
        </a:graphic>
      </p:graphicFrame>
      <p:graphicFrame>
        <p:nvGraphicFramePr>
          <p:cNvPr id="336907" name="Object 1035"/>
          <p:cNvGraphicFramePr>
            <a:graphicFrameLocks noChangeAspect="1"/>
          </p:cNvGraphicFramePr>
          <p:nvPr/>
        </p:nvGraphicFramePr>
        <p:xfrm>
          <a:off x="5575300" y="3640138"/>
          <a:ext cx="404813" cy="568325"/>
        </p:xfrm>
        <a:graphic>
          <a:graphicData uri="http://schemas.openxmlformats.org/presentationml/2006/ole">
            <p:oleObj spid="_x0000_s336907" name="Equation" r:id="rId14" imgW="406080" imgH="571320" progId="Equation.3">
              <p:embed/>
            </p:oleObj>
          </a:graphicData>
        </a:graphic>
      </p:graphicFrame>
      <p:graphicFrame>
        <p:nvGraphicFramePr>
          <p:cNvPr id="336908" name="Object 1036"/>
          <p:cNvGraphicFramePr>
            <a:graphicFrameLocks noChangeAspect="1"/>
          </p:cNvGraphicFramePr>
          <p:nvPr/>
        </p:nvGraphicFramePr>
        <p:xfrm>
          <a:off x="7594600" y="3640138"/>
          <a:ext cx="481013" cy="568325"/>
        </p:xfrm>
        <a:graphic>
          <a:graphicData uri="http://schemas.openxmlformats.org/presentationml/2006/ole">
            <p:oleObj spid="_x0000_s336908" name="Equation" r:id="rId15" imgW="482400" imgH="571320" progId="Equation.3">
              <p:embed/>
            </p:oleObj>
          </a:graphicData>
        </a:graphic>
      </p:graphicFrame>
      <p:graphicFrame>
        <p:nvGraphicFramePr>
          <p:cNvPr id="336909" name="Object 1037"/>
          <p:cNvGraphicFramePr>
            <a:graphicFrameLocks noChangeAspect="1"/>
          </p:cNvGraphicFramePr>
          <p:nvPr/>
        </p:nvGraphicFramePr>
        <p:xfrm>
          <a:off x="6615113" y="5383213"/>
          <a:ext cx="457200" cy="584200"/>
        </p:xfrm>
        <a:graphic>
          <a:graphicData uri="http://schemas.openxmlformats.org/presentationml/2006/ole">
            <p:oleObj spid="_x0000_s336909" name="Equation" r:id="rId16" imgW="457200" imgH="583920" progId="Equation.3">
              <p:embed/>
            </p:oleObj>
          </a:graphicData>
        </a:graphic>
      </p:graphicFrame>
      <p:graphicFrame>
        <p:nvGraphicFramePr>
          <p:cNvPr id="336910" name="Object 1038"/>
          <p:cNvGraphicFramePr>
            <a:graphicFrameLocks noChangeAspect="1"/>
          </p:cNvGraphicFramePr>
          <p:nvPr/>
        </p:nvGraphicFramePr>
        <p:xfrm>
          <a:off x="3581400" y="3657600"/>
          <a:ext cx="430213" cy="531813"/>
        </p:xfrm>
        <a:graphic>
          <a:graphicData uri="http://schemas.openxmlformats.org/presentationml/2006/ole">
            <p:oleObj spid="_x0000_s336910" name="Equation" r:id="rId17" imgW="43164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0943CE-1CC9-4F13-BF2F-73D57EAB2AA9}" type="slidenum">
              <a:rPr lang="en-US"/>
              <a:pPr/>
              <a:t>62</a:t>
            </a:fld>
            <a:endParaRPr lang="en-US"/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Convert         to a right-linear  grammar</a:t>
            </a:r>
          </a:p>
        </p:txBody>
      </p:sp>
      <p:graphicFrame>
        <p:nvGraphicFramePr>
          <p:cNvPr id="337920" name="Object 1024"/>
          <p:cNvGraphicFramePr>
            <a:graphicFrameLocks noChangeAspect="1"/>
          </p:cNvGraphicFramePr>
          <p:nvPr/>
        </p:nvGraphicFramePr>
        <p:xfrm>
          <a:off x="2032000" y="901700"/>
          <a:ext cx="544513" cy="393700"/>
        </p:xfrm>
        <a:graphic>
          <a:graphicData uri="http://schemas.openxmlformats.org/presentationml/2006/ole">
            <p:oleObj spid="_x0000_s337920" name="Equation" r:id="rId3" imgW="545760" imgH="393480" progId="Equation.3">
              <p:embed/>
            </p:oleObj>
          </a:graphicData>
        </a:graphic>
      </p:graphicFrame>
      <p:sp>
        <p:nvSpPr>
          <p:cNvPr id="265221" name="Oval 5"/>
          <p:cNvSpPr>
            <a:spLocks noChangeArrowheads="1"/>
          </p:cNvSpPr>
          <p:nvPr/>
        </p:nvSpPr>
        <p:spPr bwMode="auto">
          <a:xfrm>
            <a:off x="3352800" y="2819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2" name="Oval 6"/>
          <p:cNvSpPr>
            <a:spLocks noChangeArrowheads="1"/>
          </p:cNvSpPr>
          <p:nvPr/>
        </p:nvSpPr>
        <p:spPr bwMode="auto">
          <a:xfrm>
            <a:off x="5334000" y="2819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3" name="Oval 7"/>
          <p:cNvSpPr>
            <a:spLocks noChangeArrowheads="1"/>
          </p:cNvSpPr>
          <p:nvPr/>
        </p:nvSpPr>
        <p:spPr bwMode="auto">
          <a:xfrm>
            <a:off x="7391400" y="2819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4" name="Line 8"/>
          <p:cNvSpPr>
            <a:spLocks noChangeShapeType="1"/>
          </p:cNvSpPr>
          <p:nvPr/>
        </p:nvSpPr>
        <p:spPr bwMode="auto">
          <a:xfrm>
            <a:off x="4114800" y="3124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5" name="Line 9"/>
          <p:cNvSpPr>
            <a:spLocks noChangeShapeType="1"/>
          </p:cNvSpPr>
          <p:nvPr/>
        </p:nvSpPr>
        <p:spPr bwMode="auto">
          <a:xfrm>
            <a:off x="6096000" y="3124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6" name="Oval 10"/>
          <p:cNvSpPr>
            <a:spLocks noChangeArrowheads="1"/>
          </p:cNvSpPr>
          <p:nvPr/>
        </p:nvSpPr>
        <p:spPr bwMode="auto">
          <a:xfrm>
            <a:off x="6400800" y="45720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7" name="Oval 11"/>
          <p:cNvSpPr>
            <a:spLocks noChangeArrowheads="1"/>
          </p:cNvSpPr>
          <p:nvPr/>
        </p:nvSpPr>
        <p:spPr bwMode="auto">
          <a:xfrm>
            <a:off x="6248400" y="44196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8" name="Line 12"/>
          <p:cNvSpPr>
            <a:spLocks noChangeShapeType="1"/>
          </p:cNvSpPr>
          <p:nvPr/>
        </p:nvSpPr>
        <p:spPr bwMode="auto">
          <a:xfrm flipH="1">
            <a:off x="7086600" y="35052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29" name="Line 13"/>
          <p:cNvSpPr>
            <a:spLocks noChangeShapeType="1"/>
          </p:cNvSpPr>
          <p:nvPr/>
        </p:nvSpPr>
        <p:spPr bwMode="auto">
          <a:xfrm flipH="1" flipV="1">
            <a:off x="5715000" y="3505200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30" name="Freeform 14"/>
          <p:cNvSpPr>
            <a:spLocks/>
          </p:cNvSpPr>
          <p:nvPr/>
        </p:nvSpPr>
        <p:spPr bwMode="auto">
          <a:xfrm>
            <a:off x="5245100" y="1892300"/>
            <a:ext cx="812800" cy="927100"/>
          </a:xfrm>
          <a:custGeom>
            <a:avLst/>
            <a:gdLst/>
            <a:ahLst/>
            <a:cxnLst>
              <a:cxn ang="0">
                <a:pos x="200" y="584"/>
              </a:cxn>
              <a:cxn ang="0">
                <a:pos x="8" y="200"/>
              </a:cxn>
              <a:cxn ang="0">
                <a:pos x="248" y="8"/>
              </a:cxn>
              <a:cxn ang="0">
                <a:pos x="488" y="152"/>
              </a:cxn>
              <a:cxn ang="0">
                <a:pos x="392" y="584"/>
              </a:cxn>
            </a:cxnLst>
            <a:rect l="0" t="0" r="r" b="b"/>
            <a:pathLst>
              <a:path w="512" h="584">
                <a:moveTo>
                  <a:pt x="200" y="584"/>
                </a:moveTo>
                <a:cubicBezTo>
                  <a:pt x="100" y="440"/>
                  <a:pt x="0" y="296"/>
                  <a:pt x="8" y="200"/>
                </a:cubicBezTo>
                <a:cubicBezTo>
                  <a:pt x="16" y="104"/>
                  <a:pt x="168" y="16"/>
                  <a:pt x="248" y="8"/>
                </a:cubicBezTo>
                <a:cubicBezTo>
                  <a:pt x="328" y="0"/>
                  <a:pt x="464" y="56"/>
                  <a:pt x="488" y="152"/>
                </a:cubicBezTo>
                <a:cubicBezTo>
                  <a:pt x="512" y="248"/>
                  <a:pt x="452" y="416"/>
                  <a:pt x="392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5231" name="Line 15"/>
          <p:cNvSpPr>
            <a:spLocks noChangeShapeType="1"/>
          </p:cNvSpPr>
          <p:nvPr/>
        </p:nvSpPr>
        <p:spPr bwMode="auto">
          <a:xfrm>
            <a:off x="2743200" y="312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37921" name="Object 1025"/>
          <p:cNvGraphicFramePr>
            <a:graphicFrameLocks noChangeAspect="1"/>
          </p:cNvGraphicFramePr>
          <p:nvPr/>
        </p:nvGraphicFramePr>
        <p:xfrm>
          <a:off x="4495800" y="2743200"/>
          <a:ext cx="265113" cy="279400"/>
        </p:xfrm>
        <a:graphic>
          <a:graphicData uri="http://schemas.openxmlformats.org/presentationml/2006/ole">
            <p:oleObj spid="_x0000_s337921" name="Equation" r:id="rId4" imgW="266400" imgH="279360" progId="Equation.3">
              <p:embed/>
            </p:oleObj>
          </a:graphicData>
        </a:graphic>
      </p:graphicFrame>
      <p:graphicFrame>
        <p:nvGraphicFramePr>
          <p:cNvPr id="337922" name="Object 1026"/>
          <p:cNvGraphicFramePr>
            <a:graphicFrameLocks noChangeAspect="1"/>
          </p:cNvGraphicFramePr>
          <p:nvPr/>
        </p:nvGraphicFramePr>
        <p:xfrm>
          <a:off x="5562600" y="1447800"/>
          <a:ext cx="252413" cy="392113"/>
        </p:xfrm>
        <a:graphic>
          <a:graphicData uri="http://schemas.openxmlformats.org/presentationml/2006/ole">
            <p:oleObj spid="_x0000_s337922" name="Equation" r:id="rId5" imgW="253800" imgH="393480" progId="Equation.3">
              <p:embed/>
            </p:oleObj>
          </a:graphicData>
        </a:graphic>
      </p:graphicFrame>
      <p:graphicFrame>
        <p:nvGraphicFramePr>
          <p:cNvPr id="337923" name="Object 1027"/>
          <p:cNvGraphicFramePr>
            <a:graphicFrameLocks noChangeAspect="1"/>
          </p:cNvGraphicFramePr>
          <p:nvPr/>
        </p:nvGraphicFramePr>
        <p:xfrm>
          <a:off x="6477000" y="2667000"/>
          <a:ext cx="265113" cy="279400"/>
        </p:xfrm>
        <a:graphic>
          <a:graphicData uri="http://schemas.openxmlformats.org/presentationml/2006/ole">
            <p:oleObj spid="_x0000_s337923" name="Equation" r:id="rId6" imgW="266400" imgH="279360" progId="Equation.3">
              <p:embed/>
            </p:oleObj>
          </a:graphicData>
        </a:graphic>
      </p:graphicFrame>
      <p:graphicFrame>
        <p:nvGraphicFramePr>
          <p:cNvPr id="337924" name="Object 1028"/>
          <p:cNvGraphicFramePr>
            <a:graphicFrameLocks noChangeAspect="1"/>
          </p:cNvGraphicFramePr>
          <p:nvPr/>
        </p:nvGraphicFramePr>
        <p:xfrm>
          <a:off x="7467600" y="3886200"/>
          <a:ext cx="252413" cy="392113"/>
        </p:xfrm>
        <a:graphic>
          <a:graphicData uri="http://schemas.openxmlformats.org/presentationml/2006/ole">
            <p:oleObj spid="_x0000_s337924" name="Equation" r:id="rId7" imgW="253800" imgH="393480" progId="Equation.3">
              <p:embed/>
            </p:oleObj>
          </a:graphicData>
        </a:graphic>
      </p:graphicFrame>
      <p:graphicFrame>
        <p:nvGraphicFramePr>
          <p:cNvPr id="337925" name="Object 1029"/>
          <p:cNvGraphicFramePr>
            <a:graphicFrameLocks noChangeAspect="1"/>
          </p:cNvGraphicFramePr>
          <p:nvPr/>
        </p:nvGraphicFramePr>
        <p:xfrm>
          <a:off x="5638800" y="3962400"/>
          <a:ext cx="303213" cy="381000"/>
        </p:xfrm>
        <a:graphic>
          <a:graphicData uri="http://schemas.openxmlformats.org/presentationml/2006/ole">
            <p:oleObj spid="_x0000_s337925" name="Equation" r:id="rId8" imgW="304560" imgH="380880" progId="Equation.3">
              <p:embed/>
            </p:oleObj>
          </a:graphicData>
        </a:graphic>
      </p:graphicFrame>
      <p:graphicFrame>
        <p:nvGraphicFramePr>
          <p:cNvPr id="337926" name="Object 1030"/>
          <p:cNvGraphicFramePr>
            <a:graphicFrameLocks noChangeAspect="1"/>
          </p:cNvGraphicFramePr>
          <p:nvPr/>
        </p:nvGraphicFramePr>
        <p:xfrm>
          <a:off x="2946400" y="2349500"/>
          <a:ext cx="544513" cy="393700"/>
        </p:xfrm>
        <a:graphic>
          <a:graphicData uri="http://schemas.openxmlformats.org/presentationml/2006/ole">
            <p:oleObj spid="_x0000_s337926" name="Equation" r:id="rId9" imgW="545760" imgH="393480" progId="Equation.3">
              <p:embed/>
            </p:oleObj>
          </a:graphicData>
        </a:graphic>
      </p:graphicFrame>
      <p:graphicFrame>
        <p:nvGraphicFramePr>
          <p:cNvPr id="337927" name="Object 1031"/>
          <p:cNvGraphicFramePr>
            <a:graphicFrameLocks noChangeAspect="1"/>
          </p:cNvGraphicFramePr>
          <p:nvPr/>
        </p:nvGraphicFramePr>
        <p:xfrm>
          <a:off x="3505200" y="2895600"/>
          <a:ext cx="430213" cy="531813"/>
        </p:xfrm>
        <a:graphic>
          <a:graphicData uri="http://schemas.openxmlformats.org/presentationml/2006/ole">
            <p:oleObj spid="_x0000_s337927" name="Equation" r:id="rId10" imgW="431640" imgH="533160" progId="Equation.3">
              <p:embed/>
            </p:oleObj>
          </a:graphicData>
        </a:graphic>
      </p:graphicFrame>
      <p:graphicFrame>
        <p:nvGraphicFramePr>
          <p:cNvPr id="337928" name="Object 1032"/>
          <p:cNvGraphicFramePr>
            <a:graphicFrameLocks noChangeAspect="1"/>
          </p:cNvGraphicFramePr>
          <p:nvPr/>
        </p:nvGraphicFramePr>
        <p:xfrm>
          <a:off x="5516563" y="2900363"/>
          <a:ext cx="368300" cy="520700"/>
        </p:xfrm>
        <a:graphic>
          <a:graphicData uri="http://schemas.openxmlformats.org/presentationml/2006/ole">
            <p:oleObj spid="_x0000_s337928" name="Equation" r:id="rId11" imgW="368280" imgH="520560" progId="Equation.3">
              <p:embed/>
            </p:oleObj>
          </a:graphicData>
        </a:graphic>
      </p:graphicFrame>
      <p:graphicFrame>
        <p:nvGraphicFramePr>
          <p:cNvPr id="337929" name="Object 1033"/>
          <p:cNvGraphicFramePr>
            <a:graphicFrameLocks noChangeAspect="1"/>
          </p:cNvGraphicFramePr>
          <p:nvPr/>
        </p:nvGraphicFramePr>
        <p:xfrm>
          <a:off x="7537450" y="2900363"/>
          <a:ext cx="442913" cy="520700"/>
        </p:xfrm>
        <a:graphic>
          <a:graphicData uri="http://schemas.openxmlformats.org/presentationml/2006/ole">
            <p:oleObj spid="_x0000_s337929" name="Equation" r:id="rId12" imgW="444240" imgH="520560" progId="Equation.3">
              <p:embed/>
            </p:oleObj>
          </a:graphicData>
        </a:graphic>
      </p:graphicFrame>
      <p:graphicFrame>
        <p:nvGraphicFramePr>
          <p:cNvPr id="337930" name="Object 1034"/>
          <p:cNvGraphicFramePr>
            <a:graphicFrameLocks noChangeAspect="1"/>
          </p:cNvGraphicFramePr>
          <p:nvPr/>
        </p:nvGraphicFramePr>
        <p:xfrm>
          <a:off x="6557963" y="4648200"/>
          <a:ext cx="419100" cy="531813"/>
        </p:xfrm>
        <a:graphic>
          <a:graphicData uri="http://schemas.openxmlformats.org/presentationml/2006/ole">
            <p:oleObj spid="_x0000_s337930" name="Equation" r:id="rId13" imgW="419040" imgH="533160" progId="Equation.3">
              <p:embed/>
            </p:oleObj>
          </a:graphicData>
        </a:graphic>
      </p:graphicFrame>
      <p:graphicFrame>
        <p:nvGraphicFramePr>
          <p:cNvPr id="337931" name="Object 1035"/>
          <p:cNvGraphicFramePr>
            <a:graphicFrameLocks noChangeAspect="1"/>
          </p:cNvGraphicFramePr>
          <p:nvPr/>
        </p:nvGraphicFramePr>
        <p:xfrm>
          <a:off x="514350" y="4089400"/>
          <a:ext cx="1866900" cy="582613"/>
        </p:xfrm>
        <a:graphic>
          <a:graphicData uri="http://schemas.openxmlformats.org/presentationml/2006/ole">
            <p:oleObj spid="_x0000_s337931" name="Equation" r:id="rId14" imgW="186660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5A3575-2595-4B07-8420-16FAA23606FA}" type="slidenum">
              <a:rPr lang="en-US"/>
              <a:pPr/>
              <a:t>63</a:t>
            </a:fld>
            <a:endParaRPr lang="en-US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67268" name="Oval 4"/>
          <p:cNvSpPr>
            <a:spLocks noChangeArrowheads="1"/>
          </p:cNvSpPr>
          <p:nvPr/>
        </p:nvSpPr>
        <p:spPr bwMode="auto">
          <a:xfrm>
            <a:off x="40386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69" name="Oval 5"/>
          <p:cNvSpPr>
            <a:spLocks noChangeArrowheads="1"/>
          </p:cNvSpPr>
          <p:nvPr/>
        </p:nvSpPr>
        <p:spPr bwMode="auto">
          <a:xfrm>
            <a:off x="60198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0" name="Oval 6"/>
          <p:cNvSpPr>
            <a:spLocks noChangeArrowheads="1"/>
          </p:cNvSpPr>
          <p:nvPr/>
        </p:nvSpPr>
        <p:spPr bwMode="auto">
          <a:xfrm>
            <a:off x="80772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1" name="Line 7"/>
          <p:cNvSpPr>
            <a:spLocks noChangeShapeType="1"/>
          </p:cNvSpPr>
          <p:nvPr/>
        </p:nvSpPr>
        <p:spPr bwMode="auto">
          <a:xfrm>
            <a:off x="4800600" y="2667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2" name="Line 8"/>
          <p:cNvSpPr>
            <a:spLocks noChangeShapeType="1"/>
          </p:cNvSpPr>
          <p:nvPr/>
        </p:nvSpPr>
        <p:spPr bwMode="auto">
          <a:xfrm>
            <a:off x="6781800" y="2667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3" name="Oval 9"/>
          <p:cNvSpPr>
            <a:spLocks noChangeArrowheads="1"/>
          </p:cNvSpPr>
          <p:nvPr/>
        </p:nvSpPr>
        <p:spPr bwMode="auto">
          <a:xfrm>
            <a:off x="7086600" y="4114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4" name="Oval 10"/>
          <p:cNvSpPr>
            <a:spLocks noChangeArrowheads="1"/>
          </p:cNvSpPr>
          <p:nvPr/>
        </p:nvSpPr>
        <p:spPr bwMode="auto">
          <a:xfrm>
            <a:off x="6934200" y="39624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5" name="Line 11"/>
          <p:cNvSpPr>
            <a:spLocks noChangeShapeType="1"/>
          </p:cNvSpPr>
          <p:nvPr/>
        </p:nvSpPr>
        <p:spPr bwMode="auto">
          <a:xfrm flipH="1">
            <a:off x="7772400" y="30480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6" name="Line 12"/>
          <p:cNvSpPr>
            <a:spLocks noChangeShapeType="1"/>
          </p:cNvSpPr>
          <p:nvPr/>
        </p:nvSpPr>
        <p:spPr bwMode="auto">
          <a:xfrm flipH="1" flipV="1">
            <a:off x="6400800" y="3048000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7" name="Freeform 13"/>
          <p:cNvSpPr>
            <a:spLocks/>
          </p:cNvSpPr>
          <p:nvPr/>
        </p:nvSpPr>
        <p:spPr bwMode="auto">
          <a:xfrm>
            <a:off x="5930900" y="1435100"/>
            <a:ext cx="812800" cy="927100"/>
          </a:xfrm>
          <a:custGeom>
            <a:avLst/>
            <a:gdLst/>
            <a:ahLst/>
            <a:cxnLst>
              <a:cxn ang="0">
                <a:pos x="200" y="584"/>
              </a:cxn>
              <a:cxn ang="0">
                <a:pos x="8" y="200"/>
              </a:cxn>
              <a:cxn ang="0">
                <a:pos x="248" y="8"/>
              </a:cxn>
              <a:cxn ang="0">
                <a:pos x="488" y="152"/>
              </a:cxn>
              <a:cxn ang="0">
                <a:pos x="392" y="584"/>
              </a:cxn>
            </a:cxnLst>
            <a:rect l="0" t="0" r="r" b="b"/>
            <a:pathLst>
              <a:path w="512" h="584">
                <a:moveTo>
                  <a:pt x="200" y="584"/>
                </a:moveTo>
                <a:cubicBezTo>
                  <a:pt x="100" y="440"/>
                  <a:pt x="0" y="296"/>
                  <a:pt x="8" y="200"/>
                </a:cubicBezTo>
                <a:cubicBezTo>
                  <a:pt x="16" y="104"/>
                  <a:pt x="168" y="16"/>
                  <a:pt x="248" y="8"/>
                </a:cubicBezTo>
                <a:cubicBezTo>
                  <a:pt x="328" y="0"/>
                  <a:pt x="464" y="56"/>
                  <a:pt x="488" y="152"/>
                </a:cubicBezTo>
                <a:cubicBezTo>
                  <a:pt x="512" y="248"/>
                  <a:pt x="452" y="416"/>
                  <a:pt x="392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7278" name="Line 14"/>
          <p:cNvSpPr>
            <a:spLocks noChangeShapeType="1"/>
          </p:cNvSpPr>
          <p:nvPr/>
        </p:nvSpPr>
        <p:spPr bwMode="auto">
          <a:xfrm>
            <a:off x="3429000" y="266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38944" name="Object 1024"/>
          <p:cNvGraphicFramePr>
            <a:graphicFrameLocks noChangeAspect="1"/>
          </p:cNvGraphicFramePr>
          <p:nvPr/>
        </p:nvGraphicFramePr>
        <p:xfrm>
          <a:off x="5181600" y="2286000"/>
          <a:ext cx="265113" cy="279400"/>
        </p:xfrm>
        <a:graphic>
          <a:graphicData uri="http://schemas.openxmlformats.org/presentationml/2006/ole">
            <p:oleObj spid="_x0000_s338944" name="Equation" r:id="rId3" imgW="266400" imgH="279360" progId="Equation.3">
              <p:embed/>
            </p:oleObj>
          </a:graphicData>
        </a:graphic>
      </p:graphicFrame>
      <p:graphicFrame>
        <p:nvGraphicFramePr>
          <p:cNvPr id="338945" name="Object 1025"/>
          <p:cNvGraphicFramePr>
            <a:graphicFrameLocks noChangeAspect="1"/>
          </p:cNvGraphicFramePr>
          <p:nvPr/>
        </p:nvGraphicFramePr>
        <p:xfrm>
          <a:off x="6248400" y="990600"/>
          <a:ext cx="252413" cy="392113"/>
        </p:xfrm>
        <a:graphic>
          <a:graphicData uri="http://schemas.openxmlformats.org/presentationml/2006/ole">
            <p:oleObj spid="_x0000_s338945" name="Equation" r:id="rId4" imgW="253800" imgH="393480" progId="Equation.3">
              <p:embed/>
            </p:oleObj>
          </a:graphicData>
        </a:graphic>
      </p:graphicFrame>
      <p:graphicFrame>
        <p:nvGraphicFramePr>
          <p:cNvPr id="338946" name="Object 1026"/>
          <p:cNvGraphicFramePr>
            <a:graphicFrameLocks noChangeAspect="1"/>
          </p:cNvGraphicFramePr>
          <p:nvPr/>
        </p:nvGraphicFramePr>
        <p:xfrm>
          <a:off x="7162800" y="2209800"/>
          <a:ext cx="265113" cy="279400"/>
        </p:xfrm>
        <a:graphic>
          <a:graphicData uri="http://schemas.openxmlformats.org/presentationml/2006/ole">
            <p:oleObj spid="_x0000_s338946" name="Equation" r:id="rId5" imgW="266400" imgH="279360" progId="Equation.3">
              <p:embed/>
            </p:oleObj>
          </a:graphicData>
        </a:graphic>
      </p:graphicFrame>
      <p:graphicFrame>
        <p:nvGraphicFramePr>
          <p:cNvPr id="338947" name="Object 1027"/>
          <p:cNvGraphicFramePr>
            <a:graphicFrameLocks noChangeAspect="1"/>
          </p:cNvGraphicFramePr>
          <p:nvPr/>
        </p:nvGraphicFramePr>
        <p:xfrm>
          <a:off x="8153400" y="3429000"/>
          <a:ext cx="252413" cy="392113"/>
        </p:xfrm>
        <a:graphic>
          <a:graphicData uri="http://schemas.openxmlformats.org/presentationml/2006/ole">
            <p:oleObj spid="_x0000_s338947" name="Equation" r:id="rId6" imgW="253800" imgH="393480" progId="Equation.3">
              <p:embed/>
            </p:oleObj>
          </a:graphicData>
        </a:graphic>
      </p:graphicFrame>
      <p:graphicFrame>
        <p:nvGraphicFramePr>
          <p:cNvPr id="338948" name="Object 1028"/>
          <p:cNvGraphicFramePr>
            <a:graphicFrameLocks noChangeAspect="1"/>
          </p:cNvGraphicFramePr>
          <p:nvPr/>
        </p:nvGraphicFramePr>
        <p:xfrm>
          <a:off x="6324600" y="3505200"/>
          <a:ext cx="303213" cy="381000"/>
        </p:xfrm>
        <a:graphic>
          <a:graphicData uri="http://schemas.openxmlformats.org/presentationml/2006/ole">
            <p:oleObj spid="_x0000_s338948" name="Equation" r:id="rId7" imgW="304560" imgH="380880" progId="Equation.3">
              <p:embed/>
            </p:oleObj>
          </a:graphicData>
        </a:graphic>
      </p:graphicFrame>
      <p:graphicFrame>
        <p:nvGraphicFramePr>
          <p:cNvPr id="338949" name="Object 1029"/>
          <p:cNvGraphicFramePr>
            <a:graphicFrameLocks noChangeAspect="1"/>
          </p:cNvGraphicFramePr>
          <p:nvPr/>
        </p:nvGraphicFramePr>
        <p:xfrm>
          <a:off x="3632200" y="1892300"/>
          <a:ext cx="544513" cy="393700"/>
        </p:xfrm>
        <a:graphic>
          <a:graphicData uri="http://schemas.openxmlformats.org/presentationml/2006/ole">
            <p:oleObj spid="_x0000_s338949" name="Equation" r:id="rId8" imgW="545760" imgH="393480" progId="Equation.3">
              <p:embed/>
            </p:oleObj>
          </a:graphicData>
        </a:graphic>
      </p:graphicFrame>
      <p:graphicFrame>
        <p:nvGraphicFramePr>
          <p:cNvPr id="338950" name="Object 1030"/>
          <p:cNvGraphicFramePr>
            <a:graphicFrameLocks noChangeAspect="1"/>
          </p:cNvGraphicFramePr>
          <p:nvPr/>
        </p:nvGraphicFramePr>
        <p:xfrm>
          <a:off x="4191000" y="2438400"/>
          <a:ext cx="430213" cy="531813"/>
        </p:xfrm>
        <a:graphic>
          <a:graphicData uri="http://schemas.openxmlformats.org/presentationml/2006/ole">
            <p:oleObj spid="_x0000_s338950" name="Equation" r:id="rId9" imgW="431640" imgH="533160" progId="Equation.3">
              <p:embed/>
            </p:oleObj>
          </a:graphicData>
        </a:graphic>
      </p:graphicFrame>
      <p:graphicFrame>
        <p:nvGraphicFramePr>
          <p:cNvPr id="338951" name="Object 1031"/>
          <p:cNvGraphicFramePr>
            <a:graphicFrameLocks noChangeAspect="1"/>
          </p:cNvGraphicFramePr>
          <p:nvPr/>
        </p:nvGraphicFramePr>
        <p:xfrm>
          <a:off x="6202363" y="2443163"/>
          <a:ext cx="368300" cy="520700"/>
        </p:xfrm>
        <a:graphic>
          <a:graphicData uri="http://schemas.openxmlformats.org/presentationml/2006/ole">
            <p:oleObj spid="_x0000_s338951" name="Equation" r:id="rId10" imgW="368280" imgH="520560" progId="Equation.3">
              <p:embed/>
            </p:oleObj>
          </a:graphicData>
        </a:graphic>
      </p:graphicFrame>
      <p:graphicFrame>
        <p:nvGraphicFramePr>
          <p:cNvPr id="338952" name="Object 1032"/>
          <p:cNvGraphicFramePr>
            <a:graphicFrameLocks noChangeAspect="1"/>
          </p:cNvGraphicFramePr>
          <p:nvPr/>
        </p:nvGraphicFramePr>
        <p:xfrm>
          <a:off x="8223250" y="2443163"/>
          <a:ext cx="442913" cy="520700"/>
        </p:xfrm>
        <a:graphic>
          <a:graphicData uri="http://schemas.openxmlformats.org/presentationml/2006/ole">
            <p:oleObj spid="_x0000_s338952" name="Equation" r:id="rId11" imgW="444240" imgH="520560" progId="Equation.3">
              <p:embed/>
            </p:oleObj>
          </a:graphicData>
        </a:graphic>
      </p:graphicFrame>
      <p:graphicFrame>
        <p:nvGraphicFramePr>
          <p:cNvPr id="338953" name="Object 1033"/>
          <p:cNvGraphicFramePr>
            <a:graphicFrameLocks noChangeAspect="1"/>
          </p:cNvGraphicFramePr>
          <p:nvPr/>
        </p:nvGraphicFramePr>
        <p:xfrm>
          <a:off x="7243763" y="4191000"/>
          <a:ext cx="419100" cy="531813"/>
        </p:xfrm>
        <a:graphic>
          <a:graphicData uri="http://schemas.openxmlformats.org/presentationml/2006/ole">
            <p:oleObj spid="_x0000_s338953" name="Equation" r:id="rId12" imgW="419040" imgH="533160" progId="Equation.3">
              <p:embed/>
            </p:oleObj>
          </a:graphicData>
        </a:graphic>
      </p:graphicFrame>
      <p:graphicFrame>
        <p:nvGraphicFramePr>
          <p:cNvPr id="338954" name="Object 1034"/>
          <p:cNvGraphicFramePr>
            <a:graphicFrameLocks noChangeAspect="1"/>
          </p:cNvGraphicFramePr>
          <p:nvPr/>
        </p:nvGraphicFramePr>
        <p:xfrm>
          <a:off x="476250" y="3155950"/>
          <a:ext cx="1866900" cy="2120900"/>
        </p:xfrm>
        <a:graphic>
          <a:graphicData uri="http://schemas.openxmlformats.org/presentationml/2006/ole">
            <p:oleObj spid="_x0000_s338954" name="Equation" r:id="rId13" imgW="1866600" imgH="2120760" progId="Equation.3">
              <p:embed/>
            </p:oleObj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FF90DF-F8BC-4FF9-A386-F6078647A549}" type="slidenum">
              <a:rPr lang="en-US"/>
              <a:pPr/>
              <a:t>64</a:t>
            </a:fld>
            <a:endParaRPr lang="en-US"/>
          </a:p>
        </p:txBody>
      </p:sp>
      <p:sp>
        <p:nvSpPr>
          <p:cNvPr id="286722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sp>
        <p:nvSpPr>
          <p:cNvPr id="286723" name="Oval 3"/>
          <p:cNvSpPr>
            <a:spLocks noChangeArrowheads="1"/>
          </p:cNvSpPr>
          <p:nvPr/>
        </p:nvSpPr>
        <p:spPr bwMode="auto">
          <a:xfrm>
            <a:off x="40386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24" name="Oval 4"/>
          <p:cNvSpPr>
            <a:spLocks noChangeArrowheads="1"/>
          </p:cNvSpPr>
          <p:nvPr/>
        </p:nvSpPr>
        <p:spPr bwMode="auto">
          <a:xfrm>
            <a:off x="60198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25" name="Oval 5"/>
          <p:cNvSpPr>
            <a:spLocks noChangeArrowheads="1"/>
          </p:cNvSpPr>
          <p:nvPr/>
        </p:nvSpPr>
        <p:spPr bwMode="auto">
          <a:xfrm>
            <a:off x="80772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26" name="Line 6"/>
          <p:cNvSpPr>
            <a:spLocks noChangeShapeType="1"/>
          </p:cNvSpPr>
          <p:nvPr/>
        </p:nvSpPr>
        <p:spPr bwMode="auto">
          <a:xfrm>
            <a:off x="4800600" y="2667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27" name="Line 7"/>
          <p:cNvSpPr>
            <a:spLocks noChangeShapeType="1"/>
          </p:cNvSpPr>
          <p:nvPr/>
        </p:nvSpPr>
        <p:spPr bwMode="auto">
          <a:xfrm>
            <a:off x="6781800" y="2667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28" name="Oval 8"/>
          <p:cNvSpPr>
            <a:spLocks noChangeArrowheads="1"/>
          </p:cNvSpPr>
          <p:nvPr/>
        </p:nvSpPr>
        <p:spPr bwMode="auto">
          <a:xfrm>
            <a:off x="7086600" y="4114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29" name="Oval 9"/>
          <p:cNvSpPr>
            <a:spLocks noChangeArrowheads="1"/>
          </p:cNvSpPr>
          <p:nvPr/>
        </p:nvSpPr>
        <p:spPr bwMode="auto">
          <a:xfrm>
            <a:off x="6934200" y="39624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30" name="Line 10"/>
          <p:cNvSpPr>
            <a:spLocks noChangeShapeType="1"/>
          </p:cNvSpPr>
          <p:nvPr/>
        </p:nvSpPr>
        <p:spPr bwMode="auto">
          <a:xfrm flipH="1">
            <a:off x="7772400" y="30480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31" name="Line 11"/>
          <p:cNvSpPr>
            <a:spLocks noChangeShapeType="1"/>
          </p:cNvSpPr>
          <p:nvPr/>
        </p:nvSpPr>
        <p:spPr bwMode="auto">
          <a:xfrm flipH="1" flipV="1">
            <a:off x="6400800" y="3048000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32" name="Freeform 12"/>
          <p:cNvSpPr>
            <a:spLocks/>
          </p:cNvSpPr>
          <p:nvPr/>
        </p:nvSpPr>
        <p:spPr bwMode="auto">
          <a:xfrm>
            <a:off x="5930900" y="1435100"/>
            <a:ext cx="812800" cy="927100"/>
          </a:xfrm>
          <a:custGeom>
            <a:avLst/>
            <a:gdLst/>
            <a:ahLst/>
            <a:cxnLst>
              <a:cxn ang="0">
                <a:pos x="200" y="584"/>
              </a:cxn>
              <a:cxn ang="0">
                <a:pos x="8" y="200"/>
              </a:cxn>
              <a:cxn ang="0">
                <a:pos x="248" y="8"/>
              </a:cxn>
              <a:cxn ang="0">
                <a:pos x="488" y="152"/>
              </a:cxn>
              <a:cxn ang="0">
                <a:pos x="392" y="584"/>
              </a:cxn>
            </a:cxnLst>
            <a:rect l="0" t="0" r="r" b="b"/>
            <a:pathLst>
              <a:path w="512" h="584">
                <a:moveTo>
                  <a:pt x="200" y="584"/>
                </a:moveTo>
                <a:cubicBezTo>
                  <a:pt x="100" y="440"/>
                  <a:pt x="0" y="296"/>
                  <a:pt x="8" y="200"/>
                </a:cubicBezTo>
                <a:cubicBezTo>
                  <a:pt x="16" y="104"/>
                  <a:pt x="168" y="16"/>
                  <a:pt x="248" y="8"/>
                </a:cubicBezTo>
                <a:cubicBezTo>
                  <a:pt x="328" y="0"/>
                  <a:pt x="464" y="56"/>
                  <a:pt x="488" y="152"/>
                </a:cubicBezTo>
                <a:cubicBezTo>
                  <a:pt x="512" y="248"/>
                  <a:pt x="452" y="416"/>
                  <a:pt x="392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33" name="Line 13"/>
          <p:cNvSpPr>
            <a:spLocks noChangeShapeType="1"/>
          </p:cNvSpPr>
          <p:nvPr/>
        </p:nvSpPr>
        <p:spPr bwMode="auto">
          <a:xfrm>
            <a:off x="3429000" y="266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86734" name="Object 14"/>
          <p:cNvGraphicFramePr>
            <a:graphicFrameLocks noChangeAspect="1"/>
          </p:cNvGraphicFramePr>
          <p:nvPr/>
        </p:nvGraphicFramePr>
        <p:xfrm>
          <a:off x="5181600" y="2286000"/>
          <a:ext cx="265113" cy="279400"/>
        </p:xfrm>
        <a:graphic>
          <a:graphicData uri="http://schemas.openxmlformats.org/presentationml/2006/ole">
            <p:oleObj spid="_x0000_s286734" name="Equation" r:id="rId3" imgW="266400" imgH="279360" progId="Equation.3">
              <p:embed/>
            </p:oleObj>
          </a:graphicData>
        </a:graphic>
      </p:graphicFrame>
      <p:graphicFrame>
        <p:nvGraphicFramePr>
          <p:cNvPr id="286735" name="Object 15"/>
          <p:cNvGraphicFramePr>
            <a:graphicFrameLocks noChangeAspect="1"/>
          </p:cNvGraphicFramePr>
          <p:nvPr/>
        </p:nvGraphicFramePr>
        <p:xfrm>
          <a:off x="6248400" y="990600"/>
          <a:ext cx="252413" cy="392113"/>
        </p:xfrm>
        <a:graphic>
          <a:graphicData uri="http://schemas.openxmlformats.org/presentationml/2006/ole">
            <p:oleObj spid="_x0000_s286735" name="Equation" r:id="rId4" imgW="253800" imgH="393480" progId="Equation.3">
              <p:embed/>
            </p:oleObj>
          </a:graphicData>
        </a:graphic>
      </p:graphicFrame>
      <p:graphicFrame>
        <p:nvGraphicFramePr>
          <p:cNvPr id="286736" name="Object 16"/>
          <p:cNvGraphicFramePr>
            <a:graphicFrameLocks noChangeAspect="1"/>
          </p:cNvGraphicFramePr>
          <p:nvPr/>
        </p:nvGraphicFramePr>
        <p:xfrm>
          <a:off x="7162800" y="2209800"/>
          <a:ext cx="265113" cy="279400"/>
        </p:xfrm>
        <a:graphic>
          <a:graphicData uri="http://schemas.openxmlformats.org/presentationml/2006/ole">
            <p:oleObj spid="_x0000_s286736" name="Equation" r:id="rId5" imgW="266400" imgH="279360" progId="Equation.3">
              <p:embed/>
            </p:oleObj>
          </a:graphicData>
        </a:graphic>
      </p:graphicFrame>
      <p:graphicFrame>
        <p:nvGraphicFramePr>
          <p:cNvPr id="286737" name="Object 17"/>
          <p:cNvGraphicFramePr>
            <a:graphicFrameLocks noChangeAspect="1"/>
          </p:cNvGraphicFramePr>
          <p:nvPr/>
        </p:nvGraphicFramePr>
        <p:xfrm>
          <a:off x="8153400" y="3429000"/>
          <a:ext cx="252413" cy="392113"/>
        </p:xfrm>
        <a:graphic>
          <a:graphicData uri="http://schemas.openxmlformats.org/presentationml/2006/ole">
            <p:oleObj spid="_x0000_s286737" name="Equation" r:id="rId6" imgW="253800" imgH="393480" progId="Equation.3">
              <p:embed/>
            </p:oleObj>
          </a:graphicData>
        </a:graphic>
      </p:graphicFrame>
      <p:graphicFrame>
        <p:nvGraphicFramePr>
          <p:cNvPr id="286738" name="Object 18"/>
          <p:cNvGraphicFramePr>
            <a:graphicFrameLocks noChangeAspect="1"/>
          </p:cNvGraphicFramePr>
          <p:nvPr/>
        </p:nvGraphicFramePr>
        <p:xfrm>
          <a:off x="6324600" y="3505200"/>
          <a:ext cx="303213" cy="381000"/>
        </p:xfrm>
        <a:graphic>
          <a:graphicData uri="http://schemas.openxmlformats.org/presentationml/2006/ole">
            <p:oleObj spid="_x0000_s286738" name="Equation" r:id="rId7" imgW="304560" imgH="380880" progId="Equation.3">
              <p:embed/>
            </p:oleObj>
          </a:graphicData>
        </a:graphic>
      </p:graphicFrame>
      <p:graphicFrame>
        <p:nvGraphicFramePr>
          <p:cNvPr id="286739" name="Object 19"/>
          <p:cNvGraphicFramePr>
            <a:graphicFrameLocks noChangeAspect="1"/>
          </p:cNvGraphicFramePr>
          <p:nvPr/>
        </p:nvGraphicFramePr>
        <p:xfrm>
          <a:off x="3632200" y="1892300"/>
          <a:ext cx="544513" cy="393700"/>
        </p:xfrm>
        <a:graphic>
          <a:graphicData uri="http://schemas.openxmlformats.org/presentationml/2006/ole">
            <p:oleObj spid="_x0000_s286739" name="Equation" r:id="rId8" imgW="545760" imgH="393480" progId="Equation.3">
              <p:embed/>
            </p:oleObj>
          </a:graphicData>
        </a:graphic>
      </p:graphicFrame>
      <p:graphicFrame>
        <p:nvGraphicFramePr>
          <p:cNvPr id="286740" name="Object 20"/>
          <p:cNvGraphicFramePr>
            <a:graphicFrameLocks noChangeAspect="1"/>
          </p:cNvGraphicFramePr>
          <p:nvPr/>
        </p:nvGraphicFramePr>
        <p:xfrm>
          <a:off x="4191000" y="2438400"/>
          <a:ext cx="430213" cy="531813"/>
        </p:xfrm>
        <a:graphic>
          <a:graphicData uri="http://schemas.openxmlformats.org/presentationml/2006/ole">
            <p:oleObj spid="_x0000_s286740" name="Equation" r:id="rId9" imgW="431640" imgH="533160" progId="Equation.3">
              <p:embed/>
            </p:oleObj>
          </a:graphicData>
        </a:graphic>
      </p:graphicFrame>
      <p:graphicFrame>
        <p:nvGraphicFramePr>
          <p:cNvPr id="286741" name="Object 21"/>
          <p:cNvGraphicFramePr>
            <a:graphicFrameLocks noChangeAspect="1"/>
          </p:cNvGraphicFramePr>
          <p:nvPr/>
        </p:nvGraphicFramePr>
        <p:xfrm>
          <a:off x="6202363" y="2443163"/>
          <a:ext cx="368300" cy="520700"/>
        </p:xfrm>
        <a:graphic>
          <a:graphicData uri="http://schemas.openxmlformats.org/presentationml/2006/ole">
            <p:oleObj spid="_x0000_s286741" name="Equation" r:id="rId10" imgW="368280" imgH="520560" progId="Equation.3">
              <p:embed/>
            </p:oleObj>
          </a:graphicData>
        </a:graphic>
      </p:graphicFrame>
      <p:graphicFrame>
        <p:nvGraphicFramePr>
          <p:cNvPr id="286742" name="Object 22"/>
          <p:cNvGraphicFramePr>
            <a:graphicFrameLocks noChangeAspect="1"/>
          </p:cNvGraphicFramePr>
          <p:nvPr/>
        </p:nvGraphicFramePr>
        <p:xfrm>
          <a:off x="8223250" y="2443163"/>
          <a:ext cx="442913" cy="520700"/>
        </p:xfrm>
        <a:graphic>
          <a:graphicData uri="http://schemas.openxmlformats.org/presentationml/2006/ole">
            <p:oleObj spid="_x0000_s286742" name="Equation" r:id="rId11" imgW="444240" imgH="520560" progId="Equation.3">
              <p:embed/>
            </p:oleObj>
          </a:graphicData>
        </a:graphic>
      </p:graphicFrame>
      <p:graphicFrame>
        <p:nvGraphicFramePr>
          <p:cNvPr id="286743" name="Object 23"/>
          <p:cNvGraphicFramePr>
            <a:graphicFrameLocks noChangeAspect="1"/>
          </p:cNvGraphicFramePr>
          <p:nvPr/>
        </p:nvGraphicFramePr>
        <p:xfrm>
          <a:off x="7243763" y="4191000"/>
          <a:ext cx="419100" cy="531813"/>
        </p:xfrm>
        <a:graphic>
          <a:graphicData uri="http://schemas.openxmlformats.org/presentationml/2006/ole">
            <p:oleObj spid="_x0000_s286743" name="Equation" r:id="rId12" imgW="419040" imgH="533160" progId="Equation.3">
              <p:embed/>
            </p:oleObj>
          </a:graphicData>
        </a:graphic>
      </p:graphicFrame>
      <p:graphicFrame>
        <p:nvGraphicFramePr>
          <p:cNvPr id="286744" name="Object 24"/>
          <p:cNvGraphicFramePr>
            <a:graphicFrameLocks noChangeAspect="1"/>
          </p:cNvGraphicFramePr>
          <p:nvPr/>
        </p:nvGraphicFramePr>
        <p:xfrm>
          <a:off x="450850" y="2768600"/>
          <a:ext cx="1917700" cy="2895600"/>
        </p:xfrm>
        <a:graphic>
          <a:graphicData uri="http://schemas.openxmlformats.org/presentationml/2006/ole">
            <p:oleObj spid="_x0000_s286744" name="Equation" r:id="rId13" imgW="1917360" imgH="2895480" progId="Equation.3">
              <p:embed/>
            </p:oleObj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1DC448-3A2F-4780-90ED-9990F6887CD0}" type="slidenum">
              <a:rPr lang="en-US"/>
              <a:pPr/>
              <a:t>65</a:t>
            </a:fld>
            <a:endParaRPr lang="en-US"/>
          </a:p>
        </p:txBody>
      </p:sp>
      <p:sp>
        <p:nvSpPr>
          <p:cNvPr id="276482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sp>
        <p:nvSpPr>
          <p:cNvPr id="276483" name="Oval 3"/>
          <p:cNvSpPr>
            <a:spLocks noChangeArrowheads="1"/>
          </p:cNvSpPr>
          <p:nvPr/>
        </p:nvSpPr>
        <p:spPr bwMode="auto">
          <a:xfrm>
            <a:off x="40386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4" name="Oval 4"/>
          <p:cNvSpPr>
            <a:spLocks noChangeArrowheads="1"/>
          </p:cNvSpPr>
          <p:nvPr/>
        </p:nvSpPr>
        <p:spPr bwMode="auto">
          <a:xfrm>
            <a:off x="60198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5" name="Oval 5"/>
          <p:cNvSpPr>
            <a:spLocks noChangeArrowheads="1"/>
          </p:cNvSpPr>
          <p:nvPr/>
        </p:nvSpPr>
        <p:spPr bwMode="auto">
          <a:xfrm>
            <a:off x="8077200" y="2362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6" name="Line 6"/>
          <p:cNvSpPr>
            <a:spLocks noChangeShapeType="1"/>
          </p:cNvSpPr>
          <p:nvPr/>
        </p:nvSpPr>
        <p:spPr bwMode="auto">
          <a:xfrm>
            <a:off x="4800600" y="2667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7" name="Line 7"/>
          <p:cNvSpPr>
            <a:spLocks noChangeShapeType="1"/>
          </p:cNvSpPr>
          <p:nvPr/>
        </p:nvSpPr>
        <p:spPr bwMode="auto">
          <a:xfrm>
            <a:off x="6781800" y="2667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8" name="Oval 8"/>
          <p:cNvSpPr>
            <a:spLocks noChangeArrowheads="1"/>
          </p:cNvSpPr>
          <p:nvPr/>
        </p:nvSpPr>
        <p:spPr bwMode="auto">
          <a:xfrm>
            <a:off x="7086600" y="4114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9" name="Oval 9"/>
          <p:cNvSpPr>
            <a:spLocks noChangeArrowheads="1"/>
          </p:cNvSpPr>
          <p:nvPr/>
        </p:nvSpPr>
        <p:spPr bwMode="auto">
          <a:xfrm>
            <a:off x="6934200" y="39624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90" name="Line 10"/>
          <p:cNvSpPr>
            <a:spLocks noChangeShapeType="1"/>
          </p:cNvSpPr>
          <p:nvPr/>
        </p:nvSpPr>
        <p:spPr bwMode="auto">
          <a:xfrm flipH="1">
            <a:off x="7772400" y="30480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91" name="Line 11"/>
          <p:cNvSpPr>
            <a:spLocks noChangeShapeType="1"/>
          </p:cNvSpPr>
          <p:nvPr/>
        </p:nvSpPr>
        <p:spPr bwMode="auto">
          <a:xfrm flipH="1" flipV="1">
            <a:off x="6400800" y="3048000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92" name="Freeform 12"/>
          <p:cNvSpPr>
            <a:spLocks/>
          </p:cNvSpPr>
          <p:nvPr/>
        </p:nvSpPr>
        <p:spPr bwMode="auto">
          <a:xfrm>
            <a:off x="5930900" y="1435100"/>
            <a:ext cx="812800" cy="927100"/>
          </a:xfrm>
          <a:custGeom>
            <a:avLst/>
            <a:gdLst/>
            <a:ahLst/>
            <a:cxnLst>
              <a:cxn ang="0">
                <a:pos x="200" y="584"/>
              </a:cxn>
              <a:cxn ang="0">
                <a:pos x="8" y="200"/>
              </a:cxn>
              <a:cxn ang="0">
                <a:pos x="248" y="8"/>
              </a:cxn>
              <a:cxn ang="0">
                <a:pos x="488" y="152"/>
              </a:cxn>
              <a:cxn ang="0">
                <a:pos x="392" y="584"/>
              </a:cxn>
            </a:cxnLst>
            <a:rect l="0" t="0" r="r" b="b"/>
            <a:pathLst>
              <a:path w="512" h="584">
                <a:moveTo>
                  <a:pt x="200" y="584"/>
                </a:moveTo>
                <a:cubicBezTo>
                  <a:pt x="100" y="440"/>
                  <a:pt x="0" y="296"/>
                  <a:pt x="8" y="200"/>
                </a:cubicBezTo>
                <a:cubicBezTo>
                  <a:pt x="16" y="104"/>
                  <a:pt x="168" y="16"/>
                  <a:pt x="248" y="8"/>
                </a:cubicBezTo>
                <a:cubicBezTo>
                  <a:pt x="328" y="0"/>
                  <a:pt x="464" y="56"/>
                  <a:pt x="488" y="152"/>
                </a:cubicBezTo>
                <a:cubicBezTo>
                  <a:pt x="512" y="248"/>
                  <a:pt x="452" y="416"/>
                  <a:pt x="392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93" name="Line 13"/>
          <p:cNvSpPr>
            <a:spLocks noChangeShapeType="1"/>
          </p:cNvSpPr>
          <p:nvPr/>
        </p:nvSpPr>
        <p:spPr bwMode="auto">
          <a:xfrm>
            <a:off x="3429000" y="2667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76494" name="Object 14"/>
          <p:cNvGraphicFramePr>
            <a:graphicFrameLocks noChangeAspect="1"/>
          </p:cNvGraphicFramePr>
          <p:nvPr/>
        </p:nvGraphicFramePr>
        <p:xfrm>
          <a:off x="5181600" y="2286000"/>
          <a:ext cx="265113" cy="279400"/>
        </p:xfrm>
        <a:graphic>
          <a:graphicData uri="http://schemas.openxmlformats.org/presentationml/2006/ole">
            <p:oleObj spid="_x0000_s276494" name="Equation" r:id="rId3" imgW="266400" imgH="279360" progId="Equation.3">
              <p:embed/>
            </p:oleObj>
          </a:graphicData>
        </a:graphic>
      </p:graphicFrame>
      <p:graphicFrame>
        <p:nvGraphicFramePr>
          <p:cNvPr id="276495" name="Object 15"/>
          <p:cNvGraphicFramePr>
            <a:graphicFrameLocks noChangeAspect="1"/>
          </p:cNvGraphicFramePr>
          <p:nvPr/>
        </p:nvGraphicFramePr>
        <p:xfrm>
          <a:off x="6248400" y="990600"/>
          <a:ext cx="252413" cy="392113"/>
        </p:xfrm>
        <a:graphic>
          <a:graphicData uri="http://schemas.openxmlformats.org/presentationml/2006/ole">
            <p:oleObj spid="_x0000_s276495" name="Equation" r:id="rId4" imgW="253800" imgH="393480" progId="Equation.3">
              <p:embed/>
            </p:oleObj>
          </a:graphicData>
        </a:graphic>
      </p:graphicFrame>
      <p:graphicFrame>
        <p:nvGraphicFramePr>
          <p:cNvPr id="276496" name="Object 16"/>
          <p:cNvGraphicFramePr>
            <a:graphicFrameLocks noChangeAspect="1"/>
          </p:cNvGraphicFramePr>
          <p:nvPr/>
        </p:nvGraphicFramePr>
        <p:xfrm>
          <a:off x="7162800" y="2209800"/>
          <a:ext cx="265113" cy="279400"/>
        </p:xfrm>
        <a:graphic>
          <a:graphicData uri="http://schemas.openxmlformats.org/presentationml/2006/ole">
            <p:oleObj spid="_x0000_s276496" name="Equation" r:id="rId5" imgW="266400" imgH="279360" progId="Equation.3">
              <p:embed/>
            </p:oleObj>
          </a:graphicData>
        </a:graphic>
      </p:graphicFrame>
      <p:graphicFrame>
        <p:nvGraphicFramePr>
          <p:cNvPr id="276497" name="Object 17"/>
          <p:cNvGraphicFramePr>
            <a:graphicFrameLocks noChangeAspect="1"/>
          </p:cNvGraphicFramePr>
          <p:nvPr/>
        </p:nvGraphicFramePr>
        <p:xfrm>
          <a:off x="8153400" y="3429000"/>
          <a:ext cx="252413" cy="392113"/>
        </p:xfrm>
        <a:graphic>
          <a:graphicData uri="http://schemas.openxmlformats.org/presentationml/2006/ole">
            <p:oleObj spid="_x0000_s276497" name="Equation" r:id="rId6" imgW="253800" imgH="393480" progId="Equation.3">
              <p:embed/>
            </p:oleObj>
          </a:graphicData>
        </a:graphic>
      </p:graphicFrame>
      <p:graphicFrame>
        <p:nvGraphicFramePr>
          <p:cNvPr id="276498" name="Object 18"/>
          <p:cNvGraphicFramePr>
            <a:graphicFrameLocks noChangeAspect="1"/>
          </p:cNvGraphicFramePr>
          <p:nvPr/>
        </p:nvGraphicFramePr>
        <p:xfrm>
          <a:off x="6324600" y="3505200"/>
          <a:ext cx="303213" cy="381000"/>
        </p:xfrm>
        <a:graphic>
          <a:graphicData uri="http://schemas.openxmlformats.org/presentationml/2006/ole">
            <p:oleObj spid="_x0000_s276498" name="Equation" r:id="rId7" imgW="304560" imgH="380880" progId="Equation.3">
              <p:embed/>
            </p:oleObj>
          </a:graphicData>
        </a:graphic>
      </p:graphicFrame>
      <p:graphicFrame>
        <p:nvGraphicFramePr>
          <p:cNvPr id="276499" name="Object 19"/>
          <p:cNvGraphicFramePr>
            <a:graphicFrameLocks noChangeAspect="1"/>
          </p:cNvGraphicFramePr>
          <p:nvPr/>
        </p:nvGraphicFramePr>
        <p:xfrm>
          <a:off x="3632200" y="1892300"/>
          <a:ext cx="544513" cy="393700"/>
        </p:xfrm>
        <a:graphic>
          <a:graphicData uri="http://schemas.openxmlformats.org/presentationml/2006/ole">
            <p:oleObj spid="_x0000_s276499" name="Equation" r:id="rId8" imgW="545760" imgH="393480" progId="Equation.3">
              <p:embed/>
            </p:oleObj>
          </a:graphicData>
        </a:graphic>
      </p:graphicFrame>
      <p:graphicFrame>
        <p:nvGraphicFramePr>
          <p:cNvPr id="276500" name="Object 20"/>
          <p:cNvGraphicFramePr>
            <a:graphicFrameLocks noChangeAspect="1"/>
          </p:cNvGraphicFramePr>
          <p:nvPr/>
        </p:nvGraphicFramePr>
        <p:xfrm>
          <a:off x="4191000" y="2438400"/>
          <a:ext cx="430213" cy="531813"/>
        </p:xfrm>
        <a:graphic>
          <a:graphicData uri="http://schemas.openxmlformats.org/presentationml/2006/ole">
            <p:oleObj spid="_x0000_s276500" name="Equation" r:id="rId9" imgW="431640" imgH="533160" progId="Equation.3">
              <p:embed/>
            </p:oleObj>
          </a:graphicData>
        </a:graphic>
      </p:graphicFrame>
      <p:graphicFrame>
        <p:nvGraphicFramePr>
          <p:cNvPr id="276501" name="Object 21"/>
          <p:cNvGraphicFramePr>
            <a:graphicFrameLocks noChangeAspect="1"/>
          </p:cNvGraphicFramePr>
          <p:nvPr/>
        </p:nvGraphicFramePr>
        <p:xfrm>
          <a:off x="6202363" y="2443163"/>
          <a:ext cx="368300" cy="520700"/>
        </p:xfrm>
        <a:graphic>
          <a:graphicData uri="http://schemas.openxmlformats.org/presentationml/2006/ole">
            <p:oleObj spid="_x0000_s276501" name="Equation" r:id="rId10" imgW="368280" imgH="520560" progId="Equation.3">
              <p:embed/>
            </p:oleObj>
          </a:graphicData>
        </a:graphic>
      </p:graphicFrame>
      <p:graphicFrame>
        <p:nvGraphicFramePr>
          <p:cNvPr id="276502" name="Object 22"/>
          <p:cNvGraphicFramePr>
            <a:graphicFrameLocks noChangeAspect="1"/>
          </p:cNvGraphicFramePr>
          <p:nvPr/>
        </p:nvGraphicFramePr>
        <p:xfrm>
          <a:off x="8223250" y="2443163"/>
          <a:ext cx="442913" cy="520700"/>
        </p:xfrm>
        <a:graphic>
          <a:graphicData uri="http://schemas.openxmlformats.org/presentationml/2006/ole">
            <p:oleObj spid="_x0000_s276502" name="Equation" r:id="rId11" imgW="444240" imgH="520560" progId="Equation.3">
              <p:embed/>
            </p:oleObj>
          </a:graphicData>
        </a:graphic>
      </p:graphicFrame>
      <p:graphicFrame>
        <p:nvGraphicFramePr>
          <p:cNvPr id="276503" name="Object 23"/>
          <p:cNvGraphicFramePr>
            <a:graphicFrameLocks noChangeAspect="1"/>
          </p:cNvGraphicFramePr>
          <p:nvPr/>
        </p:nvGraphicFramePr>
        <p:xfrm>
          <a:off x="7243763" y="4191000"/>
          <a:ext cx="419100" cy="531813"/>
        </p:xfrm>
        <a:graphic>
          <a:graphicData uri="http://schemas.openxmlformats.org/presentationml/2006/ole">
            <p:oleObj spid="_x0000_s276503" name="Equation" r:id="rId12" imgW="419040" imgH="533160" progId="Equation.3">
              <p:embed/>
            </p:oleObj>
          </a:graphicData>
        </a:graphic>
      </p:graphicFrame>
      <p:graphicFrame>
        <p:nvGraphicFramePr>
          <p:cNvPr id="276504" name="Object 24"/>
          <p:cNvGraphicFramePr>
            <a:graphicFrameLocks noChangeAspect="1"/>
          </p:cNvGraphicFramePr>
          <p:nvPr/>
        </p:nvGraphicFramePr>
        <p:xfrm>
          <a:off x="431800" y="1993900"/>
          <a:ext cx="1955800" cy="4445000"/>
        </p:xfrm>
        <a:graphic>
          <a:graphicData uri="http://schemas.openxmlformats.org/presentationml/2006/ole">
            <p:oleObj spid="_x0000_s276504" name="Equation" r:id="rId13" imgW="1955520" imgH="4444920" progId="Equation.3">
              <p:embed/>
            </p:oleObj>
          </a:graphicData>
        </a:graphic>
      </p:graphicFrame>
      <p:graphicFrame>
        <p:nvGraphicFramePr>
          <p:cNvPr id="276505" name="Object 25"/>
          <p:cNvGraphicFramePr>
            <a:graphicFrameLocks noChangeAspect="1"/>
          </p:cNvGraphicFramePr>
          <p:nvPr/>
        </p:nvGraphicFramePr>
        <p:xfrm>
          <a:off x="1066800" y="1143000"/>
          <a:ext cx="393700" cy="419100"/>
        </p:xfrm>
        <a:graphic>
          <a:graphicData uri="http://schemas.openxmlformats.org/presentationml/2006/ole">
            <p:oleObj spid="_x0000_s276505" name="Equation" r:id="rId14" imgW="393480" imgH="419040" progId="Equation.3">
              <p:embed/>
            </p:oleObj>
          </a:graphicData>
        </a:graphic>
      </p:graphicFrame>
      <p:graphicFrame>
        <p:nvGraphicFramePr>
          <p:cNvPr id="276506" name="Object 26"/>
          <p:cNvGraphicFramePr>
            <a:graphicFrameLocks noChangeAspect="1"/>
          </p:cNvGraphicFramePr>
          <p:nvPr/>
        </p:nvGraphicFramePr>
        <p:xfrm>
          <a:off x="2571750" y="152400"/>
          <a:ext cx="3556000" cy="533400"/>
        </p:xfrm>
        <a:graphic>
          <a:graphicData uri="http://schemas.openxmlformats.org/presentationml/2006/ole">
            <p:oleObj spid="_x0000_s276506" name="Equation" r:id="rId15" imgW="3555720" imgH="533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92D3A-47C6-49B8-BB1F-C733A4E5A2A3}" type="slidenum">
              <a:rPr lang="en-US"/>
              <a:pPr/>
              <a:t>66</a:t>
            </a:fld>
            <a:endParaRPr lang="en-US"/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General</a:t>
            </a:r>
          </a:p>
        </p:txBody>
      </p:sp>
      <p:sp>
        <p:nvSpPr>
          <p:cNvPr id="268297" name="Text Box 9"/>
          <p:cNvSpPr txBox="1">
            <a:spLocks noChangeArrowheads="1"/>
          </p:cNvSpPr>
          <p:nvPr/>
        </p:nvSpPr>
        <p:spPr bwMode="auto">
          <a:xfrm>
            <a:off x="365125" y="1320800"/>
            <a:ext cx="36925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transition:</a:t>
            </a:r>
          </a:p>
        </p:txBody>
      </p:sp>
      <p:sp>
        <p:nvSpPr>
          <p:cNvPr id="268298" name="Oval 10"/>
          <p:cNvSpPr>
            <a:spLocks noChangeArrowheads="1"/>
          </p:cNvSpPr>
          <p:nvPr/>
        </p:nvSpPr>
        <p:spPr bwMode="auto">
          <a:xfrm>
            <a:off x="4724400" y="1295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8299" name="Oval 11"/>
          <p:cNvSpPr>
            <a:spLocks noChangeArrowheads="1"/>
          </p:cNvSpPr>
          <p:nvPr/>
        </p:nvSpPr>
        <p:spPr bwMode="auto">
          <a:xfrm>
            <a:off x="6705600" y="1295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8300" name="Line 12"/>
          <p:cNvSpPr>
            <a:spLocks noChangeShapeType="1"/>
          </p:cNvSpPr>
          <p:nvPr/>
        </p:nvSpPr>
        <p:spPr bwMode="auto">
          <a:xfrm>
            <a:off x="5486400" y="1600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339968" name="Object 0"/>
          <p:cNvGraphicFramePr>
            <a:graphicFrameLocks noChangeAspect="1"/>
          </p:cNvGraphicFramePr>
          <p:nvPr/>
        </p:nvGraphicFramePr>
        <p:xfrm>
          <a:off x="5867400" y="1219200"/>
          <a:ext cx="265113" cy="279400"/>
        </p:xfrm>
        <a:graphic>
          <a:graphicData uri="http://schemas.openxmlformats.org/presentationml/2006/ole">
            <p:oleObj spid="_x0000_s339968" name="Equation" r:id="rId3" imgW="266400" imgH="279360" progId="Equation.3">
              <p:embed/>
            </p:oleObj>
          </a:graphicData>
        </a:graphic>
      </p:graphicFrame>
      <p:graphicFrame>
        <p:nvGraphicFramePr>
          <p:cNvPr id="339969" name="Object 1"/>
          <p:cNvGraphicFramePr>
            <a:graphicFrameLocks noChangeAspect="1"/>
          </p:cNvGraphicFramePr>
          <p:nvPr/>
        </p:nvGraphicFramePr>
        <p:xfrm>
          <a:off x="4946650" y="1433513"/>
          <a:ext cx="290513" cy="406400"/>
        </p:xfrm>
        <a:graphic>
          <a:graphicData uri="http://schemas.openxmlformats.org/presentationml/2006/ole">
            <p:oleObj spid="_x0000_s339969" name="Equation" r:id="rId4" imgW="291960" imgH="406080" progId="Equation.3">
              <p:embed/>
            </p:oleObj>
          </a:graphicData>
        </a:graphic>
      </p:graphicFrame>
      <p:graphicFrame>
        <p:nvGraphicFramePr>
          <p:cNvPr id="339970" name="Object 2"/>
          <p:cNvGraphicFramePr>
            <a:graphicFrameLocks noChangeAspect="1"/>
          </p:cNvGraphicFramePr>
          <p:nvPr/>
        </p:nvGraphicFramePr>
        <p:xfrm>
          <a:off x="6894513" y="1433513"/>
          <a:ext cx="355600" cy="406400"/>
        </p:xfrm>
        <a:graphic>
          <a:graphicData uri="http://schemas.openxmlformats.org/presentationml/2006/ole">
            <p:oleObj spid="_x0000_s339970" name="Equation" r:id="rId5" imgW="355320" imgH="406080" progId="Equation.3">
              <p:embed/>
            </p:oleObj>
          </a:graphicData>
        </a:graphic>
      </p:graphicFrame>
      <p:sp>
        <p:nvSpPr>
          <p:cNvPr id="268306" name="Text Box 18"/>
          <p:cNvSpPr txBox="1">
            <a:spLocks noChangeArrowheads="1"/>
          </p:cNvSpPr>
          <p:nvPr/>
        </p:nvSpPr>
        <p:spPr bwMode="auto">
          <a:xfrm>
            <a:off x="457200" y="3886200"/>
            <a:ext cx="3221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Add production:</a:t>
            </a:r>
          </a:p>
        </p:txBody>
      </p:sp>
      <p:graphicFrame>
        <p:nvGraphicFramePr>
          <p:cNvPr id="339971" name="Object 3"/>
          <p:cNvGraphicFramePr>
            <a:graphicFrameLocks noChangeAspect="1"/>
          </p:cNvGraphicFramePr>
          <p:nvPr/>
        </p:nvGraphicFramePr>
        <p:xfrm>
          <a:off x="4876800" y="3962400"/>
          <a:ext cx="1524000" cy="419100"/>
        </p:xfrm>
        <a:graphic>
          <a:graphicData uri="http://schemas.openxmlformats.org/presentationml/2006/ole">
            <p:oleObj spid="_x0000_s339971" name="Equation" r:id="rId6" imgW="1523880" imgH="419040" progId="Equation.3">
              <p:embed/>
            </p:oleObj>
          </a:graphicData>
        </a:graphic>
      </p:graphicFrame>
      <p:sp>
        <p:nvSpPr>
          <p:cNvPr id="268308" name="Text Box 20"/>
          <p:cNvSpPr txBox="1">
            <a:spLocks noChangeArrowheads="1"/>
          </p:cNvSpPr>
          <p:nvPr/>
        </p:nvSpPr>
        <p:spPr bwMode="auto">
          <a:xfrm>
            <a:off x="3048000" y="5562600"/>
            <a:ext cx="16827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</a:t>
            </a:r>
          </a:p>
        </p:txBody>
      </p:sp>
      <p:sp>
        <p:nvSpPr>
          <p:cNvPr id="268309" name="Text Box 21"/>
          <p:cNvSpPr txBox="1">
            <a:spLocks noChangeArrowheads="1"/>
          </p:cNvSpPr>
          <p:nvPr/>
        </p:nvSpPr>
        <p:spPr bwMode="auto">
          <a:xfrm>
            <a:off x="5105400" y="5562600"/>
            <a:ext cx="1755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terminal</a:t>
            </a:r>
          </a:p>
        </p:txBody>
      </p:sp>
      <p:sp>
        <p:nvSpPr>
          <p:cNvPr id="268310" name="Text Box 22"/>
          <p:cNvSpPr txBox="1">
            <a:spLocks noChangeArrowheads="1"/>
          </p:cNvSpPr>
          <p:nvPr/>
        </p:nvSpPr>
        <p:spPr bwMode="auto">
          <a:xfrm>
            <a:off x="7239000" y="5562600"/>
            <a:ext cx="16827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</a:t>
            </a:r>
          </a:p>
        </p:txBody>
      </p:sp>
      <p:sp>
        <p:nvSpPr>
          <p:cNvPr id="268311" name="Line 23"/>
          <p:cNvSpPr>
            <a:spLocks noChangeShapeType="1"/>
          </p:cNvSpPr>
          <p:nvPr/>
        </p:nvSpPr>
        <p:spPr bwMode="auto">
          <a:xfrm flipV="1">
            <a:off x="3810000" y="4419600"/>
            <a:ext cx="10668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8312" name="Line 24"/>
          <p:cNvSpPr>
            <a:spLocks noChangeShapeType="1"/>
          </p:cNvSpPr>
          <p:nvPr/>
        </p:nvSpPr>
        <p:spPr bwMode="auto">
          <a:xfrm flipV="1">
            <a:off x="5943600" y="4343400"/>
            <a:ext cx="0" cy="1295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8313" name="Line 25"/>
          <p:cNvSpPr>
            <a:spLocks noChangeShapeType="1"/>
          </p:cNvSpPr>
          <p:nvPr/>
        </p:nvSpPr>
        <p:spPr bwMode="auto">
          <a:xfrm flipH="1" flipV="1">
            <a:off x="6400800" y="4343400"/>
            <a:ext cx="1371600" cy="1295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97DDAC-DB74-4795-83BD-117795E27FC5}" type="slidenum">
              <a:rPr lang="en-US"/>
              <a:pPr/>
              <a:t>67</a:t>
            </a:fld>
            <a:endParaRPr lang="en-US"/>
          </a:p>
        </p:txBody>
      </p:sp>
      <p:sp>
        <p:nvSpPr>
          <p:cNvPr id="275458" name="Text Box 2"/>
          <p:cNvSpPr txBox="1">
            <a:spLocks noChangeArrowheads="1"/>
          </p:cNvSpPr>
          <p:nvPr/>
        </p:nvSpPr>
        <p:spPr bwMode="auto">
          <a:xfrm>
            <a:off x="365125" y="1320800"/>
            <a:ext cx="3825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final state:</a:t>
            </a:r>
          </a:p>
        </p:txBody>
      </p:sp>
      <p:sp>
        <p:nvSpPr>
          <p:cNvPr id="275459" name="Oval 3"/>
          <p:cNvSpPr>
            <a:spLocks noChangeArrowheads="1"/>
          </p:cNvSpPr>
          <p:nvPr/>
        </p:nvSpPr>
        <p:spPr bwMode="auto">
          <a:xfrm>
            <a:off x="5334000" y="1295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75463" name="Object 7"/>
          <p:cNvGraphicFramePr>
            <a:graphicFrameLocks noChangeAspect="1"/>
          </p:cNvGraphicFramePr>
          <p:nvPr/>
        </p:nvGraphicFramePr>
        <p:xfrm>
          <a:off x="5418138" y="1306513"/>
          <a:ext cx="568325" cy="660400"/>
        </p:xfrm>
        <a:graphic>
          <a:graphicData uri="http://schemas.openxmlformats.org/presentationml/2006/ole">
            <p:oleObj spid="_x0000_s275463" name="Equation" r:id="rId3" imgW="571320" imgH="660240" progId="Equation.3">
              <p:embed/>
            </p:oleObj>
          </a:graphicData>
        </a:graphic>
      </p:graphicFrame>
      <p:sp>
        <p:nvSpPr>
          <p:cNvPr id="275465" name="Text Box 9"/>
          <p:cNvSpPr txBox="1">
            <a:spLocks noChangeArrowheads="1"/>
          </p:cNvSpPr>
          <p:nvPr/>
        </p:nvSpPr>
        <p:spPr bwMode="auto">
          <a:xfrm>
            <a:off x="457200" y="3886200"/>
            <a:ext cx="3221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Add production:</a:t>
            </a:r>
          </a:p>
        </p:txBody>
      </p:sp>
      <p:graphicFrame>
        <p:nvGraphicFramePr>
          <p:cNvPr id="275466" name="Object 10"/>
          <p:cNvGraphicFramePr>
            <a:graphicFrameLocks noChangeAspect="1"/>
          </p:cNvGraphicFramePr>
          <p:nvPr/>
        </p:nvGraphicFramePr>
        <p:xfrm>
          <a:off x="4826000" y="3841750"/>
          <a:ext cx="1625600" cy="660400"/>
        </p:xfrm>
        <a:graphic>
          <a:graphicData uri="http://schemas.openxmlformats.org/presentationml/2006/ole">
            <p:oleObj spid="_x0000_s275466" name="Equation" r:id="rId4" imgW="1625400" imgH="660240" progId="Equation.3">
              <p:embed/>
            </p:oleObj>
          </a:graphicData>
        </a:graphic>
      </p:graphicFrame>
      <p:sp>
        <p:nvSpPr>
          <p:cNvPr id="275474" name="Oval 18"/>
          <p:cNvSpPr>
            <a:spLocks noChangeArrowheads="1"/>
          </p:cNvSpPr>
          <p:nvPr/>
        </p:nvSpPr>
        <p:spPr bwMode="auto">
          <a:xfrm>
            <a:off x="5181600" y="1143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45F3B-F3A7-400C-9CCA-70B2095155EE}" type="slidenum">
              <a:rPr lang="en-US"/>
              <a:pPr/>
              <a:t>68</a:t>
            </a:fld>
            <a:endParaRPr lang="en-US"/>
          </a:p>
        </p:txBody>
      </p:sp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Since          is right-linear grammar</a:t>
            </a:r>
          </a:p>
          <a:p>
            <a:endParaRPr lang="en-US"/>
          </a:p>
          <a:p>
            <a:r>
              <a:rPr lang="en-US"/>
              <a:t>                </a:t>
            </a:r>
          </a:p>
          <a:p>
            <a:r>
              <a:rPr lang="en-US"/>
              <a:t>                  is also a regular grammar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           with </a:t>
            </a:r>
          </a:p>
          <a:p>
            <a:endParaRPr lang="en-US"/>
          </a:p>
        </p:txBody>
      </p:sp>
      <p:graphicFrame>
        <p:nvGraphicFramePr>
          <p:cNvPr id="340992" name="Object 0"/>
          <p:cNvGraphicFramePr>
            <a:graphicFrameLocks noChangeAspect="1"/>
          </p:cNvGraphicFramePr>
          <p:nvPr/>
        </p:nvGraphicFramePr>
        <p:xfrm>
          <a:off x="1663700" y="895350"/>
          <a:ext cx="393700" cy="419100"/>
        </p:xfrm>
        <a:graphic>
          <a:graphicData uri="http://schemas.openxmlformats.org/presentationml/2006/ole">
            <p:oleObj spid="_x0000_s340992" name="Equation" r:id="rId3" imgW="393480" imgH="419040" progId="Equation.3">
              <p:embed/>
            </p:oleObj>
          </a:graphicData>
        </a:graphic>
      </p:graphicFrame>
      <p:graphicFrame>
        <p:nvGraphicFramePr>
          <p:cNvPr id="340993" name="Object 1"/>
          <p:cNvGraphicFramePr>
            <a:graphicFrameLocks noChangeAspect="1"/>
          </p:cNvGraphicFramePr>
          <p:nvPr/>
        </p:nvGraphicFramePr>
        <p:xfrm>
          <a:off x="1663700" y="2724150"/>
          <a:ext cx="393700" cy="419100"/>
        </p:xfrm>
        <a:graphic>
          <a:graphicData uri="http://schemas.openxmlformats.org/presentationml/2006/ole">
            <p:oleObj spid="_x0000_s340993" name="Equation" r:id="rId4" imgW="393480" imgH="419040" progId="Equation.3">
              <p:embed/>
            </p:oleObj>
          </a:graphicData>
        </a:graphic>
      </p:graphicFrame>
      <p:graphicFrame>
        <p:nvGraphicFramePr>
          <p:cNvPr id="340994" name="Object 2"/>
          <p:cNvGraphicFramePr>
            <a:graphicFrameLocks noChangeAspect="1"/>
          </p:cNvGraphicFramePr>
          <p:nvPr/>
        </p:nvGraphicFramePr>
        <p:xfrm>
          <a:off x="3200400" y="4343400"/>
          <a:ext cx="3556000" cy="531813"/>
        </p:xfrm>
        <a:graphic>
          <a:graphicData uri="http://schemas.openxmlformats.org/presentationml/2006/ole">
            <p:oleObj spid="_x0000_s340994" name="Equation" r:id="rId5" imgW="3555720" imgH="53316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2609</TotalTime>
  <Words>717</Words>
  <Application>Microsoft Office PowerPoint</Application>
  <PresentationFormat>On-screen Show (4:3)</PresentationFormat>
  <Paragraphs>358</Paragraphs>
  <Slides>68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0" baseType="lpstr">
      <vt:lpstr>class</vt:lpstr>
      <vt:lpstr>Equation</vt:lpstr>
      <vt:lpstr>Grammars</vt:lpstr>
      <vt:lpstr>Grammars</vt:lpstr>
      <vt:lpstr>Slide 3</vt:lpstr>
      <vt:lpstr>Slide 4</vt:lpstr>
      <vt:lpstr>Slide 5</vt:lpstr>
      <vt:lpstr>Slide 6</vt:lpstr>
      <vt:lpstr>Notation</vt:lpstr>
      <vt:lpstr>Another Example</vt:lpstr>
      <vt:lpstr>Slide 9</vt:lpstr>
      <vt:lpstr>Slide 10</vt:lpstr>
      <vt:lpstr>Slide 11</vt:lpstr>
      <vt:lpstr>More Notation</vt:lpstr>
      <vt:lpstr>Example</vt:lpstr>
      <vt:lpstr>More Notation</vt:lpstr>
      <vt:lpstr>Slide 15</vt:lpstr>
      <vt:lpstr>Slide 16</vt:lpstr>
      <vt:lpstr>Slide 17</vt:lpstr>
      <vt:lpstr>Example</vt:lpstr>
      <vt:lpstr>Slide 19</vt:lpstr>
      <vt:lpstr>Another Grammar Example</vt:lpstr>
      <vt:lpstr>More Derivations</vt:lpstr>
      <vt:lpstr>Language of a Grammar</vt:lpstr>
      <vt:lpstr>Example</vt:lpstr>
      <vt:lpstr>A Convenient Notation</vt:lpstr>
      <vt:lpstr>Linear Grammars</vt:lpstr>
      <vt:lpstr>Linear Grammars</vt:lpstr>
      <vt:lpstr>A Non-Linear Grammar</vt:lpstr>
      <vt:lpstr>Another Linear Grammar</vt:lpstr>
      <vt:lpstr>Right-Linear Grammars</vt:lpstr>
      <vt:lpstr>Left-Linear Grammars</vt:lpstr>
      <vt:lpstr>Regular Grammars</vt:lpstr>
      <vt:lpstr>Regular Grammars</vt:lpstr>
      <vt:lpstr>Observation</vt:lpstr>
      <vt:lpstr> Regular Grammars  Generate Regular Languages</vt:lpstr>
      <vt:lpstr>Theorem</vt:lpstr>
      <vt:lpstr>Slide 36</vt:lpstr>
      <vt:lpstr>Slide 37</vt:lpstr>
      <vt:lpstr>Proof – Part 1</vt:lpstr>
      <vt:lpstr>The case of Right-Linear Grammars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In General</vt:lpstr>
      <vt:lpstr>Slide 50</vt:lpstr>
      <vt:lpstr>Slide 51</vt:lpstr>
      <vt:lpstr>Slide 52</vt:lpstr>
      <vt:lpstr>Slide 53</vt:lpstr>
      <vt:lpstr>The case of Left-Linear Grammars</vt:lpstr>
      <vt:lpstr>    </vt:lpstr>
      <vt:lpstr>Slide 56</vt:lpstr>
      <vt:lpstr>Slide 57</vt:lpstr>
      <vt:lpstr>Slide 58</vt:lpstr>
      <vt:lpstr>Proof - Part 2</vt:lpstr>
      <vt:lpstr>Slide 60</vt:lpstr>
      <vt:lpstr>Slide 61</vt:lpstr>
      <vt:lpstr>Slide 62</vt:lpstr>
      <vt:lpstr>Slide 63</vt:lpstr>
      <vt:lpstr>Slide 64</vt:lpstr>
      <vt:lpstr>Slide 65</vt:lpstr>
      <vt:lpstr>In General</vt:lpstr>
      <vt:lpstr>Slide 67</vt:lpstr>
      <vt:lpstr>Slide 68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733</cp:revision>
  <cp:lastPrinted>2000-09-18T14:54:30Z</cp:lastPrinted>
  <dcterms:created xsi:type="dcterms:W3CDTF">2000-08-31T01:12:33Z</dcterms:created>
  <dcterms:modified xsi:type="dcterms:W3CDTF">2014-06-10T14:12:11Z</dcterms:modified>
</cp:coreProperties>
</file>