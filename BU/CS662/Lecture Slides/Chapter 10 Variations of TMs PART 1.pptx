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73"/>
  </p:notesMasterIdLst>
  <p:handoutMasterIdLst>
    <p:handoutMasterId r:id="rId74"/>
  </p:handoutMasterIdLst>
  <p:sldIdLst>
    <p:sldId id="324" r:id="rId2"/>
    <p:sldId id="326" r:id="rId3"/>
    <p:sldId id="327" r:id="rId4"/>
    <p:sldId id="328" r:id="rId5"/>
    <p:sldId id="329" r:id="rId6"/>
    <p:sldId id="256" r:id="rId7"/>
    <p:sldId id="257" r:id="rId8"/>
    <p:sldId id="258" r:id="rId9"/>
    <p:sldId id="259" r:id="rId10"/>
    <p:sldId id="260" r:id="rId11"/>
    <p:sldId id="323" r:id="rId12"/>
    <p:sldId id="261" r:id="rId13"/>
    <p:sldId id="262" r:id="rId14"/>
    <p:sldId id="269" r:id="rId15"/>
    <p:sldId id="263" r:id="rId16"/>
    <p:sldId id="264" r:id="rId17"/>
    <p:sldId id="265" r:id="rId18"/>
    <p:sldId id="266" r:id="rId19"/>
    <p:sldId id="267" r:id="rId20"/>
    <p:sldId id="270" r:id="rId21"/>
    <p:sldId id="268" r:id="rId22"/>
    <p:sldId id="271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9144000" cy="6858000" type="screen4x3"/>
  <p:notesSz cx="6831013" cy="9396413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FF33CC"/>
    <a:srgbClr val="33CC33"/>
    <a:srgbClr val="FF0000"/>
    <a:srgbClr val="CC00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69" autoAdjust="0"/>
    <p:restoredTop sz="90929"/>
  </p:normalViewPr>
  <p:slideViewPr>
    <p:cSldViewPr>
      <p:cViewPr varScale="1">
        <p:scale>
          <a:sx n="88" d="100"/>
          <a:sy n="88" d="100"/>
        </p:scale>
        <p:origin x="-13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959"/>
        <p:guide pos="2152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4.wmf"/><Relationship Id="rId7" Type="http://schemas.openxmlformats.org/officeDocument/2006/relationships/image" Target="../media/image15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3.wmf"/><Relationship Id="rId7" Type="http://schemas.openxmlformats.org/officeDocument/2006/relationships/image" Target="../media/image15.wmf"/><Relationship Id="rId2" Type="http://schemas.openxmlformats.org/officeDocument/2006/relationships/image" Target="../media/image21.wmf"/><Relationship Id="rId1" Type="http://schemas.openxmlformats.org/officeDocument/2006/relationships/image" Target="../media/image2.wmf"/><Relationship Id="rId6" Type="http://schemas.openxmlformats.org/officeDocument/2006/relationships/image" Target="../media/image13.wmf"/><Relationship Id="rId5" Type="http://schemas.openxmlformats.org/officeDocument/2006/relationships/image" Target="../media/image22.wmf"/><Relationship Id="rId10" Type="http://schemas.openxmlformats.org/officeDocument/2006/relationships/image" Target="../media/image18.wmf"/><Relationship Id="rId4" Type="http://schemas.openxmlformats.org/officeDocument/2006/relationships/image" Target="../media/image5.wmf"/><Relationship Id="rId9" Type="http://schemas.openxmlformats.org/officeDocument/2006/relationships/image" Target="../media/image1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13.wmf"/><Relationship Id="rId1" Type="http://schemas.openxmlformats.org/officeDocument/2006/relationships/image" Target="../media/image2.wmf"/><Relationship Id="rId6" Type="http://schemas.openxmlformats.org/officeDocument/2006/relationships/image" Target="../media/image4.wmf"/><Relationship Id="rId5" Type="http://schemas.openxmlformats.org/officeDocument/2006/relationships/image" Target="../media/image21.wmf"/><Relationship Id="rId4" Type="http://schemas.openxmlformats.org/officeDocument/2006/relationships/image" Target="../media/image3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23.wmf"/><Relationship Id="rId7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2.wmf"/><Relationship Id="rId6" Type="http://schemas.openxmlformats.org/officeDocument/2006/relationships/image" Target="../media/image4.wmf"/><Relationship Id="rId5" Type="http://schemas.openxmlformats.org/officeDocument/2006/relationships/image" Target="../media/image21.wmf"/><Relationship Id="rId4" Type="http://schemas.openxmlformats.org/officeDocument/2006/relationships/image" Target="../media/image3.wmf"/><Relationship Id="rId9" Type="http://schemas.openxmlformats.org/officeDocument/2006/relationships/image" Target="../media/image2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3.wmf"/><Relationship Id="rId1" Type="http://schemas.openxmlformats.org/officeDocument/2006/relationships/image" Target="../media/image25.wmf"/><Relationship Id="rId5" Type="http://schemas.openxmlformats.org/officeDocument/2006/relationships/image" Target="../media/image2.wmf"/><Relationship Id="rId4" Type="http://schemas.openxmlformats.org/officeDocument/2006/relationships/image" Target="../media/image2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28.wmf"/><Relationship Id="rId2" Type="http://schemas.openxmlformats.org/officeDocument/2006/relationships/image" Target="../media/image2.wmf"/><Relationship Id="rId1" Type="http://schemas.openxmlformats.org/officeDocument/2006/relationships/image" Target="../media/image25.wmf"/><Relationship Id="rId6" Type="http://schemas.openxmlformats.org/officeDocument/2006/relationships/image" Target="../media/image23.wmf"/><Relationship Id="rId5" Type="http://schemas.openxmlformats.org/officeDocument/2006/relationships/image" Target="../media/image4.wmf"/><Relationship Id="rId4" Type="http://schemas.openxmlformats.org/officeDocument/2006/relationships/image" Target="../media/image1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15.wmf"/><Relationship Id="rId1" Type="http://schemas.openxmlformats.org/officeDocument/2006/relationships/image" Target="../media/image22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image" Target="../media/image34.wmf"/><Relationship Id="rId7" Type="http://schemas.openxmlformats.org/officeDocument/2006/relationships/image" Target="../media/image33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35.wmf"/><Relationship Id="rId5" Type="http://schemas.openxmlformats.org/officeDocument/2006/relationships/image" Target="../media/image32.wmf"/><Relationship Id="rId10" Type="http://schemas.openxmlformats.org/officeDocument/2006/relationships/image" Target="../media/image38.wmf"/><Relationship Id="rId4" Type="http://schemas.openxmlformats.org/officeDocument/2006/relationships/image" Target="../media/image31.wmf"/><Relationship Id="rId9" Type="http://schemas.openxmlformats.org/officeDocument/2006/relationships/image" Target="../media/image37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13.wmf"/><Relationship Id="rId7" Type="http://schemas.openxmlformats.org/officeDocument/2006/relationships/image" Target="../media/image1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28.wmf"/><Relationship Id="rId5" Type="http://schemas.openxmlformats.org/officeDocument/2006/relationships/image" Target="../media/image23.wmf"/><Relationship Id="rId10" Type="http://schemas.openxmlformats.org/officeDocument/2006/relationships/image" Target="../media/image31.wmf"/><Relationship Id="rId4" Type="http://schemas.openxmlformats.org/officeDocument/2006/relationships/image" Target="../media/image4.wmf"/><Relationship Id="rId9" Type="http://schemas.openxmlformats.org/officeDocument/2006/relationships/image" Target="../media/image21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image" Target="../media/image39.wmf"/><Relationship Id="rId1" Type="http://schemas.openxmlformats.org/officeDocument/2006/relationships/image" Target="../media/image2.wmf"/><Relationship Id="rId6" Type="http://schemas.openxmlformats.org/officeDocument/2006/relationships/image" Target="../media/image28.wmf"/><Relationship Id="rId5" Type="http://schemas.openxmlformats.org/officeDocument/2006/relationships/image" Target="../media/image23.wmf"/><Relationship Id="rId4" Type="http://schemas.openxmlformats.org/officeDocument/2006/relationships/image" Target="../media/image4.wmf"/><Relationship Id="rId9" Type="http://schemas.openxmlformats.org/officeDocument/2006/relationships/image" Target="../media/image3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3.wmf"/><Relationship Id="rId1" Type="http://schemas.openxmlformats.org/officeDocument/2006/relationships/image" Target="../media/image31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4.wmf"/><Relationship Id="rId7" Type="http://schemas.openxmlformats.org/officeDocument/2006/relationships/image" Target="../media/image2.wmf"/><Relationship Id="rId2" Type="http://schemas.openxmlformats.org/officeDocument/2006/relationships/image" Target="../media/image39.wmf"/><Relationship Id="rId1" Type="http://schemas.openxmlformats.org/officeDocument/2006/relationships/image" Target="../media/image25.wmf"/><Relationship Id="rId6" Type="http://schemas.openxmlformats.org/officeDocument/2006/relationships/image" Target="../media/image28.wmf"/><Relationship Id="rId5" Type="http://schemas.openxmlformats.org/officeDocument/2006/relationships/image" Target="../media/image23.wmf"/><Relationship Id="rId4" Type="http://schemas.openxmlformats.org/officeDocument/2006/relationships/image" Target="../media/image13.wmf"/><Relationship Id="rId9" Type="http://schemas.openxmlformats.org/officeDocument/2006/relationships/image" Target="../media/image3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2.wmf"/><Relationship Id="rId2" Type="http://schemas.openxmlformats.org/officeDocument/2006/relationships/image" Target="../media/image13.wmf"/><Relationship Id="rId1" Type="http://schemas.openxmlformats.org/officeDocument/2006/relationships/image" Target="../media/image3.wmf"/><Relationship Id="rId6" Type="http://schemas.openxmlformats.org/officeDocument/2006/relationships/image" Target="../media/image39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13.wmf"/><Relationship Id="rId1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13.wmf"/><Relationship Id="rId1" Type="http://schemas.openxmlformats.org/officeDocument/2006/relationships/image" Target="../media/image3.wmf"/><Relationship Id="rId5" Type="http://schemas.openxmlformats.org/officeDocument/2006/relationships/image" Target="../media/image14.wmf"/><Relationship Id="rId4" Type="http://schemas.openxmlformats.org/officeDocument/2006/relationships/image" Target="../media/image2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4.wmf"/><Relationship Id="rId7" Type="http://schemas.openxmlformats.org/officeDocument/2006/relationships/image" Target="../media/image39.wmf"/><Relationship Id="rId12" Type="http://schemas.openxmlformats.org/officeDocument/2006/relationships/image" Target="../media/image25.wmf"/><Relationship Id="rId2" Type="http://schemas.openxmlformats.org/officeDocument/2006/relationships/image" Target="../media/image13.wmf"/><Relationship Id="rId1" Type="http://schemas.openxmlformats.org/officeDocument/2006/relationships/image" Target="../media/image3.wmf"/><Relationship Id="rId6" Type="http://schemas.openxmlformats.org/officeDocument/2006/relationships/image" Target="../media/image43.wmf"/><Relationship Id="rId11" Type="http://schemas.openxmlformats.org/officeDocument/2006/relationships/image" Target="../media/image46.wmf"/><Relationship Id="rId5" Type="http://schemas.openxmlformats.org/officeDocument/2006/relationships/image" Target="../media/image28.wmf"/><Relationship Id="rId10" Type="http://schemas.openxmlformats.org/officeDocument/2006/relationships/image" Target="../media/image45.wmf"/><Relationship Id="rId4" Type="http://schemas.openxmlformats.org/officeDocument/2006/relationships/image" Target="../media/image2.wmf"/><Relationship Id="rId9" Type="http://schemas.openxmlformats.org/officeDocument/2006/relationships/image" Target="../media/image44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4.wmf"/><Relationship Id="rId7" Type="http://schemas.openxmlformats.org/officeDocument/2006/relationships/image" Target="../media/image39.wmf"/><Relationship Id="rId2" Type="http://schemas.openxmlformats.org/officeDocument/2006/relationships/image" Target="../media/image13.wmf"/><Relationship Id="rId1" Type="http://schemas.openxmlformats.org/officeDocument/2006/relationships/image" Target="../media/image3.wmf"/><Relationship Id="rId6" Type="http://schemas.openxmlformats.org/officeDocument/2006/relationships/image" Target="../media/image43.wmf"/><Relationship Id="rId11" Type="http://schemas.openxmlformats.org/officeDocument/2006/relationships/image" Target="../media/image25.wmf"/><Relationship Id="rId5" Type="http://schemas.openxmlformats.org/officeDocument/2006/relationships/image" Target="../media/image28.wmf"/><Relationship Id="rId10" Type="http://schemas.openxmlformats.org/officeDocument/2006/relationships/image" Target="../media/image46.wmf"/><Relationship Id="rId4" Type="http://schemas.openxmlformats.org/officeDocument/2006/relationships/image" Target="../media/image41.wmf"/><Relationship Id="rId9" Type="http://schemas.openxmlformats.org/officeDocument/2006/relationships/image" Target="../media/image45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39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43.wmf"/><Relationship Id="rId5" Type="http://schemas.openxmlformats.org/officeDocument/2006/relationships/image" Target="../media/image28.wmf"/><Relationship Id="rId4" Type="http://schemas.openxmlformats.org/officeDocument/2006/relationships/image" Target="../media/image4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image" Target="../media/image15.wmf"/><Relationship Id="rId3" Type="http://schemas.openxmlformats.org/officeDocument/2006/relationships/image" Target="../media/image13.wmf"/><Relationship Id="rId7" Type="http://schemas.openxmlformats.org/officeDocument/2006/relationships/image" Target="../media/image39.wmf"/><Relationship Id="rId12" Type="http://schemas.openxmlformats.org/officeDocument/2006/relationships/image" Target="../media/image50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43.wmf"/><Relationship Id="rId11" Type="http://schemas.openxmlformats.org/officeDocument/2006/relationships/image" Target="../media/image49.wmf"/><Relationship Id="rId5" Type="http://schemas.openxmlformats.org/officeDocument/2006/relationships/image" Target="../media/image28.wmf"/><Relationship Id="rId10" Type="http://schemas.openxmlformats.org/officeDocument/2006/relationships/image" Target="../media/image48.wmf"/><Relationship Id="rId4" Type="http://schemas.openxmlformats.org/officeDocument/2006/relationships/image" Target="../media/image4.wmf"/><Relationship Id="rId9" Type="http://schemas.openxmlformats.org/officeDocument/2006/relationships/image" Target="../media/image47.wmf"/><Relationship Id="rId14" Type="http://schemas.openxmlformats.org/officeDocument/2006/relationships/image" Target="../media/image51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13.wmf"/><Relationship Id="rId7" Type="http://schemas.openxmlformats.org/officeDocument/2006/relationships/image" Target="../media/image43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28.wmf"/><Relationship Id="rId11" Type="http://schemas.openxmlformats.org/officeDocument/2006/relationships/image" Target="../media/image46.wmf"/><Relationship Id="rId5" Type="http://schemas.openxmlformats.org/officeDocument/2006/relationships/image" Target="../media/image52.wmf"/><Relationship Id="rId10" Type="http://schemas.openxmlformats.org/officeDocument/2006/relationships/image" Target="../media/image45.wmf"/><Relationship Id="rId4" Type="http://schemas.openxmlformats.org/officeDocument/2006/relationships/image" Target="../media/image4.wmf"/><Relationship Id="rId9" Type="http://schemas.openxmlformats.org/officeDocument/2006/relationships/image" Target="../media/image44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4.wmf"/><Relationship Id="rId7" Type="http://schemas.openxmlformats.org/officeDocument/2006/relationships/image" Target="../media/image44.wmf"/><Relationship Id="rId2" Type="http://schemas.openxmlformats.org/officeDocument/2006/relationships/image" Target="../media/image13.wmf"/><Relationship Id="rId1" Type="http://schemas.openxmlformats.org/officeDocument/2006/relationships/image" Target="../media/image3.wmf"/><Relationship Id="rId6" Type="http://schemas.openxmlformats.org/officeDocument/2006/relationships/image" Target="../media/image39.wmf"/><Relationship Id="rId11" Type="http://schemas.openxmlformats.org/officeDocument/2006/relationships/image" Target="../media/image25.wmf"/><Relationship Id="rId5" Type="http://schemas.openxmlformats.org/officeDocument/2006/relationships/image" Target="../media/image43.wmf"/><Relationship Id="rId10" Type="http://schemas.openxmlformats.org/officeDocument/2006/relationships/image" Target="../media/image52.wmf"/><Relationship Id="rId4" Type="http://schemas.openxmlformats.org/officeDocument/2006/relationships/image" Target="../media/image28.wmf"/><Relationship Id="rId9" Type="http://schemas.openxmlformats.org/officeDocument/2006/relationships/image" Target="../media/image46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3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2.wmf"/><Relationship Id="rId5" Type="http://schemas.openxmlformats.org/officeDocument/2006/relationships/image" Target="../media/image4.wmf"/><Relationship Id="rId4" Type="http://schemas.openxmlformats.org/officeDocument/2006/relationships/image" Target="../media/image13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image" Target="../media/image14.wmf"/><Relationship Id="rId3" Type="http://schemas.openxmlformats.org/officeDocument/2006/relationships/image" Target="../media/image3.wmf"/><Relationship Id="rId7" Type="http://schemas.openxmlformats.org/officeDocument/2006/relationships/image" Target="../media/image46.wmf"/><Relationship Id="rId12" Type="http://schemas.openxmlformats.org/officeDocument/2006/relationships/image" Target="../media/image64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2.wmf"/><Relationship Id="rId11" Type="http://schemas.openxmlformats.org/officeDocument/2006/relationships/image" Target="../media/image63.wmf"/><Relationship Id="rId5" Type="http://schemas.openxmlformats.org/officeDocument/2006/relationships/image" Target="../media/image4.wmf"/><Relationship Id="rId10" Type="http://schemas.openxmlformats.org/officeDocument/2006/relationships/image" Target="../media/image25.wmf"/><Relationship Id="rId4" Type="http://schemas.openxmlformats.org/officeDocument/2006/relationships/image" Target="../media/image13.wmf"/><Relationship Id="rId9" Type="http://schemas.openxmlformats.org/officeDocument/2006/relationships/image" Target="../media/image45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5" Type="http://schemas.openxmlformats.org/officeDocument/2006/relationships/image" Target="../media/image18.wmf"/><Relationship Id="rId4" Type="http://schemas.openxmlformats.org/officeDocument/2006/relationships/image" Target="../media/image15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image" Target="../media/image4.wmf"/><Relationship Id="rId7" Type="http://schemas.openxmlformats.org/officeDocument/2006/relationships/image" Target="../media/image66.wmf"/><Relationship Id="rId2" Type="http://schemas.openxmlformats.org/officeDocument/2006/relationships/image" Target="../media/image13.wmf"/><Relationship Id="rId1" Type="http://schemas.openxmlformats.org/officeDocument/2006/relationships/image" Target="../media/image3.wmf"/><Relationship Id="rId6" Type="http://schemas.openxmlformats.org/officeDocument/2006/relationships/image" Target="../media/image65.wmf"/><Relationship Id="rId5" Type="http://schemas.openxmlformats.org/officeDocument/2006/relationships/image" Target="../media/image14.wmf"/><Relationship Id="rId10" Type="http://schemas.openxmlformats.org/officeDocument/2006/relationships/image" Target="../media/image18.wmf"/><Relationship Id="rId4" Type="http://schemas.openxmlformats.org/officeDocument/2006/relationships/image" Target="../media/image2.wmf"/><Relationship Id="rId9" Type="http://schemas.openxmlformats.org/officeDocument/2006/relationships/image" Target="../media/image15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7" Type="http://schemas.openxmlformats.org/officeDocument/2006/relationships/image" Target="../media/image72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18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7" Type="http://schemas.openxmlformats.org/officeDocument/2006/relationships/image" Target="../media/image72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18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image" Target="../media/image4.wmf"/><Relationship Id="rId7" Type="http://schemas.openxmlformats.org/officeDocument/2006/relationships/image" Target="../media/image66.wmf"/><Relationship Id="rId2" Type="http://schemas.openxmlformats.org/officeDocument/2006/relationships/image" Target="../media/image13.wmf"/><Relationship Id="rId1" Type="http://schemas.openxmlformats.org/officeDocument/2006/relationships/image" Target="../media/image3.wmf"/><Relationship Id="rId6" Type="http://schemas.openxmlformats.org/officeDocument/2006/relationships/image" Target="../media/image65.wmf"/><Relationship Id="rId11" Type="http://schemas.openxmlformats.org/officeDocument/2006/relationships/image" Target="../media/image25.wmf"/><Relationship Id="rId5" Type="http://schemas.openxmlformats.org/officeDocument/2006/relationships/image" Target="../media/image14.wmf"/><Relationship Id="rId10" Type="http://schemas.openxmlformats.org/officeDocument/2006/relationships/image" Target="../media/image18.wmf"/><Relationship Id="rId4" Type="http://schemas.openxmlformats.org/officeDocument/2006/relationships/image" Target="../media/image2.wmf"/><Relationship Id="rId9" Type="http://schemas.openxmlformats.org/officeDocument/2006/relationships/image" Target="../media/image15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image" Target="../media/image47.wmf"/><Relationship Id="rId7" Type="http://schemas.openxmlformats.org/officeDocument/2006/relationships/image" Target="../media/image4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13.wmf"/><Relationship Id="rId5" Type="http://schemas.openxmlformats.org/officeDocument/2006/relationships/image" Target="../media/image18.wmf"/><Relationship Id="rId10" Type="http://schemas.openxmlformats.org/officeDocument/2006/relationships/image" Target="../media/image2.wmf"/><Relationship Id="rId4" Type="http://schemas.openxmlformats.org/officeDocument/2006/relationships/image" Target="../media/image15.wmf"/><Relationship Id="rId9" Type="http://schemas.openxmlformats.org/officeDocument/2006/relationships/image" Target="../media/image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083DE636-BE00-4BE3-9DE4-2E28AA14319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680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464050"/>
            <a:ext cx="5008563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E36732B9-71CA-43AC-8761-5B64AB8AA6F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5663DAA-F78D-4BAD-A32C-A077B0323CF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A8CF59C-798F-4BDB-B4D8-BA216DE6397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3398429-B9FA-494A-98F3-D540174B450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781A875-3DB1-495D-B269-9D0ABE23CD6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7940BFE-1A01-4F4E-A029-35D02B4DD6C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C419C87-56CB-41C6-BA50-E7DFB9A0434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F88CEF4-D9AD-4FFA-B70C-898A5C0DE1D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D221BE6-BDD9-4AB8-9316-D76A5847ACB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032B42-28A7-4C86-8EF9-0314413B90A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F81339D-2A6A-4B4F-9E82-9E60690CF31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52400"/>
            <a:ext cx="22098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770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AEBA90A-BDA3-4F8A-9008-FDB75799903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52FCDE8A-982F-4767-B855-76F1D304FF4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7.bin"/><Relationship Id="rId12" Type="http://schemas.openxmlformats.org/officeDocument/2006/relationships/oleObject" Target="../embeddings/oleObject12.bin"/><Relationship Id="rId1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5.bin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4.bin"/><Relationship Id="rId9" Type="http://schemas.openxmlformats.org/officeDocument/2006/relationships/oleObject" Target="../embeddings/oleObject9.bin"/><Relationship Id="rId14" Type="http://schemas.openxmlformats.org/officeDocument/2006/relationships/oleObject" Target="../embeddings/oleObject14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20.bin"/><Relationship Id="rId4" Type="http://schemas.openxmlformats.org/officeDocument/2006/relationships/oleObject" Target="../embeddings/oleObject1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23.bin"/><Relationship Id="rId4" Type="http://schemas.openxmlformats.org/officeDocument/2006/relationships/oleObject" Target="../embeddings/oleObject2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2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2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oleObject" Target="../embeddings/oleObject38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2.bin"/><Relationship Id="rId12" Type="http://schemas.openxmlformats.org/officeDocument/2006/relationships/oleObject" Target="../embeddings/oleObject37.bin"/><Relationship Id="rId17" Type="http://schemas.openxmlformats.org/officeDocument/2006/relationships/oleObject" Target="../embeddings/oleObject42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41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1.bin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40.bin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29.bin"/><Relationship Id="rId9" Type="http://schemas.openxmlformats.org/officeDocument/2006/relationships/oleObject" Target="../embeddings/oleObject34.bin"/><Relationship Id="rId14" Type="http://schemas.openxmlformats.org/officeDocument/2006/relationships/oleObject" Target="../embeddings/oleObject3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oleObject" Target="../embeddings/oleObject53.bin"/><Relationship Id="rId18" Type="http://schemas.openxmlformats.org/officeDocument/2006/relationships/oleObject" Target="../embeddings/oleObject58.bin"/><Relationship Id="rId26" Type="http://schemas.openxmlformats.org/officeDocument/2006/relationships/oleObject" Target="../embeddings/oleObject66.bin"/><Relationship Id="rId3" Type="http://schemas.openxmlformats.org/officeDocument/2006/relationships/oleObject" Target="../embeddings/oleObject43.bin"/><Relationship Id="rId21" Type="http://schemas.openxmlformats.org/officeDocument/2006/relationships/oleObject" Target="../embeddings/oleObject61.bin"/><Relationship Id="rId34" Type="http://schemas.openxmlformats.org/officeDocument/2006/relationships/oleObject" Target="../embeddings/oleObject74.bin"/><Relationship Id="rId7" Type="http://schemas.openxmlformats.org/officeDocument/2006/relationships/oleObject" Target="../embeddings/oleObject47.bin"/><Relationship Id="rId12" Type="http://schemas.openxmlformats.org/officeDocument/2006/relationships/oleObject" Target="../embeddings/oleObject52.bin"/><Relationship Id="rId17" Type="http://schemas.openxmlformats.org/officeDocument/2006/relationships/oleObject" Target="../embeddings/oleObject57.bin"/><Relationship Id="rId25" Type="http://schemas.openxmlformats.org/officeDocument/2006/relationships/oleObject" Target="../embeddings/oleObject65.bin"/><Relationship Id="rId33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6.bin"/><Relationship Id="rId20" Type="http://schemas.openxmlformats.org/officeDocument/2006/relationships/oleObject" Target="../embeddings/oleObject60.bin"/><Relationship Id="rId29" Type="http://schemas.openxmlformats.org/officeDocument/2006/relationships/oleObject" Target="../embeddings/oleObject69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6.bin"/><Relationship Id="rId11" Type="http://schemas.openxmlformats.org/officeDocument/2006/relationships/oleObject" Target="../embeddings/oleObject51.bin"/><Relationship Id="rId24" Type="http://schemas.openxmlformats.org/officeDocument/2006/relationships/oleObject" Target="../embeddings/oleObject64.bin"/><Relationship Id="rId32" Type="http://schemas.openxmlformats.org/officeDocument/2006/relationships/oleObject" Target="../embeddings/oleObject72.bin"/><Relationship Id="rId37" Type="http://schemas.openxmlformats.org/officeDocument/2006/relationships/oleObject" Target="../embeddings/oleObject77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5.bin"/><Relationship Id="rId23" Type="http://schemas.openxmlformats.org/officeDocument/2006/relationships/oleObject" Target="../embeddings/oleObject63.bin"/><Relationship Id="rId28" Type="http://schemas.openxmlformats.org/officeDocument/2006/relationships/oleObject" Target="../embeddings/oleObject68.bin"/><Relationship Id="rId36" Type="http://schemas.openxmlformats.org/officeDocument/2006/relationships/oleObject" Target="../embeddings/oleObject76.bin"/><Relationship Id="rId10" Type="http://schemas.openxmlformats.org/officeDocument/2006/relationships/oleObject" Target="../embeddings/oleObject50.bin"/><Relationship Id="rId19" Type="http://schemas.openxmlformats.org/officeDocument/2006/relationships/oleObject" Target="../embeddings/oleObject59.bin"/><Relationship Id="rId31" Type="http://schemas.openxmlformats.org/officeDocument/2006/relationships/oleObject" Target="../embeddings/oleObject71.bin"/><Relationship Id="rId4" Type="http://schemas.openxmlformats.org/officeDocument/2006/relationships/oleObject" Target="../embeddings/oleObject44.bin"/><Relationship Id="rId9" Type="http://schemas.openxmlformats.org/officeDocument/2006/relationships/oleObject" Target="../embeddings/oleObject49.bin"/><Relationship Id="rId14" Type="http://schemas.openxmlformats.org/officeDocument/2006/relationships/oleObject" Target="../embeddings/oleObject54.bin"/><Relationship Id="rId22" Type="http://schemas.openxmlformats.org/officeDocument/2006/relationships/oleObject" Target="../embeddings/oleObject62.bin"/><Relationship Id="rId27" Type="http://schemas.openxmlformats.org/officeDocument/2006/relationships/oleObject" Target="../embeddings/oleObject67.bin"/><Relationship Id="rId30" Type="http://schemas.openxmlformats.org/officeDocument/2006/relationships/oleObject" Target="../embeddings/oleObject70.bin"/><Relationship Id="rId35" Type="http://schemas.openxmlformats.org/officeDocument/2006/relationships/oleObject" Target="../embeddings/oleObject75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81.bin"/><Relationship Id="rId5" Type="http://schemas.openxmlformats.org/officeDocument/2006/relationships/oleObject" Target="../embeddings/oleObject80.bin"/><Relationship Id="rId4" Type="http://schemas.openxmlformats.org/officeDocument/2006/relationships/oleObject" Target="../embeddings/oleObject7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87.bin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6.bin"/><Relationship Id="rId10" Type="http://schemas.openxmlformats.org/officeDocument/2006/relationships/oleObject" Target="../embeddings/oleObject91.bin"/><Relationship Id="rId4" Type="http://schemas.openxmlformats.org/officeDocument/2006/relationships/oleObject" Target="../embeddings/oleObject85.bin"/><Relationship Id="rId9" Type="http://schemas.openxmlformats.org/officeDocument/2006/relationships/oleObject" Target="../embeddings/oleObject9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oleObject" Target="../embeddings/oleObject103.bin"/><Relationship Id="rId18" Type="http://schemas.openxmlformats.org/officeDocument/2006/relationships/oleObject" Target="../embeddings/oleObject108.bin"/><Relationship Id="rId26" Type="http://schemas.openxmlformats.org/officeDocument/2006/relationships/oleObject" Target="../embeddings/oleObject116.bin"/><Relationship Id="rId39" Type="http://schemas.openxmlformats.org/officeDocument/2006/relationships/oleObject" Target="../embeddings/oleObject129.bin"/><Relationship Id="rId3" Type="http://schemas.openxmlformats.org/officeDocument/2006/relationships/oleObject" Target="../embeddings/oleObject93.bin"/><Relationship Id="rId21" Type="http://schemas.openxmlformats.org/officeDocument/2006/relationships/oleObject" Target="../embeddings/oleObject111.bin"/><Relationship Id="rId34" Type="http://schemas.openxmlformats.org/officeDocument/2006/relationships/oleObject" Target="../embeddings/oleObject124.bin"/><Relationship Id="rId7" Type="http://schemas.openxmlformats.org/officeDocument/2006/relationships/oleObject" Target="../embeddings/oleObject97.bin"/><Relationship Id="rId12" Type="http://schemas.openxmlformats.org/officeDocument/2006/relationships/oleObject" Target="../embeddings/oleObject102.bin"/><Relationship Id="rId17" Type="http://schemas.openxmlformats.org/officeDocument/2006/relationships/oleObject" Target="../embeddings/oleObject107.bin"/><Relationship Id="rId25" Type="http://schemas.openxmlformats.org/officeDocument/2006/relationships/oleObject" Target="../embeddings/oleObject115.bin"/><Relationship Id="rId33" Type="http://schemas.openxmlformats.org/officeDocument/2006/relationships/oleObject" Target="../embeddings/oleObject123.bin"/><Relationship Id="rId38" Type="http://schemas.openxmlformats.org/officeDocument/2006/relationships/oleObject" Target="../embeddings/oleObject12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6.bin"/><Relationship Id="rId20" Type="http://schemas.openxmlformats.org/officeDocument/2006/relationships/oleObject" Target="../embeddings/oleObject110.bin"/><Relationship Id="rId29" Type="http://schemas.openxmlformats.org/officeDocument/2006/relationships/oleObject" Target="../embeddings/oleObject119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96.bin"/><Relationship Id="rId11" Type="http://schemas.openxmlformats.org/officeDocument/2006/relationships/oleObject" Target="../embeddings/oleObject101.bin"/><Relationship Id="rId24" Type="http://schemas.openxmlformats.org/officeDocument/2006/relationships/oleObject" Target="../embeddings/oleObject114.bin"/><Relationship Id="rId32" Type="http://schemas.openxmlformats.org/officeDocument/2006/relationships/oleObject" Target="../embeddings/oleObject122.bin"/><Relationship Id="rId37" Type="http://schemas.openxmlformats.org/officeDocument/2006/relationships/oleObject" Target="../embeddings/oleObject127.bin"/><Relationship Id="rId40" Type="http://schemas.openxmlformats.org/officeDocument/2006/relationships/oleObject" Target="../embeddings/oleObject130.bin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105.bin"/><Relationship Id="rId23" Type="http://schemas.openxmlformats.org/officeDocument/2006/relationships/oleObject" Target="../embeddings/oleObject113.bin"/><Relationship Id="rId28" Type="http://schemas.openxmlformats.org/officeDocument/2006/relationships/oleObject" Target="../embeddings/oleObject118.bin"/><Relationship Id="rId36" Type="http://schemas.openxmlformats.org/officeDocument/2006/relationships/oleObject" Target="../embeddings/oleObject126.bin"/><Relationship Id="rId10" Type="http://schemas.openxmlformats.org/officeDocument/2006/relationships/oleObject" Target="../embeddings/oleObject100.bin"/><Relationship Id="rId19" Type="http://schemas.openxmlformats.org/officeDocument/2006/relationships/oleObject" Target="../embeddings/oleObject109.bin"/><Relationship Id="rId31" Type="http://schemas.openxmlformats.org/officeDocument/2006/relationships/oleObject" Target="../embeddings/oleObject121.bin"/><Relationship Id="rId4" Type="http://schemas.openxmlformats.org/officeDocument/2006/relationships/oleObject" Target="../embeddings/oleObject94.bin"/><Relationship Id="rId9" Type="http://schemas.openxmlformats.org/officeDocument/2006/relationships/oleObject" Target="../embeddings/oleObject99.bin"/><Relationship Id="rId14" Type="http://schemas.openxmlformats.org/officeDocument/2006/relationships/oleObject" Target="../embeddings/oleObject104.bin"/><Relationship Id="rId22" Type="http://schemas.openxmlformats.org/officeDocument/2006/relationships/oleObject" Target="../embeddings/oleObject112.bin"/><Relationship Id="rId27" Type="http://schemas.openxmlformats.org/officeDocument/2006/relationships/oleObject" Target="../embeddings/oleObject117.bin"/><Relationship Id="rId30" Type="http://schemas.openxmlformats.org/officeDocument/2006/relationships/oleObject" Target="../embeddings/oleObject120.bin"/><Relationship Id="rId35" Type="http://schemas.openxmlformats.org/officeDocument/2006/relationships/oleObject" Target="../embeddings/oleObject12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6.bin"/><Relationship Id="rId13" Type="http://schemas.openxmlformats.org/officeDocument/2006/relationships/oleObject" Target="../embeddings/oleObject141.bin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5.bin"/><Relationship Id="rId12" Type="http://schemas.openxmlformats.org/officeDocument/2006/relationships/oleObject" Target="../embeddings/oleObject140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44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34.bin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3.bin"/><Relationship Id="rId15" Type="http://schemas.openxmlformats.org/officeDocument/2006/relationships/oleObject" Target="../embeddings/oleObject143.bin"/><Relationship Id="rId10" Type="http://schemas.openxmlformats.org/officeDocument/2006/relationships/oleObject" Target="../embeddings/oleObject138.bin"/><Relationship Id="rId4" Type="http://schemas.openxmlformats.org/officeDocument/2006/relationships/oleObject" Target="../embeddings/oleObject132.bin"/><Relationship Id="rId9" Type="http://schemas.openxmlformats.org/officeDocument/2006/relationships/oleObject" Target="../embeddings/oleObject137.bin"/><Relationship Id="rId14" Type="http://schemas.openxmlformats.org/officeDocument/2006/relationships/oleObject" Target="../embeddings/oleObject142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13" Type="http://schemas.openxmlformats.org/officeDocument/2006/relationships/oleObject" Target="../embeddings/oleObject155.bin"/><Relationship Id="rId18" Type="http://schemas.openxmlformats.org/officeDocument/2006/relationships/oleObject" Target="../embeddings/oleObject160.bin"/><Relationship Id="rId26" Type="http://schemas.openxmlformats.org/officeDocument/2006/relationships/oleObject" Target="../embeddings/oleObject168.bin"/><Relationship Id="rId3" Type="http://schemas.openxmlformats.org/officeDocument/2006/relationships/oleObject" Target="../embeddings/oleObject145.bin"/><Relationship Id="rId21" Type="http://schemas.openxmlformats.org/officeDocument/2006/relationships/oleObject" Target="../embeddings/oleObject163.bin"/><Relationship Id="rId34" Type="http://schemas.openxmlformats.org/officeDocument/2006/relationships/oleObject" Target="../embeddings/oleObject176.bin"/><Relationship Id="rId7" Type="http://schemas.openxmlformats.org/officeDocument/2006/relationships/oleObject" Target="../embeddings/oleObject149.bin"/><Relationship Id="rId12" Type="http://schemas.openxmlformats.org/officeDocument/2006/relationships/oleObject" Target="../embeddings/oleObject154.bin"/><Relationship Id="rId17" Type="http://schemas.openxmlformats.org/officeDocument/2006/relationships/oleObject" Target="../embeddings/oleObject159.bin"/><Relationship Id="rId25" Type="http://schemas.openxmlformats.org/officeDocument/2006/relationships/oleObject" Target="../embeddings/oleObject167.bin"/><Relationship Id="rId33" Type="http://schemas.openxmlformats.org/officeDocument/2006/relationships/oleObject" Target="../embeddings/oleObject17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8.bin"/><Relationship Id="rId20" Type="http://schemas.openxmlformats.org/officeDocument/2006/relationships/oleObject" Target="../embeddings/oleObject162.bin"/><Relationship Id="rId29" Type="http://schemas.openxmlformats.org/officeDocument/2006/relationships/oleObject" Target="../embeddings/oleObject171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48.bin"/><Relationship Id="rId11" Type="http://schemas.openxmlformats.org/officeDocument/2006/relationships/oleObject" Target="../embeddings/oleObject153.bin"/><Relationship Id="rId24" Type="http://schemas.openxmlformats.org/officeDocument/2006/relationships/oleObject" Target="../embeddings/oleObject166.bin"/><Relationship Id="rId32" Type="http://schemas.openxmlformats.org/officeDocument/2006/relationships/oleObject" Target="../embeddings/oleObject174.bin"/><Relationship Id="rId5" Type="http://schemas.openxmlformats.org/officeDocument/2006/relationships/oleObject" Target="../embeddings/oleObject147.bin"/><Relationship Id="rId15" Type="http://schemas.openxmlformats.org/officeDocument/2006/relationships/oleObject" Target="../embeddings/oleObject157.bin"/><Relationship Id="rId23" Type="http://schemas.openxmlformats.org/officeDocument/2006/relationships/oleObject" Target="../embeddings/oleObject165.bin"/><Relationship Id="rId28" Type="http://schemas.openxmlformats.org/officeDocument/2006/relationships/oleObject" Target="../embeddings/oleObject170.bin"/><Relationship Id="rId10" Type="http://schemas.openxmlformats.org/officeDocument/2006/relationships/oleObject" Target="../embeddings/oleObject152.bin"/><Relationship Id="rId19" Type="http://schemas.openxmlformats.org/officeDocument/2006/relationships/oleObject" Target="../embeddings/oleObject161.bin"/><Relationship Id="rId31" Type="http://schemas.openxmlformats.org/officeDocument/2006/relationships/oleObject" Target="../embeddings/oleObject173.bin"/><Relationship Id="rId4" Type="http://schemas.openxmlformats.org/officeDocument/2006/relationships/oleObject" Target="../embeddings/oleObject146.bin"/><Relationship Id="rId9" Type="http://schemas.openxmlformats.org/officeDocument/2006/relationships/oleObject" Target="../embeddings/oleObject151.bin"/><Relationship Id="rId14" Type="http://schemas.openxmlformats.org/officeDocument/2006/relationships/oleObject" Target="../embeddings/oleObject156.bin"/><Relationship Id="rId22" Type="http://schemas.openxmlformats.org/officeDocument/2006/relationships/oleObject" Target="../embeddings/oleObject164.bin"/><Relationship Id="rId27" Type="http://schemas.openxmlformats.org/officeDocument/2006/relationships/oleObject" Target="../embeddings/oleObject169.bin"/><Relationship Id="rId30" Type="http://schemas.openxmlformats.org/officeDocument/2006/relationships/oleObject" Target="../embeddings/oleObject172.bin"/><Relationship Id="rId35" Type="http://schemas.openxmlformats.org/officeDocument/2006/relationships/oleObject" Target="../embeddings/oleObject177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3.bin"/><Relationship Id="rId3" Type="http://schemas.openxmlformats.org/officeDocument/2006/relationships/oleObject" Target="../embeddings/oleObject178.bin"/><Relationship Id="rId7" Type="http://schemas.openxmlformats.org/officeDocument/2006/relationships/oleObject" Target="../embeddings/oleObject18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81.bin"/><Relationship Id="rId5" Type="http://schemas.openxmlformats.org/officeDocument/2006/relationships/oleObject" Target="../embeddings/oleObject180.bin"/><Relationship Id="rId4" Type="http://schemas.openxmlformats.org/officeDocument/2006/relationships/oleObject" Target="../embeddings/oleObject179.bin"/><Relationship Id="rId9" Type="http://schemas.openxmlformats.org/officeDocument/2006/relationships/oleObject" Target="../embeddings/oleObject184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0.bin"/><Relationship Id="rId13" Type="http://schemas.openxmlformats.org/officeDocument/2006/relationships/oleObject" Target="../embeddings/oleObject195.bin"/><Relationship Id="rId18" Type="http://schemas.openxmlformats.org/officeDocument/2006/relationships/oleObject" Target="../embeddings/oleObject200.bin"/><Relationship Id="rId3" Type="http://schemas.openxmlformats.org/officeDocument/2006/relationships/oleObject" Target="../embeddings/oleObject185.bin"/><Relationship Id="rId21" Type="http://schemas.openxmlformats.org/officeDocument/2006/relationships/oleObject" Target="../embeddings/oleObject203.bin"/><Relationship Id="rId7" Type="http://schemas.openxmlformats.org/officeDocument/2006/relationships/oleObject" Target="../embeddings/oleObject189.bin"/><Relationship Id="rId12" Type="http://schemas.openxmlformats.org/officeDocument/2006/relationships/oleObject" Target="../embeddings/oleObject194.bin"/><Relationship Id="rId17" Type="http://schemas.openxmlformats.org/officeDocument/2006/relationships/oleObject" Target="../embeddings/oleObject19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8.bin"/><Relationship Id="rId20" Type="http://schemas.openxmlformats.org/officeDocument/2006/relationships/oleObject" Target="../embeddings/oleObject202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88.bin"/><Relationship Id="rId11" Type="http://schemas.openxmlformats.org/officeDocument/2006/relationships/oleObject" Target="../embeddings/oleObject193.bin"/><Relationship Id="rId5" Type="http://schemas.openxmlformats.org/officeDocument/2006/relationships/oleObject" Target="../embeddings/oleObject187.bin"/><Relationship Id="rId15" Type="http://schemas.openxmlformats.org/officeDocument/2006/relationships/oleObject" Target="../embeddings/oleObject197.bin"/><Relationship Id="rId10" Type="http://schemas.openxmlformats.org/officeDocument/2006/relationships/oleObject" Target="../embeddings/oleObject192.bin"/><Relationship Id="rId19" Type="http://schemas.openxmlformats.org/officeDocument/2006/relationships/oleObject" Target="../embeddings/oleObject201.bin"/><Relationship Id="rId4" Type="http://schemas.openxmlformats.org/officeDocument/2006/relationships/oleObject" Target="../embeddings/oleObject186.bin"/><Relationship Id="rId9" Type="http://schemas.openxmlformats.org/officeDocument/2006/relationships/oleObject" Target="../embeddings/oleObject191.bin"/><Relationship Id="rId14" Type="http://schemas.openxmlformats.org/officeDocument/2006/relationships/oleObject" Target="../embeddings/oleObject196.bin"/><Relationship Id="rId22" Type="http://schemas.openxmlformats.org/officeDocument/2006/relationships/oleObject" Target="../embeddings/oleObject204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08.bin"/><Relationship Id="rId5" Type="http://schemas.openxmlformats.org/officeDocument/2006/relationships/oleObject" Target="../embeddings/oleObject207.bin"/><Relationship Id="rId4" Type="http://schemas.openxmlformats.org/officeDocument/2006/relationships/oleObject" Target="../embeddings/oleObject206.bin"/><Relationship Id="rId9" Type="http://schemas.openxmlformats.org/officeDocument/2006/relationships/oleObject" Target="../embeddings/oleObject21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7.bin"/><Relationship Id="rId3" Type="http://schemas.openxmlformats.org/officeDocument/2006/relationships/oleObject" Target="../embeddings/oleObject212.bin"/><Relationship Id="rId7" Type="http://schemas.openxmlformats.org/officeDocument/2006/relationships/oleObject" Target="../embeddings/oleObject216.bin"/><Relationship Id="rId12" Type="http://schemas.openxmlformats.org/officeDocument/2006/relationships/oleObject" Target="../embeddings/oleObject2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15.bin"/><Relationship Id="rId11" Type="http://schemas.openxmlformats.org/officeDocument/2006/relationships/oleObject" Target="../embeddings/oleObject220.bin"/><Relationship Id="rId5" Type="http://schemas.openxmlformats.org/officeDocument/2006/relationships/oleObject" Target="../embeddings/oleObject214.bin"/><Relationship Id="rId10" Type="http://schemas.openxmlformats.org/officeDocument/2006/relationships/oleObject" Target="../embeddings/oleObject219.bin"/><Relationship Id="rId4" Type="http://schemas.openxmlformats.org/officeDocument/2006/relationships/oleObject" Target="../embeddings/oleObject213.bin"/><Relationship Id="rId9" Type="http://schemas.openxmlformats.org/officeDocument/2006/relationships/oleObject" Target="../embeddings/oleObject218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7.bin"/><Relationship Id="rId13" Type="http://schemas.openxmlformats.org/officeDocument/2006/relationships/oleObject" Target="../embeddings/oleObject232.bin"/><Relationship Id="rId18" Type="http://schemas.openxmlformats.org/officeDocument/2006/relationships/oleObject" Target="../embeddings/oleObject237.bin"/><Relationship Id="rId3" Type="http://schemas.openxmlformats.org/officeDocument/2006/relationships/oleObject" Target="../embeddings/oleObject222.bin"/><Relationship Id="rId21" Type="http://schemas.openxmlformats.org/officeDocument/2006/relationships/oleObject" Target="../embeddings/oleObject240.bin"/><Relationship Id="rId7" Type="http://schemas.openxmlformats.org/officeDocument/2006/relationships/oleObject" Target="../embeddings/oleObject226.bin"/><Relationship Id="rId12" Type="http://schemas.openxmlformats.org/officeDocument/2006/relationships/oleObject" Target="../embeddings/oleObject231.bin"/><Relationship Id="rId17" Type="http://schemas.openxmlformats.org/officeDocument/2006/relationships/oleObject" Target="../embeddings/oleObject236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5.bin"/><Relationship Id="rId20" Type="http://schemas.openxmlformats.org/officeDocument/2006/relationships/oleObject" Target="../embeddings/oleObject239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25.bin"/><Relationship Id="rId11" Type="http://schemas.openxmlformats.org/officeDocument/2006/relationships/oleObject" Target="../embeddings/oleObject230.bin"/><Relationship Id="rId24" Type="http://schemas.openxmlformats.org/officeDocument/2006/relationships/oleObject" Target="../embeddings/oleObject243.bin"/><Relationship Id="rId5" Type="http://schemas.openxmlformats.org/officeDocument/2006/relationships/oleObject" Target="../embeddings/oleObject224.bin"/><Relationship Id="rId15" Type="http://schemas.openxmlformats.org/officeDocument/2006/relationships/oleObject" Target="../embeddings/oleObject234.bin"/><Relationship Id="rId23" Type="http://schemas.openxmlformats.org/officeDocument/2006/relationships/oleObject" Target="../embeddings/oleObject242.bin"/><Relationship Id="rId10" Type="http://schemas.openxmlformats.org/officeDocument/2006/relationships/oleObject" Target="../embeddings/oleObject229.bin"/><Relationship Id="rId19" Type="http://schemas.openxmlformats.org/officeDocument/2006/relationships/oleObject" Target="../embeddings/oleObject238.bin"/><Relationship Id="rId4" Type="http://schemas.openxmlformats.org/officeDocument/2006/relationships/oleObject" Target="../embeddings/oleObject223.bin"/><Relationship Id="rId9" Type="http://schemas.openxmlformats.org/officeDocument/2006/relationships/oleObject" Target="../embeddings/oleObject228.bin"/><Relationship Id="rId14" Type="http://schemas.openxmlformats.org/officeDocument/2006/relationships/oleObject" Target="../embeddings/oleObject233.bin"/><Relationship Id="rId22" Type="http://schemas.openxmlformats.org/officeDocument/2006/relationships/oleObject" Target="../embeddings/oleObject241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9.bin"/><Relationship Id="rId13" Type="http://schemas.openxmlformats.org/officeDocument/2006/relationships/oleObject" Target="../embeddings/oleObject254.bin"/><Relationship Id="rId18" Type="http://schemas.openxmlformats.org/officeDocument/2006/relationships/oleObject" Target="../embeddings/oleObject259.bin"/><Relationship Id="rId3" Type="http://schemas.openxmlformats.org/officeDocument/2006/relationships/oleObject" Target="../embeddings/oleObject244.bin"/><Relationship Id="rId21" Type="http://schemas.openxmlformats.org/officeDocument/2006/relationships/oleObject" Target="../embeddings/oleObject262.bin"/><Relationship Id="rId7" Type="http://schemas.openxmlformats.org/officeDocument/2006/relationships/oleObject" Target="../embeddings/oleObject248.bin"/><Relationship Id="rId12" Type="http://schemas.openxmlformats.org/officeDocument/2006/relationships/oleObject" Target="../embeddings/oleObject253.bin"/><Relationship Id="rId17" Type="http://schemas.openxmlformats.org/officeDocument/2006/relationships/oleObject" Target="../embeddings/oleObject25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7.bin"/><Relationship Id="rId20" Type="http://schemas.openxmlformats.org/officeDocument/2006/relationships/oleObject" Target="../embeddings/oleObject261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47.bin"/><Relationship Id="rId11" Type="http://schemas.openxmlformats.org/officeDocument/2006/relationships/oleObject" Target="../embeddings/oleObject252.bin"/><Relationship Id="rId24" Type="http://schemas.openxmlformats.org/officeDocument/2006/relationships/oleObject" Target="../embeddings/oleObject265.bin"/><Relationship Id="rId5" Type="http://schemas.openxmlformats.org/officeDocument/2006/relationships/oleObject" Target="../embeddings/oleObject246.bin"/><Relationship Id="rId15" Type="http://schemas.openxmlformats.org/officeDocument/2006/relationships/oleObject" Target="../embeddings/oleObject256.bin"/><Relationship Id="rId23" Type="http://schemas.openxmlformats.org/officeDocument/2006/relationships/oleObject" Target="../embeddings/oleObject264.bin"/><Relationship Id="rId10" Type="http://schemas.openxmlformats.org/officeDocument/2006/relationships/oleObject" Target="../embeddings/oleObject251.bin"/><Relationship Id="rId19" Type="http://schemas.openxmlformats.org/officeDocument/2006/relationships/oleObject" Target="../embeddings/oleObject260.bin"/><Relationship Id="rId4" Type="http://schemas.openxmlformats.org/officeDocument/2006/relationships/oleObject" Target="../embeddings/oleObject245.bin"/><Relationship Id="rId9" Type="http://schemas.openxmlformats.org/officeDocument/2006/relationships/oleObject" Target="../embeddings/oleObject250.bin"/><Relationship Id="rId14" Type="http://schemas.openxmlformats.org/officeDocument/2006/relationships/oleObject" Target="../embeddings/oleObject255.bin"/><Relationship Id="rId22" Type="http://schemas.openxmlformats.org/officeDocument/2006/relationships/oleObject" Target="../embeddings/oleObject263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1.bin"/><Relationship Id="rId3" Type="http://schemas.openxmlformats.org/officeDocument/2006/relationships/oleObject" Target="../embeddings/oleObject266.bin"/><Relationship Id="rId7" Type="http://schemas.openxmlformats.org/officeDocument/2006/relationships/oleObject" Target="../embeddings/oleObject27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69.bin"/><Relationship Id="rId5" Type="http://schemas.openxmlformats.org/officeDocument/2006/relationships/oleObject" Target="../embeddings/oleObject268.bin"/><Relationship Id="rId4" Type="http://schemas.openxmlformats.org/officeDocument/2006/relationships/oleObject" Target="../embeddings/oleObject267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7.bin"/><Relationship Id="rId13" Type="http://schemas.openxmlformats.org/officeDocument/2006/relationships/oleObject" Target="../embeddings/oleObject282.bin"/><Relationship Id="rId18" Type="http://schemas.openxmlformats.org/officeDocument/2006/relationships/oleObject" Target="../embeddings/oleObject287.bin"/><Relationship Id="rId26" Type="http://schemas.openxmlformats.org/officeDocument/2006/relationships/oleObject" Target="../embeddings/oleObject295.bin"/><Relationship Id="rId3" Type="http://schemas.openxmlformats.org/officeDocument/2006/relationships/oleObject" Target="../embeddings/oleObject272.bin"/><Relationship Id="rId21" Type="http://schemas.openxmlformats.org/officeDocument/2006/relationships/oleObject" Target="../embeddings/oleObject290.bin"/><Relationship Id="rId7" Type="http://schemas.openxmlformats.org/officeDocument/2006/relationships/oleObject" Target="../embeddings/oleObject276.bin"/><Relationship Id="rId12" Type="http://schemas.openxmlformats.org/officeDocument/2006/relationships/oleObject" Target="../embeddings/oleObject281.bin"/><Relationship Id="rId17" Type="http://schemas.openxmlformats.org/officeDocument/2006/relationships/oleObject" Target="../embeddings/oleObject286.bin"/><Relationship Id="rId25" Type="http://schemas.openxmlformats.org/officeDocument/2006/relationships/oleObject" Target="../embeddings/oleObject29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5.bin"/><Relationship Id="rId20" Type="http://schemas.openxmlformats.org/officeDocument/2006/relationships/oleObject" Target="../embeddings/oleObject289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75.bin"/><Relationship Id="rId11" Type="http://schemas.openxmlformats.org/officeDocument/2006/relationships/oleObject" Target="../embeddings/oleObject280.bin"/><Relationship Id="rId24" Type="http://schemas.openxmlformats.org/officeDocument/2006/relationships/oleObject" Target="../embeddings/oleObject293.bin"/><Relationship Id="rId5" Type="http://schemas.openxmlformats.org/officeDocument/2006/relationships/oleObject" Target="../embeddings/oleObject274.bin"/><Relationship Id="rId15" Type="http://schemas.openxmlformats.org/officeDocument/2006/relationships/oleObject" Target="../embeddings/oleObject284.bin"/><Relationship Id="rId23" Type="http://schemas.openxmlformats.org/officeDocument/2006/relationships/oleObject" Target="../embeddings/oleObject292.bin"/><Relationship Id="rId28" Type="http://schemas.openxmlformats.org/officeDocument/2006/relationships/oleObject" Target="../embeddings/oleObject297.bin"/><Relationship Id="rId10" Type="http://schemas.openxmlformats.org/officeDocument/2006/relationships/oleObject" Target="../embeddings/oleObject279.bin"/><Relationship Id="rId19" Type="http://schemas.openxmlformats.org/officeDocument/2006/relationships/oleObject" Target="../embeddings/oleObject288.bin"/><Relationship Id="rId4" Type="http://schemas.openxmlformats.org/officeDocument/2006/relationships/oleObject" Target="../embeddings/oleObject273.bin"/><Relationship Id="rId9" Type="http://schemas.openxmlformats.org/officeDocument/2006/relationships/oleObject" Target="../embeddings/oleObject278.bin"/><Relationship Id="rId14" Type="http://schemas.openxmlformats.org/officeDocument/2006/relationships/oleObject" Target="../embeddings/oleObject283.bin"/><Relationship Id="rId22" Type="http://schemas.openxmlformats.org/officeDocument/2006/relationships/oleObject" Target="../embeddings/oleObject291.bin"/><Relationship Id="rId27" Type="http://schemas.openxmlformats.org/officeDocument/2006/relationships/oleObject" Target="../embeddings/oleObject296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3.bin"/><Relationship Id="rId3" Type="http://schemas.openxmlformats.org/officeDocument/2006/relationships/oleObject" Target="../embeddings/oleObject298.bin"/><Relationship Id="rId7" Type="http://schemas.openxmlformats.org/officeDocument/2006/relationships/oleObject" Target="../embeddings/oleObject302.bin"/><Relationship Id="rId12" Type="http://schemas.openxmlformats.org/officeDocument/2006/relationships/oleObject" Target="../embeddings/oleObject30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01.bin"/><Relationship Id="rId11" Type="http://schemas.openxmlformats.org/officeDocument/2006/relationships/oleObject" Target="../embeddings/oleObject306.bin"/><Relationship Id="rId5" Type="http://schemas.openxmlformats.org/officeDocument/2006/relationships/oleObject" Target="../embeddings/oleObject300.bin"/><Relationship Id="rId10" Type="http://schemas.openxmlformats.org/officeDocument/2006/relationships/oleObject" Target="../embeddings/oleObject305.bin"/><Relationship Id="rId4" Type="http://schemas.openxmlformats.org/officeDocument/2006/relationships/oleObject" Target="../embeddings/oleObject299.bin"/><Relationship Id="rId9" Type="http://schemas.openxmlformats.org/officeDocument/2006/relationships/oleObject" Target="../embeddings/oleObject304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3.bin"/><Relationship Id="rId13" Type="http://schemas.openxmlformats.org/officeDocument/2006/relationships/oleObject" Target="../embeddings/oleObject318.bin"/><Relationship Id="rId3" Type="http://schemas.openxmlformats.org/officeDocument/2006/relationships/oleObject" Target="../embeddings/oleObject308.bin"/><Relationship Id="rId7" Type="http://schemas.openxmlformats.org/officeDocument/2006/relationships/oleObject" Target="../embeddings/oleObject312.bin"/><Relationship Id="rId12" Type="http://schemas.openxmlformats.org/officeDocument/2006/relationships/oleObject" Target="../embeddings/oleObject317.bin"/><Relationship Id="rId17" Type="http://schemas.openxmlformats.org/officeDocument/2006/relationships/oleObject" Target="../embeddings/oleObject32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21.bin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11.bin"/><Relationship Id="rId11" Type="http://schemas.openxmlformats.org/officeDocument/2006/relationships/oleObject" Target="../embeddings/oleObject316.bin"/><Relationship Id="rId5" Type="http://schemas.openxmlformats.org/officeDocument/2006/relationships/oleObject" Target="../embeddings/oleObject310.bin"/><Relationship Id="rId15" Type="http://schemas.openxmlformats.org/officeDocument/2006/relationships/oleObject" Target="../embeddings/oleObject320.bin"/><Relationship Id="rId10" Type="http://schemas.openxmlformats.org/officeDocument/2006/relationships/oleObject" Target="../embeddings/oleObject315.bin"/><Relationship Id="rId4" Type="http://schemas.openxmlformats.org/officeDocument/2006/relationships/oleObject" Target="../embeddings/oleObject309.bin"/><Relationship Id="rId9" Type="http://schemas.openxmlformats.org/officeDocument/2006/relationships/oleObject" Target="../embeddings/oleObject314.bin"/><Relationship Id="rId14" Type="http://schemas.openxmlformats.org/officeDocument/2006/relationships/oleObject" Target="../embeddings/oleObject319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8.bin"/><Relationship Id="rId13" Type="http://schemas.openxmlformats.org/officeDocument/2006/relationships/oleObject" Target="../embeddings/oleObject333.bin"/><Relationship Id="rId18" Type="http://schemas.openxmlformats.org/officeDocument/2006/relationships/oleObject" Target="../embeddings/oleObject338.bin"/><Relationship Id="rId3" Type="http://schemas.openxmlformats.org/officeDocument/2006/relationships/oleObject" Target="../embeddings/oleObject323.bin"/><Relationship Id="rId7" Type="http://schemas.openxmlformats.org/officeDocument/2006/relationships/oleObject" Target="../embeddings/oleObject327.bin"/><Relationship Id="rId12" Type="http://schemas.openxmlformats.org/officeDocument/2006/relationships/oleObject" Target="../embeddings/oleObject332.bin"/><Relationship Id="rId17" Type="http://schemas.openxmlformats.org/officeDocument/2006/relationships/oleObject" Target="../embeddings/oleObject33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36.bin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26.bin"/><Relationship Id="rId11" Type="http://schemas.openxmlformats.org/officeDocument/2006/relationships/oleObject" Target="../embeddings/oleObject331.bin"/><Relationship Id="rId5" Type="http://schemas.openxmlformats.org/officeDocument/2006/relationships/oleObject" Target="../embeddings/oleObject325.bin"/><Relationship Id="rId15" Type="http://schemas.openxmlformats.org/officeDocument/2006/relationships/oleObject" Target="../embeddings/oleObject335.bin"/><Relationship Id="rId10" Type="http://schemas.openxmlformats.org/officeDocument/2006/relationships/oleObject" Target="../embeddings/oleObject330.bin"/><Relationship Id="rId19" Type="http://schemas.openxmlformats.org/officeDocument/2006/relationships/oleObject" Target="../embeddings/oleObject339.bin"/><Relationship Id="rId4" Type="http://schemas.openxmlformats.org/officeDocument/2006/relationships/oleObject" Target="../embeddings/oleObject324.bin"/><Relationship Id="rId9" Type="http://schemas.openxmlformats.org/officeDocument/2006/relationships/oleObject" Target="../embeddings/oleObject329.bin"/><Relationship Id="rId14" Type="http://schemas.openxmlformats.org/officeDocument/2006/relationships/oleObject" Target="../embeddings/oleObject334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5.bin"/><Relationship Id="rId13" Type="http://schemas.openxmlformats.org/officeDocument/2006/relationships/oleObject" Target="../embeddings/oleObject350.bin"/><Relationship Id="rId18" Type="http://schemas.openxmlformats.org/officeDocument/2006/relationships/oleObject" Target="../embeddings/oleObject355.bin"/><Relationship Id="rId26" Type="http://schemas.openxmlformats.org/officeDocument/2006/relationships/oleObject" Target="../embeddings/oleObject363.bin"/><Relationship Id="rId3" Type="http://schemas.openxmlformats.org/officeDocument/2006/relationships/oleObject" Target="../embeddings/oleObject340.bin"/><Relationship Id="rId21" Type="http://schemas.openxmlformats.org/officeDocument/2006/relationships/oleObject" Target="../embeddings/oleObject358.bin"/><Relationship Id="rId7" Type="http://schemas.openxmlformats.org/officeDocument/2006/relationships/oleObject" Target="../embeddings/oleObject344.bin"/><Relationship Id="rId12" Type="http://schemas.openxmlformats.org/officeDocument/2006/relationships/oleObject" Target="../embeddings/oleObject349.bin"/><Relationship Id="rId17" Type="http://schemas.openxmlformats.org/officeDocument/2006/relationships/oleObject" Target="../embeddings/oleObject354.bin"/><Relationship Id="rId25" Type="http://schemas.openxmlformats.org/officeDocument/2006/relationships/oleObject" Target="../embeddings/oleObject36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3.bin"/><Relationship Id="rId20" Type="http://schemas.openxmlformats.org/officeDocument/2006/relationships/oleObject" Target="../embeddings/oleObject357.bin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343.bin"/><Relationship Id="rId11" Type="http://schemas.openxmlformats.org/officeDocument/2006/relationships/oleObject" Target="../embeddings/oleObject348.bin"/><Relationship Id="rId24" Type="http://schemas.openxmlformats.org/officeDocument/2006/relationships/oleObject" Target="../embeddings/oleObject361.bin"/><Relationship Id="rId5" Type="http://schemas.openxmlformats.org/officeDocument/2006/relationships/oleObject" Target="../embeddings/oleObject342.bin"/><Relationship Id="rId15" Type="http://schemas.openxmlformats.org/officeDocument/2006/relationships/oleObject" Target="../embeddings/oleObject352.bin"/><Relationship Id="rId23" Type="http://schemas.openxmlformats.org/officeDocument/2006/relationships/oleObject" Target="../embeddings/oleObject360.bin"/><Relationship Id="rId28" Type="http://schemas.openxmlformats.org/officeDocument/2006/relationships/oleObject" Target="../embeddings/oleObject365.bin"/><Relationship Id="rId10" Type="http://schemas.openxmlformats.org/officeDocument/2006/relationships/oleObject" Target="../embeddings/oleObject347.bin"/><Relationship Id="rId19" Type="http://schemas.openxmlformats.org/officeDocument/2006/relationships/oleObject" Target="../embeddings/oleObject356.bin"/><Relationship Id="rId4" Type="http://schemas.openxmlformats.org/officeDocument/2006/relationships/oleObject" Target="../embeddings/oleObject341.bin"/><Relationship Id="rId9" Type="http://schemas.openxmlformats.org/officeDocument/2006/relationships/oleObject" Target="../embeddings/oleObject346.bin"/><Relationship Id="rId14" Type="http://schemas.openxmlformats.org/officeDocument/2006/relationships/oleObject" Target="../embeddings/oleObject351.bin"/><Relationship Id="rId22" Type="http://schemas.openxmlformats.org/officeDocument/2006/relationships/oleObject" Target="../embeddings/oleObject359.bin"/><Relationship Id="rId27" Type="http://schemas.openxmlformats.org/officeDocument/2006/relationships/oleObject" Target="../embeddings/oleObject364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1.bin"/><Relationship Id="rId13" Type="http://schemas.openxmlformats.org/officeDocument/2006/relationships/oleObject" Target="../embeddings/oleObject376.bin"/><Relationship Id="rId18" Type="http://schemas.openxmlformats.org/officeDocument/2006/relationships/oleObject" Target="../embeddings/oleObject381.bin"/><Relationship Id="rId3" Type="http://schemas.openxmlformats.org/officeDocument/2006/relationships/oleObject" Target="../embeddings/oleObject366.bin"/><Relationship Id="rId7" Type="http://schemas.openxmlformats.org/officeDocument/2006/relationships/oleObject" Target="../embeddings/oleObject370.bin"/><Relationship Id="rId12" Type="http://schemas.openxmlformats.org/officeDocument/2006/relationships/oleObject" Target="../embeddings/oleObject375.bin"/><Relationship Id="rId17" Type="http://schemas.openxmlformats.org/officeDocument/2006/relationships/oleObject" Target="../embeddings/oleObject380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9.bin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369.bin"/><Relationship Id="rId11" Type="http://schemas.openxmlformats.org/officeDocument/2006/relationships/oleObject" Target="../embeddings/oleObject374.bin"/><Relationship Id="rId5" Type="http://schemas.openxmlformats.org/officeDocument/2006/relationships/oleObject" Target="../embeddings/oleObject368.bin"/><Relationship Id="rId15" Type="http://schemas.openxmlformats.org/officeDocument/2006/relationships/oleObject" Target="../embeddings/oleObject378.bin"/><Relationship Id="rId10" Type="http://schemas.openxmlformats.org/officeDocument/2006/relationships/oleObject" Target="../embeddings/oleObject373.bin"/><Relationship Id="rId4" Type="http://schemas.openxmlformats.org/officeDocument/2006/relationships/oleObject" Target="../embeddings/oleObject367.bin"/><Relationship Id="rId9" Type="http://schemas.openxmlformats.org/officeDocument/2006/relationships/oleObject" Target="../embeddings/oleObject372.bin"/><Relationship Id="rId14" Type="http://schemas.openxmlformats.org/officeDocument/2006/relationships/oleObject" Target="../embeddings/oleObject377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7.bin"/><Relationship Id="rId3" Type="http://schemas.openxmlformats.org/officeDocument/2006/relationships/oleObject" Target="../embeddings/oleObject382.bin"/><Relationship Id="rId7" Type="http://schemas.openxmlformats.org/officeDocument/2006/relationships/oleObject" Target="../embeddings/oleObject386.bin"/><Relationship Id="rId12" Type="http://schemas.openxmlformats.org/officeDocument/2006/relationships/oleObject" Target="../embeddings/oleObject39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385.bin"/><Relationship Id="rId11" Type="http://schemas.openxmlformats.org/officeDocument/2006/relationships/oleObject" Target="../embeddings/oleObject390.bin"/><Relationship Id="rId5" Type="http://schemas.openxmlformats.org/officeDocument/2006/relationships/oleObject" Target="../embeddings/oleObject384.bin"/><Relationship Id="rId10" Type="http://schemas.openxmlformats.org/officeDocument/2006/relationships/oleObject" Target="../embeddings/oleObject389.bin"/><Relationship Id="rId4" Type="http://schemas.openxmlformats.org/officeDocument/2006/relationships/oleObject" Target="../embeddings/oleObject383.bin"/><Relationship Id="rId9" Type="http://schemas.openxmlformats.org/officeDocument/2006/relationships/oleObject" Target="../embeddings/oleObject388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7.bin"/><Relationship Id="rId13" Type="http://schemas.openxmlformats.org/officeDocument/2006/relationships/oleObject" Target="../embeddings/oleObject402.bin"/><Relationship Id="rId18" Type="http://schemas.openxmlformats.org/officeDocument/2006/relationships/oleObject" Target="../embeddings/oleObject407.bin"/><Relationship Id="rId26" Type="http://schemas.openxmlformats.org/officeDocument/2006/relationships/oleObject" Target="../embeddings/oleObject415.bin"/><Relationship Id="rId3" Type="http://schemas.openxmlformats.org/officeDocument/2006/relationships/oleObject" Target="../embeddings/oleObject392.bin"/><Relationship Id="rId21" Type="http://schemas.openxmlformats.org/officeDocument/2006/relationships/oleObject" Target="../embeddings/oleObject410.bin"/><Relationship Id="rId7" Type="http://schemas.openxmlformats.org/officeDocument/2006/relationships/oleObject" Target="../embeddings/oleObject396.bin"/><Relationship Id="rId12" Type="http://schemas.openxmlformats.org/officeDocument/2006/relationships/oleObject" Target="../embeddings/oleObject401.bin"/><Relationship Id="rId17" Type="http://schemas.openxmlformats.org/officeDocument/2006/relationships/oleObject" Target="../embeddings/oleObject406.bin"/><Relationship Id="rId25" Type="http://schemas.openxmlformats.org/officeDocument/2006/relationships/oleObject" Target="../embeddings/oleObject41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05.bin"/><Relationship Id="rId20" Type="http://schemas.openxmlformats.org/officeDocument/2006/relationships/oleObject" Target="../embeddings/oleObject409.bin"/><Relationship Id="rId29" Type="http://schemas.openxmlformats.org/officeDocument/2006/relationships/oleObject" Target="../embeddings/oleObject418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395.bin"/><Relationship Id="rId11" Type="http://schemas.openxmlformats.org/officeDocument/2006/relationships/oleObject" Target="../embeddings/oleObject400.bin"/><Relationship Id="rId24" Type="http://schemas.openxmlformats.org/officeDocument/2006/relationships/oleObject" Target="../embeddings/oleObject413.bin"/><Relationship Id="rId5" Type="http://schemas.openxmlformats.org/officeDocument/2006/relationships/oleObject" Target="../embeddings/oleObject394.bin"/><Relationship Id="rId15" Type="http://schemas.openxmlformats.org/officeDocument/2006/relationships/oleObject" Target="../embeddings/oleObject404.bin"/><Relationship Id="rId23" Type="http://schemas.openxmlformats.org/officeDocument/2006/relationships/oleObject" Target="../embeddings/oleObject412.bin"/><Relationship Id="rId28" Type="http://schemas.openxmlformats.org/officeDocument/2006/relationships/oleObject" Target="../embeddings/oleObject417.bin"/><Relationship Id="rId10" Type="http://schemas.openxmlformats.org/officeDocument/2006/relationships/oleObject" Target="../embeddings/oleObject399.bin"/><Relationship Id="rId19" Type="http://schemas.openxmlformats.org/officeDocument/2006/relationships/oleObject" Target="../embeddings/oleObject408.bin"/><Relationship Id="rId4" Type="http://schemas.openxmlformats.org/officeDocument/2006/relationships/oleObject" Target="../embeddings/oleObject393.bin"/><Relationship Id="rId9" Type="http://schemas.openxmlformats.org/officeDocument/2006/relationships/oleObject" Target="../embeddings/oleObject398.bin"/><Relationship Id="rId14" Type="http://schemas.openxmlformats.org/officeDocument/2006/relationships/oleObject" Target="../embeddings/oleObject403.bin"/><Relationship Id="rId22" Type="http://schemas.openxmlformats.org/officeDocument/2006/relationships/oleObject" Target="../embeddings/oleObject411.bin"/><Relationship Id="rId27" Type="http://schemas.openxmlformats.org/officeDocument/2006/relationships/oleObject" Target="../embeddings/oleObject416.bin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4.bin"/><Relationship Id="rId13" Type="http://schemas.openxmlformats.org/officeDocument/2006/relationships/oleObject" Target="../embeddings/oleObject429.bin"/><Relationship Id="rId18" Type="http://schemas.openxmlformats.org/officeDocument/2006/relationships/oleObject" Target="../embeddings/oleObject434.bin"/><Relationship Id="rId26" Type="http://schemas.openxmlformats.org/officeDocument/2006/relationships/oleObject" Target="../embeddings/oleObject442.bin"/><Relationship Id="rId3" Type="http://schemas.openxmlformats.org/officeDocument/2006/relationships/oleObject" Target="../embeddings/oleObject419.bin"/><Relationship Id="rId21" Type="http://schemas.openxmlformats.org/officeDocument/2006/relationships/oleObject" Target="../embeddings/oleObject437.bin"/><Relationship Id="rId7" Type="http://schemas.openxmlformats.org/officeDocument/2006/relationships/oleObject" Target="../embeddings/oleObject423.bin"/><Relationship Id="rId12" Type="http://schemas.openxmlformats.org/officeDocument/2006/relationships/oleObject" Target="../embeddings/oleObject428.bin"/><Relationship Id="rId17" Type="http://schemas.openxmlformats.org/officeDocument/2006/relationships/oleObject" Target="../embeddings/oleObject433.bin"/><Relationship Id="rId25" Type="http://schemas.openxmlformats.org/officeDocument/2006/relationships/oleObject" Target="../embeddings/oleObject441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32.bin"/><Relationship Id="rId20" Type="http://schemas.openxmlformats.org/officeDocument/2006/relationships/oleObject" Target="../embeddings/oleObject436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422.bin"/><Relationship Id="rId11" Type="http://schemas.openxmlformats.org/officeDocument/2006/relationships/oleObject" Target="../embeddings/oleObject427.bin"/><Relationship Id="rId24" Type="http://schemas.openxmlformats.org/officeDocument/2006/relationships/oleObject" Target="../embeddings/oleObject440.bin"/><Relationship Id="rId5" Type="http://schemas.openxmlformats.org/officeDocument/2006/relationships/oleObject" Target="../embeddings/oleObject421.bin"/><Relationship Id="rId15" Type="http://schemas.openxmlformats.org/officeDocument/2006/relationships/oleObject" Target="../embeddings/oleObject431.bin"/><Relationship Id="rId23" Type="http://schemas.openxmlformats.org/officeDocument/2006/relationships/oleObject" Target="../embeddings/oleObject439.bin"/><Relationship Id="rId10" Type="http://schemas.openxmlformats.org/officeDocument/2006/relationships/oleObject" Target="../embeddings/oleObject426.bin"/><Relationship Id="rId19" Type="http://schemas.openxmlformats.org/officeDocument/2006/relationships/oleObject" Target="../embeddings/oleObject435.bin"/><Relationship Id="rId4" Type="http://schemas.openxmlformats.org/officeDocument/2006/relationships/oleObject" Target="../embeddings/oleObject420.bin"/><Relationship Id="rId9" Type="http://schemas.openxmlformats.org/officeDocument/2006/relationships/oleObject" Target="../embeddings/oleObject425.bin"/><Relationship Id="rId14" Type="http://schemas.openxmlformats.org/officeDocument/2006/relationships/oleObject" Target="../embeddings/oleObject430.bin"/><Relationship Id="rId22" Type="http://schemas.openxmlformats.org/officeDocument/2006/relationships/oleObject" Target="../embeddings/oleObject438.bin"/><Relationship Id="rId27" Type="http://schemas.openxmlformats.org/officeDocument/2006/relationships/oleObject" Target="../embeddings/oleObject443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9.bin"/><Relationship Id="rId13" Type="http://schemas.openxmlformats.org/officeDocument/2006/relationships/oleObject" Target="../embeddings/oleObject454.bin"/><Relationship Id="rId18" Type="http://schemas.openxmlformats.org/officeDocument/2006/relationships/oleObject" Target="../embeddings/oleObject459.bin"/><Relationship Id="rId3" Type="http://schemas.openxmlformats.org/officeDocument/2006/relationships/oleObject" Target="../embeddings/oleObject444.bin"/><Relationship Id="rId7" Type="http://schemas.openxmlformats.org/officeDocument/2006/relationships/oleObject" Target="../embeddings/oleObject448.bin"/><Relationship Id="rId12" Type="http://schemas.openxmlformats.org/officeDocument/2006/relationships/oleObject" Target="../embeddings/oleObject453.bin"/><Relationship Id="rId17" Type="http://schemas.openxmlformats.org/officeDocument/2006/relationships/oleObject" Target="../embeddings/oleObject45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57.bin"/><Relationship Id="rId20" Type="http://schemas.openxmlformats.org/officeDocument/2006/relationships/oleObject" Target="../embeddings/oleObject461.bin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447.bin"/><Relationship Id="rId11" Type="http://schemas.openxmlformats.org/officeDocument/2006/relationships/oleObject" Target="../embeddings/oleObject452.bin"/><Relationship Id="rId5" Type="http://schemas.openxmlformats.org/officeDocument/2006/relationships/oleObject" Target="../embeddings/oleObject446.bin"/><Relationship Id="rId15" Type="http://schemas.openxmlformats.org/officeDocument/2006/relationships/oleObject" Target="../embeddings/oleObject456.bin"/><Relationship Id="rId10" Type="http://schemas.openxmlformats.org/officeDocument/2006/relationships/oleObject" Target="../embeddings/oleObject451.bin"/><Relationship Id="rId19" Type="http://schemas.openxmlformats.org/officeDocument/2006/relationships/oleObject" Target="../embeddings/oleObject460.bin"/><Relationship Id="rId4" Type="http://schemas.openxmlformats.org/officeDocument/2006/relationships/oleObject" Target="../embeddings/oleObject445.bin"/><Relationship Id="rId9" Type="http://schemas.openxmlformats.org/officeDocument/2006/relationships/oleObject" Target="../embeddings/oleObject450.bin"/><Relationship Id="rId14" Type="http://schemas.openxmlformats.org/officeDocument/2006/relationships/oleObject" Target="../embeddings/oleObject455.bin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5" Type="http://schemas.openxmlformats.org/officeDocument/2006/relationships/oleObject" Target="../embeddings/oleObject464.bin"/><Relationship Id="rId4" Type="http://schemas.openxmlformats.org/officeDocument/2006/relationships/oleObject" Target="../embeddings/oleObject463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0.bin"/><Relationship Id="rId3" Type="http://schemas.openxmlformats.org/officeDocument/2006/relationships/oleObject" Target="../embeddings/oleObject465.bin"/><Relationship Id="rId7" Type="http://schemas.openxmlformats.org/officeDocument/2006/relationships/oleObject" Target="../embeddings/oleObject46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468.bin"/><Relationship Id="rId5" Type="http://schemas.openxmlformats.org/officeDocument/2006/relationships/oleObject" Target="../embeddings/oleObject467.bin"/><Relationship Id="rId4" Type="http://schemas.openxmlformats.org/officeDocument/2006/relationships/oleObject" Target="../embeddings/oleObject466.bin"/><Relationship Id="rId9" Type="http://schemas.openxmlformats.org/officeDocument/2006/relationships/oleObject" Target="../embeddings/oleObject471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7.bin"/><Relationship Id="rId3" Type="http://schemas.openxmlformats.org/officeDocument/2006/relationships/oleObject" Target="../embeddings/oleObject472.bin"/><Relationship Id="rId7" Type="http://schemas.openxmlformats.org/officeDocument/2006/relationships/oleObject" Target="../embeddings/oleObject47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475.bin"/><Relationship Id="rId11" Type="http://schemas.openxmlformats.org/officeDocument/2006/relationships/oleObject" Target="../embeddings/oleObject480.bin"/><Relationship Id="rId5" Type="http://schemas.openxmlformats.org/officeDocument/2006/relationships/oleObject" Target="../embeddings/oleObject474.bin"/><Relationship Id="rId10" Type="http://schemas.openxmlformats.org/officeDocument/2006/relationships/oleObject" Target="../embeddings/oleObject479.bin"/><Relationship Id="rId4" Type="http://schemas.openxmlformats.org/officeDocument/2006/relationships/oleObject" Target="../embeddings/oleObject473.bin"/><Relationship Id="rId9" Type="http://schemas.openxmlformats.org/officeDocument/2006/relationships/oleObject" Target="../embeddings/oleObject478.bin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6.bin"/><Relationship Id="rId13" Type="http://schemas.openxmlformats.org/officeDocument/2006/relationships/oleObject" Target="../embeddings/oleObject491.bin"/><Relationship Id="rId18" Type="http://schemas.openxmlformats.org/officeDocument/2006/relationships/oleObject" Target="../embeddings/oleObject496.bin"/><Relationship Id="rId26" Type="http://schemas.openxmlformats.org/officeDocument/2006/relationships/oleObject" Target="../embeddings/oleObject504.bin"/><Relationship Id="rId3" Type="http://schemas.openxmlformats.org/officeDocument/2006/relationships/oleObject" Target="../embeddings/oleObject481.bin"/><Relationship Id="rId21" Type="http://schemas.openxmlformats.org/officeDocument/2006/relationships/oleObject" Target="../embeddings/oleObject499.bin"/><Relationship Id="rId7" Type="http://schemas.openxmlformats.org/officeDocument/2006/relationships/oleObject" Target="../embeddings/oleObject485.bin"/><Relationship Id="rId12" Type="http://schemas.openxmlformats.org/officeDocument/2006/relationships/oleObject" Target="../embeddings/oleObject490.bin"/><Relationship Id="rId17" Type="http://schemas.openxmlformats.org/officeDocument/2006/relationships/oleObject" Target="../embeddings/oleObject495.bin"/><Relationship Id="rId25" Type="http://schemas.openxmlformats.org/officeDocument/2006/relationships/oleObject" Target="../embeddings/oleObject50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94.bin"/><Relationship Id="rId20" Type="http://schemas.openxmlformats.org/officeDocument/2006/relationships/oleObject" Target="../embeddings/oleObject498.bin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484.bin"/><Relationship Id="rId11" Type="http://schemas.openxmlformats.org/officeDocument/2006/relationships/oleObject" Target="../embeddings/oleObject489.bin"/><Relationship Id="rId24" Type="http://schemas.openxmlformats.org/officeDocument/2006/relationships/oleObject" Target="../embeddings/oleObject502.bin"/><Relationship Id="rId5" Type="http://schemas.openxmlformats.org/officeDocument/2006/relationships/oleObject" Target="../embeddings/oleObject483.bin"/><Relationship Id="rId15" Type="http://schemas.openxmlformats.org/officeDocument/2006/relationships/oleObject" Target="../embeddings/oleObject493.bin"/><Relationship Id="rId23" Type="http://schemas.openxmlformats.org/officeDocument/2006/relationships/oleObject" Target="../embeddings/oleObject501.bin"/><Relationship Id="rId10" Type="http://schemas.openxmlformats.org/officeDocument/2006/relationships/oleObject" Target="../embeddings/oleObject488.bin"/><Relationship Id="rId19" Type="http://schemas.openxmlformats.org/officeDocument/2006/relationships/oleObject" Target="../embeddings/oleObject497.bin"/><Relationship Id="rId4" Type="http://schemas.openxmlformats.org/officeDocument/2006/relationships/oleObject" Target="../embeddings/oleObject482.bin"/><Relationship Id="rId9" Type="http://schemas.openxmlformats.org/officeDocument/2006/relationships/oleObject" Target="../embeddings/oleObject487.bin"/><Relationship Id="rId14" Type="http://schemas.openxmlformats.org/officeDocument/2006/relationships/oleObject" Target="../embeddings/oleObject492.bin"/><Relationship Id="rId22" Type="http://schemas.openxmlformats.org/officeDocument/2006/relationships/oleObject" Target="../embeddings/oleObject500.bin"/><Relationship Id="rId27" Type="http://schemas.openxmlformats.org/officeDocument/2006/relationships/oleObject" Target="../embeddings/oleObject505.bin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6.bin"/><Relationship Id="rId7" Type="http://schemas.openxmlformats.org/officeDocument/2006/relationships/oleObject" Target="../embeddings/oleObject5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509.bin"/><Relationship Id="rId5" Type="http://schemas.openxmlformats.org/officeDocument/2006/relationships/oleObject" Target="../embeddings/oleObject508.bin"/><Relationship Id="rId4" Type="http://schemas.openxmlformats.org/officeDocument/2006/relationships/oleObject" Target="../embeddings/oleObject507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6.bin"/><Relationship Id="rId13" Type="http://schemas.openxmlformats.org/officeDocument/2006/relationships/oleObject" Target="../embeddings/oleObject521.bin"/><Relationship Id="rId18" Type="http://schemas.openxmlformats.org/officeDocument/2006/relationships/oleObject" Target="../embeddings/oleObject526.bin"/><Relationship Id="rId3" Type="http://schemas.openxmlformats.org/officeDocument/2006/relationships/oleObject" Target="../embeddings/oleObject511.bin"/><Relationship Id="rId21" Type="http://schemas.openxmlformats.org/officeDocument/2006/relationships/oleObject" Target="../embeddings/oleObject529.bin"/><Relationship Id="rId7" Type="http://schemas.openxmlformats.org/officeDocument/2006/relationships/oleObject" Target="../embeddings/oleObject515.bin"/><Relationship Id="rId12" Type="http://schemas.openxmlformats.org/officeDocument/2006/relationships/oleObject" Target="../embeddings/oleObject520.bin"/><Relationship Id="rId17" Type="http://schemas.openxmlformats.org/officeDocument/2006/relationships/oleObject" Target="../embeddings/oleObject525.bin"/><Relationship Id="rId25" Type="http://schemas.openxmlformats.org/officeDocument/2006/relationships/oleObject" Target="../embeddings/oleObject53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24.bin"/><Relationship Id="rId20" Type="http://schemas.openxmlformats.org/officeDocument/2006/relationships/oleObject" Target="../embeddings/oleObject528.bin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514.bin"/><Relationship Id="rId11" Type="http://schemas.openxmlformats.org/officeDocument/2006/relationships/oleObject" Target="../embeddings/oleObject519.bin"/><Relationship Id="rId24" Type="http://schemas.openxmlformats.org/officeDocument/2006/relationships/oleObject" Target="../embeddings/oleObject532.bin"/><Relationship Id="rId5" Type="http://schemas.openxmlformats.org/officeDocument/2006/relationships/oleObject" Target="../embeddings/oleObject513.bin"/><Relationship Id="rId15" Type="http://schemas.openxmlformats.org/officeDocument/2006/relationships/oleObject" Target="../embeddings/oleObject523.bin"/><Relationship Id="rId23" Type="http://schemas.openxmlformats.org/officeDocument/2006/relationships/oleObject" Target="../embeddings/oleObject531.bin"/><Relationship Id="rId10" Type="http://schemas.openxmlformats.org/officeDocument/2006/relationships/oleObject" Target="../embeddings/oleObject518.bin"/><Relationship Id="rId19" Type="http://schemas.openxmlformats.org/officeDocument/2006/relationships/oleObject" Target="../embeddings/oleObject527.bin"/><Relationship Id="rId4" Type="http://schemas.openxmlformats.org/officeDocument/2006/relationships/oleObject" Target="../embeddings/oleObject512.bin"/><Relationship Id="rId9" Type="http://schemas.openxmlformats.org/officeDocument/2006/relationships/oleObject" Target="../embeddings/oleObject517.bin"/><Relationship Id="rId14" Type="http://schemas.openxmlformats.org/officeDocument/2006/relationships/oleObject" Target="../embeddings/oleObject522.bin"/><Relationship Id="rId22" Type="http://schemas.openxmlformats.org/officeDocument/2006/relationships/oleObject" Target="../embeddings/oleObject530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4" Type="http://schemas.openxmlformats.org/officeDocument/2006/relationships/oleObject" Target="../embeddings/oleObject535.bin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1.bin"/><Relationship Id="rId3" Type="http://schemas.openxmlformats.org/officeDocument/2006/relationships/oleObject" Target="../embeddings/oleObject536.bin"/><Relationship Id="rId7" Type="http://schemas.openxmlformats.org/officeDocument/2006/relationships/oleObject" Target="../embeddings/oleObject5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539.bin"/><Relationship Id="rId5" Type="http://schemas.openxmlformats.org/officeDocument/2006/relationships/oleObject" Target="../embeddings/oleObject538.bin"/><Relationship Id="rId4" Type="http://schemas.openxmlformats.org/officeDocument/2006/relationships/oleObject" Target="../embeddings/oleObject537.bin"/><Relationship Id="rId9" Type="http://schemas.openxmlformats.org/officeDocument/2006/relationships/oleObject" Target="../embeddings/oleObject542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8.bin"/><Relationship Id="rId3" Type="http://schemas.openxmlformats.org/officeDocument/2006/relationships/oleObject" Target="../embeddings/oleObject543.bin"/><Relationship Id="rId7" Type="http://schemas.openxmlformats.org/officeDocument/2006/relationships/oleObject" Target="../embeddings/oleObject5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546.bin"/><Relationship Id="rId5" Type="http://schemas.openxmlformats.org/officeDocument/2006/relationships/oleObject" Target="../embeddings/oleObject545.bin"/><Relationship Id="rId4" Type="http://schemas.openxmlformats.org/officeDocument/2006/relationships/oleObject" Target="../embeddings/oleObject544.bin"/><Relationship Id="rId9" Type="http://schemas.openxmlformats.org/officeDocument/2006/relationships/oleObject" Target="../embeddings/oleObject549.bin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5.bin"/><Relationship Id="rId13" Type="http://schemas.openxmlformats.org/officeDocument/2006/relationships/oleObject" Target="../embeddings/oleObject560.bin"/><Relationship Id="rId18" Type="http://schemas.openxmlformats.org/officeDocument/2006/relationships/oleObject" Target="../embeddings/oleObject565.bin"/><Relationship Id="rId26" Type="http://schemas.openxmlformats.org/officeDocument/2006/relationships/oleObject" Target="../embeddings/oleObject573.bin"/><Relationship Id="rId3" Type="http://schemas.openxmlformats.org/officeDocument/2006/relationships/oleObject" Target="../embeddings/oleObject550.bin"/><Relationship Id="rId21" Type="http://schemas.openxmlformats.org/officeDocument/2006/relationships/oleObject" Target="../embeddings/oleObject568.bin"/><Relationship Id="rId7" Type="http://schemas.openxmlformats.org/officeDocument/2006/relationships/oleObject" Target="../embeddings/oleObject554.bin"/><Relationship Id="rId12" Type="http://schemas.openxmlformats.org/officeDocument/2006/relationships/oleObject" Target="../embeddings/oleObject559.bin"/><Relationship Id="rId17" Type="http://schemas.openxmlformats.org/officeDocument/2006/relationships/oleObject" Target="../embeddings/oleObject564.bin"/><Relationship Id="rId25" Type="http://schemas.openxmlformats.org/officeDocument/2006/relationships/oleObject" Target="../embeddings/oleObject57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63.bin"/><Relationship Id="rId20" Type="http://schemas.openxmlformats.org/officeDocument/2006/relationships/oleObject" Target="../embeddings/oleObject567.bin"/><Relationship Id="rId29" Type="http://schemas.openxmlformats.org/officeDocument/2006/relationships/oleObject" Target="../embeddings/oleObject576.bin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553.bin"/><Relationship Id="rId11" Type="http://schemas.openxmlformats.org/officeDocument/2006/relationships/oleObject" Target="../embeddings/oleObject558.bin"/><Relationship Id="rId24" Type="http://schemas.openxmlformats.org/officeDocument/2006/relationships/oleObject" Target="../embeddings/oleObject571.bin"/><Relationship Id="rId32" Type="http://schemas.openxmlformats.org/officeDocument/2006/relationships/oleObject" Target="../embeddings/oleObject579.bin"/><Relationship Id="rId5" Type="http://schemas.openxmlformats.org/officeDocument/2006/relationships/oleObject" Target="../embeddings/oleObject552.bin"/><Relationship Id="rId15" Type="http://schemas.openxmlformats.org/officeDocument/2006/relationships/oleObject" Target="../embeddings/oleObject562.bin"/><Relationship Id="rId23" Type="http://schemas.openxmlformats.org/officeDocument/2006/relationships/oleObject" Target="../embeddings/oleObject570.bin"/><Relationship Id="rId28" Type="http://schemas.openxmlformats.org/officeDocument/2006/relationships/oleObject" Target="../embeddings/oleObject575.bin"/><Relationship Id="rId10" Type="http://schemas.openxmlformats.org/officeDocument/2006/relationships/oleObject" Target="../embeddings/oleObject557.bin"/><Relationship Id="rId19" Type="http://schemas.openxmlformats.org/officeDocument/2006/relationships/oleObject" Target="../embeddings/oleObject566.bin"/><Relationship Id="rId31" Type="http://schemas.openxmlformats.org/officeDocument/2006/relationships/oleObject" Target="../embeddings/oleObject578.bin"/><Relationship Id="rId4" Type="http://schemas.openxmlformats.org/officeDocument/2006/relationships/oleObject" Target="../embeddings/oleObject551.bin"/><Relationship Id="rId9" Type="http://schemas.openxmlformats.org/officeDocument/2006/relationships/oleObject" Target="../embeddings/oleObject556.bin"/><Relationship Id="rId14" Type="http://schemas.openxmlformats.org/officeDocument/2006/relationships/oleObject" Target="../embeddings/oleObject561.bin"/><Relationship Id="rId22" Type="http://schemas.openxmlformats.org/officeDocument/2006/relationships/oleObject" Target="../embeddings/oleObject569.bin"/><Relationship Id="rId27" Type="http://schemas.openxmlformats.org/officeDocument/2006/relationships/oleObject" Target="../embeddings/oleObject574.bin"/><Relationship Id="rId30" Type="http://schemas.openxmlformats.org/officeDocument/2006/relationships/oleObject" Target="../embeddings/oleObject577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5.bin"/><Relationship Id="rId13" Type="http://schemas.openxmlformats.org/officeDocument/2006/relationships/oleObject" Target="../embeddings/oleObject590.bin"/><Relationship Id="rId18" Type="http://schemas.openxmlformats.org/officeDocument/2006/relationships/oleObject" Target="../embeddings/oleObject595.bin"/><Relationship Id="rId26" Type="http://schemas.openxmlformats.org/officeDocument/2006/relationships/oleObject" Target="../embeddings/oleObject603.bin"/><Relationship Id="rId39" Type="http://schemas.openxmlformats.org/officeDocument/2006/relationships/oleObject" Target="../embeddings/oleObject616.bin"/><Relationship Id="rId3" Type="http://schemas.openxmlformats.org/officeDocument/2006/relationships/oleObject" Target="../embeddings/oleObject580.bin"/><Relationship Id="rId21" Type="http://schemas.openxmlformats.org/officeDocument/2006/relationships/oleObject" Target="../embeddings/oleObject598.bin"/><Relationship Id="rId34" Type="http://schemas.openxmlformats.org/officeDocument/2006/relationships/oleObject" Target="../embeddings/oleObject611.bin"/><Relationship Id="rId7" Type="http://schemas.openxmlformats.org/officeDocument/2006/relationships/oleObject" Target="../embeddings/oleObject584.bin"/><Relationship Id="rId12" Type="http://schemas.openxmlformats.org/officeDocument/2006/relationships/oleObject" Target="../embeddings/oleObject589.bin"/><Relationship Id="rId17" Type="http://schemas.openxmlformats.org/officeDocument/2006/relationships/oleObject" Target="../embeddings/oleObject594.bin"/><Relationship Id="rId25" Type="http://schemas.openxmlformats.org/officeDocument/2006/relationships/oleObject" Target="../embeddings/oleObject602.bin"/><Relationship Id="rId33" Type="http://schemas.openxmlformats.org/officeDocument/2006/relationships/oleObject" Target="../embeddings/oleObject610.bin"/><Relationship Id="rId38" Type="http://schemas.openxmlformats.org/officeDocument/2006/relationships/oleObject" Target="../embeddings/oleObject61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93.bin"/><Relationship Id="rId20" Type="http://schemas.openxmlformats.org/officeDocument/2006/relationships/oleObject" Target="../embeddings/oleObject597.bin"/><Relationship Id="rId29" Type="http://schemas.openxmlformats.org/officeDocument/2006/relationships/oleObject" Target="../embeddings/oleObject606.bin"/><Relationship Id="rId41" Type="http://schemas.openxmlformats.org/officeDocument/2006/relationships/oleObject" Target="../embeddings/oleObject618.bin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583.bin"/><Relationship Id="rId11" Type="http://schemas.openxmlformats.org/officeDocument/2006/relationships/oleObject" Target="../embeddings/oleObject588.bin"/><Relationship Id="rId24" Type="http://schemas.openxmlformats.org/officeDocument/2006/relationships/oleObject" Target="../embeddings/oleObject601.bin"/><Relationship Id="rId32" Type="http://schemas.openxmlformats.org/officeDocument/2006/relationships/oleObject" Target="../embeddings/oleObject609.bin"/><Relationship Id="rId37" Type="http://schemas.openxmlformats.org/officeDocument/2006/relationships/oleObject" Target="../embeddings/oleObject614.bin"/><Relationship Id="rId40" Type="http://schemas.openxmlformats.org/officeDocument/2006/relationships/oleObject" Target="../embeddings/oleObject617.bin"/><Relationship Id="rId5" Type="http://schemas.openxmlformats.org/officeDocument/2006/relationships/oleObject" Target="../embeddings/oleObject582.bin"/><Relationship Id="rId15" Type="http://schemas.openxmlformats.org/officeDocument/2006/relationships/oleObject" Target="../embeddings/oleObject592.bin"/><Relationship Id="rId23" Type="http://schemas.openxmlformats.org/officeDocument/2006/relationships/oleObject" Target="../embeddings/oleObject600.bin"/><Relationship Id="rId28" Type="http://schemas.openxmlformats.org/officeDocument/2006/relationships/oleObject" Target="../embeddings/oleObject605.bin"/><Relationship Id="rId36" Type="http://schemas.openxmlformats.org/officeDocument/2006/relationships/oleObject" Target="../embeddings/oleObject613.bin"/><Relationship Id="rId10" Type="http://schemas.openxmlformats.org/officeDocument/2006/relationships/oleObject" Target="../embeddings/oleObject587.bin"/><Relationship Id="rId19" Type="http://schemas.openxmlformats.org/officeDocument/2006/relationships/oleObject" Target="../embeddings/oleObject596.bin"/><Relationship Id="rId31" Type="http://schemas.openxmlformats.org/officeDocument/2006/relationships/oleObject" Target="../embeddings/oleObject608.bin"/><Relationship Id="rId4" Type="http://schemas.openxmlformats.org/officeDocument/2006/relationships/oleObject" Target="../embeddings/oleObject581.bin"/><Relationship Id="rId9" Type="http://schemas.openxmlformats.org/officeDocument/2006/relationships/oleObject" Target="../embeddings/oleObject586.bin"/><Relationship Id="rId14" Type="http://schemas.openxmlformats.org/officeDocument/2006/relationships/oleObject" Target="../embeddings/oleObject591.bin"/><Relationship Id="rId22" Type="http://schemas.openxmlformats.org/officeDocument/2006/relationships/oleObject" Target="../embeddings/oleObject599.bin"/><Relationship Id="rId27" Type="http://schemas.openxmlformats.org/officeDocument/2006/relationships/oleObject" Target="../embeddings/oleObject604.bin"/><Relationship Id="rId30" Type="http://schemas.openxmlformats.org/officeDocument/2006/relationships/oleObject" Target="../embeddings/oleObject607.bin"/><Relationship Id="rId35" Type="http://schemas.openxmlformats.org/officeDocument/2006/relationships/oleObject" Target="../embeddings/oleObject612.bin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73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Turing’s Thesis</a:t>
            </a:r>
          </a:p>
        </p:txBody>
      </p:sp>
      <p:sp>
        <p:nvSpPr>
          <p:cNvPr id="884739" name="Rectangle 102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28A5ED5-9AD2-4259-86C5-AE6008116261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886786" name="Text Box 2"/>
          <p:cNvSpPr txBox="1">
            <a:spLocks noChangeArrowheads="1"/>
          </p:cNvSpPr>
          <p:nvPr/>
        </p:nvSpPr>
        <p:spPr bwMode="auto">
          <a:xfrm>
            <a:off x="304800" y="1474788"/>
            <a:ext cx="3600450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Turing’s thesis:</a:t>
            </a:r>
          </a:p>
        </p:txBody>
      </p:sp>
      <p:sp>
        <p:nvSpPr>
          <p:cNvPr id="886787" name="Text Box 3"/>
          <p:cNvSpPr txBox="1">
            <a:spLocks noChangeArrowheads="1"/>
          </p:cNvSpPr>
          <p:nvPr/>
        </p:nvSpPr>
        <p:spPr bwMode="auto">
          <a:xfrm>
            <a:off x="1371600" y="2590800"/>
            <a:ext cx="748506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Any computation  carried out</a:t>
            </a:r>
          </a:p>
          <a:p>
            <a:r>
              <a:rPr lang="en-US"/>
              <a:t>by mechanical means</a:t>
            </a:r>
          </a:p>
          <a:p>
            <a:r>
              <a:rPr lang="en-US"/>
              <a:t>can be performed by a Turing Machine</a:t>
            </a:r>
          </a:p>
        </p:txBody>
      </p:sp>
      <p:sp>
        <p:nvSpPr>
          <p:cNvPr id="886788" name="Text Box 4"/>
          <p:cNvSpPr txBox="1">
            <a:spLocks noChangeArrowheads="1"/>
          </p:cNvSpPr>
          <p:nvPr/>
        </p:nvSpPr>
        <p:spPr bwMode="auto">
          <a:xfrm>
            <a:off x="1524000" y="4572000"/>
            <a:ext cx="14081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C0099"/>
                </a:solidFill>
              </a:rPr>
              <a:t>(1930)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E6085A-B38D-4B97-BA2F-7B7D6E35EF9C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887810" name="Text Box 1026"/>
          <p:cNvSpPr txBox="1">
            <a:spLocks noChangeArrowheads="1"/>
          </p:cNvSpPr>
          <p:nvPr/>
        </p:nvSpPr>
        <p:spPr bwMode="auto">
          <a:xfrm>
            <a:off x="0" y="228600"/>
            <a:ext cx="45466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Computer Science Law:</a:t>
            </a:r>
          </a:p>
        </p:txBody>
      </p:sp>
      <p:sp>
        <p:nvSpPr>
          <p:cNvPr id="887811" name="Text Box 1027"/>
          <p:cNvSpPr txBox="1">
            <a:spLocks noChangeArrowheads="1"/>
          </p:cNvSpPr>
          <p:nvPr/>
        </p:nvSpPr>
        <p:spPr bwMode="auto">
          <a:xfrm>
            <a:off x="533400" y="1219200"/>
            <a:ext cx="8124340" cy="1175706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A computation is mechanical </a:t>
            </a:r>
            <a:r>
              <a:rPr lang="en-US" dirty="0" smtClean="0"/>
              <a:t>if and only if</a:t>
            </a:r>
          </a:p>
          <a:p>
            <a:r>
              <a:rPr lang="en-US" dirty="0" smtClean="0"/>
              <a:t>it </a:t>
            </a:r>
            <a:r>
              <a:rPr lang="en-US" dirty="0"/>
              <a:t>can be performed by a Turing Machine</a:t>
            </a:r>
          </a:p>
        </p:txBody>
      </p:sp>
      <p:sp>
        <p:nvSpPr>
          <p:cNvPr id="887812" name="Text Box 1028"/>
          <p:cNvSpPr txBox="1">
            <a:spLocks noChangeArrowheads="1"/>
          </p:cNvSpPr>
          <p:nvPr/>
        </p:nvSpPr>
        <p:spPr bwMode="auto">
          <a:xfrm>
            <a:off x="609600" y="3505200"/>
            <a:ext cx="77692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C0099"/>
                </a:solidFill>
              </a:rPr>
              <a:t>There is no known model of computation</a:t>
            </a:r>
          </a:p>
          <a:p>
            <a:r>
              <a:rPr lang="en-US" dirty="0">
                <a:solidFill>
                  <a:srgbClr val="CC0099"/>
                </a:solidFill>
              </a:rPr>
              <a:t>more powerful than Turing Machines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113248-D791-442E-9A20-083167B23759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888834" name="Text Box 1026"/>
          <p:cNvSpPr txBox="1">
            <a:spLocks noChangeArrowheads="1"/>
          </p:cNvSpPr>
          <p:nvPr/>
        </p:nvSpPr>
        <p:spPr bwMode="auto">
          <a:xfrm>
            <a:off x="533400" y="304800"/>
            <a:ext cx="5593198" cy="5847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Definition of </a:t>
            </a:r>
            <a:r>
              <a:rPr lang="en-US" b="1" dirty="0" smtClean="0">
                <a:solidFill>
                  <a:srgbClr val="FF0000"/>
                </a:solidFill>
              </a:rPr>
              <a:t>an Algorithm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888835" name="Text Box 1027"/>
          <p:cNvSpPr txBox="1">
            <a:spLocks noChangeArrowheads="1"/>
          </p:cNvSpPr>
          <p:nvPr/>
        </p:nvSpPr>
        <p:spPr bwMode="auto">
          <a:xfrm>
            <a:off x="685800" y="1168400"/>
            <a:ext cx="8001000" cy="1175706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An algorithm for function</a:t>
            </a:r>
          </a:p>
          <a:p>
            <a:r>
              <a:rPr lang="en-US" dirty="0"/>
              <a:t>is a </a:t>
            </a:r>
            <a:r>
              <a:rPr lang="en-US" dirty="0" smtClean="0"/>
              <a:t>Turing </a:t>
            </a:r>
            <a:r>
              <a:rPr lang="en-US" dirty="0"/>
              <a:t>Machine which computes </a:t>
            </a:r>
          </a:p>
        </p:txBody>
      </p:sp>
      <p:graphicFrame>
        <p:nvGraphicFramePr>
          <p:cNvPr id="888836" name="Object 1028"/>
          <p:cNvGraphicFramePr>
            <a:graphicFrameLocks noChangeAspect="1"/>
          </p:cNvGraphicFramePr>
          <p:nvPr/>
        </p:nvGraphicFramePr>
        <p:xfrm>
          <a:off x="5943600" y="1143000"/>
          <a:ext cx="1079500" cy="531813"/>
        </p:xfrm>
        <a:graphic>
          <a:graphicData uri="http://schemas.openxmlformats.org/presentationml/2006/ole">
            <p:oleObj spid="_x0000_s888836" name="Equation" r:id="rId3" imgW="1079280" imgH="533160" progId="Equation.3">
              <p:embed/>
            </p:oleObj>
          </a:graphicData>
        </a:graphic>
      </p:graphicFrame>
      <p:graphicFrame>
        <p:nvGraphicFramePr>
          <p:cNvPr id="888837" name="Object 1029"/>
          <p:cNvGraphicFramePr>
            <a:graphicFrameLocks noChangeAspect="1"/>
          </p:cNvGraphicFramePr>
          <p:nvPr/>
        </p:nvGraphicFramePr>
        <p:xfrm>
          <a:off x="7696200" y="1828800"/>
          <a:ext cx="1079500" cy="531813"/>
        </p:xfrm>
        <a:graphic>
          <a:graphicData uri="http://schemas.openxmlformats.org/presentationml/2006/ole">
            <p:oleObj spid="_x0000_s888837" name="Equation" r:id="rId4" imgW="107928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64AE03-35BB-4891-82EF-6909F782ADF7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889858" name="Text Box 1026"/>
          <p:cNvSpPr txBox="1">
            <a:spLocks noChangeArrowheads="1"/>
          </p:cNvSpPr>
          <p:nvPr/>
        </p:nvSpPr>
        <p:spPr bwMode="auto">
          <a:xfrm>
            <a:off x="609600" y="1447800"/>
            <a:ext cx="27606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C0099"/>
                </a:solidFill>
              </a:rPr>
              <a:t>When we say:</a:t>
            </a:r>
          </a:p>
        </p:txBody>
      </p:sp>
      <p:sp>
        <p:nvSpPr>
          <p:cNvPr id="889859" name="Text Box 1027"/>
          <p:cNvSpPr txBox="1">
            <a:spLocks noChangeArrowheads="1"/>
          </p:cNvSpPr>
          <p:nvPr/>
        </p:nvSpPr>
        <p:spPr bwMode="auto">
          <a:xfrm>
            <a:off x="2057400" y="2362200"/>
            <a:ext cx="5089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There exists an algorithm</a:t>
            </a:r>
          </a:p>
        </p:txBody>
      </p:sp>
      <p:sp>
        <p:nvSpPr>
          <p:cNvPr id="889860" name="Text Box 1028"/>
          <p:cNvSpPr txBox="1">
            <a:spLocks noChangeArrowheads="1"/>
          </p:cNvSpPr>
          <p:nvPr/>
        </p:nvSpPr>
        <p:spPr bwMode="auto">
          <a:xfrm>
            <a:off x="457200" y="457200"/>
            <a:ext cx="6462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Algorithms are Turing Machines</a:t>
            </a:r>
          </a:p>
        </p:txBody>
      </p:sp>
      <p:sp>
        <p:nvSpPr>
          <p:cNvPr id="889861" name="Text Box 1029"/>
          <p:cNvSpPr txBox="1">
            <a:spLocks noChangeArrowheads="1"/>
          </p:cNvSpPr>
          <p:nvPr/>
        </p:nvSpPr>
        <p:spPr bwMode="auto">
          <a:xfrm>
            <a:off x="685800" y="3505200"/>
            <a:ext cx="20320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C0099"/>
                </a:solidFill>
              </a:rPr>
              <a:t>We mean:</a:t>
            </a:r>
          </a:p>
        </p:txBody>
      </p:sp>
      <p:sp>
        <p:nvSpPr>
          <p:cNvPr id="889862" name="Text Box 1030"/>
          <p:cNvSpPr txBox="1">
            <a:spLocks noChangeArrowheads="1"/>
          </p:cNvSpPr>
          <p:nvPr/>
        </p:nvSpPr>
        <p:spPr bwMode="auto">
          <a:xfrm>
            <a:off x="2133600" y="4419600"/>
            <a:ext cx="59832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There exists a Turing Machine</a:t>
            </a:r>
          </a:p>
          <a:p>
            <a:r>
              <a:rPr lang="en-US" dirty="0"/>
              <a:t>that executes the algorithm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00200"/>
            <a:ext cx="7772400" cy="2438400"/>
          </a:xfrm>
        </p:spPr>
        <p:txBody>
          <a:bodyPr/>
          <a:lstStyle/>
          <a:p>
            <a:r>
              <a:rPr lang="en-US" sz="4400" dirty="0" smtClean="0"/>
              <a:t>Some Variations</a:t>
            </a:r>
            <a:r>
              <a:rPr lang="en-US" sz="4400" dirty="0"/>
              <a:t/>
            </a:r>
            <a:br>
              <a:rPr lang="en-US" sz="4400" dirty="0"/>
            </a:br>
            <a:r>
              <a:rPr lang="en-US" sz="4400" dirty="0"/>
              <a:t>of the</a:t>
            </a:r>
            <a:br>
              <a:rPr lang="en-US" sz="4400" dirty="0"/>
            </a:br>
            <a:r>
              <a:rPr lang="en-US" sz="4400" dirty="0"/>
              <a:t>Turing Machine</a:t>
            </a:r>
          </a:p>
        </p:txBody>
      </p:sp>
      <p:sp>
        <p:nvSpPr>
          <p:cNvPr id="81305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965F91-DF9E-450B-97E2-75B3A92D6054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814083" name="Rectangle 3"/>
          <p:cNvSpPr>
            <a:spLocks noChangeArrowheads="1"/>
          </p:cNvSpPr>
          <p:nvPr/>
        </p:nvSpPr>
        <p:spPr bwMode="auto">
          <a:xfrm>
            <a:off x="2133600" y="4495800"/>
            <a:ext cx="26670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4084" name="Oval 4"/>
          <p:cNvSpPr>
            <a:spLocks noChangeArrowheads="1"/>
          </p:cNvSpPr>
          <p:nvPr/>
        </p:nvSpPr>
        <p:spPr bwMode="auto">
          <a:xfrm>
            <a:off x="2438400" y="50292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4086" name="Oval 6"/>
          <p:cNvSpPr>
            <a:spLocks noChangeArrowheads="1"/>
          </p:cNvSpPr>
          <p:nvPr/>
        </p:nvSpPr>
        <p:spPr bwMode="auto">
          <a:xfrm>
            <a:off x="2971800" y="4800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4087" name="Oval 7"/>
          <p:cNvSpPr>
            <a:spLocks noChangeArrowheads="1"/>
          </p:cNvSpPr>
          <p:nvPr/>
        </p:nvSpPr>
        <p:spPr bwMode="auto">
          <a:xfrm>
            <a:off x="3962400" y="5562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4088" name="Oval 8"/>
          <p:cNvSpPr>
            <a:spLocks noChangeArrowheads="1"/>
          </p:cNvSpPr>
          <p:nvPr/>
        </p:nvSpPr>
        <p:spPr bwMode="auto">
          <a:xfrm>
            <a:off x="2971800" y="54102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4089" name="Line 9"/>
          <p:cNvSpPr>
            <a:spLocks noChangeShapeType="1"/>
          </p:cNvSpPr>
          <p:nvPr/>
        </p:nvSpPr>
        <p:spPr bwMode="auto">
          <a:xfrm>
            <a:off x="2209800" y="5181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4090" name="Line 10"/>
          <p:cNvSpPr>
            <a:spLocks noChangeShapeType="1"/>
          </p:cNvSpPr>
          <p:nvPr/>
        </p:nvSpPr>
        <p:spPr bwMode="auto">
          <a:xfrm flipV="1">
            <a:off x="2743200" y="50292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091" name="Line 11"/>
          <p:cNvSpPr>
            <a:spLocks noChangeShapeType="1"/>
          </p:cNvSpPr>
          <p:nvPr/>
        </p:nvSpPr>
        <p:spPr bwMode="auto">
          <a:xfrm>
            <a:off x="2743200" y="52578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092" name="Oval 12"/>
          <p:cNvSpPr>
            <a:spLocks noChangeArrowheads="1"/>
          </p:cNvSpPr>
          <p:nvPr/>
        </p:nvSpPr>
        <p:spPr bwMode="auto">
          <a:xfrm>
            <a:off x="3886200" y="5486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093" name="Freeform 13"/>
          <p:cNvSpPr>
            <a:spLocks/>
          </p:cNvSpPr>
          <p:nvPr/>
        </p:nvSpPr>
        <p:spPr bwMode="auto">
          <a:xfrm>
            <a:off x="3276600" y="5537200"/>
            <a:ext cx="609600" cy="342900"/>
          </a:xfrm>
          <a:custGeom>
            <a:avLst/>
            <a:gdLst/>
            <a:ahLst/>
            <a:cxnLst>
              <a:cxn ang="0">
                <a:pos x="0" y="64"/>
              </a:cxn>
              <a:cxn ang="0">
                <a:pos x="96" y="208"/>
              </a:cxn>
              <a:cxn ang="0">
                <a:pos x="192" y="16"/>
              </a:cxn>
              <a:cxn ang="0">
                <a:pos x="288" y="112"/>
              </a:cxn>
              <a:cxn ang="0">
                <a:pos x="384" y="112"/>
              </a:cxn>
            </a:cxnLst>
            <a:rect l="0" t="0" r="r" b="b"/>
            <a:pathLst>
              <a:path w="384" h="216">
                <a:moveTo>
                  <a:pt x="0" y="64"/>
                </a:moveTo>
                <a:cubicBezTo>
                  <a:pt x="32" y="140"/>
                  <a:pt x="64" y="216"/>
                  <a:pt x="96" y="208"/>
                </a:cubicBezTo>
                <a:cubicBezTo>
                  <a:pt x="128" y="200"/>
                  <a:pt x="160" y="32"/>
                  <a:pt x="192" y="16"/>
                </a:cubicBezTo>
                <a:cubicBezTo>
                  <a:pt x="224" y="0"/>
                  <a:pt x="256" y="96"/>
                  <a:pt x="288" y="112"/>
                </a:cubicBezTo>
                <a:cubicBezTo>
                  <a:pt x="320" y="128"/>
                  <a:pt x="352" y="120"/>
                  <a:pt x="384" y="11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094" name="Oval 14"/>
          <p:cNvSpPr>
            <a:spLocks noChangeArrowheads="1"/>
          </p:cNvSpPr>
          <p:nvPr/>
        </p:nvSpPr>
        <p:spPr bwMode="auto">
          <a:xfrm>
            <a:off x="3733800" y="4876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4095" name="Line 15"/>
          <p:cNvSpPr>
            <a:spLocks noChangeShapeType="1"/>
          </p:cNvSpPr>
          <p:nvPr/>
        </p:nvSpPr>
        <p:spPr bwMode="auto">
          <a:xfrm>
            <a:off x="1828800" y="1676400"/>
            <a:ext cx="579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096" name="Line 16"/>
          <p:cNvSpPr>
            <a:spLocks noChangeShapeType="1"/>
          </p:cNvSpPr>
          <p:nvPr/>
        </p:nvSpPr>
        <p:spPr bwMode="auto">
          <a:xfrm>
            <a:off x="1828800" y="2133600"/>
            <a:ext cx="579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097" name="Line 17"/>
          <p:cNvSpPr>
            <a:spLocks noChangeShapeType="1"/>
          </p:cNvSpPr>
          <p:nvPr/>
        </p:nvSpPr>
        <p:spPr bwMode="auto">
          <a:xfrm>
            <a:off x="2286000" y="1676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098" name="Line 18"/>
          <p:cNvSpPr>
            <a:spLocks noChangeShapeType="1"/>
          </p:cNvSpPr>
          <p:nvPr/>
        </p:nvSpPr>
        <p:spPr bwMode="auto">
          <a:xfrm>
            <a:off x="2667000" y="1676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099" name="Line 19"/>
          <p:cNvSpPr>
            <a:spLocks noChangeShapeType="1"/>
          </p:cNvSpPr>
          <p:nvPr/>
        </p:nvSpPr>
        <p:spPr bwMode="auto">
          <a:xfrm>
            <a:off x="3048000" y="1676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100" name="Line 20"/>
          <p:cNvSpPr>
            <a:spLocks noChangeShapeType="1"/>
          </p:cNvSpPr>
          <p:nvPr/>
        </p:nvSpPr>
        <p:spPr bwMode="auto">
          <a:xfrm>
            <a:off x="3429000" y="1676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101" name="Line 21"/>
          <p:cNvSpPr>
            <a:spLocks noChangeShapeType="1"/>
          </p:cNvSpPr>
          <p:nvPr/>
        </p:nvSpPr>
        <p:spPr bwMode="auto">
          <a:xfrm>
            <a:off x="3810000" y="1676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102" name="Line 22"/>
          <p:cNvSpPr>
            <a:spLocks noChangeShapeType="1"/>
          </p:cNvSpPr>
          <p:nvPr/>
        </p:nvSpPr>
        <p:spPr bwMode="auto">
          <a:xfrm>
            <a:off x="4191000" y="1676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103" name="Line 23"/>
          <p:cNvSpPr>
            <a:spLocks noChangeShapeType="1"/>
          </p:cNvSpPr>
          <p:nvPr/>
        </p:nvSpPr>
        <p:spPr bwMode="auto">
          <a:xfrm>
            <a:off x="4572000" y="1676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104" name="Line 24"/>
          <p:cNvSpPr>
            <a:spLocks noChangeShapeType="1"/>
          </p:cNvSpPr>
          <p:nvPr/>
        </p:nvSpPr>
        <p:spPr bwMode="auto">
          <a:xfrm>
            <a:off x="4953000" y="1676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105" name="Line 25"/>
          <p:cNvSpPr>
            <a:spLocks noChangeShapeType="1"/>
          </p:cNvSpPr>
          <p:nvPr/>
        </p:nvSpPr>
        <p:spPr bwMode="auto">
          <a:xfrm>
            <a:off x="5334000" y="1676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106" name="Line 26"/>
          <p:cNvSpPr>
            <a:spLocks noChangeShapeType="1"/>
          </p:cNvSpPr>
          <p:nvPr/>
        </p:nvSpPr>
        <p:spPr bwMode="auto">
          <a:xfrm>
            <a:off x="5715000" y="1676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107" name="Line 27"/>
          <p:cNvSpPr>
            <a:spLocks noChangeShapeType="1"/>
          </p:cNvSpPr>
          <p:nvPr/>
        </p:nvSpPr>
        <p:spPr bwMode="auto">
          <a:xfrm>
            <a:off x="6096000" y="1676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108" name="Line 28"/>
          <p:cNvSpPr>
            <a:spLocks noChangeShapeType="1"/>
          </p:cNvSpPr>
          <p:nvPr/>
        </p:nvSpPr>
        <p:spPr bwMode="auto">
          <a:xfrm>
            <a:off x="6477000" y="1676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109" name="Line 29"/>
          <p:cNvSpPr>
            <a:spLocks noChangeShapeType="1"/>
          </p:cNvSpPr>
          <p:nvPr/>
        </p:nvSpPr>
        <p:spPr bwMode="auto">
          <a:xfrm>
            <a:off x="6858000" y="1676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110" name="Line 30"/>
          <p:cNvSpPr>
            <a:spLocks noChangeShapeType="1"/>
          </p:cNvSpPr>
          <p:nvPr/>
        </p:nvSpPr>
        <p:spPr bwMode="auto">
          <a:xfrm>
            <a:off x="7239000" y="1676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113" name="Line 33"/>
          <p:cNvSpPr>
            <a:spLocks noChangeShapeType="1"/>
          </p:cNvSpPr>
          <p:nvPr/>
        </p:nvSpPr>
        <p:spPr bwMode="auto">
          <a:xfrm flipV="1">
            <a:off x="2819400" y="213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4114" name="Text Box 34"/>
          <p:cNvSpPr txBox="1">
            <a:spLocks noChangeArrowheads="1"/>
          </p:cNvSpPr>
          <p:nvPr/>
        </p:nvSpPr>
        <p:spPr bwMode="auto">
          <a:xfrm>
            <a:off x="1447800" y="2590800"/>
            <a:ext cx="35274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Read-Write Head</a:t>
            </a:r>
          </a:p>
        </p:txBody>
      </p:sp>
      <p:sp>
        <p:nvSpPr>
          <p:cNvPr id="814115" name="Text Box 35"/>
          <p:cNvSpPr txBox="1">
            <a:spLocks noChangeArrowheads="1"/>
          </p:cNvSpPr>
          <p:nvPr/>
        </p:nvSpPr>
        <p:spPr bwMode="auto">
          <a:xfrm>
            <a:off x="2133600" y="3886200"/>
            <a:ext cx="250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Control Unit</a:t>
            </a:r>
          </a:p>
        </p:txBody>
      </p:sp>
      <p:graphicFrame>
        <p:nvGraphicFramePr>
          <p:cNvPr id="814116" name="Object 36"/>
          <p:cNvGraphicFramePr>
            <a:graphicFrameLocks noChangeAspect="1"/>
          </p:cNvGraphicFramePr>
          <p:nvPr/>
        </p:nvGraphicFramePr>
        <p:xfrm>
          <a:off x="2362200" y="1752600"/>
          <a:ext cx="252413" cy="368300"/>
        </p:xfrm>
        <a:graphic>
          <a:graphicData uri="http://schemas.openxmlformats.org/presentationml/2006/ole">
            <p:oleObj spid="_x0000_s814116" name="Equation" r:id="rId3" imgW="253800" imgH="368280" progId="Equation.3">
              <p:embed/>
            </p:oleObj>
          </a:graphicData>
        </a:graphic>
      </p:graphicFrame>
      <p:graphicFrame>
        <p:nvGraphicFramePr>
          <p:cNvPr id="814117" name="Object 37"/>
          <p:cNvGraphicFramePr>
            <a:graphicFrameLocks noChangeAspect="1"/>
          </p:cNvGraphicFramePr>
          <p:nvPr/>
        </p:nvGraphicFramePr>
        <p:xfrm>
          <a:off x="1905000" y="1752600"/>
          <a:ext cx="252413" cy="368300"/>
        </p:xfrm>
        <a:graphic>
          <a:graphicData uri="http://schemas.openxmlformats.org/presentationml/2006/ole">
            <p:oleObj spid="_x0000_s814117" name="Equation" r:id="rId4" imgW="253800" imgH="368280" progId="Equation.3">
              <p:embed/>
            </p:oleObj>
          </a:graphicData>
        </a:graphic>
      </p:graphicFrame>
      <p:graphicFrame>
        <p:nvGraphicFramePr>
          <p:cNvPr id="814118" name="Object 38"/>
          <p:cNvGraphicFramePr>
            <a:graphicFrameLocks noChangeAspect="1"/>
          </p:cNvGraphicFramePr>
          <p:nvPr/>
        </p:nvGraphicFramePr>
        <p:xfrm>
          <a:off x="2743200" y="1828800"/>
          <a:ext cx="265113" cy="279400"/>
        </p:xfrm>
        <a:graphic>
          <a:graphicData uri="http://schemas.openxmlformats.org/presentationml/2006/ole">
            <p:oleObj spid="_x0000_s814118" name="Equation" r:id="rId5" imgW="266400" imgH="279360" progId="Equation.3">
              <p:embed/>
            </p:oleObj>
          </a:graphicData>
        </a:graphic>
      </p:graphicFrame>
      <p:graphicFrame>
        <p:nvGraphicFramePr>
          <p:cNvPr id="814119" name="Object 39"/>
          <p:cNvGraphicFramePr>
            <a:graphicFrameLocks noChangeAspect="1"/>
          </p:cNvGraphicFramePr>
          <p:nvPr/>
        </p:nvGraphicFramePr>
        <p:xfrm>
          <a:off x="3124200" y="1828800"/>
          <a:ext cx="265113" cy="279400"/>
        </p:xfrm>
        <a:graphic>
          <a:graphicData uri="http://schemas.openxmlformats.org/presentationml/2006/ole">
            <p:oleObj spid="_x0000_s814119" name="Equation" r:id="rId6" imgW="266400" imgH="279360" progId="Equation.3">
              <p:embed/>
            </p:oleObj>
          </a:graphicData>
        </a:graphic>
      </p:graphicFrame>
      <p:graphicFrame>
        <p:nvGraphicFramePr>
          <p:cNvPr id="814120" name="Object 40"/>
          <p:cNvGraphicFramePr>
            <a:graphicFrameLocks noChangeAspect="1"/>
          </p:cNvGraphicFramePr>
          <p:nvPr/>
        </p:nvGraphicFramePr>
        <p:xfrm>
          <a:off x="5041900" y="1828800"/>
          <a:ext cx="239713" cy="279400"/>
        </p:xfrm>
        <a:graphic>
          <a:graphicData uri="http://schemas.openxmlformats.org/presentationml/2006/ole">
            <p:oleObj spid="_x0000_s814120" name="Equation" r:id="rId7" imgW="241200" imgH="279360" progId="Equation.3">
              <p:embed/>
            </p:oleObj>
          </a:graphicData>
        </a:graphic>
      </p:graphicFrame>
      <p:graphicFrame>
        <p:nvGraphicFramePr>
          <p:cNvPr id="814121" name="Object 41"/>
          <p:cNvGraphicFramePr>
            <a:graphicFrameLocks noChangeAspect="1"/>
          </p:cNvGraphicFramePr>
          <p:nvPr/>
        </p:nvGraphicFramePr>
        <p:xfrm>
          <a:off x="6934200" y="1752600"/>
          <a:ext cx="252413" cy="368300"/>
        </p:xfrm>
        <a:graphic>
          <a:graphicData uri="http://schemas.openxmlformats.org/presentationml/2006/ole">
            <p:oleObj spid="_x0000_s814121" name="Equation" r:id="rId8" imgW="253800" imgH="368280" progId="Equation.3">
              <p:embed/>
            </p:oleObj>
          </a:graphicData>
        </a:graphic>
      </p:graphicFrame>
      <p:graphicFrame>
        <p:nvGraphicFramePr>
          <p:cNvPr id="814122" name="Object 42"/>
          <p:cNvGraphicFramePr>
            <a:graphicFrameLocks noChangeAspect="1"/>
          </p:cNvGraphicFramePr>
          <p:nvPr/>
        </p:nvGraphicFramePr>
        <p:xfrm>
          <a:off x="6553200" y="1752600"/>
          <a:ext cx="252413" cy="368300"/>
        </p:xfrm>
        <a:graphic>
          <a:graphicData uri="http://schemas.openxmlformats.org/presentationml/2006/ole">
            <p:oleObj spid="_x0000_s814122" name="Equation" r:id="rId9" imgW="253800" imgH="368280" progId="Equation.3">
              <p:embed/>
            </p:oleObj>
          </a:graphicData>
        </a:graphic>
      </p:graphicFrame>
      <p:graphicFrame>
        <p:nvGraphicFramePr>
          <p:cNvPr id="814123" name="Object 43"/>
          <p:cNvGraphicFramePr>
            <a:graphicFrameLocks noChangeAspect="1"/>
          </p:cNvGraphicFramePr>
          <p:nvPr/>
        </p:nvGraphicFramePr>
        <p:xfrm>
          <a:off x="7315200" y="1752600"/>
          <a:ext cx="252413" cy="368300"/>
        </p:xfrm>
        <a:graphic>
          <a:graphicData uri="http://schemas.openxmlformats.org/presentationml/2006/ole">
            <p:oleObj spid="_x0000_s814123" name="Equation" r:id="rId10" imgW="253800" imgH="368280" progId="Equation.3">
              <p:embed/>
            </p:oleObj>
          </a:graphicData>
        </a:graphic>
      </p:graphicFrame>
      <p:graphicFrame>
        <p:nvGraphicFramePr>
          <p:cNvPr id="814124" name="Object 44"/>
          <p:cNvGraphicFramePr>
            <a:graphicFrameLocks noChangeAspect="1"/>
          </p:cNvGraphicFramePr>
          <p:nvPr/>
        </p:nvGraphicFramePr>
        <p:xfrm>
          <a:off x="3505200" y="1752600"/>
          <a:ext cx="252413" cy="392113"/>
        </p:xfrm>
        <a:graphic>
          <a:graphicData uri="http://schemas.openxmlformats.org/presentationml/2006/ole">
            <p:oleObj spid="_x0000_s814124" name="Equation" r:id="rId11" imgW="253800" imgH="393480" progId="Equation.3">
              <p:embed/>
            </p:oleObj>
          </a:graphicData>
        </a:graphic>
      </p:graphicFrame>
      <p:graphicFrame>
        <p:nvGraphicFramePr>
          <p:cNvPr id="814125" name="Object 45"/>
          <p:cNvGraphicFramePr>
            <a:graphicFrameLocks noChangeAspect="1"/>
          </p:cNvGraphicFramePr>
          <p:nvPr/>
        </p:nvGraphicFramePr>
        <p:xfrm>
          <a:off x="3886200" y="1828800"/>
          <a:ext cx="265113" cy="279400"/>
        </p:xfrm>
        <a:graphic>
          <a:graphicData uri="http://schemas.openxmlformats.org/presentationml/2006/ole">
            <p:oleObj spid="_x0000_s814125" name="Equation" r:id="rId12" imgW="266400" imgH="279360" progId="Equation.3">
              <p:embed/>
            </p:oleObj>
          </a:graphicData>
        </a:graphic>
      </p:graphicFrame>
      <p:graphicFrame>
        <p:nvGraphicFramePr>
          <p:cNvPr id="814126" name="Object 46"/>
          <p:cNvGraphicFramePr>
            <a:graphicFrameLocks noChangeAspect="1"/>
          </p:cNvGraphicFramePr>
          <p:nvPr/>
        </p:nvGraphicFramePr>
        <p:xfrm>
          <a:off x="5791200" y="1828800"/>
          <a:ext cx="239713" cy="279400"/>
        </p:xfrm>
        <a:graphic>
          <a:graphicData uri="http://schemas.openxmlformats.org/presentationml/2006/ole">
            <p:oleObj spid="_x0000_s814126" name="Equation" r:id="rId13" imgW="241200" imgH="279360" progId="Equation.3">
              <p:embed/>
            </p:oleObj>
          </a:graphicData>
        </a:graphic>
      </p:graphicFrame>
      <p:graphicFrame>
        <p:nvGraphicFramePr>
          <p:cNvPr id="814127" name="Object 47"/>
          <p:cNvGraphicFramePr>
            <a:graphicFrameLocks noChangeAspect="1"/>
          </p:cNvGraphicFramePr>
          <p:nvPr/>
        </p:nvGraphicFramePr>
        <p:xfrm>
          <a:off x="4267200" y="1752600"/>
          <a:ext cx="252413" cy="392113"/>
        </p:xfrm>
        <a:graphic>
          <a:graphicData uri="http://schemas.openxmlformats.org/presentationml/2006/ole">
            <p:oleObj spid="_x0000_s814127" name="Equation" r:id="rId14" imgW="253800" imgH="393480" progId="Equation.3">
              <p:embed/>
            </p:oleObj>
          </a:graphicData>
        </a:graphic>
      </p:graphicFrame>
      <p:graphicFrame>
        <p:nvGraphicFramePr>
          <p:cNvPr id="814128" name="Object 48"/>
          <p:cNvGraphicFramePr>
            <a:graphicFrameLocks noChangeAspect="1"/>
          </p:cNvGraphicFramePr>
          <p:nvPr/>
        </p:nvGraphicFramePr>
        <p:xfrm>
          <a:off x="4648200" y="1752600"/>
          <a:ext cx="252413" cy="392113"/>
        </p:xfrm>
        <a:graphic>
          <a:graphicData uri="http://schemas.openxmlformats.org/presentationml/2006/ole">
            <p:oleObj spid="_x0000_s814128" name="Equation" r:id="rId15" imgW="253800" imgH="393480" progId="Equation.3">
              <p:embed/>
            </p:oleObj>
          </a:graphicData>
        </a:graphic>
      </p:graphicFrame>
      <p:graphicFrame>
        <p:nvGraphicFramePr>
          <p:cNvPr id="814129" name="Object 49"/>
          <p:cNvGraphicFramePr>
            <a:graphicFrameLocks noChangeAspect="1"/>
          </p:cNvGraphicFramePr>
          <p:nvPr/>
        </p:nvGraphicFramePr>
        <p:xfrm>
          <a:off x="5410200" y="1828800"/>
          <a:ext cx="265113" cy="279400"/>
        </p:xfrm>
        <a:graphic>
          <a:graphicData uri="http://schemas.openxmlformats.org/presentationml/2006/ole">
            <p:oleObj spid="_x0000_s814129" name="Equation" r:id="rId16" imgW="266400" imgH="279360" progId="Equation.3">
              <p:embed/>
            </p:oleObj>
          </a:graphicData>
        </a:graphic>
      </p:graphicFrame>
      <p:graphicFrame>
        <p:nvGraphicFramePr>
          <p:cNvPr id="814130" name="Object 50"/>
          <p:cNvGraphicFramePr>
            <a:graphicFrameLocks noChangeAspect="1"/>
          </p:cNvGraphicFramePr>
          <p:nvPr/>
        </p:nvGraphicFramePr>
        <p:xfrm>
          <a:off x="6172200" y="1828800"/>
          <a:ext cx="265113" cy="279400"/>
        </p:xfrm>
        <a:graphic>
          <a:graphicData uri="http://schemas.openxmlformats.org/presentationml/2006/ole">
            <p:oleObj spid="_x0000_s814130" name="Equation" r:id="rId17" imgW="266400" imgH="279360" progId="Equation.3">
              <p:embed/>
            </p:oleObj>
          </a:graphicData>
        </a:graphic>
      </p:graphicFrame>
      <p:sp>
        <p:nvSpPr>
          <p:cNvPr id="814131" name="Text Box 51"/>
          <p:cNvSpPr txBox="1">
            <a:spLocks noChangeArrowheads="1"/>
          </p:cNvSpPr>
          <p:nvPr/>
        </p:nvSpPr>
        <p:spPr bwMode="auto">
          <a:xfrm>
            <a:off x="5029200" y="5029200"/>
            <a:ext cx="27813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Deterministic</a:t>
            </a:r>
          </a:p>
        </p:txBody>
      </p:sp>
      <p:sp>
        <p:nvSpPr>
          <p:cNvPr id="814132" name="Rectangle 52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The Standard Model</a:t>
            </a:r>
          </a:p>
        </p:txBody>
      </p:sp>
      <p:sp>
        <p:nvSpPr>
          <p:cNvPr id="814133" name="Text Box 53"/>
          <p:cNvSpPr txBox="1">
            <a:spLocks noChangeArrowheads="1"/>
          </p:cNvSpPr>
          <p:nvPr/>
        </p:nvSpPr>
        <p:spPr bwMode="auto">
          <a:xfrm>
            <a:off x="822325" y="1016000"/>
            <a:ext cx="2727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Infinite Tape</a:t>
            </a:r>
          </a:p>
        </p:txBody>
      </p:sp>
      <p:sp>
        <p:nvSpPr>
          <p:cNvPr id="814134" name="Text Box 54"/>
          <p:cNvSpPr txBox="1">
            <a:spLocks noChangeArrowheads="1"/>
          </p:cNvSpPr>
          <p:nvPr/>
        </p:nvSpPr>
        <p:spPr bwMode="auto">
          <a:xfrm>
            <a:off x="5334000" y="2590800"/>
            <a:ext cx="2994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(Left or Right)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D7F79D-D24F-4EFB-832B-384BFD4D5A2A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81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305800" cy="609600"/>
          </a:xfrm>
        </p:spPr>
        <p:txBody>
          <a:bodyPr/>
          <a:lstStyle/>
          <a:p>
            <a:r>
              <a:rPr lang="en-US" dirty="0"/>
              <a:t>Variations of the Standard Model</a:t>
            </a:r>
          </a:p>
        </p:txBody>
      </p:sp>
      <p:sp>
        <p:nvSpPr>
          <p:cNvPr id="815107" name="Text Box 3"/>
          <p:cNvSpPr txBox="1">
            <a:spLocks noChangeArrowheads="1"/>
          </p:cNvSpPr>
          <p:nvPr/>
        </p:nvSpPr>
        <p:spPr bwMode="auto">
          <a:xfrm>
            <a:off x="2286000" y="2286000"/>
            <a:ext cx="4495800" cy="36576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dirty="0">
                <a:solidFill>
                  <a:srgbClr val="FF0000"/>
                </a:solidFill>
              </a:rPr>
              <a:t> Stay-Option </a:t>
            </a:r>
          </a:p>
          <a:p>
            <a:pPr>
              <a:buFontTx/>
              <a:buChar char="•"/>
            </a:pPr>
            <a:r>
              <a:rPr lang="en-US" dirty="0">
                <a:solidFill>
                  <a:srgbClr val="FF0000"/>
                </a:solidFill>
              </a:rPr>
              <a:t> Semi-Infinite Tape</a:t>
            </a:r>
          </a:p>
          <a:p>
            <a:pPr>
              <a:buFontTx/>
              <a:buChar char="•"/>
            </a:pPr>
            <a:r>
              <a:rPr lang="en-US" dirty="0">
                <a:solidFill>
                  <a:srgbClr val="FF0000"/>
                </a:solidFill>
              </a:rPr>
              <a:t> Off-Line</a:t>
            </a:r>
          </a:p>
          <a:p>
            <a:pPr>
              <a:buFontTx/>
              <a:buChar char="•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Multitape</a:t>
            </a:r>
            <a:endParaRPr lang="en-US" dirty="0">
              <a:solidFill>
                <a:srgbClr val="FF0000"/>
              </a:solidFill>
            </a:endParaRPr>
          </a:p>
          <a:p>
            <a:pPr>
              <a:buFontTx/>
              <a:buChar char="•"/>
            </a:pPr>
            <a:r>
              <a:rPr lang="en-US" dirty="0">
                <a:solidFill>
                  <a:srgbClr val="FF0000"/>
                </a:solidFill>
              </a:rPr>
              <a:t> Multidimensional</a:t>
            </a:r>
          </a:p>
          <a:p>
            <a:pPr>
              <a:buFontTx/>
              <a:buChar char="•"/>
            </a:pPr>
            <a:r>
              <a:rPr lang="en-US" dirty="0">
                <a:solidFill>
                  <a:srgbClr val="FF0000"/>
                </a:solidFill>
              </a:rPr>
              <a:t> Nondeterministic</a:t>
            </a:r>
          </a:p>
        </p:txBody>
      </p:sp>
      <p:sp>
        <p:nvSpPr>
          <p:cNvPr id="815108" name="Text Box 4"/>
          <p:cNvSpPr txBox="1">
            <a:spLocks noChangeArrowheads="1"/>
          </p:cNvSpPr>
          <p:nvPr/>
        </p:nvSpPr>
        <p:spPr bwMode="auto">
          <a:xfrm>
            <a:off x="533400" y="1295400"/>
            <a:ext cx="43116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Turing machines with: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EF0AB9-5D32-425C-BA99-EECAEFCD45B6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816131" name="Text Box 3"/>
          <p:cNvSpPr txBox="1">
            <a:spLocks noChangeArrowheads="1"/>
          </p:cNvSpPr>
          <p:nvPr/>
        </p:nvSpPr>
        <p:spPr bwMode="auto">
          <a:xfrm>
            <a:off x="1295400" y="3429000"/>
            <a:ext cx="36623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We want to prove:</a:t>
            </a:r>
          </a:p>
        </p:txBody>
      </p:sp>
      <p:sp>
        <p:nvSpPr>
          <p:cNvPr id="816132" name="Text Box 4"/>
          <p:cNvSpPr txBox="1">
            <a:spLocks noChangeArrowheads="1"/>
          </p:cNvSpPr>
          <p:nvPr/>
        </p:nvSpPr>
        <p:spPr bwMode="auto">
          <a:xfrm>
            <a:off x="1219200" y="4572000"/>
            <a:ext cx="61880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Each </a:t>
            </a:r>
            <a:r>
              <a:rPr lang="en-US" b="1" dirty="0">
                <a:solidFill>
                  <a:srgbClr val="FF0000"/>
                </a:solidFill>
              </a:rPr>
              <a:t>Class</a:t>
            </a:r>
            <a:r>
              <a:rPr lang="en-US" dirty="0"/>
              <a:t> has the same</a:t>
            </a:r>
          </a:p>
          <a:p>
            <a:r>
              <a:rPr lang="en-US" dirty="0"/>
              <a:t>power with the </a:t>
            </a:r>
            <a:r>
              <a:rPr lang="en-US" dirty="0">
                <a:solidFill>
                  <a:srgbClr val="FF0000"/>
                </a:solidFill>
              </a:rPr>
              <a:t>Standard Model</a:t>
            </a:r>
          </a:p>
        </p:txBody>
      </p:sp>
      <p:sp>
        <p:nvSpPr>
          <p:cNvPr id="816135" name="Text Box 7"/>
          <p:cNvSpPr txBox="1">
            <a:spLocks noChangeArrowheads="1"/>
          </p:cNvSpPr>
          <p:nvPr/>
        </p:nvSpPr>
        <p:spPr bwMode="auto">
          <a:xfrm>
            <a:off x="990600" y="914400"/>
            <a:ext cx="58816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The variations form different</a:t>
            </a:r>
          </a:p>
          <a:p>
            <a:r>
              <a:rPr lang="en-US" dirty="0"/>
              <a:t>Turing Machine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Classes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911594-8008-43DC-9440-64EE21B5BE12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817154" name="Text Box 2"/>
          <p:cNvSpPr txBox="1">
            <a:spLocks noChangeArrowheads="1"/>
          </p:cNvSpPr>
          <p:nvPr/>
        </p:nvSpPr>
        <p:spPr bwMode="auto">
          <a:xfrm>
            <a:off x="0" y="152400"/>
            <a:ext cx="66754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Same Power of two classes means:</a:t>
            </a:r>
          </a:p>
        </p:txBody>
      </p:sp>
      <p:sp>
        <p:nvSpPr>
          <p:cNvPr id="817167" name="Text Box 15"/>
          <p:cNvSpPr txBox="1">
            <a:spLocks noChangeArrowheads="1"/>
          </p:cNvSpPr>
          <p:nvPr/>
        </p:nvSpPr>
        <p:spPr bwMode="auto">
          <a:xfrm>
            <a:off x="762000" y="838200"/>
            <a:ext cx="77819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Both classes of Turing machines accept </a:t>
            </a:r>
          </a:p>
          <a:p>
            <a:r>
              <a:rPr lang="en-US"/>
              <a:t>the same languages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775F71-D54D-49D3-8F91-854DE10A4DC3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882690" name="Text Box 1026"/>
          <p:cNvSpPr txBox="1">
            <a:spLocks noChangeArrowheads="1"/>
          </p:cNvSpPr>
          <p:nvPr/>
        </p:nvSpPr>
        <p:spPr bwMode="auto">
          <a:xfrm>
            <a:off x="0" y="152400"/>
            <a:ext cx="66754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Same Power of two classes means:</a:t>
            </a:r>
          </a:p>
        </p:txBody>
      </p:sp>
      <p:sp>
        <p:nvSpPr>
          <p:cNvPr id="882691" name="Text Box 1027"/>
          <p:cNvSpPr txBox="1">
            <a:spLocks noChangeArrowheads="1"/>
          </p:cNvSpPr>
          <p:nvPr/>
        </p:nvSpPr>
        <p:spPr bwMode="auto">
          <a:xfrm>
            <a:off x="685800" y="990600"/>
            <a:ext cx="7197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any machine           of first class </a:t>
            </a:r>
          </a:p>
        </p:txBody>
      </p:sp>
      <p:graphicFrame>
        <p:nvGraphicFramePr>
          <p:cNvPr id="882692" name="Object 1028"/>
          <p:cNvGraphicFramePr>
            <a:graphicFrameLocks noChangeAspect="1"/>
          </p:cNvGraphicFramePr>
          <p:nvPr/>
        </p:nvGraphicFramePr>
        <p:xfrm>
          <a:off x="4114800" y="990600"/>
          <a:ext cx="646113" cy="571500"/>
        </p:xfrm>
        <a:graphic>
          <a:graphicData uri="http://schemas.openxmlformats.org/presentationml/2006/ole">
            <p:oleObj spid="_x0000_s882692" name="Equation" r:id="rId3" imgW="647640" imgH="571320" progId="Equation.3">
              <p:embed/>
            </p:oleObj>
          </a:graphicData>
        </a:graphic>
      </p:graphicFrame>
      <p:sp>
        <p:nvSpPr>
          <p:cNvPr id="882693" name="Text Box 1029"/>
          <p:cNvSpPr txBox="1">
            <a:spLocks noChangeArrowheads="1"/>
          </p:cNvSpPr>
          <p:nvPr/>
        </p:nvSpPr>
        <p:spPr bwMode="auto">
          <a:xfrm>
            <a:off x="685800" y="1905000"/>
            <a:ext cx="80089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 is a machine           of second class </a:t>
            </a:r>
          </a:p>
        </p:txBody>
      </p:sp>
      <p:graphicFrame>
        <p:nvGraphicFramePr>
          <p:cNvPr id="882694" name="Object 1030"/>
          <p:cNvGraphicFramePr>
            <a:graphicFrameLocks noChangeAspect="1"/>
          </p:cNvGraphicFramePr>
          <p:nvPr/>
        </p:nvGraphicFramePr>
        <p:xfrm>
          <a:off x="4616450" y="1879600"/>
          <a:ext cx="723900" cy="571500"/>
        </p:xfrm>
        <a:graphic>
          <a:graphicData uri="http://schemas.openxmlformats.org/presentationml/2006/ole">
            <p:oleObj spid="_x0000_s882694" name="Equation" r:id="rId4" imgW="723600" imgH="571320" progId="Equation.3">
              <p:embed/>
            </p:oleObj>
          </a:graphicData>
        </a:graphic>
      </p:graphicFrame>
      <p:sp>
        <p:nvSpPr>
          <p:cNvPr id="882695" name="Text Box 1031"/>
          <p:cNvSpPr txBox="1">
            <a:spLocks noChangeArrowheads="1"/>
          </p:cNvSpPr>
          <p:nvPr/>
        </p:nvSpPr>
        <p:spPr bwMode="auto">
          <a:xfrm>
            <a:off x="822325" y="2921000"/>
            <a:ext cx="28432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such that:      </a:t>
            </a:r>
          </a:p>
        </p:txBody>
      </p:sp>
      <p:graphicFrame>
        <p:nvGraphicFramePr>
          <p:cNvPr id="882696" name="Object 1032"/>
          <p:cNvGraphicFramePr>
            <a:graphicFrameLocks noChangeAspect="1"/>
          </p:cNvGraphicFramePr>
          <p:nvPr/>
        </p:nvGraphicFramePr>
        <p:xfrm>
          <a:off x="3257550" y="2946400"/>
          <a:ext cx="3289300" cy="571500"/>
        </p:xfrm>
        <a:graphic>
          <a:graphicData uri="http://schemas.openxmlformats.org/presentationml/2006/ole">
            <p:oleObj spid="_x0000_s882696" name="Equation" r:id="rId5" imgW="3288960" imgH="571320" progId="Equation.3">
              <p:embed/>
            </p:oleObj>
          </a:graphicData>
        </a:graphic>
      </p:graphicFrame>
      <p:sp>
        <p:nvSpPr>
          <p:cNvPr id="882697" name="Text Box 1033"/>
          <p:cNvSpPr txBox="1">
            <a:spLocks noChangeArrowheads="1"/>
          </p:cNvSpPr>
          <p:nvPr/>
        </p:nvSpPr>
        <p:spPr bwMode="auto">
          <a:xfrm>
            <a:off x="2819400" y="3962400"/>
            <a:ext cx="29908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And vice-versa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75737AA-789F-40A6-8795-071A057B96DC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818178" name="Text Box 2"/>
          <p:cNvSpPr txBox="1">
            <a:spLocks noChangeArrowheads="1"/>
          </p:cNvSpPr>
          <p:nvPr/>
        </p:nvSpPr>
        <p:spPr bwMode="auto">
          <a:xfrm>
            <a:off x="2438400" y="228600"/>
            <a:ext cx="6359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technique to prove same power</a:t>
            </a:r>
          </a:p>
        </p:txBody>
      </p:sp>
      <p:sp>
        <p:nvSpPr>
          <p:cNvPr id="818179" name="Text Box 3"/>
          <p:cNvSpPr txBox="1">
            <a:spLocks noChangeArrowheads="1"/>
          </p:cNvSpPr>
          <p:nvPr/>
        </p:nvSpPr>
        <p:spPr bwMode="auto">
          <a:xfrm>
            <a:off x="0" y="228600"/>
            <a:ext cx="2354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Simulation:</a:t>
            </a:r>
          </a:p>
        </p:txBody>
      </p:sp>
      <p:sp>
        <p:nvSpPr>
          <p:cNvPr id="818180" name="Text Box 4"/>
          <p:cNvSpPr txBox="1">
            <a:spLocks noChangeArrowheads="1"/>
          </p:cNvSpPr>
          <p:nvPr/>
        </p:nvSpPr>
        <p:spPr bwMode="auto">
          <a:xfrm>
            <a:off x="1295400" y="1219200"/>
            <a:ext cx="66373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Simulate</a:t>
            </a:r>
            <a:r>
              <a:rPr lang="en-US"/>
              <a:t> the machine of one class</a:t>
            </a:r>
          </a:p>
          <a:p>
            <a:r>
              <a:rPr lang="en-US"/>
              <a:t>with a machine of the other class</a:t>
            </a:r>
          </a:p>
        </p:txBody>
      </p:sp>
      <p:sp>
        <p:nvSpPr>
          <p:cNvPr id="818182" name="Rectangle 6"/>
          <p:cNvSpPr>
            <a:spLocks noChangeArrowheads="1"/>
          </p:cNvSpPr>
          <p:nvPr/>
        </p:nvSpPr>
        <p:spPr bwMode="auto">
          <a:xfrm>
            <a:off x="685800" y="5105400"/>
            <a:ext cx="24384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8185" name="Text Box 9"/>
          <p:cNvSpPr txBox="1">
            <a:spLocks noChangeArrowheads="1"/>
          </p:cNvSpPr>
          <p:nvPr/>
        </p:nvSpPr>
        <p:spPr bwMode="auto">
          <a:xfrm>
            <a:off x="228600" y="3886200"/>
            <a:ext cx="33623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u="sng">
                <a:solidFill>
                  <a:srgbClr val="FF3399"/>
                </a:solidFill>
              </a:rPr>
              <a:t>First Class</a:t>
            </a:r>
          </a:p>
          <a:p>
            <a:pPr algn="ctr"/>
            <a:r>
              <a:rPr lang="en-US">
                <a:solidFill>
                  <a:srgbClr val="FF3399"/>
                </a:solidFill>
              </a:rPr>
              <a:t>Original Machine</a:t>
            </a:r>
          </a:p>
        </p:txBody>
      </p:sp>
      <p:graphicFrame>
        <p:nvGraphicFramePr>
          <p:cNvPr id="818187" name="Object 11"/>
          <p:cNvGraphicFramePr>
            <a:graphicFrameLocks noChangeAspect="1"/>
          </p:cNvGraphicFramePr>
          <p:nvPr/>
        </p:nvGraphicFramePr>
        <p:xfrm>
          <a:off x="1644650" y="5384800"/>
          <a:ext cx="646113" cy="571500"/>
        </p:xfrm>
        <a:graphic>
          <a:graphicData uri="http://schemas.openxmlformats.org/presentationml/2006/ole">
            <p:oleObj spid="_x0000_s818187" name="Equation" r:id="rId3" imgW="647640" imgH="571320" progId="Equation.3">
              <p:embed/>
            </p:oleObj>
          </a:graphicData>
        </a:graphic>
      </p:graphicFrame>
      <p:sp>
        <p:nvSpPr>
          <p:cNvPr id="818188" name="Rectangle 12"/>
          <p:cNvSpPr>
            <a:spLocks noChangeArrowheads="1"/>
          </p:cNvSpPr>
          <p:nvPr/>
        </p:nvSpPr>
        <p:spPr bwMode="auto">
          <a:xfrm>
            <a:off x="5562600" y="4419600"/>
            <a:ext cx="2895600" cy="2209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8189" name="Rectangle 13"/>
          <p:cNvSpPr>
            <a:spLocks noChangeArrowheads="1"/>
          </p:cNvSpPr>
          <p:nvPr/>
        </p:nvSpPr>
        <p:spPr bwMode="auto">
          <a:xfrm>
            <a:off x="5867400" y="5105400"/>
            <a:ext cx="24384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18190" name="Object 14"/>
          <p:cNvGraphicFramePr>
            <a:graphicFrameLocks noChangeAspect="1"/>
          </p:cNvGraphicFramePr>
          <p:nvPr/>
        </p:nvGraphicFramePr>
        <p:xfrm>
          <a:off x="6827838" y="5384800"/>
          <a:ext cx="644525" cy="571500"/>
        </p:xfrm>
        <a:graphic>
          <a:graphicData uri="http://schemas.openxmlformats.org/presentationml/2006/ole">
            <p:oleObj spid="_x0000_s818190" name="Equation" r:id="rId4" imgW="647640" imgH="571320" progId="Equation.3">
              <p:embed/>
            </p:oleObj>
          </a:graphicData>
        </a:graphic>
      </p:graphicFrame>
      <p:graphicFrame>
        <p:nvGraphicFramePr>
          <p:cNvPr id="818193" name="Object 17"/>
          <p:cNvGraphicFramePr>
            <a:graphicFrameLocks noChangeAspect="1"/>
          </p:cNvGraphicFramePr>
          <p:nvPr/>
        </p:nvGraphicFramePr>
        <p:xfrm>
          <a:off x="6711950" y="4470400"/>
          <a:ext cx="723900" cy="571500"/>
        </p:xfrm>
        <a:graphic>
          <a:graphicData uri="http://schemas.openxmlformats.org/presentationml/2006/ole">
            <p:oleObj spid="_x0000_s818193" name="Equation" r:id="rId5" imgW="723600" imgH="571320" progId="Equation.3">
              <p:embed/>
            </p:oleObj>
          </a:graphicData>
        </a:graphic>
      </p:graphicFrame>
      <p:sp>
        <p:nvSpPr>
          <p:cNvPr id="818194" name="Text Box 18"/>
          <p:cNvSpPr txBox="1">
            <a:spLocks noChangeArrowheads="1"/>
          </p:cNvSpPr>
          <p:nvPr/>
        </p:nvSpPr>
        <p:spPr bwMode="auto">
          <a:xfrm>
            <a:off x="5029200" y="3124200"/>
            <a:ext cx="38433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    </a:t>
            </a:r>
            <a:r>
              <a:rPr lang="en-US" u="sng">
                <a:solidFill>
                  <a:srgbClr val="FF3399"/>
                </a:solidFill>
              </a:rPr>
              <a:t>Second Class</a:t>
            </a:r>
          </a:p>
          <a:p>
            <a:r>
              <a:rPr lang="en-US">
                <a:solidFill>
                  <a:srgbClr val="FF3399"/>
                </a:solidFill>
              </a:rPr>
              <a:t>Simulation Machine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65359D-1C53-442D-A76C-A95CB135DCF3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820227" name="Text Box 3"/>
          <p:cNvSpPr txBox="1">
            <a:spLocks noChangeArrowheads="1"/>
          </p:cNvSpPr>
          <p:nvPr/>
        </p:nvSpPr>
        <p:spPr bwMode="auto">
          <a:xfrm>
            <a:off x="762000" y="609600"/>
            <a:ext cx="745966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Configurations in the Original Machine</a:t>
            </a:r>
          </a:p>
          <a:p>
            <a:r>
              <a:rPr lang="en-US" dirty="0"/>
              <a:t>correspond to configurations </a:t>
            </a:r>
          </a:p>
          <a:p>
            <a:r>
              <a:rPr lang="en-US" dirty="0"/>
              <a:t>in the Simulation Machine</a:t>
            </a:r>
          </a:p>
        </p:txBody>
      </p:sp>
      <p:graphicFrame>
        <p:nvGraphicFramePr>
          <p:cNvPr id="820228" name="Object 4"/>
          <p:cNvGraphicFramePr>
            <a:graphicFrameLocks noChangeAspect="1"/>
          </p:cNvGraphicFramePr>
          <p:nvPr/>
        </p:nvGraphicFramePr>
        <p:xfrm>
          <a:off x="4114800" y="3429000"/>
          <a:ext cx="4394200" cy="582613"/>
        </p:xfrm>
        <a:graphic>
          <a:graphicData uri="http://schemas.openxmlformats.org/presentationml/2006/ole">
            <p:oleObj spid="_x0000_s820228" name="Equation" r:id="rId3" imgW="4394160" imgH="583920" progId="Equation.3">
              <p:embed/>
            </p:oleObj>
          </a:graphicData>
        </a:graphic>
      </p:graphicFrame>
      <p:sp>
        <p:nvSpPr>
          <p:cNvPr id="820229" name="Text Box 5"/>
          <p:cNvSpPr txBox="1">
            <a:spLocks noChangeArrowheads="1"/>
          </p:cNvSpPr>
          <p:nvPr/>
        </p:nvSpPr>
        <p:spPr bwMode="auto">
          <a:xfrm>
            <a:off x="457200" y="3352800"/>
            <a:ext cx="3484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Original Machine:</a:t>
            </a:r>
          </a:p>
        </p:txBody>
      </p:sp>
      <p:sp>
        <p:nvSpPr>
          <p:cNvPr id="820231" name="Text Box 7"/>
          <p:cNvSpPr txBox="1">
            <a:spLocks noChangeArrowheads="1"/>
          </p:cNvSpPr>
          <p:nvPr/>
        </p:nvSpPr>
        <p:spPr bwMode="auto">
          <a:xfrm>
            <a:off x="0" y="5410200"/>
            <a:ext cx="39655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Simulation Machine:</a:t>
            </a:r>
          </a:p>
        </p:txBody>
      </p:sp>
      <p:graphicFrame>
        <p:nvGraphicFramePr>
          <p:cNvPr id="820232" name="Object 8"/>
          <p:cNvGraphicFramePr>
            <a:graphicFrameLocks noChangeAspect="1"/>
          </p:cNvGraphicFramePr>
          <p:nvPr/>
        </p:nvGraphicFramePr>
        <p:xfrm>
          <a:off x="4114800" y="5029200"/>
          <a:ext cx="4597400" cy="1003300"/>
        </p:xfrm>
        <a:graphic>
          <a:graphicData uri="http://schemas.openxmlformats.org/presentationml/2006/ole">
            <p:oleObj spid="_x0000_s820232" name="Equation" r:id="rId4" imgW="4597200" imgH="1002960" progId="Equation.3">
              <p:embed/>
            </p:oleObj>
          </a:graphicData>
        </a:graphic>
      </p:graphicFrame>
      <p:sp>
        <p:nvSpPr>
          <p:cNvPr id="820233" name="Line 9"/>
          <p:cNvSpPr>
            <a:spLocks noChangeShapeType="1"/>
          </p:cNvSpPr>
          <p:nvPr/>
        </p:nvSpPr>
        <p:spPr bwMode="auto">
          <a:xfrm>
            <a:off x="4343400" y="4267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0234" name="Line 10"/>
          <p:cNvSpPr>
            <a:spLocks noChangeShapeType="1"/>
          </p:cNvSpPr>
          <p:nvPr/>
        </p:nvSpPr>
        <p:spPr bwMode="auto">
          <a:xfrm>
            <a:off x="5562600" y="4267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0236" name="Line 12"/>
          <p:cNvSpPr>
            <a:spLocks noChangeShapeType="1"/>
          </p:cNvSpPr>
          <p:nvPr/>
        </p:nvSpPr>
        <p:spPr bwMode="auto">
          <a:xfrm>
            <a:off x="8229600" y="4267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E175E6-E000-4C1D-B77B-090DE5C15251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827394" name="Text Box 2"/>
          <p:cNvSpPr txBox="1">
            <a:spLocks noChangeArrowheads="1"/>
          </p:cNvSpPr>
          <p:nvPr/>
        </p:nvSpPr>
        <p:spPr bwMode="auto">
          <a:xfrm>
            <a:off x="3200400" y="4343400"/>
            <a:ext cx="500856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Simulation Machine</a:t>
            </a:r>
          </a:p>
          <a:p>
            <a:r>
              <a:rPr lang="en-US"/>
              <a:t>and the Original Machine</a:t>
            </a:r>
          </a:p>
          <a:p>
            <a:r>
              <a:rPr lang="en-US"/>
              <a:t>accept the same language</a:t>
            </a:r>
          </a:p>
        </p:txBody>
      </p:sp>
      <p:graphicFrame>
        <p:nvGraphicFramePr>
          <p:cNvPr id="827395" name="Object 3"/>
          <p:cNvGraphicFramePr>
            <a:graphicFrameLocks noChangeAspect="1"/>
          </p:cNvGraphicFramePr>
          <p:nvPr/>
        </p:nvGraphicFramePr>
        <p:xfrm>
          <a:off x="5791200" y="838200"/>
          <a:ext cx="544513" cy="609600"/>
        </p:xfrm>
        <a:graphic>
          <a:graphicData uri="http://schemas.openxmlformats.org/presentationml/2006/ole">
            <p:oleObj spid="_x0000_s827395" name="Equation" r:id="rId3" imgW="545760" imgH="609480" progId="Equation.3">
              <p:embed/>
            </p:oleObj>
          </a:graphicData>
        </a:graphic>
      </p:graphicFrame>
      <p:sp>
        <p:nvSpPr>
          <p:cNvPr id="827396" name="Text Box 4"/>
          <p:cNvSpPr txBox="1">
            <a:spLocks noChangeArrowheads="1"/>
          </p:cNvSpPr>
          <p:nvPr/>
        </p:nvSpPr>
        <p:spPr bwMode="auto">
          <a:xfrm>
            <a:off x="457200" y="838200"/>
            <a:ext cx="3484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Original Machine:</a:t>
            </a:r>
          </a:p>
        </p:txBody>
      </p:sp>
      <p:sp>
        <p:nvSpPr>
          <p:cNvPr id="827397" name="Text Box 5"/>
          <p:cNvSpPr txBox="1">
            <a:spLocks noChangeArrowheads="1"/>
          </p:cNvSpPr>
          <p:nvPr/>
        </p:nvSpPr>
        <p:spPr bwMode="auto">
          <a:xfrm>
            <a:off x="609600" y="2895600"/>
            <a:ext cx="39655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3399"/>
                </a:solidFill>
              </a:rPr>
              <a:t>Simulation Machine:</a:t>
            </a:r>
          </a:p>
        </p:txBody>
      </p:sp>
      <p:graphicFrame>
        <p:nvGraphicFramePr>
          <p:cNvPr id="827398" name="Object 6"/>
          <p:cNvGraphicFramePr>
            <a:graphicFrameLocks noChangeAspect="1"/>
          </p:cNvGraphicFramePr>
          <p:nvPr/>
        </p:nvGraphicFramePr>
        <p:xfrm>
          <a:off x="5740400" y="2984500"/>
          <a:ext cx="595313" cy="660400"/>
        </p:xfrm>
        <a:graphic>
          <a:graphicData uri="http://schemas.openxmlformats.org/presentationml/2006/ole">
            <p:oleObj spid="_x0000_s827398" name="Equation" r:id="rId4" imgW="596880" imgH="660240" progId="Equation.3">
              <p:embed/>
            </p:oleObj>
          </a:graphicData>
        </a:graphic>
      </p:graphicFrame>
      <p:sp>
        <p:nvSpPr>
          <p:cNvPr id="827400" name="Line 8"/>
          <p:cNvSpPr>
            <a:spLocks noChangeShapeType="1"/>
          </p:cNvSpPr>
          <p:nvPr/>
        </p:nvSpPr>
        <p:spPr bwMode="auto">
          <a:xfrm>
            <a:off x="6070600" y="17145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7402" name="Text Box 10"/>
          <p:cNvSpPr txBox="1">
            <a:spLocks noChangeArrowheads="1"/>
          </p:cNvSpPr>
          <p:nvPr/>
        </p:nvSpPr>
        <p:spPr bwMode="auto">
          <a:xfrm>
            <a:off x="4419600" y="0"/>
            <a:ext cx="37544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Final Configuration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AB8D0A-CEA7-4A0D-A1CE-4B9E3E0D22DD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82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05800" cy="609600"/>
          </a:xfrm>
        </p:spPr>
        <p:txBody>
          <a:bodyPr/>
          <a:lstStyle/>
          <a:p>
            <a:r>
              <a:rPr lang="en-US" dirty="0"/>
              <a:t>Turing Machines with Stay-Option</a:t>
            </a:r>
          </a:p>
        </p:txBody>
      </p:sp>
      <p:sp>
        <p:nvSpPr>
          <p:cNvPr id="821251" name="Text Box 3"/>
          <p:cNvSpPr txBox="1">
            <a:spLocks noChangeArrowheads="1"/>
          </p:cNvSpPr>
          <p:nvPr/>
        </p:nvSpPr>
        <p:spPr bwMode="auto">
          <a:xfrm>
            <a:off x="762000" y="1828800"/>
            <a:ext cx="75152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The head can stay in the same position</a:t>
            </a:r>
          </a:p>
        </p:txBody>
      </p:sp>
      <p:sp>
        <p:nvSpPr>
          <p:cNvPr id="821263" name="Line 15"/>
          <p:cNvSpPr>
            <a:spLocks noChangeShapeType="1"/>
          </p:cNvSpPr>
          <p:nvPr/>
        </p:nvSpPr>
        <p:spPr bwMode="auto">
          <a:xfrm>
            <a:off x="1143000" y="3733800"/>
            <a:ext cx="579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1264" name="Line 16"/>
          <p:cNvSpPr>
            <a:spLocks noChangeShapeType="1"/>
          </p:cNvSpPr>
          <p:nvPr/>
        </p:nvSpPr>
        <p:spPr bwMode="auto">
          <a:xfrm>
            <a:off x="1143000" y="4191000"/>
            <a:ext cx="579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1265" name="Line 17"/>
          <p:cNvSpPr>
            <a:spLocks noChangeShapeType="1"/>
          </p:cNvSpPr>
          <p:nvPr/>
        </p:nvSpPr>
        <p:spPr bwMode="auto">
          <a:xfrm>
            <a:off x="16002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1266" name="Line 18"/>
          <p:cNvSpPr>
            <a:spLocks noChangeShapeType="1"/>
          </p:cNvSpPr>
          <p:nvPr/>
        </p:nvSpPr>
        <p:spPr bwMode="auto">
          <a:xfrm>
            <a:off x="19812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1267" name="Line 19"/>
          <p:cNvSpPr>
            <a:spLocks noChangeShapeType="1"/>
          </p:cNvSpPr>
          <p:nvPr/>
        </p:nvSpPr>
        <p:spPr bwMode="auto">
          <a:xfrm>
            <a:off x="23622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1268" name="Line 20"/>
          <p:cNvSpPr>
            <a:spLocks noChangeShapeType="1"/>
          </p:cNvSpPr>
          <p:nvPr/>
        </p:nvSpPr>
        <p:spPr bwMode="auto">
          <a:xfrm>
            <a:off x="27432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1269" name="Line 21"/>
          <p:cNvSpPr>
            <a:spLocks noChangeShapeType="1"/>
          </p:cNvSpPr>
          <p:nvPr/>
        </p:nvSpPr>
        <p:spPr bwMode="auto">
          <a:xfrm>
            <a:off x="31242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1270" name="Line 22"/>
          <p:cNvSpPr>
            <a:spLocks noChangeShapeType="1"/>
          </p:cNvSpPr>
          <p:nvPr/>
        </p:nvSpPr>
        <p:spPr bwMode="auto">
          <a:xfrm>
            <a:off x="35052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1271" name="Line 23"/>
          <p:cNvSpPr>
            <a:spLocks noChangeShapeType="1"/>
          </p:cNvSpPr>
          <p:nvPr/>
        </p:nvSpPr>
        <p:spPr bwMode="auto">
          <a:xfrm>
            <a:off x="38862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1272" name="Line 24"/>
          <p:cNvSpPr>
            <a:spLocks noChangeShapeType="1"/>
          </p:cNvSpPr>
          <p:nvPr/>
        </p:nvSpPr>
        <p:spPr bwMode="auto">
          <a:xfrm>
            <a:off x="42672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1273" name="Line 25"/>
          <p:cNvSpPr>
            <a:spLocks noChangeShapeType="1"/>
          </p:cNvSpPr>
          <p:nvPr/>
        </p:nvSpPr>
        <p:spPr bwMode="auto">
          <a:xfrm>
            <a:off x="46482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1274" name="Line 26"/>
          <p:cNvSpPr>
            <a:spLocks noChangeShapeType="1"/>
          </p:cNvSpPr>
          <p:nvPr/>
        </p:nvSpPr>
        <p:spPr bwMode="auto">
          <a:xfrm>
            <a:off x="50292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1275" name="Line 27"/>
          <p:cNvSpPr>
            <a:spLocks noChangeShapeType="1"/>
          </p:cNvSpPr>
          <p:nvPr/>
        </p:nvSpPr>
        <p:spPr bwMode="auto">
          <a:xfrm>
            <a:off x="54102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1276" name="Line 28"/>
          <p:cNvSpPr>
            <a:spLocks noChangeShapeType="1"/>
          </p:cNvSpPr>
          <p:nvPr/>
        </p:nvSpPr>
        <p:spPr bwMode="auto">
          <a:xfrm>
            <a:off x="57912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1277" name="Line 29"/>
          <p:cNvSpPr>
            <a:spLocks noChangeShapeType="1"/>
          </p:cNvSpPr>
          <p:nvPr/>
        </p:nvSpPr>
        <p:spPr bwMode="auto">
          <a:xfrm>
            <a:off x="61722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1278" name="Line 30"/>
          <p:cNvSpPr>
            <a:spLocks noChangeShapeType="1"/>
          </p:cNvSpPr>
          <p:nvPr/>
        </p:nvSpPr>
        <p:spPr bwMode="auto">
          <a:xfrm>
            <a:off x="6553200" y="373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1279" name="Line 31"/>
          <p:cNvSpPr>
            <a:spLocks noChangeShapeType="1"/>
          </p:cNvSpPr>
          <p:nvPr/>
        </p:nvSpPr>
        <p:spPr bwMode="auto">
          <a:xfrm flipV="1">
            <a:off x="2133600" y="4191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90880" name="Object 0"/>
          <p:cNvGraphicFramePr>
            <a:graphicFrameLocks noChangeAspect="1"/>
          </p:cNvGraphicFramePr>
          <p:nvPr/>
        </p:nvGraphicFramePr>
        <p:xfrm>
          <a:off x="1676400" y="3810000"/>
          <a:ext cx="252413" cy="368300"/>
        </p:xfrm>
        <a:graphic>
          <a:graphicData uri="http://schemas.openxmlformats.org/presentationml/2006/ole">
            <p:oleObj spid="_x0000_s890880" name="Equation" r:id="rId3" imgW="253800" imgH="368280" progId="Equation.3">
              <p:embed/>
            </p:oleObj>
          </a:graphicData>
        </a:graphic>
      </p:graphicFrame>
      <p:graphicFrame>
        <p:nvGraphicFramePr>
          <p:cNvPr id="890881" name="Object 1"/>
          <p:cNvGraphicFramePr>
            <a:graphicFrameLocks noChangeAspect="1"/>
          </p:cNvGraphicFramePr>
          <p:nvPr/>
        </p:nvGraphicFramePr>
        <p:xfrm>
          <a:off x="1219200" y="3810000"/>
          <a:ext cx="252413" cy="368300"/>
        </p:xfrm>
        <a:graphic>
          <a:graphicData uri="http://schemas.openxmlformats.org/presentationml/2006/ole">
            <p:oleObj spid="_x0000_s890881" name="Equation" r:id="rId4" imgW="253800" imgH="368280" progId="Equation.3">
              <p:embed/>
            </p:oleObj>
          </a:graphicData>
        </a:graphic>
      </p:graphicFrame>
      <p:graphicFrame>
        <p:nvGraphicFramePr>
          <p:cNvPr id="890882" name="Object 2"/>
          <p:cNvGraphicFramePr>
            <a:graphicFrameLocks noChangeAspect="1"/>
          </p:cNvGraphicFramePr>
          <p:nvPr/>
        </p:nvGraphicFramePr>
        <p:xfrm>
          <a:off x="2057400" y="3886200"/>
          <a:ext cx="265113" cy="279400"/>
        </p:xfrm>
        <a:graphic>
          <a:graphicData uri="http://schemas.openxmlformats.org/presentationml/2006/ole">
            <p:oleObj spid="_x0000_s890882" name="Equation" r:id="rId5" imgW="266400" imgH="279360" progId="Equation.3">
              <p:embed/>
            </p:oleObj>
          </a:graphicData>
        </a:graphic>
      </p:graphicFrame>
      <p:graphicFrame>
        <p:nvGraphicFramePr>
          <p:cNvPr id="890883" name="Object 3"/>
          <p:cNvGraphicFramePr>
            <a:graphicFrameLocks noChangeAspect="1"/>
          </p:cNvGraphicFramePr>
          <p:nvPr/>
        </p:nvGraphicFramePr>
        <p:xfrm>
          <a:off x="2438400" y="3886200"/>
          <a:ext cx="265113" cy="279400"/>
        </p:xfrm>
        <a:graphic>
          <a:graphicData uri="http://schemas.openxmlformats.org/presentationml/2006/ole">
            <p:oleObj spid="_x0000_s890883" name="Equation" r:id="rId6" imgW="266400" imgH="279360" progId="Equation.3">
              <p:embed/>
            </p:oleObj>
          </a:graphicData>
        </a:graphic>
      </p:graphicFrame>
      <p:graphicFrame>
        <p:nvGraphicFramePr>
          <p:cNvPr id="890884" name="Object 4"/>
          <p:cNvGraphicFramePr>
            <a:graphicFrameLocks noChangeAspect="1"/>
          </p:cNvGraphicFramePr>
          <p:nvPr/>
        </p:nvGraphicFramePr>
        <p:xfrm>
          <a:off x="4356100" y="3886200"/>
          <a:ext cx="239713" cy="279400"/>
        </p:xfrm>
        <a:graphic>
          <a:graphicData uri="http://schemas.openxmlformats.org/presentationml/2006/ole">
            <p:oleObj spid="_x0000_s890884" name="Equation" r:id="rId7" imgW="241200" imgH="279360" progId="Equation.3">
              <p:embed/>
            </p:oleObj>
          </a:graphicData>
        </a:graphic>
      </p:graphicFrame>
      <p:graphicFrame>
        <p:nvGraphicFramePr>
          <p:cNvPr id="890885" name="Object 5"/>
          <p:cNvGraphicFramePr>
            <a:graphicFrameLocks noChangeAspect="1"/>
          </p:cNvGraphicFramePr>
          <p:nvPr/>
        </p:nvGraphicFramePr>
        <p:xfrm>
          <a:off x="6248400" y="3810000"/>
          <a:ext cx="252413" cy="368300"/>
        </p:xfrm>
        <a:graphic>
          <a:graphicData uri="http://schemas.openxmlformats.org/presentationml/2006/ole">
            <p:oleObj spid="_x0000_s890885" name="Equation" r:id="rId8" imgW="253800" imgH="368280" progId="Equation.3">
              <p:embed/>
            </p:oleObj>
          </a:graphicData>
        </a:graphic>
      </p:graphicFrame>
      <p:graphicFrame>
        <p:nvGraphicFramePr>
          <p:cNvPr id="890886" name="Object 6"/>
          <p:cNvGraphicFramePr>
            <a:graphicFrameLocks noChangeAspect="1"/>
          </p:cNvGraphicFramePr>
          <p:nvPr/>
        </p:nvGraphicFramePr>
        <p:xfrm>
          <a:off x="5867400" y="3810000"/>
          <a:ext cx="252413" cy="368300"/>
        </p:xfrm>
        <a:graphic>
          <a:graphicData uri="http://schemas.openxmlformats.org/presentationml/2006/ole">
            <p:oleObj spid="_x0000_s890886" name="Equation" r:id="rId9" imgW="253800" imgH="368280" progId="Equation.3">
              <p:embed/>
            </p:oleObj>
          </a:graphicData>
        </a:graphic>
      </p:graphicFrame>
      <p:graphicFrame>
        <p:nvGraphicFramePr>
          <p:cNvPr id="890887" name="Object 7"/>
          <p:cNvGraphicFramePr>
            <a:graphicFrameLocks noChangeAspect="1"/>
          </p:cNvGraphicFramePr>
          <p:nvPr/>
        </p:nvGraphicFramePr>
        <p:xfrm>
          <a:off x="6629400" y="3810000"/>
          <a:ext cx="252413" cy="368300"/>
        </p:xfrm>
        <a:graphic>
          <a:graphicData uri="http://schemas.openxmlformats.org/presentationml/2006/ole">
            <p:oleObj spid="_x0000_s890887" name="Equation" r:id="rId10" imgW="253800" imgH="368280" progId="Equation.3">
              <p:embed/>
            </p:oleObj>
          </a:graphicData>
        </a:graphic>
      </p:graphicFrame>
      <p:graphicFrame>
        <p:nvGraphicFramePr>
          <p:cNvPr id="890888" name="Object 8"/>
          <p:cNvGraphicFramePr>
            <a:graphicFrameLocks noChangeAspect="1"/>
          </p:cNvGraphicFramePr>
          <p:nvPr/>
        </p:nvGraphicFramePr>
        <p:xfrm>
          <a:off x="2819400" y="3810000"/>
          <a:ext cx="252413" cy="392113"/>
        </p:xfrm>
        <a:graphic>
          <a:graphicData uri="http://schemas.openxmlformats.org/presentationml/2006/ole">
            <p:oleObj spid="_x0000_s890888" name="Equation" r:id="rId11" imgW="253800" imgH="393480" progId="Equation.3">
              <p:embed/>
            </p:oleObj>
          </a:graphicData>
        </a:graphic>
      </p:graphicFrame>
      <p:graphicFrame>
        <p:nvGraphicFramePr>
          <p:cNvPr id="890889" name="Object 9"/>
          <p:cNvGraphicFramePr>
            <a:graphicFrameLocks noChangeAspect="1"/>
          </p:cNvGraphicFramePr>
          <p:nvPr/>
        </p:nvGraphicFramePr>
        <p:xfrm>
          <a:off x="3200400" y="3886200"/>
          <a:ext cx="265113" cy="279400"/>
        </p:xfrm>
        <a:graphic>
          <a:graphicData uri="http://schemas.openxmlformats.org/presentationml/2006/ole">
            <p:oleObj spid="_x0000_s890889" name="Equation" r:id="rId12" imgW="266400" imgH="279360" progId="Equation.3">
              <p:embed/>
            </p:oleObj>
          </a:graphicData>
        </a:graphic>
      </p:graphicFrame>
      <p:graphicFrame>
        <p:nvGraphicFramePr>
          <p:cNvPr id="890890" name="Object 10"/>
          <p:cNvGraphicFramePr>
            <a:graphicFrameLocks noChangeAspect="1"/>
          </p:cNvGraphicFramePr>
          <p:nvPr/>
        </p:nvGraphicFramePr>
        <p:xfrm>
          <a:off x="5105400" y="3886200"/>
          <a:ext cx="239713" cy="279400"/>
        </p:xfrm>
        <a:graphic>
          <a:graphicData uri="http://schemas.openxmlformats.org/presentationml/2006/ole">
            <p:oleObj spid="_x0000_s890890" name="Equation" r:id="rId13" imgW="241200" imgH="279360" progId="Equation.3">
              <p:embed/>
            </p:oleObj>
          </a:graphicData>
        </a:graphic>
      </p:graphicFrame>
      <p:graphicFrame>
        <p:nvGraphicFramePr>
          <p:cNvPr id="890891" name="Object 11"/>
          <p:cNvGraphicFramePr>
            <a:graphicFrameLocks noChangeAspect="1"/>
          </p:cNvGraphicFramePr>
          <p:nvPr/>
        </p:nvGraphicFramePr>
        <p:xfrm>
          <a:off x="3581400" y="3810000"/>
          <a:ext cx="252413" cy="392113"/>
        </p:xfrm>
        <a:graphic>
          <a:graphicData uri="http://schemas.openxmlformats.org/presentationml/2006/ole">
            <p:oleObj spid="_x0000_s890891" name="Equation" r:id="rId14" imgW="253800" imgH="393480" progId="Equation.3">
              <p:embed/>
            </p:oleObj>
          </a:graphicData>
        </a:graphic>
      </p:graphicFrame>
      <p:graphicFrame>
        <p:nvGraphicFramePr>
          <p:cNvPr id="890892" name="Object 12"/>
          <p:cNvGraphicFramePr>
            <a:graphicFrameLocks noChangeAspect="1"/>
          </p:cNvGraphicFramePr>
          <p:nvPr/>
        </p:nvGraphicFramePr>
        <p:xfrm>
          <a:off x="3962400" y="3810000"/>
          <a:ext cx="252413" cy="392113"/>
        </p:xfrm>
        <a:graphic>
          <a:graphicData uri="http://schemas.openxmlformats.org/presentationml/2006/ole">
            <p:oleObj spid="_x0000_s890892" name="Equation" r:id="rId15" imgW="253800" imgH="393480" progId="Equation.3">
              <p:embed/>
            </p:oleObj>
          </a:graphicData>
        </a:graphic>
      </p:graphicFrame>
      <p:graphicFrame>
        <p:nvGraphicFramePr>
          <p:cNvPr id="890893" name="Object 13"/>
          <p:cNvGraphicFramePr>
            <a:graphicFrameLocks noChangeAspect="1"/>
          </p:cNvGraphicFramePr>
          <p:nvPr/>
        </p:nvGraphicFramePr>
        <p:xfrm>
          <a:off x="4724400" y="3886200"/>
          <a:ext cx="265113" cy="279400"/>
        </p:xfrm>
        <a:graphic>
          <a:graphicData uri="http://schemas.openxmlformats.org/presentationml/2006/ole">
            <p:oleObj spid="_x0000_s890893" name="Equation" r:id="rId16" imgW="266400" imgH="279360" progId="Equation.3">
              <p:embed/>
            </p:oleObj>
          </a:graphicData>
        </a:graphic>
      </p:graphicFrame>
      <p:graphicFrame>
        <p:nvGraphicFramePr>
          <p:cNvPr id="890894" name="Object 14"/>
          <p:cNvGraphicFramePr>
            <a:graphicFrameLocks noChangeAspect="1"/>
          </p:cNvGraphicFramePr>
          <p:nvPr/>
        </p:nvGraphicFramePr>
        <p:xfrm>
          <a:off x="5486400" y="3886200"/>
          <a:ext cx="265113" cy="279400"/>
        </p:xfrm>
        <a:graphic>
          <a:graphicData uri="http://schemas.openxmlformats.org/presentationml/2006/ole">
            <p:oleObj spid="_x0000_s890894" name="Equation" r:id="rId17" imgW="266400" imgH="279360" progId="Equation.3">
              <p:embed/>
            </p:oleObj>
          </a:graphicData>
        </a:graphic>
      </p:graphicFrame>
      <p:sp>
        <p:nvSpPr>
          <p:cNvPr id="821299" name="Text Box 51"/>
          <p:cNvSpPr txBox="1">
            <a:spLocks noChangeArrowheads="1"/>
          </p:cNvSpPr>
          <p:nvPr/>
        </p:nvSpPr>
        <p:spPr bwMode="auto">
          <a:xfrm>
            <a:off x="609600" y="4648200"/>
            <a:ext cx="3405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Left, Right, Stay</a:t>
            </a:r>
          </a:p>
        </p:txBody>
      </p:sp>
      <p:sp>
        <p:nvSpPr>
          <p:cNvPr id="821301" name="Text Box 53"/>
          <p:cNvSpPr txBox="1">
            <a:spLocks noChangeArrowheads="1"/>
          </p:cNvSpPr>
          <p:nvPr/>
        </p:nvSpPr>
        <p:spPr bwMode="auto">
          <a:xfrm>
            <a:off x="3276600" y="5715000"/>
            <a:ext cx="256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L,R,S: moves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44109D-B61E-4E76-9B73-E6F2E4762535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822274" name="Text Box 2"/>
          <p:cNvSpPr txBox="1">
            <a:spLocks noChangeArrowheads="1"/>
          </p:cNvSpPr>
          <p:nvPr/>
        </p:nvSpPr>
        <p:spPr bwMode="auto">
          <a:xfrm>
            <a:off x="212725" y="2540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Example:</a:t>
            </a:r>
          </a:p>
        </p:txBody>
      </p:sp>
      <p:sp>
        <p:nvSpPr>
          <p:cNvPr id="822275" name="Line 3"/>
          <p:cNvSpPr>
            <a:spLocks noChangeShapeType="1"/>
          </p:cNvSpPr>
          <p:nvPr/>
        </p:nvSpPr>
        <p:spPr bwMode="auto">
          <a:xfrm>
            <a:off x="2149475" y="1193800"/>
            <a:ext cx="579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276" name="Line 4"/>
          <p:cNvSpPr>
            <a:spLocks noChangeShapeType="1"/>
          </p:cNvSpPr>
          <p:nvPr/>
        </p:nvSpPr>
        <p:spPr bwMode="auto">
          <a:xfrm>
            <a:off x="2149475" y="1651000"/>
            <a:ext cx="579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277" name="Line 5"/>
          <p:cNvSpPr>
            <a:spLocks noChangeShapeType="1"/>
          </p:cNvSpPr>
          <p:nvPr/>
        </p:nvSpPr>
        <p:spPr bwMode="auto">
          <a:xfrm>
            <a:off x="2606675" y="119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278" name="Line 6"/>
          <p:cNvSpPr>
            <a:spLocks noChangeShapeType="1"/>
          </p:cNvSpPr>
          <p:nvPr/>
        </p:nvSpPr>
        <p:spPr bwMode="auto">
          <a:xfrm>
            <a:off x="2987675" y="119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279" name="Line 7"/>
          <p:cNvSpPr>
            <a:spLocks noChangeShapeType="1"/>
          </p:cNvSpPr>
          <p:nvPr/>
        </p:nvSpPr>
        <p:spPr bwMode="auto">
          <a:xfrm>
            <a:off x="3368675" y="119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280" name="Line 8"/>
          <p:cNvSpPr>
            <a:spLocks noChangeShapeType="1"/>
          </p:cNvSpPr>
          <p:nvPr/>
        </p:nvSpPr>
        <p:spPr bwMode="auto">
          <a:xfrm>
            <a:off x="3749675" y="119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281" name="Line 9"/>
          <p:cNvSpPr>
            <a:spLocks noChangeShapeType="1"/>
          </p:cNvSpPr>
          <p:nvPr/>
        </p:nvSpPr>
        <p:spPr bwMode="auto">
          <a:xfrm>
            <a:off x="4130675" y="119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282" name="Line 10"/>
          <p:cNvSpPr>
            <a:spLocks noChangeShapeType="1"/>
          </p:cNvSpPr>
          <p:nvPr/>
        </p:nvSpPr>
        <p:spPr bwMode="auto">
          <a:xfrm>
            <a:off x="4511675" y="119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283" name="Line 11"/>
          <p:cNvSpPr>
            <a:spLocks noChangeShapeType="1"/>
          </p:cNvSpPr>
          <p:nvPr/>
        </p:nvSpPr>
        <p:spPr bwMode="auto">
          <a:xfrm>
            <a:off x="4892675" y="119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284" name="Line 12"/>
          <p:cNvSpPr>
            <a:spLocks noChangeShapeType="1"/>
          </p:cNvSpPr>
          <p:nvPr/>
        </p:nvSpPr>
        <p:spPr bwMode="auto">
          <a:xfrm>
            <a:off x="5273675" y="119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285" name="Line 13"/>
          <p:cNvSpPr>
            <a:spLocks noChangeShapeType="1"/>
          </p:cNvSpPr>
          <p:nvPr/>
        </p:nvSpPr>
        <p:spPr bwMode="auto">
          <a:xfrm>
            <a:off x="5654675" y="119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286" name="Line 14"/>
          <p:cNvSpPr>
            <a:spLocks noChangeShapeType="1"/>
          </p:cNvSpPr>
          <p:nvPr/>
        </p:nvSpPr>
        <p:spPr bwMode="auto">
          <a:xfrm>
            <a:off x="6035675" y="119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287" name="Line 15"/>
          <p:cNvSpPr>
            <a:spLocks noChangeShapeType="1"/>
          </p:cNvSpPr>
          <p:nvPr/>
        </p:nvSpPr>
        <p:spPr bwMode="auto">
          <a:xfrm>
            <a:off x="6416675" y="119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288" name="Line 16"/>
          <p:cNvSpPr>
            <a:spLocks noChangeShapeType="1"/>
          </p:cNvSpPr>
          <p:nvPr/>
        </p:nvSpPr>
        <p:spPr bwMode="auto">
          <a:xfrm>
            <a:off x="6797675" y="119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289" name="Line 17"/>
          <p:cNvSpPr>
            <a:spLocks noChangeShapeType="1"/>
          </p:cNvSpPr>
          <p:nvPr/>
        </p:nvSpPr>
        <p:spPr bwMode="auto">
          <a:xfrm>
            <a:off x="7178675" y="119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290" name="Line 18"/>
          <p:cNvSpPr>
            <a:spLocks noChangeShapeType="1"/>
          </p:cNvSpPr>
          <p:nvPr/>
        </p:nvSpPr>
        <p:spPr bwMode="auto">
          <a:xfrm>
            <a:off x="7559675" y="1193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291" name="Line 19"/>
          <p:cNvSpPr>
            <a:spLocks noChangeShapeType="1"/>
          </p:cNvSpPr>
          <p:nvPr/>
        </p:nvSpPr>
        <p:spPr bwMode="auto">
          <a:xfrm flipV="1">
            <a:off x="3140075" y="1651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2292" name="Object 20"/>
          <p:cNvGraphicFramePr>
            <a:graphicFrameLocks noChangeAspect="1"/>
          </p:cNvGraphicFramePr>
          <p:nvPr/>
        </p:nvGraphicFramePr>
        <p:xfrm>
          <a:off x="2682875" y="1270000"/>
          <a:ext cx="252413" cy="368300"/>
        </p:xfrm>
        <a:graphic>
          <a:graphicData uri="http://schemas.openxmlformats.org/presentationml/2006/ole">
            <p:oleObj spid="_x0000_s822292" name="Equation" r:id="rId3" imgW="253800" imgH="368280" progId="Equation.3">
              <p:embed/>
            </p:oleObj>
          </a:graphicData>
        </a:graphic>
      </p:graphicFrame>
      <p:graphicFrame>
        <p:nvGraphicFramePr>
          <p:cNvPr id="822293" name="Object 21"/>
          <p:cNvGraphicFramePr>
            <a:graphicFrameLocks noChangeAspect="1"/>
          </p:cNvGraphicFramePr>
          <p:nvPr/>
        </p:nvGraphicFramePr>
        <p:xfrm>
          <a:off x="2225675" y="1270000"/>
          <a:ext cx="252413" cy="368300"/>
        </p:xfrm>
        <a:graphic>
          <a:graphicData uri="http://schemas.openxmlformats.org/presentationml/2006/ole">
            <p:oleObj spid="_x0000_s822293" name="Equation" r:id="rId4" imgW="253800" imgH="368280" progId="Equation.3">
              <p:embed/>
            </p:oleObj>
          </a:graphicData>
        </a:graphic>
      </p:graphicFrame>
      <p:graphicFrame>
        <p:nvGraphicFramePr>
          <p:cNvPr id="822294" name="Object 22"/>
          <p:cNvGraphicFramePr>
            <a:graphicFrameLocks noChangeAspect="1"/>
          </p:cNvGraphicFramePr>
          <p:nvPr/>
        </p:nvGraphicFramePr>
        <p:xfrm>
          <a:off x="3063875" y="1346200"/>
          <a:ext cx="265113" cy="279400"/>
        </p:xfrm>
        <a:graphic>
          <a:graphicData uri="http://schemas.openxmlformats.org/presentationml/2006/ole">
            <p:oleObj spid="_x0000_s822294" name="Equation" r:id="rId5" imgW="266400" imgH="279360" progId="Equation.3">
              <p:embed/>
            </p:oleObj>
          </a:graphicData>
        </a:graphic>
      </p:graphicFrame>
      <p:graphicFrame>
        <p:nvGraphicFramePr>
          <p:cNvPr id="822295" name="Object 23"/>
          <p:cNvGraphicFramePr>
            <a:graphicFrameLocks noChangeAspect="1"/>
          </p:cNvGraphicFramePr>
          <p:nvPr/>
        </p:nvGraphicFramePr>
        <p:xfrm>
          <a:off x="3444875" y="1346200"/>
          <a:ext cx="265113" cy="279400"/>
        </p:xfrm>
        <a:graphic>
          <a:graphicData uri="http://schemas.openxmlformats.org/presentationml/2006/ole">
            <p:oleObj spid="_x0000_s822295" name="Equation" r:id="rId6" imgW="266400" imgH="279360" progId="Equation.3">
              <p:embed/>
            </p:oleObj>
          </a:graphicData>
        </a:graphic>
      </p:graphicFrame>
      <p:graphicFrame>
        <p:nvGraphicFramePr>
          <p:cNvPr id="822296" name="Object 24"/>
          <p:cNvGraphicFramePr>
            <a:graphicFrameLocks noChangeAspect="1"/>
          </p:cNvGraphicFramePr>
          <p:nvPr/>
        </p:nvGraphicFramePr>
        <p:xfrm>
          <a:off x="5362575" y="1346200"/>
          <a:ext cx="239713" cy="279400"/>
        </p:xfrm>
        <a:graphic>
          <a:graphicData uri="http://schemas.openxmlformats.org/presentationml/2006/ole">
            <p:oleObj spid="_x0000_s822296" name="Equation" r:id="rId7" imgW="241200" imgH="279360" progId="Equation.3">
              <p:embed/>
            </p:oleObj>
          </a:graphicData>
        </a:graphic>
      </p:graphicFrame>
      <p:graphicFrame>
        <p:nvGraphicFramePr>
          <p:cNvPr id="822297" name="Object 25"/>
          <p:cNvGraphicFramePr>
            <a:graphicFrameLocks noChangeAspect="1"/>
          </p:cNvGraphicFramePr>
          <p:nvPr/>
        </p:nvGraphicFramePr>
        <p:xfrm>
          <a:off x="7254875" y="1270000"/>
          <a:ext cx="252413" cy="368300"/>
        </p:xfrm>
        <a:graphic>
          <a:graphicData uri="http://schemas.openxmlformats.org/presentationml/2006/ole">
            <p:oleObj spid="_x0000_s822297" name="Equation" r:id="rId8" imgW="253800" imgH="368280" progId="Equation.3">
              <p:embed/>
            </p:oleObj>
          </a:graphicData>
        </a:graphic>
      </p:graphicFrame>
      <p:graphicFrame>
        <p:nvGraphicFramePr>
          <p:cNvPr id="822298" name="Object 26"/>
          <p:cNvGraphicFramePr>
            <a:graphicFrameLocks noChangeAspect="1"/>
          </p:cNvGraphicFramePr>
          <p:nvPr/>
        </p:nvGraphicFramePr>
        <p:xfrm>
          <a:off x="6873875" y="1270000"/>
          <a:ext cx="252413" cy="368300"/>
        </p:xfrm>
        <a:graphic>
          <a:graphicData uri="http://schemas.openxmlformats.org/presentationml/2006/ole">
            <p:oleObj spid="_x0000_s822298" name="Equation" r:id="rId9" imgW="253800" imgH="368280" progId="Equation.3">
              <p:embed/>
            </p:oleObj>
          </a:graphicData>
        </a:graphic>
      </p:graphicFrame>
      <p:graphicFrame>
        <p:nvGraphicFramePr>
          <p:cNvPr id="822299" name="Object 27"/>
          <p:cNvGraphicFramePr>
            <a:graphicFrameLocks noChangeAspect="1"/>
          </p:cNvGraphicFramePr>
          <p:nvPr/>
        </p:nvGraphicFramePr>
        <p:xfrm>
          <a:off x="7635875" y="1270000"/>
          <a:ext cx="252413" cy="368300"/>
        </p:xfrm>
        <a:graphic>
          <a:graphicData uri="http://schemas.openxmlformats.org/presentationml/2006/ole">
            <p:oleObj spid="_x0000_s822299" name="Equation" r:id="rId10" imgW="253800" imgH="368280" progId="Equation.3">
              <p:embed/>
            </p:oleObj>
          </a:graphicData>
        </a:graphic>
      </p:graphicFrame>
      <p:graphicFrame>
        <p:nvGraphicFramePr>
          <p:cNvPr id="822300" name="Object 28"/>
          <p:cNvGraphicFramePr>
            <a:graphicFrameLocks noChangeAspect="1"/>
          </p:cNvGraphicFramePr>
          <p:nvPr/>
        </p:nvGraphicFramePr>
        <p:xfrm>
          <a:off x="3825875" y="1270000"/>
          <a:ext cx="252413" cy="392113"/>
        </p:xfrm>
        <a:graphic>
          <a:graphicData uri="http://schemas.openxmlformats.org/presentationml/2006/ole">
            <p:oleObj spid="_x0000_s822300" name="Equation" r:id="rId11" imgW="253800" imgH="393480" progId="Equation.3">
              <p:embed/>
            </p:oleObj>
          </a:graphicData>
        </a:graphic>
      </p:graphicFrame>
      <p:graphicFrame>
        <p:nvGraphicFramePr>
          <p:cNvPr id="822301" name="Object 29"/>
          <p:cNvGraphicFramePr>
            <a:graphicFrameLocks noChangeAspect="1"/>
          </p:cNvGraphicFramePr>
          <p:nvPr/>
        </p:nvGraphicFramePr>
        <p:xfrm>
          <a:off x="4206875" y="1346200"/>
          <a:ext cx="265113" cy="279400"/>
        </p:xfrm>
        <a:graphic>
          <a:graphicData uri="http://schemas.openxmlformats.org/presentationml/2006/ole">
            <p:oleObj spid="_x0000_s822301" name="Equation" r:id="rId12" imgW="266400" imgH="279360" progId="Equation.3">
              <p:embed/>
            </p:oleObj>
          </a:graphicData>
        </a:graphic>
      </p:graphicFrame>
      <p:graphicFrame>
        <p:nvGraphicFramePr>
          <p:cNvPr id="822302" name="Object 30"/>
          <p:cNvGraphicFramePr>
            <a:graphicFrameLocks noChangeAspect="1"/>
          </p:cNvGraphicFramePr>
          <p:nvPr/>
        </p:nvGraphicFramePr>
        <p:xfrm>
          <a:off x="6111875" y="1346200"/>
          <a:ext cx="239713" cy="279400"/>
        </p:xfrm>
        <a:graphic>
          <a:graphicData uri="http://schemas.openxmlformats.org/presentationml/2006/ole">
            <p:oleObj spid="_x0000_s822302" name="Equation" r:id="rId13" imgW="241200" imgH="279360" progId="Equation.3">
              <p:embed/>
            </p:oleObj>
          </a:graphicData>
        </a:graphic>
      </p:graphicFrame>
      <p:graphicFrame>
        <p:nvGraphicFramePr>
          <p:cNvPr id="822303" name="Object 31"/>
          <p:cNvGraphicFramePr>
            <a:graphicFrameLocks noChangeAspect="1"/>
          </p:cNvGraphicFramePr>
          <p:nvPr/>
        </p:nvGraphicFramePr>
        <p:xfrm>
          <a:off x="4587875" y="1270000"/>
          <a:ext cx="252413" cy="392113"/>
        </p:xfrm>
        <a:graphic>
          <a:graphicData uri="http://schemas.openxmlformats.org/presentationml/2006/ole">
            <p:oleObj spid="_x0000_s822303" name="Equation" r:id="rId14" imgW="253800" imgH="393480" progId="Equation.3">
              <p:embed/>
            </p:oleObj>
          </a:graphicData>
        </a:graphic>
      </p:graphicFrame>
      <p:graphicFrame>
        <p:nvGraphicFramePr>
          <p:cNvPr id="822304" name="Object 32"/>
          <p:cNvGraphicFramePr>
            <a:graphicFrameLocks noChangeAspect="1"/>
          </p:cNvGraphicFramePr>
          <p:nvPr/>
        </p:nvGraphicFramePr>
        <p:xfrm>
          <a:off x="4968875" y="1270000"/>
          <a:ext cx="252413" cy="392113"/>
        </p:xfrm>
        <a:graphic>
          <a:graphicData uri="http://schemas.openxmlformats.org/presentationml/2006/ole">
            <p:oleObj spid="_x0000_s822304" name="Equation" r:id="rId15" imgW="253800" imgH="393480" progId="Equation.3">
              <p:embed/>
            </p:oleObj>
          </a:graphicData>
        </a:graphic>
      </p:graphicFrame>
      <p:graphicFrame>
        <p:nvGraphicFramePr>
          <p:cNvPr id="822305" name="Object 33"/>
          <p:cNvGraphicFramePr>
            <a:graphicFrameLocks noChangeAspect="1"/>
          </p:cNvGraphicFramePr>
          <p:nvPr/>
        </p:nvGraphicFramePr>
        <p:xfrm>
          <a:off x="5730875" y="1346200"/>
          <a:ext cx="265113" cy="279400"/>
        </p:xfrm>
        <a:graphic>
          <a:graphicData uri="http://schemas.openxmlformats.org/presentationml/2006/ole">
            <p:oleObj spid="_x0000_s822305" name="Equation" r:id="rId16" imgW="266400" imgH="279360" progId="Equation.3">
              <p:embed/>
            </p:oleObj>
          </a:graphicData>
        </a:graphic>
      </p:graphicFrame>
      <p:graphicFrame>
        <p:nvGraphicFramePr>
          <p:cNvPr id="822306" name="Object 34"/>
          <p:cNvGraphicFramePr>
            <a:graphicFrameLocks noChangeAspect="1"/>
          </p:cNvGraphicFramePr>
          <p:nvPr/>
        </p:nvGraphicFramePr>
        <p:xfrm>
          <a:off x="6492875" y="1346200"/>
          <a:ext cx="265113" cy="279400"/>
        </p:xfrm>
        <a:graphic>
          <a:graphicData uri="http://schemas.openxmlformats.org/presentationml/2006/ole">
            <p:oleObj spid="_x0000_s822306" name="Equation" r:id="rId17" imgW="266400" imgH="279360" progId="Equation.3">
              <p:embed/>
            </p:oleObj>
          </a:graphicData>
        </a:graphic>
      </p:graphicFrame>
      <p:sp>
        <p:nvSpPr>
          <p:cNvPr id="822307" name="Text Box 35"/>
          <p:cNvSpPr txBox="1">
            <a:spLocks noChangeArrowheads="1"/>
          </p:cNvSpPr>
          <p:nvPr/>
        </p:nvSpPr>
        <p:spPr bwMode="auto">
          <a:xfrm>
            <a:off x="4572000" y="3810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Time 1</a:t>
            </a:r>
          </a:p>
        </p:txBody>
      </p:sp>
      <p:sp>
        <p:nvSpPr>
          <p:cNvPr id="822308" name="Line 36"/>
          <p:cNvSpPr>
            <a:spLocks noChangeShapeType="1"/>
          </p:cNvSpPr>
          <p:nvPr/>
        </p:nvSpPr>
        <p:spPr bwMode="auto">
          <a:xfrm>
            <a:off x="2165350" y="3378200"/>
            <a:ext cx="579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09" name="Line 37"/>
          <p:cNvSpPr>
            <a:spLocks noChangeShapeType="1"/>
          </p:cNvSpPr>
          <p:nvPr/>
        </p:nvSpPr>
        <p:spPr bwMode="auto">
          <a:xfrm>
            <a:off x="2165350" y="3835400"/>
            <a:ext cx="579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10" name="Line 38"/>
          <p:cNvSpPr>
            <a:spLocks noChangeShapeType="1"/>
          </p:cNvSpPr>
          <p:nvPr/>
        </p:nvSpPr>
        <p:spPr bwMode="auto">
          <a:xfrm>
            <a:off x="2622550" y="337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11" name="Line 39"/>
          <p:cNvSpPr>
            <a:spLocks noChangeShapeType="1"/>
          </p:cNvSpPr>
          <p:nvPr/>
        </p:nvSpPr>
        <p:spPr bwMode="auto">
          <a:xfrm>
            <a:off x="3003550" y="337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12" name="Line 40"/>
          <p:cNvSpPr>
            <a:spLocks noChangeShapeType="1"/>
          </p:cNvSpPr>
          <p:nvPr/>
        </p:nvSpPr>
        <p:spPr bwMode="auto">
          <a:xfrm>
            <a:off x="3384550" y="337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13" name="Line 41"/>
          <p:cNvSpPr>
            <a:spLocks noChangeShapeType="1"/>
          </p:cNvSpPr>
          <p:nvPr/>
        </p:nvSpPr>
        <p:spPr bwMode="auto">
          <a:xfrm>
            <a:off x="3765550" y="337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14" name="Line 42"/>
          <p:cNvSpPr>
            <a:spLocks noChangeShapeType="1"/>
          </p:cNvSpPr>
          <p:nvPr/>
        </p:nvSpPr>
        <p:spPr bwMode="auto">
          <a:xfrm>
            <a:off x="4146550" y="337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15" name="Line 43"/>
          <p:cNvSpPr>
            <a:spLocks noChangeShapeType="1"/>
          </p:cNvSpPr>
          <p:nvPr/>
        </p:nvSpPr>
        <p:spPr bwMode="auto">
          <a:xfrm>
            <a:off x="4527550" y="337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16" name="Line 44"/>
          <p:cNvSpPr>
            <a:spLocks noChangeShapeType="1"/>
          </p:cNvSpPr>
          <p:nvPr/>
        </p:nvSpPr>
        <p:spPr bwMode="auto">
          <a:xfrm>
            <a:off x="4908550" y="337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17" name="Line 45"/>
          <p:cNvSpPr>
            <a:spLocks noChangeShapeType="1"/>
          </p:cNvSpPr>
          <p:nvPr/>
        </p:nvSpPr>
        <p:spPr bwMode="auto">
          <a:xfrm>
            <a:off x="5289550" y="337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18" name="Line 46"/>
          <p:cNvSpPr>
            <a:spLocks noChangeShapeType="1"/>
          </p:cNvSpPr>
          <p:nvPr/>
        </p:nvSpPr>
        <p:spPr bwMode="auto">
          <a:xfrm>
            <a:off x="5670550" y="337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19" name="Line 47"/>
          <p:cNvSpPr>
            <a:spLocks noChangeShapeType="1"/>
          </p:cNvSpPr>
          <p:nvPr/>
        </p:nvSpPr>
        <p:spPr bwMode="auto">
          <a:xfrm>
            <a:off x="6051550" y="337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20" name="Line 48"/>
          <p:cNvSpPr>
            <a:spLocks noChangeShapeType="1"/>
          </p:cNvSpPr>
          <p:nvPr/>
        </p:nvSpPr>
        <p:spPr bwMode="auto">
          <a:xfrm>
            <a:off x="6432550" y="337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21" name="Line 49"/>
          <p:cNvSpPr>
            <a:spLocks noChangeShapeType="1"/>
          </p:cNvSpPr>
          <p:nvPr/>
        </p:nvSpPr>
        <p:spPr bwMode="auto">
          <a:xfrm>
            <a:off x="6813550" y="337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22" name="Line 50"/>
          <p:cNvSpPr>
            <a:spLocks noChangeShapeType="1"/>
          </p:cNvSpPr>
          <p:nvPr/>
        </p:nvSpPr>
        <p:spPr bwMode="auto">
          <a:xfrm>
            <a:off x="7194550" y="337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23" name="Line 51"/>
          <p:cNvSpPr>
            <a:spLocks noChangeShapeType="1"/>
          </p:cNvSpPr>
          <p:nvPr/>
        </p:nvSpPr>
        <p:spPr bwMode="auto">
          <a:xfrm>
            <a:off x="7575550" y="337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24" name="Line 52"/>
          <p:cNvSpPr>
            <a:spLocks noChangeShapeType="1"/>
          </p:cNvSpPr>
          <p:nvPr/>
        </p:nvSpPr>
        <p:spPr bwMode="auto">
          <a:xfrm flipV="1">
            <a:off x="3155950" y="383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2325" name="Object 53"/>
          <p:cNvGraphicFramePr>
            <a:graphicFrameLocks noChangeAspect="1"/>
          </p:cNvGraphicFramePr>
          <p:nvPr/>
        </p:nvGraphicFramePr>
        <p:xfrm>
          <a:off x="2698750" y="3454400"/>
          <a:ext cx="252413" cy="368300"/>
        </p:xfrm>
        <a:graphic>
          <a:graphicData uri="http://schemas.openxmlformats.org/presentationml/2006/ole">
            <p:oleObj spid="_x0000_s822325" name="Equation" r:id="rId18" imgW="253800" imgH="368280" progId="Equation.3">
              <p:embed/>
            </p:oleObj>
          </a:graphicData>
        </a:graphic>
      </p:graphicFrame>
      <p:graphicFrame>
        <p:nvGraphicFramePr>
          <p:cNvPr id="822326" name="Object 54"/>
          <p:cNvGraphicFramePr>
            <a:graphicFrameLocks noChangeAspect="1"/>
          </p:cNvGraphicFramePr>
          <p:nvPr/>
        </p:nvGraphicFramePr>
        <p:xfrm>
          <a:off x="2241550" y="3454400"/>
          <a:ext cx="252413" cy="368300"/>
        </p:xfrm>
        <a:graphic>
          <a:graphicData uri="http://schemas.openxmlformats.org/presentationml/2006/ole">
            <p:oleObj spid="_x0000_s822326" name="Equation" r:id="rId19" imgW="253800" imgH="368280" progId="Equation.3">
              <p:embed/>
            </p:oleObj>
          </a:graphicData>
        </a:graphic>
      </p:graphicFrame>
      <p:graphicFrame>
        <p:nvGraphicFramePr>
          <p:cNvPr id="822327" name="Object 55"/>
          <p:cNvGraphicFramePr>
            <a:graphicFrameLocks noChangeAspect="1"/>
          </p:cNvGraphicFramePr>
          <p:nvPr/>
        </p:nvGraphicFramePr>
        <p:xfrm>
          <a:off x="3063875" y="3479800"/>
          <a:ext cx="252413" cy="392113"/>
        </p:xfrm>
        <a:graphic>
          <a:graphicData uri="http://schemas.openxmlformats.org/presentationml/2006/ole">
            <p:oleObj spid="_x0000_s822327" name="Equation" r:id="rId20" imgW="253800" imgH="393480" progId="Equation.3">
              <p:embed/>
            </p:oleObj>
          </a:graphicData>
        </a:graphic>
      </p:graphicFrame>
      <p:graphicFrame>
        <p:nvGraphicFramePr>
          <p:cNvPr id="822328" name="Object 56"/>
          <p:cNvGraphicFramePr>
            <a:graphicFrameLocks noChangeAspect="1"/>
          </p:cNvGraphicFramePr>
          <p:nvPr/>
        </p:nvGraphicFramePr>
        <p:xfrm>
          <a:off x="3460750" y="3530600"/>
          <a:ext cx="265113" cy="279400"/>
        </p:xfrm>
        <a:graphic>
          <a:graphicData uri="http://schemas.openxmlformats.org/presentationml/2006/ole">
            <p:oleObj spid="_x0000_s822328" name="Equation" r:id="rId21" imgW="266400" imgH="279360" progId="Equation.3">
              <p:embed/>
            </p:oleObj>
          </a:graphicData>
        </a:graphic>
      </p:graphicFrame>
      <p:graphicFrame>
        <p:nvGraphicFramePr>
          <p:cNvPr id="822329" name="Object 57"/>
          <p:cNvGraphicFramePr>
            <a:graphicFrameLocks noChangeAspect="1"/>
          </p:cNvGraphicFramePr>
          <p:nvPr/>
        </p:nvGraphicFramePr>
        <p:xfrm>
          <a:off x="5378450" y="3530600"/>
          <a:ext cx="239713" cy="279400"/>
        </p:xfrm>
        <a:graphic>
          <a:graphicData uri="http://schemas.openxmlformats.org/presentationml/2006/ole">
            <p:oleObj spid="_x0000_s822329" name="Equation" r:id="rId22" imgW="241200" imgH="279360" progId="Equation.3">
              <p:embed/>
            </p:oleObj>
          </a:graphicData>
        </a:graphic>
      </p:graphicFrame>
      <p:graphicFrame>
        <p:nvGraphicFramePr>
          <p:cNvPr id="822330" name="Object 58"/>
          <p:cNvGraphicFramePr>
            <a:graphicFrameLocks noChangeAspect="1"/>
          </p:cNvGraphicFramePr>
          <p:nvPr/>
        </p:nvGraphicFramePr>
        <p:xfrm>
          <a:off x="7270750" y="3454400"/>
          <a:ext cx="252413" cy="368300"/>
        </p:xfrm>
        <a:graphic>
          <a:graphicData uri="http://schemas.openxmlformats.org/presentationml/2006/ole">
            <p:oleObj spid="_x0000_s822330" name="Equation" r:id="rId23" imgW="253800" imgH="368280" progId="Equation.3">
              <p:embed/>
            </p:oleObj>
          </a:graphicData>
        </a:graphic>
      </p:graphicFrame>
      <p:graphicFrame>
        <p:nvGraphicFramePr>
          <p:cNvPr id="822331" name="Object 59"/>
          <p:cNvGraphicFramePr>
            <a:graphicFrameLocks noChangeAspect="1"/>
          </p:cNvGraphicFramePr>
          <p:nvPr/>
        </p:nvGraphicFramePr>
        <p:xfrm>
          <a:off x="6889750" y="3454400"/>
          <a:ext cx="252413" cy="368300"/>
        </p:xfrm>
        <a:graphic>
          <a:graphicData uri="http://schemas.openxmlformats.org/presentationml/2006/ole">
            <p:oleObj spid="_x0000_s822331" name="Equation" r:id="rId24" imgW="253800" imgH="368280" progId="Equation.3">
              <p:embed/>
            </p:oleObj>
          </a:graphicData>
        </a:graphic>
      </p:graphicFrame>
      <p:graphicFrame>
        <p:nvGraphicFramePr>
          <p:cNvPr id="822332" name="Object 60"/>
          <p:cNvGraphicFramePr>
            <a:graphicFrameLocks noChangeAspect="1"/>
          </p:cNvGraphicFramePr>
          <p:nvPr/>
        </p:nvGraphicFramePr>
        <p:xfrm>
          <a:off x="7651750" y="3454400"/>
          <a:ext cx="252413" cy="368300"/>
        </p:xfrm>
        <a:graphic>
          <a:graphicData uri="http://schemas.openxmlformats.org/presentationml/2006/ole">
            <p:oleObj spid="_x0000_s822332" name="Equation" r:id="rId25" imgW="253800" imgH="368280" progId="Equation.3">
              <p:embed/>
            </p:oleObj>
          </a:graphicData>
        </a:graphic>
      </p:graphicFrame>
      <p:graphicFrame>
        <p:nvGraphicFramePr>
          <p:cNvPr id="822333" name="Object 61"/>
          <p:cNvGraphicFramePr>
            <a:graphicFrameLocks noChangeAspect="1"/>
          </p:cNvGraphicFramePr>
          <p:nvPr/>
        </p:nvGraphicFramePr>
        <p:xfrm>
          <a:off x="3841750" y="3454400"/>
          <a:ext cx="252413" cy="392113"/>
        </p:xfrm>
        <a:graphic>
          <a:graphicData uri="http://schemas.openxmlformats.org/presentationml/2006/ole">
            <p:oleObj spid="_x0000_s822333" name="Equation" r:id="rId26" imgW="253800" imgH="393480" progId="Equation.3">
              <p:embed/>
            </p:oleObj>
          </a:graphicData>
        </a:graphic>
      </p:graphicFrame>
      <p:graphicFrame>
        <p:nvGraphicFramePr>
          <p:cNvPr id="822334" name="Object 62"/>
          <p:cNvGraphicFramePr>
            <a:graphicFrameLocks noChangeAspect="1"/>
          </p:cNvGraphicFramePr>
          <p:nvPr/>
        </p:nvGraphicFramePr>
        <p:xfrm>
          <a:off x="4222750" y="3530600"/>
          <a:ext cx="265113" cy="279400"/>
        </p:xfrm>
        <a:graphic>
          <a:graphicData uri="http://schemas.openxmlformats.org/presentationml/2006/ole">
            <p:oleObj spid="_x0000_s822334" name="Equation" r:id="rId27" imgW="266400" imgH="279360" progId="Equation.3">
              <p:embed/>
            </p:oleObj>
          </a:graphicData>
        </a:graphic>
      </p:graphicFrame>
      <p:graphicFrame>
        <p:nvGraphicFramePr>
          <p:cNvPr id="822335" name="Object 63"/>
          <p:cNvGraphicFramePr>
            <a:graphicFrameLocks noChangeAspect="1"/>
          </p:cNvGraphicFramePr>
          <p:nvPr/>
        </p:nvGraphicFramePr>
        <p:xfrm>
          <a:off x="6127750" y="3530600"/>
          <a:ext cx="239713" cy="279400"/>
        </p:xfrm>
        <a:graphic>
          <a:graphicData uri="http://schemas.openxmlformats.org/presentationml/2006/ole">
            <p:oleObj spid="_x0000_s822335" name="Equation" r:id="rId28" imgW="241200" imgH="279360" progId="Equation.3">
              <p:embed/>
            </p:oleObj>
          </a:graphicData>
        </a:graphic>
      </p:graphicFrame>
      <p:graphicFrame>
        <p:nvGraphicFramePr>
          <p:cNvPr id="822336" name="Object 64"/>
          <p:cNvGraphicFramePr>
            <a:graphicFrameLocks noChangeAspect="1"/>
          </p:cNvGraphicFramePr>
          <p:nvPr/>
        </p:nvGraphicFramePr>
        <p:xfrm>
          <a:off x="4603750" y="3454400"/>
          <a:ext cx="252413" cy="392113"/>
        </p:xfrm>
        <a:graphic>
          <a:graphicData uri="http://schemas.openxmlformats.org/presentationml/2006/ole">
            <p:oleObj spid="_x0000_s822336" name="Equation" r:id="rId29" imgW="253800" imgH="393480" progId="Equation.3">
              <p:embed/>
            </p:oleObj>
          </a:graphicData>
        </a:graphic>
      </p:graphicFrame>
      <p:graphicFrame>
        <p:nvGraphicFramePr>
          <p:cNvPr id="822337" name="Object 65"/>
          <p:cNvGraphicFramePr>
            <a:graphicFrameLocks noChangeAspect="1"/>
          </p:cNvGraphicFramePr>
          <p:nvPr/>
        </p:nvGraphicFramePr>
        <p:xfrm>
          <a:off x="4984750" y="3454400"/>
          <a:ext cx="252413" cy="392113"/>
        </p:xfrm>
        <a:graphic>
          <a:graphicData uri="http://schemas.openxmlformats.org/presentationml/2006/ole">
            <p:oleObj spid="_x0000_s822337" name="Equation" r:id="rId30" imgW="253800" imgH="393480" progId="Equation.3">
              <p:embed/>
            </p:oleObj>
          </a:graphicData>
        </a:graphic>
      </p:graphicFrame>
      <p:graphicFrame>
        <p:nvGraphicFramePr>
          <p:cNvPr id="822338" name="Object 66"/>
          <p:cNvGraphicFramePr>
            <a:graphicFrameLocks noChangeAspect="1"/>
          </p:cNvGraphicFramePr>
          <p:nvPr/>
        </p:nvGraphicFramePr>
        <p:xfrm>
          <a:off x="5746750" y="3530600"/>
          <a:ext cx="265113" cy="279400"/>
        </p:xfrm>
        <a:graphic>
          <a:graphicData uri="http://schemas.openxmlformats.org/presentationml/2006/ole">
            <p:oleObj spid="_x0000_s822338" name="Equation" r:id="rId31" imgW="266400" imgH="279360" progId="Equation.3">
              <p:embed/>
            </p:oleObj>
          </a:graphicData>
        </a:graphic>
      </p:graphicFrame>
      <p:graphicFrame>
        <p:nvGraphicFramePr>
          <p:cNvPr id="822339" name="Object 67"/>
          <p:cNvGraphicFramePr>
            <a:graphicFrameLocks noChangeAspect="1"/>
          </p:cNvGraphicFramePr>
          <p:nvPr/>
        </p:nvGraphicFramePr>
        <p:xfrm>
          <a:off x="6508750" y="3530600"/>
          <a:ext cx="265113" cy="279400"/>
        </p:xfrm>
        <a:graphic>
          <a:graphicData uri="http://schemas.openxmlformats.org/presentationml/2006/ole">
            <p:oleObj spid="_x0000_s822339" name="Equation" r:id="rId32" imgW="266400" imgH="279360" progId="Equation.3">
              <p:embed/>
            </p:oleObj>
          </a:graphicData>
        </a:graphic>
      </p:graphicFrame>
      <p:sp>
        <p:nvSpPr>
          <p:cNvPr id="822340" name="Text Box 68"/>
          <p:cNvSpPr txBox="1">
            <a:spLocks noChangeArrowheads="1"/>
          </p:cNvSpPr>
          <p:nvPr/>
        </p:nvSpPr>
        <p:spPr bwMode="auto">
          <a:xfrm>
            <a:off x="4587875" y="26416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Time 2</a:t>
            </a:r>
          </a:p>
        </p:txBody>
      </p:sp>
      <p:sp>
        <p:nvSpPr>
          <p:cNvPr id="822341" name="Oval 69"/>
          <p:cNvSpPr>
            <a:spLocks noChangeArrowheads="1"/>
          </p:cNvSpPr>
          <p:nvPr/>
        </p:nvSpPr>
        <p:spPr bwMode="auto">
          <a:xfrm>
            <a:off x="3200400" y="59436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42" name="Oval 70"/>
          <p:cNvSpPr>
            <a:spLocks noChangeArrowheads="1"/>
          </p:cNvSpPr>
          <p:nvPr/>
        </p:nvSpPr>
        <p:spPr bwMode="auto">
          <a:xfrm>
            <a:off x="6172200" y="59436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2343" name="Line 71"/>
          <p:cNvSpPr>
            <a:spLocks noChangeShapeType="1"/>
          </p:cNvSpPr>
          <p:nvPr/>
        </p:nvSpPr>
        <p:spPr bwMode="auto">
          <a:xfrm>
            <a:off x="3810000" y="61722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2344" name="Object 72"/>
          <p:cNvGraphicFramePr>
            <a:graphicFrameLocks noChangeAspect="1"/>
          </p:cNvGraphicFramePr>
          <p:nvPr/>
        </p:nvGraphicFramePr>
        <p:xfrm>
          <a:off x="3276600" y="5867400"/>
          <a:ext cx="381000" cy="520700"/>
        </p:xfrm>
        <a:graphic>
          <a:graphicData uri="http://schemas.openxmlformats.org/presentationml/2006/ole">
            <p:oleObj spid="_x0000_s822344" name="Equation" r:id="rId33" imgW="380880" imgH="520560" progId="Equation.3">
              <p:embed/>
            </p:oleObj>
          </a:graphicData>
        </a:graphic>
      </p:graphicFrame>
      <p:graphicFrame>
        <p:nvGraphicFramePr>
          <p:cNvPr id="822345" name="Object 73"/>
          <p:cNvGraphicFramePr>
            <a:graphicFrameLocks noChangeAspect="1"/>
          </p:cNvGraphicFramePr>
          <p:nvPr/>
        </p:nvGraphicFramePr>
        <p:xfrm>
          <a:off x="6294438" y="5867400"/>
          <a:ext cx="442912" cy="520700"/>
        </p:xfrm>
        <a:graphic>
          <a:graphicData uri="http://schemas.openxmlformats.org/presentationml/2006/ole">
            <p:oleObj spid="_x0000_s822345" name="Equation" r:id="rId34" imgW="444240" imgH="520560" progId="Equation.3">
              <p:embed/>
            </p:oleObj>
          </a:graphicData>
        </a:graphic>
      </p:graphicFrame>
      <p:graphicFrame>
        <p:nvGraphicFramePr>
          <p:cNvPr id="822346" name="Object 74"/>
          <p:cNvGraphicFramePr>
            <a:graphicFrameLocks noChangeAspect="1"/>
          </p:cNvGraphicFramePr>
          <p:nvPr/>
        </p:nvGraphicFramePr>
        <p:xfrm>
          <a:off x="2911475" y="2032000"/>
          <a:ext cx="381000" cy="520700"/>
        </p:xfrm>
        <a:graphic>
          <a:graphicData uri="http://schemas.openxmlformats.org/presentationml/2006/ole">
            <p:oleObj spid="_x0000_s822346" name="Equation" r:id="rId35" imgW="380880" imgH="520560" progId="Equation.3">
              <p:embed/>
            </p:oleObj>
          </a:graphicData>
        </a:graphic>
      </p:graphicFrame>
      <p:graphicFrame>
        <p:nvGraphicFramePr>
          <p:cNvPr id="822347" name="Object 75"/>
          <p:cNvGraphicFramePr>
            <a:graphicFrameLocks noChangeAspect="1"/>
          </p:cNvGraphicFramePr>
          <p:nvPr/>
        </p:nvGraphicFramePr>
        <p:xfrm>
          <a:off x="2911475" y="4241800"/>
          <a:ext cx="442913" cy="520700"/>
        </p:xfrm>
        <a:graphic>
          <a:graphicData uri="http://schemas.openxmlformats.org/presentationml/2006/ole">
            <p:oleObj spid="_x0000_s822347" name="Equation" r:id="rId36" imgW="444240" imgH="520560" progId="Equation.3">
              <p:embed/>
            </p:oleObj>
          </a:graphicData>
        </a:graphic>
      </p:graphicFrame>
      <p:graphicFrame>
        <p:nvGraphicFramePr>
          <p:cNvPr id="822348" name="Object 76"/>
          <p:cNvGraphicFramePr>
            <a:graphicFrameLocks noChangeAspect="1"/>
          </p:cNvGraphicFramePr>
          <p:nvPr/>
        </p:nvGraphicFramePr>
        <p:xfrm>
          <a:off x="4114800" y="5715000"/>
          <a:ext cx="1562100" cy="469900"/>
        </p:xfrm>
        <a:graphic>
          <a:graphicData uri="http://schemas.openxmlformats.org/presentationml/2006/ole">
            <p:oleObj spid="_x0000_s822348" name="Equation" r:id="rId37" imgW="1562040" imgH="469800" progId="Equation.3">
              <p:embed/>
            </p:oleObj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A87773-1F11-4D24-A3FB-A59E6D485143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823298" name="Text Box 2"/>
          <p:cNvSpPr txBox="1">
            <a:spLocks noChangeArrowheads="1"/>
          </p:cNvSpPr>
          <p:nvPr/>
        </p:nvSpPr>
        <p:spPr bwMode="auto">
          <a:xfrm>
            <a:off x="2971800" y="457200"/>
            <a:ext cx="519906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Stay-Option Machines</a:t>
            </a:r>
          </a:p>
          <a:p>
            <a:r>
              <a:rPr lang="en-US"/>
              <a:t>have the same power with </a:t>
            </a:r>
          </a:p>
          <a:p>
            <a:r>
              <a:rPr lang="en-US"/>
              <a:t>Standard Turing machines</a:t>
            </a:r>
          </a:p>
        </p:txBody>
      </p:sp>
      <p:sp>
        <p:nvSpPr>
          <p:cNvPr id="823301" name="Text Box 5"/>
          <p:cNvSpPr txBox="1">
            <a:spLocks noChangeArrowheads="1"/>
          </p:cNvSpPr>
          <p:nvPr/>
        </p:nvSpPr>
        <p:spPr bwMode="auto">
          <a:xfrm>
            <a:off x="228600" y="457200"/>
            <a:ext cx="2057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Theorem: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F8A9A2-AB7C-4206-A54C-13683224B3D0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824322" name="Text Box 2"/>
          <p:cNvSpPr txBox="1">
            <a:spLocks noChangeArrowheads="1"/>
          </p:cNvSpPr>
          <p:nvPr/>
        </p:nvSpPr>
        <p:spPr bwMode="auto">
          <a:xfrm>
            <a:off x="381000" y="228600"/>
            <a:ext cx="1406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Proof: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824323" name="Text Box 3"/>
          <p:cNvSpPr txBox="1">
            <a:spLocks noChangeArrowheads="1"/>
          </p:cNvSpPr>
          <p:nvPr/>
        </p:nvSpPr>
        <p:spPr bwMode="auto">
          <a:xfrm>
            <a:off x="914400" y="1066800"/>
            <a:ext cx="6810375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3399"/>
                </a:solidFill>
              </a:rPr>
              <a:t>Part 1:</a:t>
            </a:r>
            <a:r>
              <a:rPr lang="en-US" dirty="0"/>
              <a:t>   Stay-Option Machines</a:t>
            </a:r>
          </a:p>
          <a:p>
            <a:r>
              <a:rPr lang="en-US" dirty="0"/>
              <a:t>             are at least as powerful as</a:t>
            </a:r>
          </a:p>
          <a:p>
            <a:r>
              <a:rPr lang="en-US" dirty="0"/>
              <a:t>             Standard machines </a:t>
            </a:r>
          </a:p>
        </p:txBody>
      </p:sp>
      <p:sp>
        <p:nvSpPr>
          <p:cNvPr id="824324" name="Text Box 4"/>
          <p:cNvSpPr txBox="1">
            <a:spLocks noChangeArrowheads="1"/>
          </p:cNvSpPr>
          <p:nvPr/>
        </p:nvSpPr>
        <p:spPr bwMode="auto">
          <a:xfrm>
            <a:off x="838200" y="4267200"/>
            <a:ext cx="1401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3399"/>
                </a:solidFill>
              </a:rPr>
              <a:t>Proof</a:t>
            </a:r>
            <a:r>
              <a:rPr lang="en-US" b="1" dirty="0">
                <a:solidFill>
                  <a:srgbClr val="FF3399"/>
                </a:solidFill>
              </a:rPr>
              <a:t>:</a:t>
            </a:r>
            <a:endParaRPr lang="en-US" dirty="0">
              <a:solidFill>
                <a:srgbClr val="FF3399"/>
              </a:solidFill>
            </a:endParaRPr>
          </a:p>
        </p:txBody>
      </p:sp>
      <p:sp>
        <p:nvSpPr>
          <p:cNvPr id="824326" name="Text Box 6"/>
          <p:cNvSpPr txBox="1">
            <a:spLocks noChangeArrowheads="1"/>
          </p:cNvSpPr>
          <p:nvPr/>
        </p:nvSpPr>
        <p:spPr bwMode="auto">
          <a:xfrm>
            <a:off x="2438400" y="4267200"/>
            <a:ext cx="568483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a Standard machine is also</a:t>
            </a:r>
          </a:p>
          <a:p>
            <a:r>
              <a:rPr lang="en-US" dirty="0"/>
              <a:t>a Stay-Option machine</a:t>
            </a:r>
          </a:p>
          <a:p>
            <a:r>
              <a:rPr lang="en-US" dirty="0"/>
              <a:t>(that never uses the S move)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504BBDF-A313-4DA1-8A0A-3F91AEF18E8C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825346" name="Text Box 2"/>
          <p:cNvSpPr txBox="1">
            <a:spLocks noChangeArrowheads="1"/>
          </p:cNvSpPr>
          <p:nvPr/>
        </p:nvSpPr>
        <p:spPr bwMode="auto">
          <a:xfrm>
            <a:off x="914400" y="1066800"/>
            <a:ext cx="693261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Part 2:</a:t>
            </a:r>
            <a:r>
              <a:rPr lang="en-US"/>
              <a:t>   Standard Machines</a:t>
            </a:r>
          </a:p>
          <a:p>
            <a:r>
              <a:rPr lang="en-US"/>
              <a:t>              are at least as powerful as</a:t>
            </a:r>
          </a:p>
          <a:p>
            <a:r>
              <a:rPr lang="en-US"/>
              <a:t>             Stay-Option machines </a:t>
            </a:r>
          </a:p>
        </p:txBody>
      </p:sp>
      <p:sp>
        <p:nvSpPr>
          <p:cNvPr id="825347" name="Text Box 3"/>
          <p:cNvSpPr txBox="1">
            <a:spLocks noChangeArrowheads="1"/>
          </p:cNvSpPr>
          <p:nvPr/>
        </p:nvSpPr>
        <p:spPr bwMode="auto">
          <a:xfrm>
            <a:off x="914400" y="4191000"/>
            <a:ext cx="1347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Proof:</a:t>
            </a:r>
          </a:p>
        </p:txBody>
      </p:sp>
      <p:sp>
        <p:nvSpPr>
          <p:cNvPr id="825348" name="Text Box 4"/>
          <p:cNvSpPr txBox="1">
            <a:spLocks noChangeArrowheads="1"/>
          </p:cNvSpPr>
          <p:nvPr/>
        </p:nvSpPr>
        <p:spPr bwMode="auto">
          <a:xfrm>
            <a:off x="2590800" y="4191000"/>
            <a:ext cx="62928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standard machine can simulate</a:t>
            </a:r>
          </a:p>
          <a:p>
            <a:r>
              <a:rPr lang="en-US"/>
              <a:t>a Stay-Option machine</a:t>
            </a:r>
          </a:p>
        </p:txBody>
      </p:sp>
      <p:sp>
        <p:nvSpPr>
          <p:cNvPr id="825349" name="Text Box 5"/>
          <p:cNvSpPr txBox="1">
            <a:spLocks noChangeArrowheads="1"/>
          </p:cNvSpPr>
          <p:nvPr/>
        </p:nvSpPr>
        <p:spPr bwMode="auto">
          <a:xfrm>
            <a:off x="381000" y="228600"/>
            <a:ext cx="1406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Proof: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63DD11-17AB-4A8A-BC52-3E84D89D230E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828418" name="Oval 2"/>
          <p:cNvSpPr>
            <a:spLocks noChangeArrowheads="1"/>
          </p:cNvSpPr>
          <p:nvPr/>
        </p:nvSpPr>
        <p:spPr bwMode="auto">
          <a:xfrm>
            <a:off x="2819400" y="1447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8419" name="Line 3"/>
          <p:cNvSpPr>
            <a:spLocks noChangeShapeType="1"/>
          </p:cNvSpPr>
          <p:nvPr/>
        </p:nvSpPr>
        <p:spPr bwMode="auto">
          <a:xfrm>
            <a:off x="3429000" y="16764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8420" name="Oval 4"/>
          <p:cNvSpPr>
            <a:spLocks noChangeArrowheads="1"/>
          </p:cNvSpPr>
          <p:nvPr/>
        </p:nvSpPr>
        <p:spPr bwMode="auto">
          <a:xfrm>
            <a:off x="5516563" y="1447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8421" name="Object 5"/>
          <p:cNvGraphicFramePr>
            <a:graphicFrameLocks noChangeAspect="1"/>
          </p:cNvGraphicFramePr>
          <p:nvPr/>
        </p:nvGraphicFramePr>
        <p:xfrm>
          <a:off x="2971800" y="1371600"/>
          <a:ext cx="381000" cy="520700"/>
        </p:xfrm>
        <a:graphic>
          <a:graphicData uri="http://schemas.openxmlformats.org/presentationml/2006/ole">
            <p:oleObj spid="_x0000_s828421" name="Equation" r:id="rId3" imgW="380880" imgH="520560" progId="Equation.3">
              <p:embed/>
            </p:oleObj>
          </a:graphicData>
        </a:graphic>
      </p:graphicFrame>
      <p:graphicFrame>
        <p:nvGraphicFramePr>
          <p:cNvPr id="828422" name="Object 6"/>
          <p:cNvGraphicFramePr>
            <a:graphicFrameLocks noChangeAspect="1"/>
          </p:cNvGraphicFramePr>
          <p:nvPr/>
        </p:nvGraphicFramePr>
        <p:xfrm>
          <a:off x="5638800" y="1371600"/>
          <a:ext cx="442913" cy="520700"/>
        </p:xfrm>
        <a:graphic>
          <a:graphicData uri="http://schemas.openxmlformats.org/presentationml/2006/ole">
            <p:oleObj spid="_x0000_s828422" name="Equation" r:id="rId4" imgW="444240" imgH="520560" progId="Equation.3">
              <p:embed/>
            </p:oleObj>
          </a:graphicData>
        </a:graphic>
      </p:graphicFrame>
      <p:graphicFrame>
        <p:nvGraphicFramePr>
          <p:cNvPr id="828423" name="Object 7"/>
          <p:cNvGraphicFramePr>
            <a:graphicFrameLocks noChangeAspect="1"/>
          </p:cNvGraphicFramePr>
          <p:nvPr/>
        </p:nvGraphicFramePr>
        <p:xfrm>
          <a:off x="3581400" y="1143000"/>
          <a:ext cx="1562100" cy="469900"/>
        </p:xfrm>
        <a:graphic>
          <a:graphicData uri="http://schemas.openxmlformats.org/presentationml/2006/ole">
            <p:oleObj spid="_x0000_s828423" name="Equation" r:id="rId5" imgW="1562040" imgH="469800" progId="Equation.3">
              <p:embed/>
            </p:oleObj>
          </a:graphicData>
        </a:graphic>
      </p:graphicFrame>
      <p:sp>
        <p:nvSpPr>
          <p:cNvPr id="828424" name="Oval 8"/>
          <p:cNvSpPr>
            <a:spLocks noChangeArrowheads="1"/>
          </p:cNvSpPr>
          <p:nvPr/>
        </p:nvSpPr>
        <p:spPr bwMode="auto">
          <a:xfrm>
            <a:off x="2895600" y="42672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8425" name="Line 9"/>
          <p:cNvSpPr>
            <a:spLocks noChangeShapeType="1"/>
          </p:cNvSpPr>
          <p:nvPr/>
        </p:nvSpPr>
        <p:spPr bwMode="auto">
          <a:xfrm>
            <a:off x="3505200" y="44958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8426" name="Oval 10"/>
          <p:cNvSpPr>
            <a:spLocks noChangeArrowheads="1"/>
          </p:cNvSpPr>
          <p:nvPr/>
        </p:nvSpPr>
        <p:spPr bwMode="auto">
          <a:xfrm>
            <a:off x="5592763" y="42672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8427" name="Object 11"/>
          <p:cNvGraphicFramePr>
            <a:graphicFrameLocks noChangeAspect="1"/>
          </p:cNvGraphicFramePr>
          <p:nvPr/>
        </p:nvGraphicFramePr>
        <p:xfrm>
          <a:off x="3048000" y="4191000"/>
          <a:ext cx="381000" cy="520700"/>
        </p:xfrm>
        <a:graphic>
          <a:graphicData uri="http://schemas.openxmlformats.org/presentationml/2006/ole">
            <p:oleObj spid="_x0000_s828427" name="Equation" r:id="rId6" imgW="380880" imgH="520560" progId="Equation.3">
              <p:embed/>
            </p:oleObj>
          </a:graphicData>
        </a:graphic>
      </p:graphicFrame>
      <p:graphicFrame>
        <p:nvGraphicFramePr>
          <p:cNvPr id="828428" name="Object 12"/>
          <p:cNvGraphicFramePr>
            <a:graphicFrameLocks noChangeAspect="1"/>
          </p:cNvGraphicFramePr>
          <p:nvPr/>
        </p:nvGraphicFramePr>
        <p:xfrm>
          <a:off x="5715000" y="4191000"/>
          <a:ext cx="442913" cy="520700"/>
        </p:xfrm>
        <a:graphic>
          <a:graphicData uri="http://schemas.openxmlformats.org/presentationml/2006/ole">
            <p:oleObj spid="_x0000_s828428" name="Equation" r:id="rId7" imgW="444240" imgH="520560" progId="Equation.3">
              <p:embed/>
            </p:oleObj>
          </a:graphicData>
        </a:graphic>
      </p:graphicFrame>
      <p:graphicFrame>
        <p:nvGraphicFramePr>
          <p:cNvPr id="828429" name="Object 13"/>
          <p:cNvGraphicFramePr>
            <a:graphicFrameLocks noChangeAspect="1"/>
          </p:cNvGraphicFramePr>
          <p:nvPr/>
        </p:nvGraphicFramePr>
        <p:xfrm>
          <a:off x="3657600" y="3962400"/>
          <a:ext cx="1562100" cy="469900"/>
        </p:xfrm>
        <a:graphic>
          <a:graphicData uri="http://schemas.openxmlformats.org/presentationml/2006/ole">
            <p:oleObj spid="_x0000_s828429" name="Equation" r:id="rId8" imgW="1562040" imgH="469800" progId="Equation.3">
              <p:embed/>
            </p:oleObj>
          </a:graphicData>
        </a:graphic>
      </p:graphicFrame>
      <p:sp>
        <p:nvSpPr>
          <p:cNvPr id="828430" name="Rectangle 14"/>
          <p:cNvSpPr>
            <a:spLocks noChangeArrowheads="1"/>
          </p:cNvSpPr>
          <p:nvPr/>
        </p:nvSpPr>
        <p:spPr bwMode="auto">
          <a:xfrm>
            <a:off x="2362200" y="838200"/>
            <a:ext cx="42672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8431" name="Rectangle 15"/>
          <p:cNvSpPr>
            <a:spLocks noChangeArrowheads="1"/>
          </p:cNvSpPr>
          <p:nvPr/>
        </p:nvSpPr>
        <p:spPr bwMode="auto">
          <a:xfrm>
            <a:off x="2362200" y="3657600"/>
            <a:ext cx="42672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8432" name="Text Box 16"/>
          <p:cNvSpPr txBox="1">
            <a:spLocks noChangeArrowheads="1"/>
          </p:cNvSpPr>
          <p:nvPr/>
        </p:nvSpPr>
        <p:spPr bwMode="auto">
          <a:xfrm>
            <a:off x="2514600" y="152400"/>
            <a:ext cx="42052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Stay-Option Machine</a:t>
            </a:r>
          </a:p>
        </p:txBody>
      </p:sp>
      <p:sp>
        <p:nvSpPr>
          <p:cNvPr id="828433" name="Text Box 17"/>
          <p:cNvSpPr txBox="1">
            <a:spLocks noChangeArrowheads="1"/>
          </p:cNvSpPr>
          <p:nvPr/>
        </p:nvSpPr>
        <p:spPr bwMode="auto">
          <a:xfrm>
            <a:off x="1447800" y="2971800"/>
            <a:ext cx="61896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Simulation in Standard Machine</a:t>
            </a:r>
          </a:p>
        </p:txBody>
      </p:sp>
      <p:sp>
        <p:nvSpPr>
          <p:cNvPr id="828434" name="Text Box 18"/>
          <p:cNvSpPr txBox="1">
            <a:spLocks noChangeArrowheads="1"/>
          </p:cNvSpPr>
          <p:nvPr/>
        </p:nvSpPr>
        <p:spPr bwMode="auto">
          <a:xfrm>
            <a:off x="228600" y="5791200"/>
            <a:ext cx="46704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Similar for Right moves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251C97-0C0C-4903-B7C0-3BA57E298289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826370" name="Oval 2"/>
          <p:cNvSpPr>
            <a:spLocks noChangeArrowheads="1"/>
          </p:cNvSpPr>
          <p:nvPr/>
        </p:nvSpPr>
        <p:spPr bwMode="auto">
          <a:xfrm>
            <a:off x="2743200" y="1447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6371" name="Line 3"/>
          <p:cNvSpPr>
            <a:spLocks noChangeShapeType="1"/>
          </p:cNvSpPr>
          <p:nvPr/>
        </p:nvSpPr>
        <p:spPr bwMode="auto">
          <a:xfrm>
            <a:off x="3352800" y="16764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6372" name="Oval 4"/>
          <p:cNvSpPr>
            <a:spLocks noChangeArrowheads="1"/>
          </p:cNvSpPr>
          <p:nvPr/>
        </p:nvSpPr>
        <p:spPr bwMode="auto">
          <a:xfrm>
            <a:off x="5440363" y="1447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6374" name="Object 6"/>
          <p:cNvGraphicFramePr>
            <a:graphicFrameLocks noChangeAspect="1"/>
          </p:cNvGraphicFramePr>
          <p:nvPr/>
        </p:nvGraphicFramePr>
        <p:xfrm>
          <a:off x="2895600" y="1371600"/>
          <a:ext cx="381000" cy="520700"/>
        </p:xfrm>
        <a:graphic>
          <a:graphicData uri="http://schemas.openxmlformats.org/presentationml/2006/ole">
            <p:oleObj spid="_x0000_s826374" name="Equation" r:id="rId3" imgW="380880" imgH="520560" progId="Equation.3">
              <p:embed/>
            </p:oleObj>
          </a:graphicData>
        </a:graphic>
      </p:graphicFrame>
      <p:graphicFrame>
        <p:nvGraphicFramePr>
          <p:cNvPr id="826375" name="Object 7"/>
          <p:cNvGraphicFramePr>
            <a:graphicFrameLocks noChangeAspect="1"/>
          </p:cNvGraphicFramePr>
          <p:nvPr/>
        </p:nvGraphicFramePr>
        <p:xfrm>
          <a:off x="5562600" y="1371600"/>
          <a:ext cx="442913" cy="520700"/>
        </p:xfrm>
        <a:graphic>
          <a:graphicData uri="http://schemas.openxmlformats.org/presentationml/2006/ole">
            <p:oleObj spid="_x0000_s826375" name="Equation" r:id="rId4" imgW="444240" imgH="520560" progId="Equation.3">
              <p:embed/>
            </p:oleObj>
          </a:graphicData>
        </a:graphic>
      </p:graphicFrame>
      <p:graphicFrame>
        <p:nvGraphicFramePr>
          <p:cNvPr id="826377" name="Object 9"/>
          <p:cNvGraphicFramePr>
            <a:graphicFrameLocks noChangeAspect="1"/>
          </p:cNvGraphicFramePr>
          <p:nvPr/>
        </p:nvGraphicFramePr>
        <p:xfrm>
          <a:off x="3505200" y="1143000"/>
          <a:ext cx="1562100" cy="469900"/>
        </p:xfrm>
        <a:graphic>
          <a:graphicData uri="http://schemas.openxmlformats.org/presentationml/2006/ole">
            <p:oleObj spid="_x0000_s826377" name="Equation" r:id="rId5" imgW="1562040" imgH="469800" progId="Equation.3">
              <p:embed/>
            </p:oleObj>
          </a:graphicData>
        </a:graphic>
      </p:graphicFrame>
      <p:sp>
        <p:nvSpPr>
          <p:cNvPr id="826378" name="Oval 10"/>
          <p:cNvSpPr>
            <a:spLocks noChangeArrowheads="1"/>
          </p:cNvSpPr>
          <p:nvPr/>
        </p:nvSpPr>
        <p:spPr bwMode="auto">
          <a:xfrm>
            <a:off x="1524000" y="45720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6379" name="Line 11"/>
          <p:cNvSpPr>
            <a:spLocks noChangeShapeType="1"/>
          </p:cNvSpPr>
          <p:nvPr/>
        </p:nvSpPr>
        <p:spPr bwMode="auto">
          <a:xfrm>
            <a:off x="21336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6380" name="Oval 12"/>
          <p:cNvSpPr>
            <a:spLocks noChangeArrowheads="1"/>
          </p:cNvSpPr>
          <p:nvPr/>
        </p:nvSpPr>
        <p:spPr bwMode="auto">
          <a:xfrm>
            <a:off x="4221163" y="45720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6381" name="Object 13"/>
          <p:cNvGraphicFramePr>
            <a:graphicFrameLocks noChangeAspect="1"/>
          </p:cNvGraphicFramePr>
          <p:nvPr/>
        </p:nvGraphicFramePr>
        <p:xfrm>
          <a:off x="1676400" y="4495800"/>
          <a:ext cx="381000" cy="520700"/>
        </p:xfrm>
        <a:graphic>
          <a:graphicData uri="http://schemas.openxmlformats.org/presentationml/2006/ole">
            <p:oleObj spid="_x0000_s826381" name="Equation" r:id="rId6" imgW="380880" imgH="520560" progId="Equation.3">
              <p:embed/>
            </p:oleObj>
          </a:graphicData>
        </a:graphic>
      </p:graphicFrame>
      <p:graphicFrame>
        <p:nvGraphicFramePr>
          <p:cNvPr id="826382" name="Object 14"/>
          <p:cNvGraphicFramePr>
            <a:graphicFrameLocks noChangeAspect="1"/>
          </p:cNvGraphicFramePr>
          <p:nvPr/>
        </p:nvGraphicFramePr>
        <p:xfrm>
          <a:off x="4343400" y="4495800"/>
          <a:ext cx="442913" cy="520700"/>
        </p:xfrm>
        <a:graphic>
          <a:graphicData uri="http://schemas.openxmlformats.org/presentationml/2006/ole">
            <p:oleObj spid="_x0000_s826382" name="Equation" r:id="rId7" imgW="444240" imgH="520560" progId="Equation.3">
              <p:embed/>
            </p:oleObj>
          </a:graphicData>
        </a:graphic>
      </p:graphicFrame>
      <p:graphicFrame>
        <p:nvGraphicFramePr>
          <p:cNvPr id="826383" name="Object 15"/>
          <p:cNvGraphicFramePr>
            <a:graphicFrameLocks noChangeAspect="1"/>
          </p:cNvGraphicFramePr>
          <p:nvPr/>
        </p:nvGraphicFramePr>
        <p:xfrm>
          <a:off x="2286000" y="4267200"/>
          <a:ext cx="1562100" cy="469900"/>
        </p:xfrm>
        <a:graphic>
          <a:graphicData uri="http://schemas.openxmlformats.org/presentationml/2006/ole">
            <p:oleObj spid="_x0000_s826383" name="Equation" r:id="rId8" imgW="1562040" imgH="469800" progId="Equation.3">
              <p:embed/>
            </p:oleObj>
          </a:graphicData>
        </a:graphic>
      </p:graphicFrame>
      <p:sp>
        <p:nvSpPr>
          <p:cNvPr id="826384" name="Oval 16"/>
          <p:cNvSpPr>
            <a:spLocks noChangeArrowheads="1"/>
          </p:cNvSpPr>
          <p:nvPr/>
        </p:nvSpPr>
        <p:spPr bwMode="auto">
          <a:xfrm>
            <a:off x="6964363" y="45720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6385" name="Object 17"/>
          <p:cNvGraphicFramePr>
            <a:graphicFrameLocks noChangeAspect="1"/>
          </p:cNvGraphicFramePr>
          <p:nvPr/>
        </p:nvGraphicFramePr>
        <p:xfrm>
          <a:off x="7092950" y="4491038"/>
          <a:ext cx="430213" cy="531812"/>
        </p:xfrm>
        <a:graphic>
          <a:graphicData uri="http://schemas.openxmlformats.org/presentationml/2006/ole">
            <p:oleObj spid="_x0000_s826385" name="Equation" r:id="rId9" imgW="431640" imgH="533160" progId="Equation.3">
              <p:embed/>
            </p:oleObj>
          </a:graphicData>
        </a:graphic>
      </p:graphicFrame>
      <p:sp>
        <p:nvSpPr>
          <p:cNvPr id="826386" name="Line 18"/>
          <p:cNvSpPr>
            <a:spLocks noChangeShapeType="1"/>
          </p:cNvSpPr>
          <p:nvPr/>
        </p:nvSpPr>
        <p:spPr bwMode="auto">
          <a:xfrm>
            <a:off x="48768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6387" name="Object 19"/>
          <p:cNvGraphicFramePr>
            <a:graphicFrameLocks noChangeAspect="1"/>
          </p:cNvGraphicFramePr>
          <p:nvPr/>
        </p:nvGraphicFramePr>
        <p:xfrm>
          <a:off x="5010150" y="4273550"/>
          <a:ext cx="1600200" cy="457200"/>
        </p:xfrm>
        <a:graphic>
          <a:graphicData uri="http://schemas.openxmlformats.org/presentationml/2006/ole">
            <p:oleObj spid="_x0000_s826387" name="Equation" r:id="rId10" imgW="1600200" imgH="457200" progId="Equation.3">
              <p:embed/>
            </p:oleObj>
          </a:graphicData>
        </a:graphic>
      </p:graphicFrame>
      <p:sp>
        <p:nvSpPr>
          <p:cNvPr id="826388" name="Text Box 20"/>
          <p:cNvSpPr txBox="1">
            <a:spLocks noChangeArrowheads="1"/>
          </p:cNvSpPr>
          <p:nvPr/>
        </p:nvSpPr>
        <p:spPr bwMode="auto">
          <a:xfrm>
            <a:off x="2209800" y="152400"/>
            <a:ext cx="42052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Stay-Option Machine</a:t>
            </a:r>
          </a:p>
        </p:txBody>
      </p:sp>
      <p:sp>
        <p:nvSpPr>
          <p:cNvPr id="826389" name="Rectangle 21"/>
          <p:cNvSpPr>
            <a:spLocks noChangeArrowheads="1"/>
          </p:cNvSpPr>
          <p:nvPr/>
        </p:nvSpPr>
        <p:spPr bwMode="auto">
          <a:xfrm>
            <a:off x="2362200" y="762000"/>
            <a:ext cx="40386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6390" name="Rectangle 22"/>
          <p:cNvSpPr>
            <a:spLocks noChangeArrowheads="1"/>
          </p:cNvSpPr>
          <p:nvPr/>
        </p:nvSpPr>
        <p:spPr bwMode="auto">
          <a:xfrm>
            <a:off x="1066800" y="3962400"/>
            <a:ext cx="68580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6391" name="Text Box 23"/>
          <p:cNvSpPr txBox="1">
            <a:spLocks noChangeArrowheads="1"/>
          </p:cNvSpPr>
          <p:nvPr/>
        </p:nvSpPr>
        <p:spPr bwMode="auto">
          <a:xfrm>
            <a:off x="1600200" y="3276600"/>
            <a:ext cx="61896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Simulation in Standard Machine</a:t>
            </a:r>
          </a:p>
        </p:txBody>
      </p:sp>
      <p:sp>
        <p:nvSpPr>
          <p:cNvPr id="826392" name="Text Box 24"/>
          <p:cNvSpPr txBox="1">
            <a:spLocks noChangeArrowheads="1"/>
          </p:cNvSpPr>
          <p:nvPr/>
        </p:nvSpPr>
        <p:spPr bwMode="auto">
          <a:xfrm>
            <a:off x="3886200" y="5791200"/>
            <a:ext cx="35480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every symbol </a:t>
            </a:r>
          </a:p>
        </p:txBody>
      </p:sp>
      <p:graphicFrame>
        <p:nvGraphicFramePr>
          <p:cNvPr id="826393" name="Object 25"/>
          <p:cNvGraphicFramePr>
            <a:graphicFrameLocks noChangeAspect="1"/>
          </p:cNvGraphicFramePr>
          <p:nvPr/>
        </p:nvGraphicFramePr>
        <p:xfrm>
          <a:off x="7394575" y="5905500"/>
          <a:ext cx="290513" cy="304800"/>
        </p:xfrm>
        <a:graphic>
          <a:graphicData uri="http://schemas.openxmlformats.org/presentationml/2006/ole">
            <p:oleObj spid="_x0000_s826393" name="Equation" r:id="rId11" imgW="291960" imgH="304560" progId="Equation.3">
              <p:embed/>
            </p:oleObj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F1E4EE1-7341-4E71-AA1D-C13669A56255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829442" name="Text Box 2"/>
          <p:cNvSpPr txBox="1">
            <a:spLocks noChangeArrowheads="1"/>
          </p:cNvSpPr>
          <p:nvPr/>
        </p:nvSpPr>
        <p:spPr bwMode="auto">
          <a:xfrm>
            <a:off x="3657600" y="0"/>
            <a:ext cx="17526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</a:t>
            </a:r>
          </a:p>
        </p:txBody>
      </p:sp>
      <p:sp>
        <p:nvSpPr>
          <p:cNvPr id="829443" name="Line 3"/>
          <p:cNvSpPr>
            <a:spLocks noChangeShapeType="1"/>
          </p:cNvSpPr>
          <p:nvPr/>
        </p:nvSpPr>
        <p:spPr bwMode="auto">
          <a:xfrm>
            <a:off x="3429000" y="20574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9444" name="Line 4"/>
          <p:cNvSpPr>
            <a:spLocks noChangeShapeType="1"/>
          </p:cNvSpPr>
          <p:nvPr/>
        </p:nvSpPr>
        <p:spPr bwMode="auto">
          <a:xfrm>
            <a:off x="3429000" y="25146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9445" name="Line 5"/>
          <p:cNvSpPr>
            <a:spLocks noChangeShapeType="1"/>
          </p:cNvSpPr>
          <p:nvPr/>
        </p:nvSpPr>
        <p:spPr bwMode="auto">
          <a:xfrm>
            <a:off x="3657600" y="2057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446" name="Line 6"/>
          <p:cNvSpPr>
            <a:spLocks noChangeShapeType="1"/>
          </p:cNvSpPr>
          <p:nvPr/>
        </p:nvSpPr>
        <p:spPr bwMode="auto">
          <a:xfrm>
            <a:off x="4038600" y="2057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447" name="Line 7"/>
          <p:cNvSpPr>
            <a:spLocks noChangeShapeType="1"/>
          </p:cNvSpPr>
          <p:nvPr/>
        </p:nvSpPr>
        <p:spPr bwMode="auto">
          <a:xfrm>
            <a:off x="4419600" y="2057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448" name="Line 8"/>
          <p:cNvSpPr>
            <a:spLocks noChangeShapeType="1"/>
          </p:cNvSpPr>
          <p:nvPr/>
        </p:nvSpPr>
        <p:spPr bwMode="auto">
          <a:xfrm>
            <a:off x="4800600" y="2057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449" name="Line 9"/>
          <p:cNvSpPr>
            <a:spLocks noChangeShapeType="1"/>
          </p:cNvSpPr>
          <p:nvPr/>
        </p:nvSpPr>
        <p:spPr bwMode="auto">
          <a:xfrm>
            <a:off x="5181600" y="2057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459" name="Line 19"/>
          <p:cNvSpPr>
            <a:spLocks noChangeShapeType="1"/>
          </p:cNvSpPr>
          <p:nvPr/>
        </p:nvSpPr>
        <p:spPr bwMode="auto">
          <a:xfrm flipV="1">
            <a:off x="4191000" y="2514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9460" name="Object 20"/>
          <p:cNvGraphicFramePr>
            <a:graphicFrameLocks noChangeAspect="1"/>
          </p:cNvGraphicFramePr>
          <p:nvPr/>
        </p:nvGraphicFramePr>
        <p:xfrm>
          <a:off x="3733800" y="2133600"/>
          <a:ext cx="252413" cy="368300"/>
        </p:xfrm>
        <a:graphic>
          <a:graphicData uri="http://schemas.openxmlformats.org/presentationml/2006/ole">
            <p:oleObj spid="_x0000_s829460" name="Equation" r:id="rId3" imgW="253800" imgH="368280" progId="Equation.3">
              <p:embed/>
            </p:oleObj>
          </a:graphicData>
        </a:graphic>
      </p:graphicFrame>
      <p:graphicFrame>
        <p:nvGraphicFramePr>
          <p:cNvPr id="829461" name="Object 21"/>
          <p:cNvGraphicFramePr>
            <a:graphicFrameLocks noChangeAspect="1"/>
          </p:cNvGraphicFramePr>
          <p:nvPr/>
        </p:nvGraphicFramePr>
        <p:xfrm>
          <a:off x="5715000" y="2133600"/>
          <a:ext cx="252413" cy="368300"/>
        </p:xfrm>
        <a:graphic>
          <a:graphicData uri="http://schemas.openxmlformats.org/presentationml/2006/ole">
            <p:oleObj spid="_x0000_s829461" name="Equation" r:id="rId4" imgW="253800" imgH="368280" progId="Equation.3">
              <p:embed/>
            </p:oleObj>
          </a:graphicData>
        </a:graphic>
      </p:graphicFrame>
      <p:graphicFrame>
        <p:nvGraphicFramePr>
          <p:cNvPr id="829462" name="Object 22"/>
          <p:cNvGraphicFramePr>
            <a:graphicFrameLocks noChangeAspect="1"/>
          </p:cNvGraphicFramePr>
          <p:nvPr/>
        </p:nvGraphicFramePr>
        <p:xfrm>
          <a:off x="4108450" y="2189163"/>
          <a:ext cx="265113" cy="279400"/>
        </p:xfrm>
        <a:graphic>
          <a:graphicData uri="http://schemas.openxmlformats.org/presentationml/2006/ole">
            <p:oleObj spid="_x0000_s829462" name="Equation" r:id="rId5" imgW="266400" imgH="279360" progId="Equation.3">
              <p:embed/>
            </p:oleObj>
          </a:graphicData>
        </a:graphic>
      </p:graphicFrame>
      <p:graphicFrame>
        <p:nvGraphicFramePr>
          <p:cNvPr id="829463" name="Object 23"/>
          <p:cNvGraphicFramePr>
            <a:graphicFrameLocks noChangeAspect="1"/>
          </p:cNvGraphicFramePr>
          <p:nvPr/>
        </p:nvGraphicFramePr>
        <p:xfrm>
          <a:off x="4495800" y="2209800"/>
          <a:ext cx="265113" cy="279400"/>
        </p:xfrm>
        <a:graphic>
          <a:graphicData uri="http://schemas.openxmlformats.org/presentationml/2006/ole">
            <p:oleObj spid="_x0000_s829463" name="Equation" r:id="rId6" imgW="266400" imgH="279360" progId="Equation.3">
              <p:embed/>
            </p:oleObj>
          </a:graphicData>
        </a:graphic>
      </p:graphicFrame>
      <p:graphicFrame>
        <p:nvGraphicFramePr>
          <p:cNvPr id="829468" name="Object 28"/>
          <p:cNvGraphicFramePr>
            <a:graphicFrameLocks noChangeAspect="1"/>
          </p:cNvGraphicFramePr>
          <p:nvPr/>
        </p:nvGraphicFramePr>
        <p:xfrm>
          <a:off x="4876800" y="2133600"/>
          <a:ext cx="252413" cy="392113"/>
        </p:xfrm>
        <a:graphic>
          <a:graphicData uri="http://schemas.openxmlformats.org/presentationml/2006/ole">
            <p:oleObj spid="_x0000_s829468" name="Equation" r:id="rId7" imgW="253800" imgH="393480" progId="Equation.3">
              <p:embed/>
            </p:oleObj>
          </a:graphicData>
        </a:graphic>
      </p:graphicFrame>
      <p:graphicFrame>
        <p:nvGraphicFramePr>
          <p:cNvPr id="829469" name="Object 29"/>
          <p:cNvGraphicFramePr>
            <a:graphicFrameLocks noChangeAspect="1"/>
          </p:cNvGraphicFramePr>
          <p:nvPr/>
        </p:nvGraphicFramePr>
        <p:xfrm>
          <a:off x="5257800" y="2209800"/>
          <a:ext cx="265113" cy="279400"/>
        </p:xfrm>
        <a:graphic>
          <a:graphicData uri="http://schemas.openxmlformats.org/presentationml/2006/ole">
            <p:oleObj spid="_x0000_s829469" name="Equation" r:id="rId8" imgW="266400" imgH="279360" progId="Equation.3">
              <p:embed/>
            </p:oleObj>
          </a:graphicData>
        </a:graphic>
      </p:graphicFrame>
      <p:graphicFrame>
        <p:nvGraphicFramePr>
          <p:cNvPr id="829475" name="Object 35"/>
          <p:cNvGraphicFramePr>
            <a:graphicFrameLocks noChangeAspect="1"/>
          </p:cNvGraphicFramePr>
          <p:nvPr/>
        </p:nvGraphicFramePr>
        <p:xfrm>
          <a:off x="3976688" y="2921000"/>
          <a:ext cx="381000" cy="520700"/>
        </p:xfrm>
        <a:graphic>
          <a:graphicData uri="http://schemas.openxmlformats.org/presentationml/2006/ole">
            <p:oleObj spid="_x0000_s829475" name="Equation" r:id="rId9" imgW="380880" imgH="520560" progId="Equation.3">
              <p:embed/>
            </p:oleObj>
          </a:graphicData>
        </a:graphic>
      </p:graphicFrame>
      <p:sp>
        <p:nvSpPr>
          <p:cNvPr id="829476" name="Line 36"/>
          <p:cNvSpPr>
            <a:spLocks noChangeShapeType="1"/>
          </p:cNvSpPr>
          <p:nvPr/>
        </p:nvSpPr>
        <p:spPr bwMode="auto">
          <a:xfrm>
            <a:off x="5638800" y="2057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477" name="Text Box 37"/>
          <p:cNvSpPr txBox="1">
            <a:spLocks noChangeArrowheads="1"/>
          </p:cNvSpPr>
          <p:nvPr/>
        </p:nvSpPr>
        <p:spPr bwMode="auto">
          <a:xfrm>
            <a:off x="0" y="762000"/>
            <a:ext cx="4327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Stay-Option Machine:</a:t>
            </a:r>
          </a:p>
        </p:txBody>
      </p:sp>
      <p:sp>
        <p:nvSpPr>
          <p:cNvPr id="829478" name="Text Box 38"/>
          <p:cNvSpPr txBox="1">
            <a:spLocks noChangeArrowheads="1"/>
          </p:cNvSpPr>
          <p:nvPr/>
        </p:nvSpPr>
        <p:spPr bwMode="auto">
          <a:xfrm>
            <a:off x="4556125" y="1473200"/>
            <a:ext cx="366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1</a:t>
            </a:r>
          </a:p>
        </p:txBody>
      </p:sp>
      <p:sp>
        <p:nvSpPr>
          <p:cNvPr id="829479" name="Line 39"/>
          <p:cNvSpPr>
            <a:spLocks noChangeShapeType="1"/>
          </p:cNvSpPr>
          <p:nvPr/>
        </p:nvSpPr>
        <p:spPr bwMode="auto">
          <a:xfrm>
            <a:off x="6477000" y="20574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9480" name="Line 40"/>
          <p:cNvSpPr>
            <a:spLocks noChangeShapeType="1"/>
          </p:cNvSpPr>
          <p:nvPr/>
        </p:nvSpPr>
        <p:spPr bwMode="auto">
          <a:xfrm>
            <a:off x="6477000" y="25146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9481" name="Line 41"/>
          <p:cNvSpPr>
            <a:spLocks noChangeShapeType="1"/>
          </p:cNvSpPr>
          <p:nvPr/>
        </p:nvSpPr>
        <p:spPr bwMode="auto">
          <a:xfrm>
            <a:off x="6705600" y="2057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482" name="Line 42"/>
          <p:cNvSpPr>
            <a:spLocks noChangeShapeType="1"/>
          </p:cNvSpPr>
          <p:nvPr/>
        </p:nvSpPr>
        <p:spPr bwMode="auto">
          <a:xfrm>
            <a:off x="7086600" y="2057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483" name="Line 43"/>
          <p:cNvSpPr>
            <a:spLocks noChangeShapeType="1"/>
          </p:cNvSpPr>
          <p:nvPr/>
        </p:nvSpPr>
        <p:spPr bwMode="auto">
          <a:xfrm>
            <a:off x="7467600" y="2057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484" name="Line 44"/>
          <p:cNvSpPr>
            <a:spLocks noChangeShapeType="1"/>
          </p:cNvSpPr>
          <p:nvPr/>
        </p:nvSpPr>
        <p:spPr bwMode="auto">
          <a:xfrm>
            <a:off x="7848600" y="2057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485" name="Line 45"/>
          <p:cNvSpPr>
            <a:spLocks noChangeShapeType="1"/>
          </p:cNvSpPr>
          <p:nvPr/>
        </p:nvSpPr>
        <p:spPr bwMode="auto">
          <a:xfrm>
            <a:off x="8229600" y="2057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486" name="Line 46"/>
          <p:cNvSpPr>
            <a:spLocks noChangeShapeType="1"/>
          </p:cNvSpPr>
          <p:nvPr/>
        </p:nvSpPr>
        <p:spPr bwMode="auto">
          <a:xfrm flipV="1">
            <a:off x="7239000" y="2514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9487" name="Object 47"/>
          <p:cNvGraphicFramePr>
            <a:graphicFrameLocks noChangeAspect="1"/>
          </p:cNvGraphicFramePr>
          <p:nvPr/>
        </p:nvGraphicFramePr>
        <p:xfrm>
          <a:off x="6781800" y="2133600"/>
          <a:ext cx="252413" cy="368300"/>
        </p:xfrm>
        <a:graphic>
          <a:graphicData uri="http://schemas.openxmlformats.org/presentationml/2006/ole">
            <p:oleObj spid="_x0000_s829487" name="Equation" r:id="rId10" imgW="253800" imgH="368280" progId="Equation.3">
              <p:embed/>
            </p:oleObj>
          </a:graphicData>
        </a:graphic>
      </p:graphicFrame>
      <p:graphicFrame>
        <p:nvGraphicFramePr>
          <p:cNvPr id="829488" name="Object 48"/>
          <p:cNvGraphicFramePr>
            <a:graphicFrameLocks noChangeAspect="1"/>
          </p:cNvGraphicFramePr>
          <p:nvPr/>
        </p:nvGraphicFramePr>
        <p:xfrm>
          <a:off x="8763000" y="2133600"/>
          <a:ext cx="252413" cy="368300"/>
        </p:xfrm>
        <a:graphic>
          <a:graphicData uri="http://schemas.openxmlformats.org/presentationml/2006/ole">
            <p:oleObj spid="_x0000_s829488" name="Equation" r:id="rId11" imgW="253800" imgH="368280" progId="Equation.3">
              <p:embed/>
            </p:oleObj>
          </a:graphicData>
        </a:graphic>
      </p:graphicFrame>
      <p:graphicFrame>
        <p:nvGraphicFramePr>
          <p:cNvPr id="829489" name="Object 49"/>
          <p:cNvGraphicFramePr>
            <a:graphicFrameLocks noChangeAspect="1"/>
          </p:cNvGraphicFramePr>
          <p:nvPr/>
        </p:nvGraphicFramePr>
        <p:xfrm>
          <a:off x="7162800" y="2133600"/>
          <a:ext cx="252413" cy="392113"/>
        </p:xfrm>
        <a:graphic>
          <a:graphicData uri="http://schemas.openxmlformats.org/presentationml/2006/ole">
            <p:oleObj spid="_x0000_s829489" name="Equation" r:id="rId12" imgW="253800" imgH="393480" progId="Equation.3">
              <p:embed/>
            </p:oleObj>
          </a:graphicData>
        </a:graphic>
      </p:graphicFrame>
      <p:graphicFrame>
        <p:nvGraphicFramePr>
          <p:cNvPr id="829490" name="Object 50"/>
          <p:cNvGraphicFramePr>
            <a:graphicFrameLocks noChangeAspect="1"/>
          </p:cNvGraphicFramePr>
          <p:nvPr/>
        </p:nvGraphicFramePr>
        <p:xfrm>
          <a:off x="7543800" y="2209800"/>
          <a:ext cx="265113" cy="279400"/>
        </p:xfrm>
        <a:graphic>
          <a:graphicData uri="http://schemas.openxmlformats.org/presentationml/2006/ole">
            <p:oleObj spid="_x0000_s829490" name="Equation" r:id="rId13" imgW="266400" imgH="279360" progId="Equation.3">
              <p:embed/>
            </p:oleObj>
          </a:graphicData>
        </a:graphic>
      </p:graphicFrame>
      <p:graphicFrame>
        <p:nvGraphicFramePr>
          <p:cNvPr id="829491" name="Object 51"/>
          <p:cNvGraphicFramePr>
            <a:graphicFrameLocks noChangeAspect="1"/>
          </p:cNvGraphicFramePr>
          <p:nvPr/>
        </p:nvGraphicFramePr>
        <p:xfrm>
          <a:off x="7924800" y="2133600"/>
          <a:ext cx="252413" cy="392113"/>
        </p:xfrm>
        <a:graphic>
          <a:graphicData uri="http://schemas.openxmlformats.org/presentationml/2006/ole">
            <p:oleObj spid="_x0000_s829491" name="Equation" r:id="rId14" imgW="253800" imgH="393480" progId="Equation.3">
              <p:embed/>
            </p:oleObj>
          </a:graphicData>
        </a:graphic>
      </p:graphicFrame>
      <p:graphicFrame>
        <p:nvGraphicFramePr>
          <p:cNvPr id="829492" name="Object 52"/>
          <p:cNvGraphicFramePr>
            <a:graphicFrameLocks noChangeAspect="1"/>
          </p:cNvGraphicFramePr>
          <p:nvPr/>
        </p:nvGraphicFramePr>
        <p:xfrm>
          <a:off x="8305800" y="2209800"/>
          <a:ext cx="265113" cy="279400"/>
        </p:xfrm>
        <a:graphic>
          <a:graphicData uri="http://schemas.openxmlformats.org/presentationml/2006/ole">
            <p:oleObj spid="_x0000_s829492" name="Equation" r:id="rId15" imgW="266400" imgH="279360" progId="Equation.3">
              <p:embed/>
            </p:oleObj>
          </a:graphicData>
        </a:graphic>
      </p:graphicFrame>
      <p:graphicFrame>
        <p:nvGraphicFramePr>
          <p:cNvPr id="829493" name="Object 53"/>
          <p:cNvGraphicFramePr>
            <a:graphicFrameLocks noChangeAspect="1"/>
          </p:cNvGraphicFramePr>
          <p:nvPr/>
        </p:nvGraphicFramePr>
        <p:xfrm>
          <a:off x="6994525" y="2921000"/>
          <a:ext cx="442913" cy="520700"/>
        </p:xfrm>
        <a:graphic>
          <a:graphicData uri="http://schemas.openxmlformats.org/presentationml/2006/ole">
            <p:oleObj spid="_x0000_s829493" name="Equation" r:id="rId16" imgW="444240" imgH="520560" progId="Equation.3">
              <p:embed/>
            </p:oleObj>
          </a:graphicData>
        </a:graphic>
      </p:graphicFrame>
      <p:sp>
        <p:nvSpPr>
          <p:cNvPr id="829494" name="Line 54"/>
          <p:cNvSpPr>
            <a:spLocks noChangeShapeType="1"/>
          </p:cNvSpPr>
          <p:nvPr/>
        </p:nvSpPr>
        <p:spPr bwMode="auto">
          <a:xfrm>
            <a:off x="8686800" y="2057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495" name="Text Box 55"/>
          <p:cNvSpPr txBox="1">
            <a:spLocks noChangeArrowheads="1"/>
          </p:cNvSpPr>
          <p:nvPr/>
        </p:nvSpPr>
        <p:spPr bwMode="auto">
          <a:xfrm>
            <a:off x="7604125" y="1473200"/>
            <a:ext cx="431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2</a:t>
            </a:r>
          </a:p>
        </p:txBody>
      </p:sp>
      <p:sp>
        <p:nvSpPr>
          <p:cNvPr id="829496" name="Oval 56"/>
          <p:cNvSpPr>
            <a:spLocks noChangeArrowheads="1"/>
          </p:cNvSpPr>
          <p:nvPr/>
        </p:nvSpPr>
        <p:spPr bwMode="auto">
          <a:xfrm>
            <a:off x="0" y="20574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9497" name="Line 57"/>
          <p:cNvSpPr>
            <a:spLocks noChangeShapeType="1"/>
          </p:cNvSpPr>
          <p:nvPr/>
        </p:nvSpPr>
        <p:spPr bwMode="auto">
          <a:xfrm>
            <a:off x="609600" y="2286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9498" name="Oval 58"/>
          <p:cNvSpPr>
            <a:spLocks noChangeArrowheads="1"/>
          </p:cNvSpPr>
          <p:nvPr/>
        </p:nvSpPr>
        <p:spPr bwMode="auto">
          <a:xfrm>
            <a:off x="2239963" y="20574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9499" name="Object 59"/>
          <p:cNvGraphicFramePr>
            <a:graphicFrameLocks noChangeAspect="1"/>
          </p:cNvGraphicFramePr>
          <p:nvPr/>
        </p:nvGraphicFramePr>
        <p:xfrm>
          <a:off x="152400" y="1981200"/>
          <a:ext cx="381000" cy="520700"/>
        </p:xfrm>
        <a:graphic>
          <a:graphicData uri="http://schemas.openxmlformats.org/presentationml/2006/ole">
            <p:oleObj spid="_x0000_s829499" name="Equation" r:id="rId17" imgW="380880" imgH="520560" progId="Equation.3">
              <p:embed/>
            </p:oleObj>
          </a:graphicData>
        </a:graphic>
      </p:graphicFrame>
      <p:graphicFrame>
        <p:nvGraphicFramePr>
          <p:cNvPr id="829500" name="Object 60"/>
          <p:cNvGraphicFramePr>
            <a:graphicFrameLocks noChangeAspect="1"/>
          </p:cNvGraphicFramePr>
          <p:nvPr/>
        </p:nvGraphicFramePr>
        <p:xfrm>
          <a:off x="2362200" y="1981200"/>
          <a:ext cx="442913" cy="520700"/>
        </p:xfrm>
        <a:graphic>
          <a:graphicData uri="http://schemas.openxmlformats.org/presentationml/2006/ole">
            <p:oleObj spid="_x0000_s829500" name="Equation" r:id="rId18" imgW="444240" imgH="520560" progId="Equation.3">
              <p:embed/>
            </p:oleObj>
          </a:graphicData>
        </a:graphic>
      </p:graphicFrame>
      <p:graphicFrame>
        <p:nvGraphicFramePr>
          <p:cNvPr id="829501" name="Object 61"/>
          <p:cNvGraphicFramePr>
            <a:graphicFrameLocks noChangeAspect="1"/>
          </p:cNvGraphicFramePr>
          <p:nvPr/>
        </p:nvGraphicFramePr>
        <p:xfrm>
          <a:off x="609600" y="1828800"/>
          <a:ext cx="1562100" cy="469900"/>
        </p:xfrm>
        <a:graphic>
          <a:graphicData uri="http://schemas.openxmlformats.org/presentationml/2006/ole">
            <p:oleObj spid="_x0000_s829501" name="Equation" r:id="rId19" imgW="1562040" imgH="469800" progId="Equation.3">
              <p:embed/>
            </p:oleObj>
          </a:graphicData>
        </a:graphic>
      </p:graphicFrame>
      <p:sp>
        <p:nvSpPr>
          <p:cNvPr id="829502" name="Text Box 62"/>
          <p:cNvSpPr txBox="1">
            <a:spLocks noChangeArrowheads="1"/>
          </p:cNvSpPr>
          <p:nvPr/>
        </p:nvSpPr>
        <p:spPr bwMode="auto">
          <a:xfrm>
            <a:off x="0" y="3886200"/>
            <a:ext cx="63119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Simulation in Standard Machine:</a:t>
            </a:r>
          </a:p>
        </p:txBody>
      </p:sp>
      <p:sp>
        <p:nvSpPr>
          <p:cNvPr id="829503" name="Line 63"/>
          <p:cNvSpPr>
            <a:spLocks noChangeShapeType="1"/>
          </p:cNvSpPr>
          <p:nvPr/>
        </p:nvSpPr>
        <p:spPr bwMode="auto">
          <a:xfrm>
            <a:off x="304800" y="51054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9504" name="Line 64"/>
          <p:cNvSpPr>
            <a:spLocks noChangeShapeType="1"/>
          </p:cNvSpPr>
          <p:nvPr/>
        </p:nvSpPr>
        <p:spPr bwMode="auto">
          <a:xfrm>
            <a:off x="304800" y="55626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9505" name="Line 65"/>
          <p:cNvSpPr>
            <a:spLocks noChangeShapeType="1"/>
          </p:cNvSpPr>
          <p:nvPr/>
        </p:nvSpPr>
        <p:spPr bwMode="auto">
          <a:xfrm>
            <a:off x="5334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06" name="Line 66"/>
          <p:cNvSpPr>
            <a:spLocks noChangeShapeType="1"/>
          </p:cNvSpPr>
          <p:nvPr/>
        </p:nvSpPr>
        <p:spPr bwMode="auto">
          <a:xfrm>
            <a:off x="9144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07" name="Line 67"/>
          <p:cNvSpPr>
            <a:spLocks noChangeShapeType="1"/>
          </p:cNvSpPr>
          <p:nvPr/>
        </p:nvSpPr>
        <p:spPr bwMode="auto">
          <a:xfrm>
            <a:off x="12954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08" name="Line 68"/>
          <p:cNvSpPr>
            <a:spLocks noChangeShapeType="1"/>
          </p:cNvSpPr>
          <p:nvPr/>
        </p:nvSpPr>
        <p:spPr bwMode="auto">
          <a:xfrm>
            <a:off x="16764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09" name="Line 69"/>
          <p:cNvSpPr>
            <a:spLocks noChangeShapeType="1"/>
          </p:cNvSpPr>
          <p:nvPr/>
        </p:nvSpPr>
        <p:spPr bwMode="auto">
          <a:xfrm>
            <a:off x="20574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10" name="Line 70"/>
          <p:cNvSpPr>
            <a:spLocks noChangeShapeType="1"/>
          </p:cNvSpPr>
          <p:nvPr/>
        </p:nvSpPr>
        <p:spPr bwMode="auto">
          <a:xfrm flipV="1">
            <a:off x="1066800" y="5562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9511" name="Object 71"/>
          <p:cNvGraphicFramePr>
            <a:graphicFrameLocks noChangeAspect="1"/>
          </p:cNvGraphicFramePr>
          <p:nvPr/>
        </p:nvGraphicFramePr>
        <p:xfrm>
          <a:off x="609600" y="5181600"/>
          <a:ext cx="252413" cy="368300"/>
        </p:xfrm>
        <a:graphic>
          <a:graphicData uri="http://schemas.openxmlformats.org/presentationml/2006/ole">
            <p:oleObj spid="_x0000_s829511" name="Equation" r:id="rId20" imgW="253800" imgH="368280" progId="Equation.3">
              <p:embed/>
            </p:oleObj>
          </a:graphicData>
        </a:graphic>
      </p:graphicFrame>
      <p:graphicFrame>
        <p:nvGraphicFramePr>
          <p:cNvPr id="829512" name="Object 72"/>
          <p:cNvGraphicFramePr>
            <a:graphicFrameLocks noChangeAspect="1"/>
          </p:cNvGraphicFramePr>
          <p:nvPr/>
        </p:nvGraphicFramePr>
        <p:xfrm>
          <a:off x="2590800" y="5181600"/>
          <a:ext cx="252413" cy="368300"/>
        </p:xfrm>
        <a:graphic>
          <a:graphicData uri="http://schemas.openxmlformats.org/presentationml/2006/ole">
            <p:oleObj spid="_x0000_s829512" name="Equation" r:id="rId21" imgW="253800" imgH="368280" progId="Equation.3">
              <p:embed/>
            </p:oleObj>
          </a:graphicData>
        </a:graphic>
      </p:graphicFrame>
      <p:graphicFrame>
        <p:nvGraphicFramePr>
          <p:cNvPr id="829513" name="Object 73"/>
          <p:cNvGraphicFramePr>
            <a:graphicFrameLocks noChangeAspect="1"/>
          </p:cNvGraphicFramePr>
          <p:nvPr/>
        </p:nvGraphicFramePr>
        <p:xfrm>
          <a:off x="984250" y="5237163"/>
          <a:ext cx="265113" cy="279400"/>
        </p:xfrm>
        <a:graphic>
          <a:graphicData uri="http://schemas.openxmlformats.org/presentationml/2006/ole">
            <p:oleObj spid="_x0000_s829513" name="Equation" r:id="rId22" imgW="266400" imgH="279360" progId="Equation.3">
              <p:embed/>
            </p:oleObj>
          </a:graphicData>
        </a:graphic>
      </p:graphicFrame>
      <p:graphicFrame>
        <p:nvGraphicFramePr>
          <p:cNvPr id="829514" name="Object 74"/>
          <p:cNvGraphicFramePr>
            <a:graphicFrameLocks noChangeAspect="1"/>
          </p:cNvGraphicFramePr>
          <p:nvPr/>
        </p:nvGraphicFramePr>
        <p:xfrm>
          <a:off x="1371600" y="5257800"/>
          <a:ext cx="265113" cy="279400"/>
        </p:xfrm>
        <a:graphic>
          <a:graphicData uri="http://schemas.openxmlformats.org/presentationml/2006/ole">
            <p:oleObj spid="_x0000_s829514" name="Equation" r:id="rId23" imgW="266400" imgH="279360" progId="Equation.3">
              <p:embed/>
            </p:oleObj>
          </a:graphicData>
        </a:graphic>
      </p:graphicFrame>
      <p:graphicFrame>
        <p:nvGraphicFramePr>
          <p:cNvPr id="829515" name="Object 75"/>
          <p:cNvGraphicFramePr>
            <a:graphicFrameLocks noChangeAspect="1"/>
          </p:cNvGraphicFramePr>
          <p:nvPr/>
        </p:nvGraphicFramePr>
        <p:xfrm>
          <a:off x="1752600" y="5181600"/>
          <a:ext cx="252413" cy="392113"/>
        </p:xfrm>
        <a:graphic>
          <a:graphicData uri="http://schemas.openxmlformats.org/presentationml/2006/ole">
            <p:oleObj spid="_x0000_s829515" name="Equation" r:id="rId24" imgW="253800" imgH="393480" progId="Equation.3">
              <p:embed/>
            </p:oleObj>
          </a:graphicData>
        </a:graphic>
      </p:graphicFrame>
      <p:graphicFrame>
        <p:nvGraphicFramePr>
          <p:cNvPr id="829516" name="Object 76"/>
          <p:cNvGraphicFramePr>
            <a:graphicFrameLocks noChangeAspect="1"/>
          </p:cNvGraphicFramePr>
          <p:nvPr/>
        </p:nvGraphicFramePr>
        <p:xfrm>
          <a:off x="2133600" y="5257800"/>
          <a:ext cx="265113" cy="279400"/>
        </p:xfrm>
        <a:graphic>
          <a:graphicData uri="http://schemas.openxmlformats.org/presentationml/2006/ole">
            <p:oleObj spid="_x0000_s829516" name="Equation" r:id="rId25" imgW="266400" imgH="279360" progId="Equation.3">
              <p:embed/>
            </p:oleObj>
          </a:graphicData>
        </a:graphic>
      </p:graphicFrame>
      <p:graphicFrame>
        <p:nvGraphicFramePr>
          <p:cNvPr id="829517" name="Object 77"/>
          <p:cNvGraphicFramePr>
            <a:graphicFrameLocks noChangeAspect="1"/>
          </p:cNvGraphicFramePr>
          <p:nvPr/>
        </p:nvGraphicFramePr>
        <p:xfrm>
          <a:off x="852488" y="5969000"/>
          <a:ext cx="381000" cy="520700"/>
        </p:xfrm>
        <a:graphic>
          <a:graphicData uri="http://schemas.openxmlformats.org/presentationml/2006/ole">
            <p:oleObj spid="_x0000_s829517" name="Equation" r:id="rId26" imgW="380880" imgH="520560" progId="Equation.3">
              <p:embed/>
            </p:oleObj>
          </a:graphicData>
        </a:graphic>
      </p:graphicFrame>
      <p:sp>
        <p:nvSpPr>
          <p:cNvPr id="829518" name="Line 78"/>
          <p:cNvSpPr>
            <a:spLocks noChangeShapeType="1"/>
          </p:cNvSpPr>
          <p:nvPr/>
        </p:nvSpPr>
        <p:spPr bwMode="auto">
          <a:xfrm>
            <a:off x="25146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19" name="Text Box 79"/>
          <p:cNvSpPr txBox="1">
            <a:spLocks noChangeArrowheads="1"/>
          </p:cNvSpPr>
          <p:nvPr/>
        </p:nvSpPr>
        <p:spPr bwMode="auto">
          <a:xfrm>
            <a:off x="1431925" y="4521200"/>
            <a:ext cx="366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1</a:t>
            </a:r>
          </a:p>
        </p:txBody>
      </p:sp>
      <p:sp>
        <p:nvSpPr>
          <p:cNvPr id="829520" name="Line 80"/>
          <p:cNvSpPr>
            <a:spLocks noChangeShapeType="1"/>
          </p:cNvSpPr>
          <p:nvPr/>
        </p:nvSpPr>
        <p:spPr bwMode="auto">
          <a:xfrm>
            <a:off x="3352800" y="51054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9521" name="Line 81"/>
          <p:cNvSpPr>
            <a:spLocks noChangeShapeType="1"/>
          </p:cNvSpPr>
          <p:nvPr/>
        </p:nvSpPr>
        <p:spPr bwMode="auto">
          <a:xfrm>
            <a:off x="3352800" y="55626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9522" name="Line 82"/>
          <p:cNvSpPr>
            <a:spLocks noChangeShapeType="1"/>
          </p:cNvSpPr>
          <p:nvPr/>
        </p:nvSpPr>
        <p:spPr bwMode="auto">
          <a:xfrm>
            <a:off x="35814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23" name="Line 83"/>
          <p:cNvSpPr>
            <a:spLocks noChangeShapeType="1"/>
          </p:cNvSpPr>
          <p:nvPr/>
        </p:nvSpPr>
        <p:spPr bwMode="auto">
          <a:xfrm>
            <a:off x="39624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24" name="Line 84"/>
          <p:cNvSpPr>
            <a:spLocks noChangeShapeType="1"/>
          </p:cNvSpPr>
          <p:nvPr/>
        </p:nvSpPr>
        <p:spPr bwMode="auto">
          <a:xfrm>
            <a:off x="43434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25" name="Line 85"/>
          <p:cNvSpPr>
            <a:spLocks noChangeShapeType="1"/>
          </p:cNvSpPr>
          <p:nvPr/>
        </p:nvSpPr>
        <p:spPr bwMode="auto">
          <a:xfrm>
            <a:off x="47244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26" name="Line 86"/>
          <p:cNvSpPr>
            <a:spLocks noChangeShapeType="1"/>
          </p:cNvSpPr>
          <p:nvPr/>
        </p:nvSpPr>
        <p:spPr bwMode="auto">
          <a:xfrm>
            <a:off x="51054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27" name="Line 87"/>
          <p:cNvSpPr>
            <a:spLocks noChangeShapeType="1"/>
          </p:cNvSpPr>
          <p:nvPr/>
        </p:nvSpPr>
        <p:spPr bwMode="auto">
          <a:xfrm flipV="1">
            <a:off x="3810000" y="5562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9528" name="Object 88"/>
          <p:cNvGraphicFramePr>
            <a:graphicFrameLocks noChangeAspect="1"/>
          </p:cNvGraphicFramePr>
          <p:nvPr/>
        </p:nvGraphicFramePr>
        <p:xfrm>
          <a:off x="3657600" y="5181600"/>
          <a:ext cx="252413" cy="368300"/>
        </p:xfrm>
        <a:graphic>
          <a:graphicData uri="http://schemas.openxmlformats.org/presentationml/2006/ole">
            <p:oleObj spid="_x0000_s829528" name="Equation" r:id="rId27" imgW="253800" imgH="368280" progId="Equation.3">
              <p:embed/>
            </p:oleObj>
          </a:graphicData>
        </a:graphic>
      </p:graphicFrame>
      <p:graphicFrame>
        <p:nvGraphicFramePr>
          <p:cNvPr id="829529" name="Object 89"/>
          <p:cNvGraphicFramePr>
            <a:graphicFrameLocks noChangeAspect="1"/>
          </p:cNvGraphicFramePr>
          <p:nvPr/>
        </p:nvGraphicFramePr>
        <p:xfrm>
          <a:off x="5638800" y="5181600"/>
          <a:ext cx="252413" cy="368300"/>
        </p:xfrm>
        <a:graphic>
          <a:graphicData uri="http://schemas.openxmlformats.org/presentationml/2006/ole">
            <p:oleObj spid="_x0000_s829529" name="Equation" r:id="rId28" imgW="253800" imgH="368280" progId="Equation.3">
              <p:embed/>
            </p:oleObj>
          </a:graphicData>
        </a:graphic>
      </p:graphicFrame>
      <p:graphicFrame>
        <p:nvGraphicFramePr>
          <p:cNvPr id="829530" name="Object 90"/>
          <p:cNvGraphicFramePr>
            <a:graphicFrameLocks noChangeAspect="1"/>
          </p:cNvGraphicFramePr>
          <p:nvPr/>
        </p:nvGraphicFramePr>
        <p:xfrm>
          <a:off x="4038600" y="5181600"/>
          <a:ext cx="252413" cy="392113"/>
        </p:xfrm>
        <a:graphic>
          <a:graphicData uri="http://schemas.openxmlformats.org/presentationml/2006/ole">
            <p:oleObj spid="_x0000_s829530" name="Equation" r:id="rId29" imgW="253800" imgH="393480" progId="Equation.3">
              <p:embed/>
            </p:oleObj>
          </a:graphicData>
        </a:graphic>
      </p:graphicFrame>
      <p:graphicFrame>
        <p:nvGraphicFramePr>
          <p:cNvPr id="829531" name="Object 91"/>
          <p:cNvGraphicFramePr>
            <a:graphicFrameLocks noChangeAspect="1"/>
          </p:cNvGraphicFramePr>
          <p:nvPr/>
        </p:nvGraphicFramePr>
        <p:xfrm>
          <a:off x="4419600" y="5257800"/>
          <a:ext cx="265113" cy="279400"/>
        </p:xfrm>
        <a:graphic>
          <a:graphicData uri="http://schemas.openxmlformats.org/presentationml/2006/ole">
            <p:oleObj spid="_x0000_s829531" name="Equation" r:id="rId30" imgW="266400" imgH="279360" progId="Equation.3">
              <p:embed/>
            </p:oleObj>
          </a:graphicData>
        </a:graphic>
      </p:graphicFrame>
      <p:graphicFrame>
        <p:nvGraphicFramePr>
          <p:cNvPr id="829532" name="Object 92"/>
          <p:cNvGraphicFramePr>
            <a:graphicFrameLocks noChangeAspect="1"/>
          </p:cNvGraphicFramePr>
          <p:nvPr/>
        </p:nvGraphicFramePr>
        <p:xfrm>
          <a:off x="4800600" y="5181600"/>
          <a:ext cx="252413" cy="392113"/>
        </p:xfrm>
        <a:graphic>
          <a:graphicData uri="http://schemas.openxmlformats.org/presentationml/2006/ole">
            <p:oleObj spid="_x0000_s829532" name="Equation" r:id="rId31" imgW="253800" imgH="393480" progId="Equation.3">
              <p:embed/>
            </p:oleObj>
          </a:graphicData>
        </a:graphic>
      </p:graphicFrame>
      <p:graphicFrame>
        <p:nvGraphicFramePr>
          <p:cNvPr id="829533" name="Object 93"/>
          <p:cNvGraphicFramePr>
            <a:graphicFrameLocks noChangeAspect="1"/>
          </p:cNvGraphicFramePr>
          <p:nvPr/>
        </p:nvGraphicFramePr>
        <p:xfrm>
          <a:off x="5181600" y="5257800"/>
          <a:ext cx="265113" cy="279400"/>
        </p:xfrm>
        <a:graphic>
          <a:graphicData uri="http://schemas.openxmlformats.org/presentationml/2006/ole">
            <p:oleObj spid="_x0000_s829533" name="Equation" r:id="rId32" imgW="266400" imgH="279360" progId="Equation.3">
              <p:embed/>
            </p:oleObj>
          </a:graphicData>
        </a:graphic>
      </p:graphicFrame>
      <p:graphicFrame>
        <p:nvGraphicFramePr>
          <p:cNvPr id="829534" name="Object 94"/>
          <p:cNvGraphicFramePr>
            <a:graphicFrameLocks noChangeAspect="1"/>
          </p:cNvGraphicFramePr>
          <p:nvPr/>
        </p:nvGraphicFramePr>
        <p:xfrm>
          <a:off x="3581400" y="5943600"/>
          <a:ext cx="442913" cy="520700"/>
        </p:xfrm>
        <a:graphic>
          <a:graphicData uri="http://schemas.openxmlformats.org/presentationml/2006/ole">
            <p:oleObj spid="_x0000_s829534" name="Equation" r:id="rId33" imgW="444240" imgH="520560" progId="Equation.3">
              <p:embed/>
            </p:oleObj>
          </a:graphicData>
        </a:graphic>
      </p:graphicFrame>
      <p:sp>
        <p:nvSpPr>
          <p:cNvPr id="829535" name="Line 95"/>
          <p:cNvSpPr>
            <a:spLocks noChangeShapeType="1"/>
          </p:cNvSpPr>
          <p:nvPr/>
        </p:nvSpPr>
        <p:spPr bwMode="auto">
          <a:xfrm>
            <a:off x="55626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36" name="Text Box 96"/>
          <p:cNvSpPr txBox="1">
            <a:spLocks noChangeArrowheads="1"/>
          </p:cNvSpPr>
          <p:nvPr/>
        </p:nvSpPr>
        <p:spPr bwMode="auto">
          <a:xfrm>
            <a:off x="4479925" y="4521200"/>
            <a:ext cx="431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2</a:t>
            </a:r>
          </a:p>
        </p:txBody>
      </p:sp>
      <p:sp>
        <p:nvSpPr>
          <p:cNvPr id="829537" name="Line 97"/>
          <p:cNvSpPr>
            <a:spLocks noChangeShapeType="1"/>
          </p:cNvSpPr>
          <p:nvPr/>
        </p:nvSpPr>
        <p:spPr bwMode="auto">
          <a:xfrm>
            <a:off x="6477000" y="51054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9538" name="Line 98"/>
          <p:cNvSpPr>
            <a:spLocks noChangeShapeType="1"/>
          </p:cNvSpPr>
          <p:nvPr/>
        </p:nvSpPr>
        <p:spPr bwMode="auto">
          <a:xfrm>
            <a:off x="6477000" y="55626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9539" name="Line 99"/>
          <p:cNvSpPr>
            <a:spLocks noChangeShapeType="1"/>
          </p:cNvSpPr>
          <p:nvPr/>
        </p:nvSpPr>
        <p:spPr bwMode="auto">
          <a:xfrm>
            <a:off x="67056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40" name="Line 100"/>
          <p:cNvSpPr>
            <a:spLocks noChangeShapeType="1"/>
          </p:cNvSpPr>
          <p:nvPr/>
        </p:nvSpPr>
        <p:spPr bwMode="auto">
          <a:xfrm>
            <a:off x="70866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41" name="Line 101"/>
          <p:cNvSpPr>
            <a:spLocks noChangeShapeType="1"/>
          </p:cNvSpPr>
          <p:nvPr/>
        </p:nvSpPr>
        <p:spPr bwMode="auto">
          <a:xfrm>
            <a:off x="74676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42" name="Line 102"/>
          <p:cNvSpPr>
            <a:spLocks noChangeShapeType="1"/>
          </p:cNvSpPr>
          <p:nvPr/>
        </p:nvSpPr>
        <p:spPr bwMode="auto">
          <a:xfrm>
            <a:off x="78486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43" name="Line 103"/>
          <p:cNvSpPr>
            <a:spLocks noChangeShapeType="1"/>
          </p:cNvSpPr>
          <p:nvPr/>
        </p:nvSpPr>
        <p:spPr bwMode="auto">
          <a:xfrm>
            <a:off x="82296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44" name="Line 104"/>
          <p:cNvSpPr>
            <a:spLocks noChangeShapeType="1"/>
          </p:cNvSpPr>
          <p:nvPr/>
        </p:nvSpPr>
        <p:spPr bwMode="auto">
          <a:xfrm flipV="1">
            <a:off x="7239000" y="5562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9545" name="Object 105"/>
          <p:cNvGraphicFramePr>
            <a:graphicFrameLocks noChangeAspect="1"/>
          </p:cNvGraphicFramePr>
          <p:nvPr/>
        </p:nvGraphicFramePr>
        <p:xfrm>
          <a:off x="6781800" y="5181600"/>
          <a:ext cx="252413" cy="368300"/>
        </p:xfrm>
        <a:graphic>
          <a:graphicData uri="http://schemas.openxmlformats.org/presentationml/2006/ole">
            <p:oleObj spid="_x0000_s829545" name="Equation" r:id="rId34" imgW="253800" imgH="368280" progId="Equation.3">
              <p:embed/>
            </p:oleObj>
          </a:graphicData>
        </a:graphic>
      </p:graphicFrame>
      <p:graphicFrame>
        <p:nvGraphicFramePr>
          <p:cNvPr id="829546" name="Object 106"/>
          <p:cNvGraphicFramePr>
            <a:graphicFrameLocks noChangeAspect="1"/>
          </p:cNvGraphicFramePr>
          <p:nvPr/>
        </p:nvGraphicFramePr>
        <p:xfrm>
          <a:off x="8763000" y="5181600"/>
          <a:ext cx="252413" cy="368300"/>
        </p:xfrm>
        <a:graphic>
          <a:graphicData uri="http://schemas.openxmlformats.org/presentationml/2006/ole">
            <p:oleObj spid="_x0000_s829546" name="Equation" r:id="rId35" imgW="253800" imgH="368280" progId="Equation.3">
              <p:embed/>
            </p:oleObj>
          </a:graphicData>
        </a:graphic>
      </p:graphicFrame>
      <p:graphicFrame>
        <p:nvGraphicFramePr>
          <p:cNvPr id="829547" name="Object 107"/>
          <p:cNvGraphicFramePr>
            <a:graphicFrameLocks noChangeAspect="1"/>
          </p:cNvGraphicFramePr>
          <p:nvPr/>
        </p:nvGraphicFramePr>
        <p:xfrm>
          <a:off x="7162800" y="5181600"/>
          <a:ext cx="252413" cy="392113"/>
        </p:xfrm>
        <a:graphic>
          <a:graphicData uri="http://schemas.openxmlformats.org/presentationml/2006/ole">
            <p:oleObj spid="_x0000_s829547" name="Equation" r:id="rId36" imgW="253800" imgH="393480" progId="Equation.3">
              <p:embed/>
            </p:oleObj>
          </a:graphicData>
        </a:graphic>
      </p:graphicFrame>
      <p:graphicFrame>
        <p:nvGraphicFramePr>
          <p:cNvPr id="829548" name="Object 108"/>
          <p:cNvGraphicFramePr>
            <a:graphicFrameLocks noChangeAspect="1"/>
          </p:cNvGraphicFramePr>
          <p:nvPr/>
        </p:nvGraphicFramePr>
        <p:xfrm>
          <a:off x="7543800" y="5257800"/>
          <a:ext cx="265113" cy="279400"/>
        </p:xfrm>
        <a:graphic>
          <a:graphicData uri="http://schemas.openxmlformats.org/presentationml/2006/ole">
            <p:oleObj spid="_x0000_s829548" name="Equation" r:id="rId37" imgW="266400" imgH="279360" progId="Equation.3">
              <p:embed/>
            </p:oleObj>
          </a:graphicData>
        </a:graphic>
      </p:graphicFrame>
      <p:graphicFrame>
        <p:nvGraphicFramePr>
          <p:cNvPr id="829549" name="Object 109"/>
          <p:cNvGraphicFramePr>
            <a:graphicFrameLocks noChangeAspect="1"/>
          </p:cNvGraphicFramePr>
          <p:nvPr/>
        </p:nvGraphicFramePr>
        <p:xfrm>
          <a:off x="7924800" y="5181600"/>
          <a:ext cx="252413" cy="392113"/>
        </p:xfrm>
        <a:graphic>
          <a:graphicData uri="http://schemas.openxmlformats.org/presentationml/2006/ole">
            <p:oleObj spid="_x0000_s829549" name="Equation" r:id="rId38" imgW="253800" imgH="393480" progId="Equation.3">
              <p:embed/>
            </p:oleObj>
          </a:graphicData>
        </a:graphic>
      </p:graphicFrame>
      <p:graphicFrame>
        <p:nvGraphicFramePr>
          <p:cNvPr id="829550" name="Object 110"/>
          <p:cNvGraphicFramePr>
            <a:graphicFrameLocks noChangeAspect="1"/>
          </p:cNvGraphicFramePr>
          <p:nvPr/>
        </p:nvGraphicFramePr>
        <p:xfrm>
          <a:off x="8305800" y="5257800"/>
          <a:ext cx="265113" cy="279400"/>
        </p:xfrm>
        <a:graphic>
          <a:graphicData uri="http://schemas.openxmlformats.org/presentationml/2006/ole">
            <p:oleObj spid="_x0000_s829550" name="Equation" r:id="rId39" imgW="266400" imgH="279360" progId="Equation.3">
              <p:embed/>
            </p:oleObj>
          </a:graphicData>
        </a:graphic>
      </p:graphicFrame>
      <p:graphicFrame>
        <p:nvGraphicFramePr>
          <p:cNvPr id="829551" name="Object 111"/>
          <p:cNvGraphicFramePr>
            <a:graphicFrameLocks noChangeAspect="1"/>
          </p:cNvGraphicFramePr>
          <p:nvPr/>
        </p:nvGraphicFramePr>
        <p:xfrm>
          <a:off x="7016750" y="5938838"/>
          <a:ext cx="430213" cy="531812"/>
        </p:xfrm>
        <a:graphic>
          <a:graphicData uri="http://schemas.openxmlformats.org/presentationml/2006/ole">
            <p:oleObj spid="_x0000_s829551" name="Equation" r:id="rId40" imgW="431640" imgH="533160" progId="Equation.3">
              <p:embed/>
            </p:oleObj>
          </a:graphicData>
        </a:graphic>
      </p:graphicFrame>
      <p:sp>
        <p:nvSpPr>
          <p:cNvPr id="829552" name="Line 112"/>
          <p:cNvSpPr>
            <a:spLocks noChangeShapeType="1"/>
          </p:cNvSpPr>
          <p:nvPr/>
        </p:nvSpPr>
        <p:spPr bwMode="auto">
          <a:xfrm>
            <a:off x="8686800" y="510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9553" name="Text Box 113"/>
          <p:cNvSpPr txBox="1">
            <a:spLocks noChangeArrowheads="1"/>
          </p:cNvSpPr>
          <p:nvPr/>
        </p:nvSpPr>
        <p:spPr bwMode="auto">
          <a:xfrm>
            <a:off x="7604125" y="4521200"/>
            <a:ext cx="431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9ADF11D-EEBF-4EF7-867E-93DB4FC7C04A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831490" name="Line 2"/>
          <p:cNvSpPr>
            <a:spLocks noChangeShapeType="1"/>
          </p:cNvSpPr>
          <p:nvPr/>
        </p:nvSpPr>
        <p:spPr bwMode="auto">
          <a:xfrm flipV="1">
            <a:off x="3810000" y="3886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1491" name="Rectangle 3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Standard Machine--Multiple Track Tape</a:t>
            </a:r>
          </a:p>
        </p:txBody>
      </p:sp>
      <p:sp>
        <p:nvSpPr>
          <p:cNvPr id="831492" name="Line 4"/>
          <p:cNvSpPr>
            <a:spLocks noChangeShapeType="1"/>
          </p:cNvSpPr>
          <p:nvPr/>
        </p:nvSpPr>
        <p:spPr bwMode="auto">
          <a:xfrm>
            <a:off x="2133600" y="28194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1493" name="Line 5"/>
          <p:cNvSpPr>
            <a:spLocks noChangeShapeType="1"/>
          </p:cNvSpPr>
          <p:nvPr/>
        </p:nvSpPr>
        <p:spPr bwMode="auto">
          <a:xfrm>
            <a:off x="2133600" y="33528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1494" name="Line 6"/>
          <p:cNvSpPr>
            <a:spLocks noChangeShapeType="1"/>
          </p:cNvSpPr>
          <p:nvPr/>
        </p:nvSpPr>
        <p:spPr bwMode="auto">
          <a:xfrm>
            <a:off x="2133600" y="38862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1495" name="Line 7"/>
          <p:cNvSpPr>
            <a:spLocks noChangeShapeType="1"/>
          </p:cNvSpPr>
          <p:nvPr/>
        </p:nvSpPr>
        <p:spPr bwMode="auto">
          <a:xfrm>
            <a:off x="2514600" y="2819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1496" name="Line 8"/>
          <p:cNvSpPr>
            <a:spLocks noChangeShapeType="1"/>
          </p:cNvSpPr>
          <p:nvPr/>
        </p:nvSpPr>
        <p:spPr bwMode="auto">
          <a:xfrm>
            <a:off x="3048000" y="2819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1497" name="Line 9"/>
          <p:cNvSpPr>
            <a:spLocks noChangeShapeType="1"/>
          </p:cNvSpPr>
          <p:nvPr/>
        </p:nvSpPr>
        <p:spPr bwMode="auto">
          <a:xfrm>
            <a:off x="3581400" y="2819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1498" name="Line 10"/>
          <p:cNvSpPr>
            <a:spLocks noChangeShapeType="1"/>
          </p:cNvSpPr>
          <p:nvPr/>
        </p:nvSpPr>
        <p:spPr bwMode="auto">
          <a:xfrm>
            <a:off x="4114800" y="2819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1499" name="Line 11"/>
          <p:cNvSpPr>
            <a:spLocks noChangeShapeType="1"/>
          </p:cNvSpPr>
          <p:nvPr/>
        </p:nvSpPr>
        <p:spPr bwMode="auto">
          <a:xfrm>
            <a:off x="4648200" y="2819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1500" name="Line 12"/>
          <p:cNvSpPr>
            <a:spLocks noChangeShapeType="1"/>
          </p:cNvSpPr>
          <p:nvPr/>
        </p:nvSpPr>
        <p:spPr bwMode="auto">
          <a:xfrm>
            <a:off x="5181600" y="2819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1501" name="Line 13"/>
          <p:cNvSpPr>
            <a:spLocks noChangeShapeType="1"/>
          </p:cNvSpPr>
          <p:nvPr/>
        </p:nvSpPr>
        <p:spPr bwMode="auto">
          <a:xfrm>
            <a:off x="5715000" y="2819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1502" name="Line 14"/>
          <p:cNvSpPr>
            <a:spLocks noChangeShapeType="1"/>
          </p:cNvSpPr>
          <p:nvPr/>
        </p:nvSpPr>
        <p:spPr bwMode="auto">
          <a:xfrm>
            <a:off x="6248400" y="2819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31503" name="Object 15"/>
          <p:cNvGraphicFramePr>
            <a:graphicFrameLocks noChangeAspect="1"/>
          </p:cNvGraphicFramePr>
          <p:nvPr/>
        </p:nvGraphicFramePr>
        <p:xfrm>
          <a:off x="2667000" y="2895600"/>
          <a:ext cx="252413" cy="368300"/>
        </p:xfrm>
        <a:graphic>
          <a:graphicData uri="http://schemas.openxmlformats.org/presentationml/2006/ole">
            <p:oleObj spid="_x0000_s831503" name="Equation" r:id="rId3" imgW="253800" imgH="368280" progId="Equation.3">
              <p:embed/>
            </p:oleObj>
          </a:graphicData>
        </a:graphic>
      </p:graphicFrame>
      <p:graphicFrame>
        <p:nvGraphicFramePr>
          <p:cNvPr id="831504" name="Object 16"/>
          <p:cNvGraphicFramePr>
            <a:graphicFrameLocks noChangeAspect="1"/>
          </p:cNvGraphicFramePr>
          <p:nvPr/>
        </p:nvGraphicFramePr>
        <p:xfrm>
          <a:off x="2667000" y="3429000"/>
          <a:ext cx="252413" cy="368300"/>
        </p:xfrm>
        <a:graphic>
          <a:graphicData uri="http://schemas.openxmlformats.org/presentationml/2006/ole">
            <p:oleObj spid="_x0000_s831504" name="Equation" r:id="rId4" imgW="253800" imgH="368280" progId="Equation.3">
              <p:embed/>
            </p:oleObj>
          </a:graphicData>
        </a:graphic>
      </p:graphicFrame>
      <p:graphicFrame>
        <p:nvGraphicFramePr>
          <p:cNvPr id="831505" name="Object 17"/>
          <p:cNvGraphicFramePr>
            <a:graphicFrameLocks noChangeAspect="1"/>
          </p:cNvGraphicFramePr>
          <p:nvPr/>
        </p:nvGraphicFramePr>
        <p:xfrm>
          <a:off x="5867400" y="2895600"/>
          <a:ext cx="252413" cy="368300"/>
        </p:xfrm>
        <a:graphic>
          <a:graphicData uri="http://schemas.openxmlformats.org/presentationml/2006/ole">
            <p:oleObj spid="_x0000_s831505" name="Equation" r:id="rId5" imgW="253800" imgH="368280" progId="Equation.3">
              <p:embed/>
            </p:oleObj>
          </a:graphicData>
        </a:graphic>
      </p:graphicFrame>
      <p:graphicFrame>
        <p:nvGraphicFramePr>
          <p:cNvPr id="831506" name="Object 18"/>
          <p:cNvGraphicFramePr>
            <a:graphicFrameLocks noChangeAspect="1"/>
          </p:cNvGraphicFramePr>
          <p:nvPr/>
        </p:nvGraphicFramePr>
        <p:xfrm>
          <a:off x="5867400" y="3429000"/>
          <a:ext cx="252413" cy="368300"/>
        </p:xfrm>
        <a:graphic>
          <a:graphicData uri="http://schemas.openxmlformats.org/presentationml/2006/ole">
            <p:oleObj spid="_x0000_s831506" name="Equation" r:id="rId6" imgW="253800" imgH="368280" progId="Equation.3">
              <p:embed/>
            </p:oleObj>
          </a:graphicData>
        </a:graphic>
      </p:graphicFrame>
      <p:graphicFrame>
        <p:nvGraphicFramePr>
          <p:cNvPr id="831507" name="Object 19"/>
          <p:cNvGraphicFramePr>
            <a:graphicFrameLocks noChangeAspect="1"/>
          </p:cNvGraphicFramePr>
          <p:nvPr/>
        </p:nvGraphicFramePr>
        <p:xfrm>
          <a:off x="3200400" y="2895600"/>
          <a:ext cx="252413" cy="368300"/>
        </p:xfrm>
        <a:graphic>
          <a:graphicData uri="http://schemas.openxmlformats.org/presentationml/2006/ole">
            <p:oleObj spid="_x0000_s831507" name="Equation" r:id="rId7" imgW="253800" imgH="368280" progId="Equation.3">
              <p:embed/>
            </p:oleObj>
          </a:graphicData>
        </a:graphic>
      </p:graphicFrame>
      <p:graphicFrame>
        <p:nvGraphicFramePr>
          <p:cNvPr id="831508" name="Object 20"/>
          <p:cNvGraphicFramePr>
            <a:graphicFrameLocks noChangeAspect="1"/>
          </p:cNvGraphicFramePr>
          <p:nvPr/>
        </p:nvGraphicFramePr>
        <p:xfrm>
          <a:off x="3200400" y="3429000"/>
          <a:ext cx="252413" cy="368300"/>
        </p:xfrm>
        <a:graphic>
          <a:graphicData uri="http://schemas.openxmlformats.org/presentationml/2006/ole">
            <p:oleObj spid="_x0000_s831508" name="Equation" r:id="rId8" imgW="253800" imgH="368280" progId="Equation.3">
              <p:embed/>
            </p:oleObj>
          </a:graphicData>
        </a:graphic>
      </p:graphicFrame>
      <p:graphicFrame>
        <p:nvGraphicFramePr>
          <p:cNvPr id="831509" name="Object 21"/>
          <p:cNvGraphicFramePr>
            <a:graphicFrameLocks noChangeAspect="1"/>
          </p:cNvGraphicFramePr>
          <p:nvPr/>
        </p:nvGraphicFramePr>
        <p:xfrm>
          <a:off x="5334000" y="2884488"/>
          <a:ext cx="252413" cy="392112"/>
        </p:xfrm>
        <a:graphic>
          <a:graphicData uri="http://schemas.openxmlformats.org/presentationml/2006/ole">
            <p:oleObj spid="_x0000_s831509" name="Equation" r:id="rId9" imgW="253800" imgH="393480" progId="Equation.3">
              <p:embed/>
            </p:oleObj>
          </a:graphicData>
        </a:graphic>
      </p:graphicFrame>
      <p:graphicFrame>
        <p:nvGraphicFramePr>
          <p:cNvPr id="831510" name="Object 22"/>
          <p:cNvGraphicFramePr>
            <a:graphicFrameLocks noChangeAspect="1"/>
          </p:cNvGraphicFramePr>
          <p:nvPr/>
        </p:nvGraphicFramePr>
        <p:xfrm>
          <a:off x="5308600" y="3417888"/>
          <a:ext cx="303213" cy="392112"/>
        </p:xfrm>
        <a:graphic>
          <a:graphicData uri="http://schemas.openxmlformats.org/presentationml/2006/ole">
            <p:oleObj spid="_x0000_s831510" name="Equation" r:id="rId10" imgW="304560" imgH="393480" progId="Equation.3">
              <p:embed/>
            </p:oleObj>
          </a:graphicData>
        </a:graphic>
      </p:graphicFrame>
      <p:graphicFrame>
        <p:nvGraphicFramePr>
          <p:cNvPr id="831511" name="Object 23"/>
          <p:cNvGraphicFramePr>
            <a:graphicFrameLocks noChangeAspect="1"/>
          </p:cNvGraphicFramePr>
          <p:nvPr/>
        </p:nvGraphicFramePr>
        <p:xfrm>
          <a:off x="3733800" y="2971800"/>
          <a:ext cx="265113" cy="279400"/>
        </p:xfrm>
        <a:graphic>
          <a:graphicData uri="http://schemas.openxmlformats.org/presentationml/2006/ole">
            <p:oleObj spid="_x0000_s831511" name="Equation" r:id="rId11" imgW="266400" imgH="279360" progId="Equation.3">
              <p:embed/>
            </p:oleObj>
          </a:graphicData>
        </a:graphic>
      </p:graphicFrame>
      <p:graphicFrame>
        <p:nvGraphicFramePr>
          <p:cNvPr id="831512" name="Object 24"/>
          <p:cNvGraphicFramePr>
            <a:graphicFrameLocks noChangeAspect="1"/>
          </p:cNvGraphicFramePr>
          <p:nvPr/>
        </p:nvGraphicFramePr>
        <p:xfrm>
          <a:off x="3733800" y="3417888"/>
          <a:ext cx="252413" cy="392112"/>
        </p:xfrm>
        <a:graphic>
          <a:graphicData uri="http://schemas.openxmlformats.org/presentationml/2006/ole">
            <p:oleObj spid="_x0000_s831512" name="Equation" r:id="rId12" imgW="253800" imgH="393480" progId="Equation.3">
              <p:embed/>
            </p:oleObj>
          </a:graphicData>
        </a:graphic>
      </p:graphicFrame>
      <p:graphicFrame>
        <p:nvGraphicFramePr>
          <p:cNvPr id="831513" name="Object 25"/>
          <p:cNvGraphicFramePr>
            <a:graphicFrameLocks noChangeAspect="1"/>
          </p:cNvGraphicFramePr>
          <p:nvPr/>
        </p:nvGraphicFramePr>
        <p:xfrm>
          <a:off x="4273550" y="2916238"/>
          <a:ext cx="252413" cy="392112"/>
        </p:xfrm>
        <a:graphic>
          <a:graphicData uri="http://schemas.openxmlformats.org/presentationml/2006/ole">
            <p:oleObj spid="_x0000_s831513" name="Equation" r:id="rId13" imgW="253800" imgH="393480" progId="Equation.3">
              <p:embed/>
            </p:oleObj>
          </a:graphicData>
        </a:graphic>
      </p:graphicFrame>
      <p:graphicFrame>
        <p:nvGraphicFramePr>
          <p:cNvPr id="831514" name="Object 26"/>
          <p:cNvGraphicFramePr>
            <a:graphicFrameLocks noChangeAspect="1"/>
          </p:cNvGraphicFramePr>
          <p:nvPr/>
        </p:nvGraphicFramePr>
        <p:xfrm>
          <a:off x="4260850" y="3473450"/>
          <a:ext cx="265113" cy="279400"/>
        </p:xfrm>
        <a:graphic>
          <a:graphicData uri="http://schemas.openxmlformats.org/presentationml/2006/ole">
            <p:oleObj spid="_x0000_s831514" name="Equation" r:id="rId14" imgW="266400" imgH="279360" progId="Equation.3">
              <p:embed/>
            </p:oleObj>
          </a:graphicData>
        </a:graphic>
      </p:graphicFrame>
      <p:graphicFrame>
        <p:nvGraphicFramePr>
          <p:cNvPr id="831515" name="Object 27"/>
          <p:cNvGraphicFramePr>
            <a:graphicFrameLocks noChangeAspect="1"/>
          </p:cNvGraphicFramePr>
          <p:nvPr/>
        </p:nvGraphicFramePr>
        <p:xfrm>
          <a:off x="4794250" y="2940050"/>
          <a:ext cx="265113" cy="279400"/>
        </p:xfrm>
        <a:graphic>
          <a:graphicData uri="http://schemas.openxmlformats.org/presentationml/2006/ole">
            <p:oleObj spid="_x0000_s831515" name="Equation" r:id="rId15" imgW="266400" imgH="279360" progId="Equation.3">
              <p:embed/>
            </p:oleObj>
          </a:graphicData>
        </a:graphic>
      </p:graphicFrame>
      <p:graphicFrame>
        <p:nvGraphicFramePr>
          <p:cNvPr id="831516" name="Object 28"/>
          <p:cNvGraphicFramePr>
            <a:graphicFrameLocks noChangeAspect="1"/>
          </p:cNvGraphicFramePr>
          <p:nvPr/>
        </p:nvGraphicFramePr>
        <p:xfrm>
          <a:off x="4832350" y="3484563"/>
          <a:ext cx="239713" cy="279400"/>
        </p:xfrm>
        <a:graphic>
          <a:graphicData uri="http://schemas.openxmlformats.org/presentationml/2006/ole">
            <p:oleObj spid="_x0000_s831516" name="Equation" r:id="rId16" imgW="241200" imgH="279360" progId="Equation.3">
              <p:embed/>
            </p:oleObj>
          </a:graphicData>
        </a:graphic>
      </p:graphicFrame>
      <p:sp>
        <p:nvSpPr>
          <p:cNvPr id="831517" name="Text Box 29"/>
          <p:cNvSpPr txBox="1">
            <a:spLocks noChangeArrowheads="1"/>
          </p:cNvSpPr>
          <p:nvPr/>
        </p:nvSpPr>
        <p:spPr bwMode="auto">
          <a:xfrm>
            <a:off x="6994525" y="2692400"/>
            <a:ext cx="1512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track 1</a:t>
            </a:r>
          </a:p>
        </p:txBody>
      </p:sp>
      <p:sp>
        <p:nvSpPr>
          <p:cNvPr id="831518" name="Text Box 30"/>
          <p:cNvSpPr txBox="1">
            <a:spLocks noChangeArrowheads="1"/>
          </p:cNvSpPr>
          <p:nvPr/>
        </p:nvSpPr>
        <p:spPr bwMode="auto">
          <a:xfrm>
            <a:off x="7010400" y="3352800"/>
            <a:ext cx="15779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track 2</a:t>
            </a:r>
          </a:p>
        </p:txBody>
      </p:sp>
      <p:sp>
        <p:nvSpPr>
          <p:cNvPr id="831519" name="Oval 31"/>
          <p:cNvSpPr>
            <a:spLocks noChangeArrowheads="1"/>
          </p:cNvSpPr>
          <p:nvPr/>
        </p:nvSpPr>
        <p:spPr bwMode="auto">
          <a:xfrm>
            <a:off x="5029200" y="2438400"/>
            <a:ext cx="838200" cy="1905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1520" name="Text Box 32"/>
          <p:cNvSpPr txBox="1">
            <a:spLocks noChangeArrowheads="1"/>
          </p:cNvSpPr>
          <p:nvPr/>
        </p:nvSpPr>
        <p:spPr bwMode="auto">
          <a:xfrm>
            <a:off x="4495800" y="4495800"/>
            <a:ext cx="22479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one symbol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8EFA18-CDA7-46B1-BD49-0E61FA3A200A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832514" name="Line 2"/>
          <p:cNvSpPr>
            <a:spLocks noChangeShapeType="1"/>
          </p:cNvSpPr>
          <p:nvPr/>
        </p:nvSpPr>
        <p:spPr bwMode="auto">
          <a:xfrm flipV="1">
            <a:off x="4038600" y="137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2515" name="Line 3"/>
          <p:cNvSpPr>
            <a:spLocks noChangeShapeType="1"/>
          </p:cNvSpPr>
          <p:nvPr/>
        </p:nvSpPr>
        <p:spPr bwMode="auto">
          <a:xfrm>
            <a:off x="1828800" y="3048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2516" name="Line 4"/>
          <p:cNvSpPr>
            <a:spLocks noChangeShapeType="1"/>
          </p:cNvSpPr>
          <p:nvPr/>
        </p:nvSpPr>
        <p:spPr bwMode="auto">
          <a:xfrm>
            <a:off x="1828800" y="8382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2517" name="Line 5"/>
          <p:cNvSpPr>
            <a:spLocks noChangeShapeType="1"/>
          </p:cNvSpPr>
          <p:nvPr/>
        </p:nvSpPr>
        <p:spPr bwMode="auto">
          <a:xfrm>
            <a:off x="1828800" y="13716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2518" name="Line 6"/>
          <p:cNvSpPr>
            <a:spLocks noChangeShapeType="1"/>
          </p:cNvSpPr>
          <p:nvPr/>
        </p:nvSpPr>
        <p:spPr bwMode="auto">
          <a:xfrm>
            <a:off x="2209800" y="304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2519" name="Line 7"/>
          <p:cNvSpPr>
            <a:spLocks noChangeShapeType="1"/>
          </p:cNvSpPr>
          <p:nvPr/>
        </p:nvSpPr>
        <p:spPr bwMode="auto">
          <a:xfrm>
            <a:off x="2743200" y="304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2520" name="Line 8"/>
          <p:cNvSpPr>
            <a:spLocks noChangeShapeType="1"/>
          </p:cNvSpPr>
          <p:nvPr/>
        </p:nvSpPr>
        <p:spPr bwMode="auto">
          <a:xfrm>
            <a:off x="3276600" y="304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2521" name="Line 9"/>
          <p:cNvSpPr>
            <a:spLocks noChangeShapeType="1"/>
          </p:cNvSpPr>
          <p:nvPr/>
        </p:nvSpPr>
        <p:spPr bwMode="auto">
          <a:xfrm>
            <a:off x="3810000" y="304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2522" name="Line 10"/>
          <p:cNvSpPr>
            <a:spLocks noChangeShapeType="1"/>
          </p:cNvSpPr>
          <p:nvPr/>
        </p:nvSpPr>
        <p:spPr bwMode="auto">
          <a:xfrm>
            <a:off x="4343400" y="304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2523" name="Line 11"/>
          <p:cNvSpPr>
            <a:spLocks noChangeShapeType="1"/>
          </p:cNvSpPr>
          <p:nvPr/>
        </p:nvSpPr>
        <p:spPr bwMode="auto">
          <a:xfrm>
            <a:off x="4876800" y="304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2524" name="Line 12"/>
          <p:cNvSpPr>
            <a:spLocks noChangeShapeType="1"/>
          </p:cNvSpPr>
          <p:nvPr/>
        </p:nvSpPr>
        <p:spPr bwMode="auto">
          <a:xfrm>
            <a:off x="5410200" y="304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2525" name="Line 13"/>
          <p:cNvSpPr>
            <a:spLocks noChangeShapeType="1"/>
          </p:cNvSpPr>
          <p:nvPr/>
        </p:nvSpPr>
        <p:spPr bwMode="auto">
          <a:xfrm>
            <a:off x="5943600" y="304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32526" name="Object 14"/>
          <p:cNvGraphicFramePr>
            <a:graphicFrameLocks noChangeAspect="1"/>
          </p:cNvGraphicFramePr>
          <p:nvPr/>
        </p:nvGraphicFramePr>
        <p:xfrm>
          <a:off x="2362200" y="381000"/>
          <a:ext cx="252413" cy="368300"/>
        </p:xfrm>
        <a:graphic>
          <a:graphicData uri="http://schemas.openxmlformats.org/presentationml/2006/ole">
            <p:oleObj spid="_x0000_s832526" name="Equation" r:id="rId3" imgW="253800" imgH="368280" progId="Equation.3">
              <p:embed/>
            </p:oleObj>
          </a:graphicData>
        </a:graphic>
      </p:graphicFrame>
      <p:graphicFrame>
        <p:nvGraphicFramePr>
          <p:cNvPr id="832527" name="Object 15"/>
          <p:cNvGraphicFramePr>
            <a:graphicFrameLocks noChangeAspect="1"/>
          </p:cNvGraphicFramePr>
          <p:nvPr/>
        </p:nvGraphicFramePr>
        <p:xfrm>
          <a:off x="2362200" y="914400"/>
          <a:ext cx="252413" cy="368300"/>
        </p:xfrm>
        <a:graphic>
          <a:graphicData uri="http://schemas.openxmlformats.org/presentationml/2006/ole">
            <p:oleObj spid="_x0000_s832527" name="Equation" r:id="rId4" imgW="253800" imgH="368280" progId="Equation.3">
              <p:embed/>
            </p:oleObj>
          </a:graphicData>
        </a:graphic>
      </p:graphicFrame>
      <p:graphicFrame>
        <p:nvGraphicFramePr>
          <p:cNvPr id="832528" name="Object 16"/>
          <p:cNvGraphicFramePr>
            <a:graphicFrameLocks noChangeAspect="1"/>
          </p:cNvGraphicFramePr>
          <p:nvPr/>
        </p:nvGraphicFramePr>
        <p:xfrm>
          <a:off x="5562600" y="381000"/>
          <a:ext cx="252413" cy="368300"/>
        </p:xfrm>
        <a:graphic>
          <a:graphicData uri="http://schemas.openxmlformats.org/presentationml/2006/ole">
            <p:oleObj spid="_x0000_s832528" name="Equation" r:id="rId5" imgW="253800" imgH="368280" progId="Equation.3">
              <p:embed/>
            </p:oleObj>
          </a:graphicData>
        </a:graphic>
      </p:graphicFrame>
      <p:graphicFrame>
        <p:nvGraphicFramePr>
          <p:cNvPr id="832529" name="Object 17"/>
          <p:cNvGraphicFramePr>
            <a:graphicFrameLocks noChangeAspect="1"/>
          </p:cNvGraphicFramePr>
          <p:nvPr/>
        </p:nvGraphicFramePr>
        <p:xfrm>
          <a:off x="5562600" y="914400"/>
          <a:ext cx="252413" cy="368300"/>
        </p:xfrm>
        <a:graphic>
          <a:graphicData uri="http://schemas.openxmlformats.org/presentationml/2006/ole">
            <p:oleObj spid="_x0000_s832529" name="Equation" r:id="rId6" imgW="253800" imgH="368280" progId="Equation.3">
              <p:embed/>
            </p:oleObj>
          </a:graphicData>
        </a:graphic>
      </p:graphicFrame>
      <p:graphicFrame>
        <p:nvGraphicFramePr>
          <p:cNvPr id="832530" name="Object 18"/>
          <p:cNvGraphicFramePr>
            <a:graphicFrameLocks noChangeAspect="1"/>
          </p:cNvGraphicFramePr>
          <p:nvPr/>
        </p:nvGraphicFramePr>
        <p:xfrm>
          <a:off x="2895600" y="381000"/>
          <a:ext cx="252413" cy="368300"/>
        </p:xfrm>
        <a:graphic>
          <a:graphicData uri="http://schemas.openxmlformats.org/presentationml/2006/ole">
            <p:oleObj spid="_x0000_s832530" name="Equation" r:id="rId7" imgW="253800" imgH="368280" progId="Equation.3">
              <p:embed/>
            </p:oleObj>
          </a:graphicData>
        </a:graphic>
      </p:graphicFrame>
      <p:graphicFrame>
        <p:nvGraphicFramePr>
          <p:cNvPr id="832531" name="Object 19"/>
          <p:cNvGraphicFramePr>
            <a:graphicFrameLocks noChangeAspect="1"/>
          </p:cNvGraphicFramePr>
          <p:nvPr/>
        </p:nvGraphicFramePr>
        <p:xfrm>
          <a:off x="2895600" y="914400"/>
          <a:ext cx="252413" cy="368300"/>
        </p:xfrm>
        <a:graphic>
          <a:graphicData uri="http://schemas.openxmlformats.org/presentationml/2006/ole">
            <p:oleObj spid="_x0000_s832531" name="Equation" r:id="rId8" imgW="253800" imgH="368280" progId="Equation.3">
              <p:embed/>
            </p:oleObj>
          </a:graphicData>
        </a:graphic>
      </p:graphicFrame>
      <p:graphicFrame>
        <p:nvGraphicFramePr>
          <p:cNvPr id="832532" name="Object 20"/>
          <p:cNvGraphicFramePr>
            <a:graphicFrameLocks noChangeAspect="1"/>
          </p:cNvGraphicFramePr>
          <p:nvPr/>
        </p:nvGraphicFramePr>
        <p:xfrm>
          <a:off x="5029200" y="369888"/>
          <a:ext cx="252413" cy="392112"/>
        </p:xfrm>
        <a:graphic>
          <a:graphicData uri="http://schemas.openxmlformats.org/presentationml/2006/ole">
            <p:oleObj spid="_x0000_s832532" name="Equation" r:id="rId9" imgW="253800" imgH="393480" progId="Equation.3">
              <p:embed/>
            </p:oleObj>
          </a:graphicData>
        </a:graphic>
      </p:graphicFrame>
      <p:graphicFrame>
        <p:nvGraphicFramePr>
          <p:cNvPr id="832533" name="Object 21"/>
          <p:cNvGraphicFramePr>
            <a:graphicFrameLocks noChangeAspect="1"/>
          </p:cNvGraphicFramePr>
          <p:nvPr/>
        </p:nvGraphicFramePr>
        <p:xfrm>
          <a:off x="5003800" y="903288"/>
          <a:ext cx="303213" cy="392112"/>
        </p:xfrm>
        <a:graphic>
          <a:graphicData uri="http://schemas.openxmlformats.org/presentationml/2006/ole">
            <p:oleObj spid="_x0000_s832533" name="Equation" r:id="rId10" imgW="304560" imgH="393480" progId="Equation.3">
              <p:embed/>
            </p:oleObj>
          </a:graphicData>
        </a:graphic>
      </p:graphicFrame>
      <p:graphicFrame>
        <p:nvGraphicFramePr>
          <p:cNvPr id="832534" name="Object 22"/>
          <p:cNvGraphicFramePr>
            <a:graphicFrameLocks noChangeAspect="1"/>
          </p:cNvGraphicFramePr>
          <p:nvPr/>
        </p:nvGraphicFramePr>
        <p:xfrm>
          <a:off x="3429000" y="457200"/>
          <a:ext cx="265113" cy="279400"/>
        </p:xfrm>
        <a:graphic>
          <a:graphicData uri="http://schemas.openxmlformats.org/presentationml/2006/ole">
            <p:oleObj spid="_x0000_s832534" name="Equation" r:id="rId11" imgW="266400" imgH="279360" progId="Equation.3">
              <p:embed/>
            </p:oleObj>
          </a:graphicData>
        </a:graphic>
      </p:graphicFrame>
      <p:graphicFrame>
        <p:nvGraphicFramePr>
          <p:cNvPr id="832535" name="Object 23"/>
          <p:cNvGraphicFramePr>
            <a:graphicFrameLocks noChangeAspect="1"/>
          </p:cNvGraphicFramePr>
          <p:nvPr/>
        </p:nvGraphicFramePr>
        <p:xfrm>
          <a:off x="3429000" y="903288"/>
          <a:ext cx="252413" cy="392112"/>
        </p:xfrm>
        <a:graphic>
          <a:graphicData uri="http://schemas.openxmlformats.org/presentationml/2006/ole">
            <p:oleObj spid="_x0000_s832535" name="Equation" r:id="rId12" imgW="253800" imgH="393480" progId="Equation.3">
              <p:embed/>
            </p:oleObj>
          </a:graphicData>
        </a:graphic>
      </p:graphicFrame>
      <p:graphicFrame>
        <p:nvGraphicFramePr>
          <p:cNvPr id="832536" name="Object 24"/>
          <p:cNvGraphicFramePr>
            <a:graphicFrameLocks noChangeAspect="1"/>
          </p:cNvGraphicFramePr>
          <p:nvPr/>
        </p:nvGraphicFramePr>
        <p:xfrm>
          <a:off x="3968750" y="401638"/>
          <a:ext cx="252413" cy="392112"/>
        </p:xfrm>
        <a:graphic>
          <a:graphicData uri="http://schemas.openxmlformats.org/presentationml/2006/ole">
            <p:oleObj spid="_x0000_s832536" name="Equation" r:id="rId13" imgW="253800" imgH="393480" progId="Equation.3">
              <p:embed/>
            </p:oleObj>
          </a:graphicData>
        </a:graphic>
      </p:graphicFrame>
      <p:graphicFrame>
        <p:nvGraphicFramePr>
          <p:cNvPr id="832537" name="Object 25"/>
          <p:cNvGraphicFramePr>
            <a:graphicFrameLocks noChangeAspect="1"/>
          </p:cNvGraphicFramePr>
          <p:nvPr/>
        </p:nvGraphicFramePr>
        <p:xfrm>
          <a:off x="3956050" y="958850"/>
          <a:ext cx="265113" cy="279400"/>
        </p:xfrm>
        <a:graphic>
          <a:graphicData uri="http://schemas.openxmlformats.org/presentationml/2006/ole">
            <p:oleObj spid="_x0000_s832537" name="Equation" r:id="rId14" imgW="266400" imgH="279360" progId="Equation.3">
              <p:embed/>
            </p:oleObj>
          </a:graphicData>
        </a:graphic>
      </p:graphicFrame>
      <p:graphicFrame>
        <p:nvGraphicFramePr>
          <p:cNvPr id="832538" name="Object 26"/>
          <p:cNvGraphicFramePr>
            <a:graphicFrameLocks noChangeAspect="1"/>
          </p:cNvGraphicFramePr>
          <p:nvPr/>
        </p:nvGraphicFramePr>
        <p:xfrm>
          <a:off x="4489450" y="425450"/>
          <a:ext cx="265113" cy="279400"/>
        </p:xfrm>
        <a:graphic>
          <a:graphicData uri="http://schemas.openxmlformats.org/presentationml/2006/ole">
            <p:oleObj spid="_x0000_s832538" name="Equation" r:id="rId15" imgW="266400" imgH="279360" progId="Equation.3">
              <p:embed/>
            </p:oleObj>
          </a:graphicData>
        </a:graphic>
      </p:graphicFrame>
      <p:graphicFrame>
        <p:nvGraphicFramePr>
          <p:cNvPr id="832539" name="Object 27"/>
          <p:cNvGraphicFramePr>
            <a:graphicFrameLocks noChangeAspect="1"/>
          </p:cNvGraphicFramePr>
          <p:nvPr/>
        </p:nvGraphicFramePr>
        <p:xfrm>
          <a:off x="4527550" y="969963"/>
          <a:ext cx="239713" cy="279400"/>
        </p:xfrm>
        <a:graphic>
          <a:graphicData uri="http://schemas.openxmlformats.org/presentationml/2006/ole">
            <p:oleObj spid="_x0000_s832539" name="Equation" r:id="rId16" imgW="241200" imgH="279360" progId="Equation.3">
              <p:embed/>
            </p:oleObj>
          </a:graphicData>
        </a:graphic>
      </p:graphicFrame>
      <p:sp>
        <p:nvSpPr>
          <p:cNvPr id="832540" name="Text Box 28"/>
          <p:cNvSpPr txBox="1">
            <a:spLocks noChangeArrowheads="1"/>
          </p:cNvSpPr>
          <p:nvPr/>
        </p:nvSpPr>
        <p:spPr bwMode="auto">
          <a:xfrm>
            <a:off x="6689725" y="177800"/>
            <a:ext cx="1512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track 1</a:t>
            </a:r>
          </a:p>
        </p:txBody>
      </p:sp>
      <p:sp>
        <p:nvSpPr>
          <p:cNvPr id="832541" name="Text Box 29"/>
          <p:cNvSpPr txBox="1">
            <a:spLocks noChangeArrowheads="1"/>
          </p:cNvSpPr>
          <p:nvPr/>
        </p:nvSpPr>
        <p:spPr bwMode="auto">
          <a:xfrm>
            <a:off x="6705600" y="838200"/>
            <a:ext cx="15779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track 2</a:t>
            </a:r>
          </a:p>
        </p:txBody>
      </p:sp>
      <p:sp>
        <p:nvSpPr>
          <p:cNvPr id="832542" name="Oval 30"/>
          <p:cNvSpPr>
            <a:spLocks noChangeArrowheads="1"/>
          </p:cNvSpPr>
          <p:nvPr/>
        </p:nvSpPr>
        <p:spPr bwMode="auto">
          <a:xfrm>
            <a:off x="2163763" y="57150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2543" name="Object 31"/>
          <p:cNvGraphicFramePr>
            <a:graphicFrameLocks noChangeAspect="1"/>
          </p:cNvGraphicFramePr>
          <p:nvPr/>
        </p:nvGraphicFramePr>
        <p:xfrm>
          <a:off x="2239963" y="5638800"/>
          <a:ext cx="381000" cy="520700"/>
        </p:xfrm>
        <a:graphic>
          <a:graphicData uri="http://schemas.openxmlformats.org/presentationml/2006/ole">
            <p:oleObj spid="_x0000_s832543" name="Equation" r:id="rId17" imgW="380880" imgH="520560" progId="Equation.3">
              <p:embed/>
            </p:oleObj>
          </a:graphicData>
        </a:graphic>
      </p:graphicFrame>
      <p:sp>
        <p:nvSpPr>
          <p:cNvPr id="832544" name="Oval 32"/>
          <p:cNvSpPr>
            <a:spLocks noChangeArrowheads="1"/>
          </p:cNvSpPr>
          <p:nvPr/>
        </p:nvSpPr>
        <p:spPr bwMode="auto">
          <a:xfrm>
            <a:off x="6278563" y="57150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2545" name="Object 33"/>
          <p:cNvGraphicFramePr>
            <a:graphicFrameLocks noChangeAspect="1"/>
          </p:cNvGraphicFramePr>
          <p:nvPr/>
        </p:nvGraphicFramePr>
        <p:xfrm>
          <a:off x="6324600" y="5638800"/>
          <a:ext cx="442913" cy="520700"/>
        </p:xfrm>
        <a:graphic>
          <a:graphicData uri="http://schemas.openxmlformats.org/presentationml/2006/ole">
            <p:oleObj spid="_x0000_s832545" name="Equation" r:id="rId18" imgW="444240" imgH="520560" progId="Equation.3">
              <p:embed/>
            </p:oleObj>
          </a:graphicData>
        </a:graphic>
      </p:graphicFrame>
      <p:sp>
        <p:nvSpPr>
          <p:cNvPr id="832546" name="Line 34"/>
          <p:cNvSpPr>
            <a:spLocks noChangeShapeType="1"/>
          </p:cNvSpPr>
          <p:nvPr/>
        </p:nvSpPr>
        <p:spPr bwMode="auto">
          <a:xfrm>
            <a:off x="2773363" y="59436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2547" name="Object 35"/>
          <p:cNvGraphicFramePr>
            <a:graphicFrameLocks noChangeAspect="1"/>
          </p:cNvGraphicFramePr>
          <p:nvPr/>
        </p:nvGraphicFramePr>
        <p:xfrm>
          <a:off x="3001963" y="5410200"/>
          <a:ext cx="2984500" cy="481013"/>
        </p:xfrm>
        <a:graphic>
          <a:graphicData uri="http://schemas.openxmlformats.org/presentationml/2006/ole">
            <p:oleObj spid="_x0000_s832547" name="Equation" r:id="rId19" imgW="2984400" imgH="482400" progId="Equation.3">
              <p:embed/>
            </p:oleObj>
          </a:graphicData>
        </a:graphic>
      </p:graphicFrame>
      <p:graphicFrame>
        <p:nvGraphicFramePr>
          <p:cNvPr id="832548" name="Object 36"/>
          <p:cNvGraphicFramePr>
            <a:graphicFrameLocks noChangeAspect="1"/>
          </p:cNvGraphicFramePr>
          <p:nvPr/>
        </p:nvGraphicFramePr>
        <p:xfrm>
          <a:off x="3886200" y="1752600"/>
          <a:ext cx="381000" cy="520700"/>
        </p:xfrm>
        <a:graphic>
          <a:graphicData uri="http://schemas.openxmlformats.org/presentationml/2006/ole">
            <p:oleObj spid="_x0000_s832548" name="Equation" r:id="rId20" imgW="380880" imgH="520560" progId="Equation.3">
              <p:embed/>
            </p:oleObj>
          </a:graphicData>
        </a:graphic>
      </p:graphicFrame>
      <p:sp>
        <p:nvSpPr>
          <p:cNvPr id="832549" name="Line 37"/>
          <p:cNvSpPr>
            <a:spLocks noChangeShapeType="1"/>
          </p:cNvSpPr>
          <p:nvPr/>
        </p:nvSpPr>
        <p:spPr bwMode="auto">
          <a:xfrm flipV="1">
            <a:off x="3482975" y="3810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2550" name="Line 38"/>
          <p:cNvSpPr>
            <a:spLocks noChangeShapeType="1"/>
          </p:cNvSpPr>
          <p:nvPr/>
        </p:nvSpPr>
        <p:spPr bwMode="auto">
          <a:xfrm>
            <a:off x="1828800" y="27432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2551" name="Line 39"/>
          <p:cNvSpPr>
            <a:spLocks noChangeShapeType="1"/>
          </p:cNvSpPr>
          <p:nvPr/>
        </p:nvSpPr>
        <p:spPr bwMode="auto">
          <a:xfrm>
            <a:off x="1828800" y="32766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2552" name="Line 40"/>
          <p:cNvSpPr>
            <a:spLocks noChangeShapeType="1"/>
          </p:cNvSpPr>
          <p:nvPr/>
        </p:nvSpPr>
        <p:spPr bwMode="auto">
          <a:xfrm>
            <a:off x="1828800" y="38100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2553" name="Line 41"/>
          <p:cNvSpPr>
            <a:spLocks noChangeShapeType="1"/>
          </p:cNvSpPr>
          <p:nvPr/>
        </p:nvSpPr>
        <p:spPr bwMode="auto">
          <a:xfrm>
            <a:off x="2209800" y="27432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2554" name="Line 42"/>
          <p:cNvSpPr>
            <a:spLocks noChangeShapeType="1"/>
          </p:cNvSpPr>
          <p:nvPr/>
        </p:nvSpPr>
        <p:spPr bwMode="auto">
          <a:xfrm>
            <a:off x="2743200" y="27432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2555" name="Line 43"/>
          <p:cNvSpPr>
            <a:spLocks noChangeShapeType="1"/>
          </p:cNvSpPr>
          <p:nvPr/>
        </p:nvSpPr>
        <p:spPr bwMode="auto">
          <a:xfrm>
            <a:off x="3276600" y="27432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2556" name="Line 44"/>
          <p:cNvSpPr>
            <a:spLocks noChangeShapeType="1"/>
          </p:cNvSpPr>
          <p:nvPr/>
        </p:nvSpPr>
        <p:spPr bwMode="auto">
          <a:xfrm>
            <a:off x="3810000" y="27432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2557" name="Line 45"/>
          <p:cNvSpPr>
            <a:spLocks noChangeShapeType="1"/>
          </p:cNvSpPr>
          <p:nvPr/>
        </p:nvSpPr>
        <p:spPr bwMode="auto">
          <a:xfrm>
            <a:off x="4343400" y="27432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2558" name="Line 46"/>
          <p:cNvSpPr>
            <a:spLocks noChangeShapeType="1"/>
          </p:cNvSpPr>
          <p:nvPr/>
        </p:nvSpPr>
        <p:spPr bwMode="auto">
          <a:xfrm>
            <a:off x="4876800" y="27432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2559" name="Line 47"/>
          <p:cNvSpPr>
            <a:spLocks noChangeShapeType="1"/>
          </p:cNvSpPr>
          <p:nvPr/>
        </p:nvSpPr>
        <p:spPr bwMode="auto">
          <a:xfrm>
            <a:off x="5410200" y="27432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2560" name="Line 48"/>
          <p:cNvSpPr>
            <a:spLocks noChangeShapeType="1"/>
          </p:cNvSpPr>
          <p:nvPr/>
        </p:nvSpPr>
        <p:spPr bwMode="auto">
          <a:xfrm>
            <a:off x="5943600" y="27432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32561" name="Object 49"/>
          <p:cNvGraphicFramePr>
            <a:graphicFrameLocks noChangeAspect="1"/>
          </p:cNvGraphicFramePr>
          <p:nvPr/>
        </p:nvGraphicFramePr>
        <p:xfrm>
          <a:off x="2362200" y="2819400"/>
          <a:ext cx="252413" cy="368300"/>
        </p:xfrm>
        <a:graphic>
          <a:graphicData uri="http://schemas.openxmlformats.org/presentationml/2006/ole">
            <p:oleObj spid="_x0000_s832561" name="Equation" r:id="rId21" imgW="253800" imgH="368280" progId="Equation.3">
              <p:embed/>
            </p:oleObj>
          </a:graphicData>
        </a:graphic>
      </p:graphicFrame>
      <p:graphicFrame>
        <p:nvGraphicFramePr>
          <p:cNvPr id="832562" name="Object 50"/>
          <p:cNvGraphicFramePr>
            <a:graphicFrameLocks noChangeAspect="1"/>
          </p:cNvGraphicFramePr>
          <p:nvPr/>
        </p:nvGraphicFramePr>
        <p:xfrm>
          <a:off x="2362200" y="3352800"/>
          <a:ext cx="252413" cy="368300"/>
        </p:xfrm>
        <a:graphic>
          <a:graphicData uri="http://schemas.openxmlformats.org/presentationml/2006/ole">
            <p:oleObj spid="_x0000_s832562" name="Equation" r:id="rId22" imgW="253800" imgH="368280" progId="Equation.3">
              <p:embed/>
            </p:oleObj>
          </a:graphicData>
        </a:graphic>
      </p:graphicFrame>
      <p:graphicFrame>
        <p:nvGraphicFramePr>
          <p:cNvPr id="832563" name="Object 51"/>
          <p:cNvGraphicFramePr>
            <a:graphicFrameLocks noChangeAspect="1"/>
          </p:cNvGraphicFramePr>
          <p:nvPr/>
        </p:nvGraphicFramePr>
        <p:xfrm>
          <a:off x="5562600" y="2819400"/>
          <a:ext cx="252413" cy="368300"/>
        </p:xfrm>
        <a:graphic>
          <a:graphicData uri="http://schemas.openxmlformats.org/presentationml/2006/ole">
            <p:oleObj spid="_x0000_s832563" name="Equation" r:id="rId23" imgW="253800" imgH="368280" progId="Equation.3">
              <p:embed/>
            </p:oleObj>
          </a:graphicData>
        </a:graphic>
      </p:graphicFrame>
      <p:graphicFrame>
        <p:nvGraphicFramePr>
          <p:cNvPr id="832564" name="Object 52"/>
          <p:cNvGraphicFramePr>
            <a:graphicFrameLocks noChangeAspect="1"/>
          </p:cNvGraphicFramePr>
          <p:nvPr/>
        </p:nvGraphicFramePr>
        <p:xfrm>
          <a:off x="5562600" y="3352800"/>
          <a:ext cx="252413" cy="368300"/>
        </p:xfrm>
        <a:graphic>
          <a:graphicData uri="http://schemas.openxmlformats.org/presentationml/2006/ole">
            <p:oleObj spid="_x0000_s832564" name="Equation" r:id="rId24" imgW="253800" imgH="368280" progId="Equation.3">
              <p:embed/>
            </p:oleObj>
          </a:graphicData>
        </a:graphic>
      </p:graphicFrame>
      <p:graphicFrame>
        <p:nvGraphicFramePr>
          <p:cNvPr id="832565" name="Object 53"/>
          <p:cNvGraphicFramePr>
            <a:graphicFrameLocks noChangeAspect="1"/>
          </p:cNvGraphicFramePr>
          <p:nvPr/>
        </p:nvGraphicFramePr>
        <p:xfrm>
          <a:off x="2895600" y="2819400"/>
          <a:ext cx="252413" cy="368300"/>
        </p:xfrm>
        <a:graphic>
          <a:graphicData uri="http://schemas.openxmlformats.org/presentationml/2006/ole">
            <p:oleObj spid="_x0000_s832565" name="Equation" r:id="rId25" imgW="253800" imgH="368280" progId="Equation.3">
              <p:embed/>
            </p:oleObj>
          </a:graphicData>
        </a:graphic>
      </p:graphicFrame>
      <p:graphicFrame>
        <p:nvGraphicFramePr>
          <p:cNvPr id="832566" name="Object 54"/>
          <p:cNvGraphicFramePr>
            <a:graphicFrameLocks noChangeAspect="1"/>
          </p:cNvGraphicFramePr>
          <p:nvPr/>
        </p:nvGraphicFramePr>
        <p:xfrm>
          <a:off x="2895600" y="3352800"/>
          <a:ext cx="252413" cy="368300"/>
        </p:xfrm>
        <a:graphic>
          <a:graphicData uri="http://schemas.openxmlformats.org/presentationml/2006/ole">
            <p:oleObj spid="_x0000_s832566" name="Equation" r:id="rId26" imgW="253800" imgH="368280" progId="Equation.3">
              <p:embed/>
            </p:oleObj>
          </a:graphicData>
        </a:graphic>
      </p:graphicFrame>
      <p:graphicFrame>
        <p:nvGraphicFramePr>
          <p:cNvPr id="832567" name="Object 55"/>
          <p:cNvGraphicFramePr>
            <a:graphicFrameLocks noChangeAspect="1"/>
          </p:cNvGraphicFramePr>
          <p:nvPr/>
        </p:nvGraphicFramePr>
        <p:xfrm>
          <a:off x="5029200" y="2808288"/>
          <a:ext cx="252413" cy="392112"/>
        </p:xfrm>
        <a:graphic>
          <a:graphicData uri="http://schemas.openxmlformats.org/presentationml/2006/ole">
            <p:oleObj spid="_x0000_s832567" name="Equation" r:id="rId27" imgW="253800" imgH="393480" progId="Equation.3">
              <p:embed/>
            </p:oleObj>
          </a:graphicData>
        </a:graphic>
      </p:graphicFrame>
      <p:graphicFrame>
        <p:nvGraphicFramePr>
          <p:cNvPr id="832568" name="Object 56"/>
          <p:cNvGraphicFramePr>
            <a:graphicFrameLocks noChangeAspect="1"/>
          </p:cNvGraphicFramePr>
          <p:nvPr/>
        </p:nvGraphicFramePr>
        <p:xfrm>
          <a:off x="5003800" y="3341688"/>
          <a:ext cx="303213" cy="392112"/>
        </p:xfrm>
        <a:graphic>
          <a:graphicData uri="http://schemas.openxmlformats.org/presentationml/2006/ole">
            <p:oleObj spid="_x0000_s832568" name="Equation" r:id="rId28" imgW="304560" imgH="393480" progId="Equation.3">
              <p:embed/>
            </p:oleObj>
          </a:graphicData>
        </a:graphic>
      </p:graphicFrame>
      <p:graphicFrame>
        <p:nvGraphicFramePr>
          <p:cNvPr id="832569" name="Object 57"/>
          <p:cNvGraphicFramePr>
            <a:graphicFrameLocks noChangeAspect="1"/>
          </p:cNvGraphicFramePr>
          <p:nvPr/>
        </p:nvGraphicFramePr>
        <p:xfrm>
          <a:off x="3429000" y="2895600"/>
          <a:ext cx="265113" cy="279400"/>
        </p:xfrm>
        <a:graphic>
          <a:graphicData uri="http://schemas.openxmlformats.org/presentationml/2006/ole">
            <p:oleObj spid="_x0000_s832569" name="Equation" r:id="rId29" imgW="266400" imgH="279360" progId="Equation.3">
              <p:embed/>
            </p:oleObj>
          </a:graphicData>
        </a:graphic>
      </p:graphicFrame>
      <p:graphicFrame>
        <p:nvGraphicFramePr>
          <p:cNvPr id="832570" name="Object 58"/>
          <p:cNvGraphicFramePr>
            <a:graphicFrameLocks noChangeAspect="1"/>
          </p:cNvGraphicFramePr>
          <p:nvPr/>
        </p:nvGraphicFramePr>
        <p:xfrm>
          <a:off x="3429000" y="3341688"/>
          <a:ext cx="252413" cy="392112"/>
        </p:xfrm>
        <a:graphic>
          <a:graphicData uri="http://schemas.openxmlformats.org/presentationml/2006/ole">
            <p:oleObj spid="_x0000_s832570" name="Equation" r:id="rId30" imgW="253800" imgH="393480" progId="Equation.3">
              <p:embed/>
            </p:oleObj>
          </a:graphicData>
        </a:graphic>
      </p:graphicFrame>
      <p:graphicFrame>
        <p:nvGraphicFramePr>
          <p:cNvPr id="832571" name="Object 59"/>
          <p:cNvGraphicFramePr>
            <a:graphicFrameLocks noChangeAspect="1"/>
          </p:cNvGraphicFramePr>
          <p:nvPr/>
        </p:nvGraphicFramePr>
        <p:xfrm>
          <a:off x="3975100" y="2895600"/>
          <a:ext cx="239713" cy="279400"/>
        </p:xfrm>
        <a:graphic>
          <a:graphicData uri="http://schemas.openxmlformats.org/presentationml/2006/ole">
            <p:oleObj spid="_x0000_s832571" name="Equation" r:id="rId31" imgW="241200" imgH="279360" progId="Equation.3">
              <p:embed/>
            </p:oleObj>
          </a:graphicData>
        </a:graphic>
      </p:graphicFrame>
      <p:graphicFrame>
        <p:nvGraphicFramePr>
          <p:cNvPr id="832572" name="Object 60"/>
          <p:cNvGraphicFramePr>
            <a:graphicFrameLocks noChangeAspect="1"/>
          </p:cNvGraphicFramePr>
          <p:nvPr/>
        </p:nvGraphicFramePr>
        <p:xfrm>
          <a:off x="3937000" y="3341688"/>
          <a:ext cx="303213" cy="392112"/>
        </p:xfrm>
        <a:graphic>
          <a:graphicData uri="http://schemas.openxmlformats.org/presentationml/2006/ole">
            <p:oleObj spid="_x0000_s832572" name="Equation" r:id="rId32" imgW="304560" imgH="393480" progId="Equation.3">
              <p:embed/>
            </p:oleObj>
          </a:graphicData>
        </a:graphic>
      </p:graphicFrame>
      <p:graphicFrame>
        <p:nvGraphicFramePr>
          <p:cNvPr id="832573" name="Object 61"/>
          <p:cNvGraphicFramePr>
            <a:graphicFrameLocks noChangeAspect="1"/>
          </p:cNvGraphicFramePr>
          <p:nvPr/>
        </p:nvGraphicFramePr>
        <p:xfrm>
          <a:off x="4489450" y="2863850"/>
          <a:ext cx="265113" cy="279400"/>
        </p:xfrm>
        <a:graphic>
          <a:graphicData uri="http://schemas.openxmlformats.org/presentationml/2006/ole">
            <p:oleObj spid="_x0000_s832573" name="Equation" r:id="rId33" imgW="266400" imgH="279360" progId="Equation.3">
              <p:embed/>
            </p:oleObj>
          </a:graphicData>
        </a:graphic>
      </p:graphicFrame>
      <p:graphicFrame>
        <p:nvGraphicFramePr>
          <p:cNvPr id="832574" name="Object 62"/>
          <p:cNvGraphicFramePr>
            <a:graphicFrameLocks noChangeAspect="1"/>
          </p:cNvGraphicFramePr>
          <p:nvPr/>
        </p:nvGraphicFramePr>
        <p:xfrm>
          <a:off x="4527550" y="3408363"/>
          <a:ext cx="239713" cy="279400"/>
        </p:xfrm>
        <a:graphic>
          <a:graphicData uri="http://schemas.openxmlformats.org/presentationml/2006/ole">
            <p:oleObj spid="_x0000_s832574" name="Equation" r:id="rId34" imgW="241200" imgH="279360" progId="Equation.3">
              <p:embed/>
            </p:oleObj>
          </a:graphicData>
        </a:graphic>
      </p:graphicFrame>
      <p:sp>
        <p:nvSpPr>
          <p:cNvPr id="832575" name="Text Box 63"/>
          <p:cNvSpPr txBox="1">
            <a:spLocks noChangeArrowheads="1"/>
          </p:cNvSpPr>
          <p:nvPr/>
        </p:nvSpPr>
        <p:spPr bwMode="auto">
          <a:xfrm>
            <a:off x="6689725" y="2616200"/>
            <a:ext cx="1512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track 1</a:t>
            </a:r>
          </a:p>
        </p:txBody>
      </p:sp>
      <p:sp>
        <p:nvSpPr>
          <p:cNvPr id="832576" name="Text Box 64"/>
          <p:cNvSpPr txBox="1">
            <a:spLocks noChangeArrowheads="1"/>
          </p:cNvSpPr>
          <p:nvPr/>
        </p:nvSpPr>
        <p:spPr bwMode="auto">
          <a:xfrm>
            <a:off x="6705600" y="3276600"/>
            <a:ext cx="15779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track 2</a:t>
            </a:r>
          </a:p>
        </p:txBody>
      </p:sp>
      <p:graphicFrame>
        <p:nvGraphicFramePr>
          <p:cNvPr id="832577" name="Object 65"/>
          <p:cNvGraphicFramePr>
            <a:graphicFrameLocks noChangeAspect="1"/>
          </p:cNvGraphicFramePr>
          <p:nvPr/>
        </p:nvGraphicFramePr>
        <p:xfrm>
          <a:off x="3254375" y="4191000"/>
          <a:ext cx="442913" cy="520700"/>
        </p:xfrm>
        <a:graphic>
          <a:graphicData uri="http://schemas.openxmlformats.org/presentationml/2006/ole">
            <p:oleObj spid="_x0000_s832577" name="Equation" r:id="rId35" imgW="444240" imgH="520560" progId="Equation.3">
              <p:embed/>
            </p:oleObj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DECF14-4E5D-4B65-91AD-0C09EE9AAB6A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83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Semi-Infinite Tape</a:t>
            </a:r>
          </a:p>
        </p:txBody>
      </p:sp>
      <p:sp>
        <p:nvSpPr>
          <p:cNvPr id="833539" name="Line 3"/>
          <p:cNvSpPr>
            <a:spLocks noChangeShapeType="1"/>
          </p:cNvSpPr>
          <p:nvPr/>
        </p:nvSpPr>
        <p:spPr bwMode="auto">
          <a:xfrm>
            <a:off x="2057400" y="19812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3540" name="Line 4"/>
          <p:cNvSpPr>
            <a:spLocks noChangeShapeType="1"/>
          </p:cNvSpPr>
          <p:nvPr/>
        </p:nvSpPr>
        <p:spPr bwMode="auto">
          <a:xfrm>
            <a:off x="2057400" y="26670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3541" name="Line 5"/>
          <p:cNvSpPr>
            <a:spLocks noChangeShapeType="1"/>
          </p:cNvSpPr>
          <p:nvPr/>
        </p:nvSpPr>
        <p:spPr bwMode="auto">
          <a:xfrm>
            <a:off x="2057400" y="1981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3542" name="Line 6"/>
          <p:cNvSpPr>
            <a:spLocks noChangeShapeType="1"/>
          </p:cNvSpPr>
          <p:nvPr/>
        </p:nvSpPr>
        <p:spPr bwMode="auto">
          <a:xfrm>
            <a:off x="2590800" y="1981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3543" name="Line 7"/>
          <p:cNvSpPr>
            <a:spLocks noChangeShapeType="1"/>
          </p:cNvSpPr>
          <p:nvPr/>
        </p:nvSpPr>
        <p:spPr bwMode="auto">
          <a:xfrm>
            <a:off x="3124200" y="1981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3544" name="Line 8"/>
          <p:cNvSpPr>
            <a:spLocks noChangeShapeType="1"/>
          </p:cNvSpPr>
          <p:nvPr/>
        </p:nvSpPr>
        <p:spPr bwMode="auto">
          <a:xfrm>
            <a:off x="3657600" y="1981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3545" name="Line 9"/>
          <p:cNvSpPr>
            <a:spLocks noChangeShapeType="1"/>
          </p:cNvSpPr>
          <p:nvPr/>
        </p:nvSpPr>
        <p:spPr bwMode="auto">
          <a:xfrm>
            <a:off x="4191000" y="1981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3546" name="Line 10"/>
          <p:cNvSpPr>
            <a:spLocks noChangeShapeType="1"/>
          </p:cNvSpPr>
          <p:nvPr/>
        </p:nvSpPr>
        <p:spPr bwMode="auto">
          <a:xfrm>
            <a:off x="4724400" y="1981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3547" name="Line 11"/>
          <p:cNvSpPr>
            <a:spLocks noChangeShapeType="1"/>
          </p:cNvSpPr>
          <p:nvPr/>
        </p:nvSpPr>
        <p:spPr bwMode="auto">
          <a:xfrm>
            <a:off x="5257800" y="1981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3548" name="Line 12"/>
          <p:cNvSpPr>
            <a:spLocks noChangeShapeType="1"/>
          </p:cNvSpPr>
          <p:nvPr/>
        </p:nvSpPr>
        <p:spPr bwMode="auto">
          <a:xfrm>
            <a:off x="5791200" y="1981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3549" name="Text Box 13"/>
          <p:cNvSpPr txBox="1">
            <a:spLocks noChangeArrowheads="1"/>
          </p:cNvSpPr>
          <p:nvPr/>
        </p:nvSpPr>
        <p:spPr bwMode="auto">
          <a:xfrm>
            <a:off x="6477000" y="1905000"/>
            <a:ext cx="1098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.........</a:t>
            </a:r>
          </a:p>
        </p:txBody>
      </p:sp>
      <p:graphicFrame>
        <p:nvGraphicFramePr>
          <p:cNvPr id="891904" name="Object 0"/>
          <p:cNvGraphicFramePr>
            <a:graphicFrameLocks noChangeAspect="1"/>
          </p:cNvGraphicFramePr>
          <p:nvPr/>
        </p:nvGraphicFramePr>
        <p:xfrm>
          <a:off x="2209800" y="2133600"/>
          <a:ext cx="252413" cy="381000"/>
        </p:xfrm>
        <a:graphic>
          <a:graphicData uri="http://schemas.openxmlformats.org/presentationml/2006/ole">
            <p:oleObj spid="_x0000_s891904" name="Equation" r:id="rId3" imgW="253800" imgH="380880" progId="Equation.3">
              <p:embed/>
            </p:oleObj>
          </a:graphicData>
        </a:graphic>
      </p:graphicFrame>
      <p:graphicFrame>
        <p:nvGraphicFramePr>
          <p:cNvPr id="891905" name="Object 1"/>
          <p:cNvGraphicFramePr>
            <a:graphicFrameLocks noChangeAspect="1"/>
          </p:cNvGraphicFramePr>
          <p:nvPr/>
        </p:nvGraphicFramePr>
        <p:xfrm>
          <a:off x="2743200" y="2209800"/>
          <a:ext cx="265113" cy="279400"/>
        </p:xfrm>
        <a:graphic>
          <a:graphicData uri="http://schemas.openxmlformats.org/presentationml/2006/ole">
            <p:oleObj spid="_x0000_s891905" name="Equation" r:id="rId4" imgW="266400" imgH="279360" progId="Equation.3">
              <p:embed/>
            </p:oleObj>
          </a:graphicData>
        </a:graphic>
      </p:graphicFrame>
      <p:graphicFrame>
        <p:nvGraphicFramePr>
          <p:cNvPr id="891906" name="Object 2"/>
          <p:cNvGraphicFramePr>
            <a:graphicFrameLocks noChangeAspect="1"/>
          </p:cNvGraphicFramePr>
          <p:nvPr/>
        </p:nvGraphicFramePr>
        <p:xfrm>
          <a:off x="3276600" y="2133600"/>
          <a:ext cx="252413" cy="392113"/>
        </p:xfrm>
        <a:graphic>
          <a:graphicData uri="http://schemas.openxmlformats.org/presentationml/2006/ole">
            <p:oleObj spid="_x0000_s891906" name="Equation" r:id="rId5" imgW="253800" imgH="393480" progId="Equation.3">
              <p:embed/>
            </p:oleObj>
          </a:graphicData>
        </a:graphic>
      </p:graphicFrame>
      <p:graphicFrame>
        <p:nvGraphicFramePr>
          <p:cNvPr id="891907" name="Object 3"/>
          <p:cNvGraphicFramePr>
            <a:graphicFrameLocks noChangeAspect="1"/>
          </p:cNvGraphicFramePr>
          <p:nvPr/>
        </p:nvGraphicFramePr>
        <p:xfrm>
          <a:off x="3810000" y="2209800"/>
          <a:ext cx="265113" cy="279400"/>
        </p:xfrm>
        <a:graphic>
          <a:graphicData uri="http://schemas.openxmlformats.org/presentationml/2006/ole">
            <p:oleObj spid="_x0000_s891907" name="Equation" r:id="rId6" imgW="266400" imgH="279360" progId="Equation.3">
              <p:embed/>
            </p:oleObj>
          </a:graphicData>
        </a:graphic>
      </p:graphicFrame>
      <p:graphicFrame>
        <p:nvGraphicFramePr>
          <p:cNvPr id="891908" name="Object 4"/>
          <p:cNvGraphicFramePr>
            <a:graphicFrameLocks noChangeAspect="1"/>
          </p:cNvGraphicFramePr>
          <p:nvPr/>
        </p:nvGraphicFramePr>
        <p:xfrm>
          <a:off x="4343400" y="2209800"/>
          <a:ext cx="239713" cy="279400"/>
        </p:xfrm>
        <a:graphic>
          <a:graphicData uri="http://schemas.openxmlformats.org/presentationml/2006/ole">
            <p:oleObj spid="_x0000_s891908" name="Equation" r:id="rId7" imgW="241200" imgH="279360" progId="Equation.3">
              <p:embed/>
            </p:oleObj>
          </a:graphicData>
        </a:graphic>
      </p:graphicFrame>
      <p:graphicFrame>
        <p:nvGraphicFramePr>
          <p:cNvPr id="891909" name="Object 5"/>
          <p:cNvGraphicFramePr>
            <a:graphicFrameLocks noChangeAspect="1"/>
          </p:cNvGraphicFramePr>
          <p:nvPr/>
        </p:nvGraphicFramePr>
        <p:xfrm>
          <a:off x="4876800" y="2133600"/>
          <a:ext cx="252413" cy="368300"/>
        </p:xfrm>
        <a:graphic>
          <a:graphicData uri="http://schemas.openxmlformats.org/presentationml/2006/ole">
            <p:oleObj spid="_x0000_s891909" name="Equation" r:id="rId8" imgW="253800" imgH="368280" progId="Equation.3">
              <p:embed/>
            </p:oleObj>
          </a:graphicData>
        </a:graphic>
      </p:graphicFrame>
      <p:graphicFrame>
        <p:nvGraphicFramePr>
          <p:cNvPr id="891910" name="Object 6"/>
          <p:cNvGraphicFramePr>
            <a:graphicFrameLocks noChangeAspect="1"/>
          </p:cNvGraphicFramePr>
          <p:nvPr/>
        </p:nvGraphicFramePr>
        <p:xfrm>
          <a:off x="5410200" y="2133600"/>
          <a:ext cx="252413" cy="368300"/>
        </p:xfrm>
        <a:graphic>
          <a:graphicData uri="http://schemas.openxmlformats.org/presentationml/2006/ole">
            <p:oleObj spid="_x0000_s891910" name="Equation" r:id="rId9" imgW="253800" imgH="368280" progId="Equation.3">
              <p:embed/>
            </p:oleObj>
          </a:graphicData>
        </a:graphic>
      </p:graphicFrame>
      <p:sp>
        <p:nvSpPr>
          <p:cNvPr id="833557" name="Line 21"/>
          <p:cNvSpPr>
            <a:spLocks noChangeShapeType="1"/>
          </p:cNvSpPr>
          <p:nvPr/>
        </p:nvSpPr>
        <p:spPr bwMode="auto">
          <a:xfrm flipV="1">
            <a:off x="2819400" y="2667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935C5EE-E0EF-4D85-843A-42F85F393CE8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834562" name="Text Box 2"/>
          <p:cNvSpPr txBox="1">
            <a:spLocks noChangeArrowheads="1"/>
          </p:cNvSpPr>
          <p:nvPr/>
        </p:nvSpPr>
        <p:spPr bwMode="auto">
          <a:xfrm>
            <a:off x="533400" y="304800"/>
            <a:ext cx="68405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Standard Turing machines simulate</a:t>
            </a:r>
          </a:p>
          <a:p>
            <a:r>
              <a:rPr lang="en-US"/>
              <a:t>Semi-infinite tape machines:</a:t>
            </a:r>
          </a:p>
        </p:txBody>
      </p:sp>
      <p:sp>
        <p:nvSpPr>
          <p:cNvPr id="834563" name="Text Box 3"/>
          <p:cNvSpPr txBox="1">
            <a:spLocks noChangeArrowheads="1"/>
          </p:cNvSpPr>
          <p:nvPr/>
        </p:nvSpPr>
        <p:spPr bwMode="auto">
          <a:xfrm>
            <a:off x="1660525" y="3987800"/>
            <a:ext cx="14255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Trivial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4563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D7218E-C59B-4687-8FC1-BFB44B7AE1BF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835586" name="Text Box 2"/>
          <p:cNvSpPr txBox="1">
            <a:spLocks noChangeArrowheads="1"/>
          </p:cNvSpPr>
          <p:nvPr/>
        </p:nvSpPr>
        <p:spPr bwMode="auto">
          <a:xfrm>
            <a:off x="228600" y="0"/>
            <a:ext cx="71739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Semi-infinite tape machines simulate</a:t>
            </a:r>
          </a:p>
          <a:p>
            <a:r>
              <a:rPr lang="en-US"/>
              <a:t>Standard Turing machines:</a:t>
            </a:r>
          </a:p>
        </p:txBody>
      </p:sp>
      <p:sp>
        <p:nvSpPr>
          <p:cNvPr id="835587" name="Line 3"/>
          <p:cNvSpPr>
            <a:spLocks noChangeShapeType="1"/>
          </p:cNvSpPr>
          <p:nvPr/>
        </p:nvSpPr>
        <p:spPr bwMode="auto">
          <a:xfrm>
            <a:off x="1981200" y="27432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5588" name="Line 4"/>
          <p:cNvSpPr>
            <a:spLocks noChangeShapeType="1"/>
          </p:cNvSpPr>
          <p:nvPr/>
        </p:nvSpPr>
        <p:spPr bwMode="auto">
          <a:xfrm>
            <a:off x="1981200" y="3352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5589" name="Line 5"/>
          <p:cNvSpPr>
            <a:spLocks noChangeShapeType="1"/>
          </p:cNvSpPr>
          <p:nvPr/>
        </p:nvSpPr>
        <p:spPr bwMode="auto">
          <a:xfrm>
            <a:off x="1981200" y="27432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5590" name="Line 6"/>
          <p:cNvSpPr>
            <a:spLocks noChangeShapeType="1"/>
          </p:cNvSpPr>
          <p:nvPr/>
        </p:nvSpPr>
        <p:spPr bwMode="auto">
          <a:xfrm>
            <a:off x="25146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5591" name="Line 7"/>
          <p:cNvSpPr>
            <a:spLocks noChangeShapeType="1"/>
          </p:cNvSpPr>
          <p:nvPr/>
        </p:nvSpPr>
        <p:spPr bwMode="auto">
          <a:xfrm>
            <a:off x="31242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5592" name="Line 8"/>
          <p:cNvSpPr>
            <a:spLocks noChangeShapeType="1"/>
          </p:cNvSpPr>
          <p:nvPr/>
        </p:nvSpPr>
        <p:spPr bwMode="auto">
          <a:xfrm>
            <a:off x="37338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5593" name="Line 9"/>
          <p:cNvSpPr>
            <a:spLocks noChangeShapeType="1"/>
          </p:cNvSpPr>
          <p:nvPr/>
        </p:nvSpPr>
        <p:spPr bwMode="auto">
          <a:xfrm>
            <a:off x="43434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5594" name="Line 10"/>
          <p:cNvSpPr>
            <a:spLocks noChangeShapeType="1"/>
          </p:cNvSpPr>
          <p:nvPr/>
        </p:nvSpPr>
        <p:spPr bwMode="auto">
          <a:xfrm>
            <a:off x="49530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5595" name="Line 11"/>
          <p:cNvSpPr>
            <a:spLocks noChangeShapeType="1"/>
          </p:cNvSpPr>
          <p:nvPr/>
        </p:nvSpPr>
        <p:spPr bwMode="auto">
          <a:xfrm>
            <a:off x="55626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5596" name="Line 12"/>
          <p:cNvSpPr>
            <a:spLocks noChangeShapeType="1"/>
          </p:cNvSpPr>
          <p:nvPr/>
        </p:nvSpPr>
        <p:spPr bwMode="auto">
          <a:xfrm>
            <a:off x="6172200" y="2743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5597" name="Line 13"/>
          <p:cNvSpPr>
            <a:spLocks noChangeShapeType="1"/>
          </p:cNvSpPr>
          <p:nvPr/>
        </p:nvSpPr>
        <p:spPr bwMode="auto">
          <a:xfrm flipV="1">
            <a:off x="2819400" y="3352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5598" name="Text Box 14"/>
          <p:cNvSpPr txBox="1">
            <a:spLocks noChangeArrowheads="1"/>
          </p:cNvSpPr>
          <p:nvPr/>
        </p:nvSpPr>
        <p:spPr bwMode="auto">
          <a:xfrm>
            <a:off x="2743200" y="2057400"/>
            <a:ext cx="3598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Standard machine</a:t>
            </a:r>
          </a:p>
        </p:txBody>
      </p:sp>
      <p:sp>
        <p:nvSpPr>
          <p:cNvPr id="835599" name="Line 15"/>
          <p:cNvSpPr>
            <a:spLocks noChangeShapeType="1"/>
          </p:cNvSpPr>
          <p:nvPr/>
        </p:nvSpPr>
        <p:spPr bwMode="auto">
          <a:xfrm>
            <a:off x="2057400" y="50292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5600" name="Line 16"/>
          <p:cNvSpPr>
            <a:spLocks noChangeShapeType="1"/>
          </p:cNvSpPr>
          <p:nvPr/>
        </p:nvSpPr>
        <p:spPr bwMode="auto">
          <a:xfrm>
            <a:off x="2057400" y="57150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5601" name="Line 17"/>
          <p:cNvSpPr>
            <a:spLocks noChangeShapeType="1"/>
          </p:cNvSpPr>
          <p:nvPr/>
        </p:nvSpPr>
        <p:spPr bwMode="auto">
          <a:xfrm>
            <a:off x="20574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5602" name="Line 18"/>
          <p:cNvSpPr>
            <a:spLocks noChangeShapeType="1"/>
          </p:cNvSpPr>
          <p:nvPr/>
        </p:nvSpPr>
        <p:spPr bwMode="auto">
          <a:xfrm>
            <a:off x="25908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5603" name="Line 19"/>
          <p:cNvSpPr>
            <a:spLocks noChangeShapeType="1"/>
          </p:cNvSpPr>
          <p:nvPr/>
        </p:nvSpPr>
        <p:spPr bwMode="auto">
          <a:xfrm>
            <a:off x="31242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5604" name="Line 20"/>
          <p:cNvSpPr>
            <a:spLocks noChangeShapeType="1"/>
          </p:cNvSpPr>
          <p:nvPr/>
        </p:nvSpPr>
        <p:spPr bwMode="auto">
          <a:xfrm>
            <a:off x="36576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5605" name="Line 21"/>
          <p:cNvSpPr>
            <a:spLocks noChangeShapeType="1"/>
          </p:cNvSpPr>
          <p:nvPr/>
        </p:nvSpPr>
        <p:spPr bwMode="auto">
          <a:xfrm>
            <a:off x="41910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5606" name="Line 22"/>
          <p:cNvSpPr>
            <a:spLocks noChangeShapeType="1"/>
          </p:cNvSpPr>
          <p:nvPr/>
        </p:nvSpPr>
        <p:spPr bwMode="auto">
          <a:xfrm>
            <a:off x="47244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5607" name="Line 23"/>
          <p:cNvSpPr>
            <a:spLocks noChangeShapeType="1"/>
          </p:cNvSpPr>
          <p:nvPr/>
        </p:nvSpPr>
        <p:spPr bwMode="auto">
          <a:xfrm>
            <a:off x="52578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5608" name="Line 24"/>
          <p:cNvSpPr>
            <a:spLocks noChangeShapeType="1"/>
          </p:cNvSpPr>
          <p:nvPr/>
        </p:nvSpPr>
        <p:spPr bwMode="auto">
          <a:xfrm>
            <a:off x="57912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5609" name="Text Box 25"/>
          <p:cNvSpPr txBox="1">
            <a:spLocks noChangeArrowheads="1"/>
          </p:cNvSpPr>
          <p:nvPr/>
        </p:nvSpPr>
        <p:spPr bwMode="auto">
          <a:xfrm>
            <a:off x="6477000" y="4953000"/>
            <a:ext cx="1098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.........</a:t>
            </a:r>
          </a:p>
        </p:txBody>
      </p:sp>
      <p:sp>
        <p:nvSpPr>
          <p:cNvPr id="835610" name="Line 26"/>
          <p:cNvSpPr>
            <a:spLocks noChangeShapeType="1"/>
          </p:cNvSpPr>
          <p:nvPr/>
        </p:nvSpPr>
        <p:spPr bwMode="auto">
          <a:xfrm flipV="1">
            <a:off x="2819400" y="5715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5611" name="Text Box 27"/>
          <p:cNvSpPr txBox="1">
            <a:spLocks noChangeArrowheads="1"/>
          </p:cNvSpPr>
          <p:nvPr/>
        </p:nvSpPr>
        <p:spPr bwMode="auto">
          <a:xfrm>
            <a:off x="1752600" y="4343400"/>
            <a:ext cx="5280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Semi-infinite tape machine</a:t>
            </a:r>
          </a:p>
        </p:txBody>
      </p:sp>
      <p:sp>
        <p:nvSpPr>
          <p:cNvPr id="835612" name="Text Box 28"/>
          <p:cNvSpPr txBox="1">
            <a:spLocks noChangeArrowheads="1"/>
          </p:cNvSpPr>
          <p:nvPr/>
        </p:nvSpPr>
        <p:spPr bwMode="auto">
          <a:xfrm>
            <a:off x="6934200" y="2590800"/>
            <a:ext cx="1098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.........</a:t>
            </a:r>
          </a:p>
        </p:txBody>
      </p:sp>
      <p:sp>
        <p:nvSpPr>
          <p:cNvPr id="835613" name="Text Box 29"/>
          <p:cNvSpPr txBox="1">
            <a:spLocks noChangeArrowheads="1"/>
          </p:cNvSpPr>
          <p:nvPr/>
        </p:nvSpPr>
        <p:spPr bwMode="auto">
          <a:xfrm>
            <a:off x="685800" y="2590800"/>
            <a:ext cx="1098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.........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E739AA-25D3-469F-AC04-373E3286B275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836610" name="Line 2"/>
          <p:cNvSpPr>
            <a:spLocks noChangeShapeType="1"/>
          </p:cNvSpPr>
          <p:nvPr/>
        </p:nvSpPr>
        <p:spPr bwMode="auto">
          <a:xfrm>
            <a:off x="1905000" y="1066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6611" name="Line 3"/>
          <p:cNvSpPr>
            <a:spLocks noChangeShapeType="1"/>
          </p:cNvSpPr>
          <p:nvPr/>
        </p:nvSpPr>
        <p:spPr bwMode="auto">
          <a:xfrm>
            <a:off x="1905000" y="1676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6612" name="Line 4"/>
          <p:cNvSpPr>
            <a:spLocks noChangeShapeType="1"/>
          </p:cNvSpPr>
          <p:nvPr/>
        </p:nvSpPr>
        <p:spPr bwMode="auto">
          <a:xfrm>
            <a:off x="1905000" y="10668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6613" name="Line 5"/>
          <p:cNvSpPr>
            <a:spLocks noChangeShapeType="1"/>
          </p:cNvSpPr>
          <p:nvPr/>
        </p:nvSpPr>
        <p:spPr bwMode="auto">
          <a:xfrm>
            <a:off x="24384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6614" name="Line 6"/>
          <p:cNvSpPr>
            <a:spLocks noChangeShapeType="1"/>
          </p:cNvSpPr>
          <p:nvPr/>
        </p:nvSpPr>
        <p:spPr bwMode="auto">
          <a:xfrm>
            <a:off x="30480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6615" name="Line 7"/>
          <p:cNvSpPr>
            <a:spLocks noChangeShapeType="1"/>
          </p:cNvSpPr>
          <p:nvPr/>
        </p:nvSpPr>
        <p:spPr bwMode="auto">
          <a:xfrm>
            <a:off x="36576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6616" name="Line 8"/>
          <p:cNvSpPr>
            <a:spLocks noChangeShapeType="1"/>
          </p:cNvSpPr>
          <p:nvPr/>
        </p:nvSpPr>
        <p:spPr bwMode="auto">
          <a:xfrm>
            <a:off x="42672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6617" name="Line 9"/>
          <p:cNvSpPr>
            <a:spLocks noChangeShapeType="1"/>
          </p:cNvSpPr>
          <p:nvPr/>
        </p:nvSpPr>
        <p:spPr bwMode="auto">
          <a:xfrm>
            <a:off x="48768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6618" name="Line 10"/>
          <p:cNvSpPr>
            <a:spLocks noChangeShapeType="1"/>
          </p:cNvSpPr>
          <p:nvPr/>
        </p:nvSpPr>
        <p:spPr bwMode="auto">
          <a:xfrm>
            <a:off x="54864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6619" name="Line 11"/>
          <p:cNvSpPr>
            <a:spLocks noChangeShapeType="1"/>
          </p:cNvSpPr>
          <p:nvPr/>
        </p:nvSpPr>
        <p:spPr bwMode="auto">
          <a:xfrm>
            <a:off x="60960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6620" name="Line 12"/>
          <p:cNvSpPr>
            <a:spLocks noChangeShapeType="1"/>
          </p:cNvSpPr>
          <p:nvPr/>
        </p:nvSpPr>
        <p:spPr bwMode="auto">
          <a:xfrm flipV="1">
            <a:off x="2743200" y="1676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6621" name="Text Box 13"/>
          <p:cNvSpPr txBox="1">
            <a:spLocks noChangeArrowheads="1"/>
          </p:cNvSpPr>
          <p:nvPr/>
        </p:nvSpPr>
        <p:spPr bwMode="auto">
          <a:xfrm>
            <a:off x="2286000" y="381000"/>
            <a:ext cx="3598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Standard machine</a:t>
            </a:r>
          </a:p>
        </p:txBody>
      </p:sp>
      <p:sp>
        <p:nvSpPr>
          <p:cNvPr id="836622" name="Line 14"/>
          <p:cNvSpPr>
            <a:spLocks noChangeShapeType="1"/>
          </p:cNvSpPr>
          <p:nvPr/>
        </p:nvSpPr>
        <p:spPr bwMode="auto">
          <a:xfrm>
            <a:off x="2133600" y="46482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6623" name="Line 15"/>
          <p:cNvSpPr>
            <a:spLocks noChangeShapeType="1"/>
          </p:cNvSpPr>
          <p:nvPr/>
        </p:nvSpPr>
        <p:spPr bwMode="auto">
          <a:xfrm>
            <a:off x="2133600" y="58674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6624" name="Line 16"/>
          <p:cNvSpPr>
            <a:spLocks noChangeShapeType="1"/>
          </p:cNvSpPr>
          <p:nvPr/>
        </p:nvSpPr>
        <p:spPr bwMode="auto">
          <a:xfrm>
            <a:off x="2133600" y="4648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6625" name="Line 17"/>
          <p:cNvSpPr>
            <a:spLocks noChangeShapeType="1"/>
          </p:cNvSpPr>
          <p:nvPr/>
        </p:nvSpPr>
        <p:spPr bwMode="auto">
          <a:xfrm>
            <a:off x="2743200" y="4648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6626" name="Line 18"/>
          <p:cNvSpPr>
            <a:spLocks noChangeShapeType="1"/>
          </p:cNvSpPr>
          <p:nvPr/>
        </p:nvSpPr>
        <p:spPr bwMode="auto">
          <a:xfrm>
            <a:off x="3962400" y="4648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6627" name="Line 19"/>
          <p:cNvSpPr>
            <a:spLocks noChangeShapeType="1"/>
          </p:cNvSpPr>
          <p:nvPr/>
        </p:nvSpPr>
        <p:spPr bwMode="auto">
          <a:xfrm>
            <a:off x="4572000" y="4648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6628" name="Line 20"/>
          <p:cNvSpPr>
            <a:spLocks noChangeShapeType="1"/>
          </p:cNvSpPr>
          <p:nvPr/>
        </p:nvSpPr>
        <p:spPr bwMode="auto">
          <a:xfrm>
            <a:off x="5181600" y="4648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6629" name="Text Box 21"/>
          <p:cNvSpPr txBox="1">
            <a:spLocks noChangeArrowheads="1"/>
          </p:cNvSpPr>
          <p:nvPr/>
        </p:nvSpPr>
        <p:spPr bwMode="auto">
          <a:xfrm>
            <a:off x="6705600" y="4800600"/>
            <a:ext cx="1098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.........</a:t>
            </a:r>
          </a:p>
        </p:txBody>
      </p:sp>
      <p:sp>
        <p:nvSpPr>
          <p:cNvPr id="836630" name="Line 22"/>
          <p:cNvSpPr>
            <a:spLocks noChangeShapeType="1"/>
          </p:cNvSpPr>
          <p:nvPr/>
        </p:nvSpPr>
        <p:spPr bwMode="auto">
          <a:xfrm flipV="1">
            <a:off x="4267200" y="5867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6631" name="Text Box 23"/>
          <p:cNvSpPr txBox="1">
            <a:spLocks noChangeArrowheads="1"/>
          </p:cNvSpPr>
          <p:nvPr/>
        </p:nvSpPr>
        <p:spPr bwMode="auto">
          <a:xfrm>
            <a:off x="533400" y="3810000"/>
            <a:ext cx="83724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Semi-infinite tape machine with two tracks</a:t>
            </a:r>
          </a:p>
        </p:txBody>
      </p:sp>
      <p:sp>
        <p:nvSpPr>
          <p:cNvPr id="836632" name="Line 24"/>
          <p:cNvSpPr>
            <a:spLocks noChangeShapeType="1"/>
          </p:cNvSpPr>
          <p:nvPr/>
        </p:nvSpPr>
        <p:spPr bwMode="auto">
          <a:xfrm>
            <a:off x="2133600" y="52578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6633" name="Line 25"/>
          <p:cNvSpPr>
            <a:spLocks noChangeShapeType="1"/>
          </p:cNvSpPr>
          <p:nvPr/>
        </p:nvSpPr>
        <p:spPr bwMode="auto">
          <a:xfrm>
            <a:off x="3352800" y="4648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6634" name="Line 26"/>
          <p:cNvSpPr>
            <a:spLocks noChangeShapeType="1"/>
          </p:cNvSpPr>
          <p:nvPr/>
        </p:nvSpPr>
        <p:spPr bwMode="auto">
          <a:xfrm>
            <a:off x="5791200" y="4648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6635" name="Text Box 27"/>
          <p:cNvSpPr txBox="1">
            <a:spLocks noChangeArrowheads="1"/>
          </p:cNvSpPr>
          <p:nvPr/>
        </p:nvSpPr>
        <p:spPr bwMode="auto">
          <a:xfrm>
            <a:off x="7010400" y="990600"/>
            <a:ext cx="1098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.........</a:t>
            </a:r>
          </a:p>
        </p:txBody>
      </p:sp>
      <p:sp>
        <p:nvSpPr>
          <p:cNvPr id="836636" name="Text Box 28"/>
          <p:cNvSpPr txBox="1">
            <a:spLocks noChangeArrowheads="1"/>
          </p:cNvSpPr>
          <p:nvPr/>
        </p:nvSpPr>
        <p:spPr bwMode="auto">
          <a:xfrm>
            <a:off x="533400" y="914400"/>
            <a:ext cx="1098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.........</a:t>
            </a:r>
          </a:p>
        </p:txBody>
      </p:sp>
      <p:sp>
        <p:nvSpPr>
          <p:cNvPr id="836637" name="Line 29"/>
          <p:cNvSpPr>
            <a:spLocks noChangeShapeType="1"/>
          </p:cNvSpPr>
          <p:nvPr/>
        </p:nvSpPr>
        <p:spPr bwMode="auto">
          <a:xfrm flipV="1">
            <a:off x="4267200" y="914400"/>
            <a:ext cx="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6638" name="Text Box 30"/>
          <p:cNvSpPr txBox="1">
            <a:spLocks noChangeArrowheads="1"/>
          </p:cNvSpPr>
          <p:nvPr/>
        </p:nvSpPr>
        <p:spPr bwMode="auto">
          <a:xfrm>
            <a:off x="2971800" y="2286000"/>
            <a:ext cx="31654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reference point</a:t>
            </a:r>
          </a:p>
        </p:txBody>
      </p:sp>
      <p:graphicFrame>
        <p:nvGraphicFramePr>
          <p:cNvPr id="892928" name="Object 1024"/>
          <p:cNvGraphicFramePr>
            <a:graphicFrameLocks noChangeAspect="1"/>
          </p:cNvGraphicFramePr>
          <p:nvPr/>
        </p:nvGraphicFramePr>
        <p:xfrm>
          <a:off x="2362200" y="4724400"/>
          <a:ext cx="252413" cy="381000"/>
        </p:xfrm>
        <a:graphic>
          <a:graphicData uri="http://schemas.openxmlformats.org/presentationml/2006/ole">
            <p:oleObj spid="_x0000_s892928" name="Equation" r:id="rId3" imgW="253800" imgH="380880" progId="Equation.3">
              <p:embed/>
            </p:oleObj>
          </a:graphicData>
        </a:graphic>
      </p:graphicFrame>
      <p:graphicFrame>
        <p:nvGraphicFramePr>
          <p:cNvPr id="892929" name="Object 1025"/>
          <p:cNvGraphicFramePr>
            <a:graphicFrameLocks noChangeAspect="1"/>
          </p:cNvGraphicFramePr>
          <p:nvPr/>
        </p:nvGraphicFramePr>
        <p:xfrm>
          <a:off x="2362200" y="5410200"/>
          <a:ext cx="252413" cy="381000"/>
        </p:xfrm>
        <a:graphic>
          <a:graphicData uri="http://schemas.openxmlformats.org/presentationml/2006/ole">
            <p:oleObj spid="_x0000_s892929" name="Equation" r:id="rId4" imgW="253800" imgH="380880" progId="Equation.3">
              <p:embed/>
            </p:oleObj>
          </a:graphicData>
        </a:graphic>
      </p:graphicFrame>
      <p:sp>
        <p:nvSpPr>
          <p:cNvPr id="836641" name="Text Box 33"/>
          <p:cNvSpPr txBox="1">
            <a:spLocks noChangeArrowheads="1"/>
          </p:cNvSpPr>
          <p:nvPr/>
        </p:nvSpPr>
        <p:spPr bwMode="auto">
          <a:xfrm>
            <a:off x="0" y="4572000"/>
            <a:ext cx="2132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Right part</a:t>
            </a:r>
          </a:p>
        </p:txBody>
      </p:sp>
      <p:sp>
        <p:nvSpPr>
          <p:cNvPr id="836642" name="Text Box 34"/>
          <p:cNvSpPr txBox="1">
            <a:spLocks noChangeArrowheads="1"/>
          </p:cNvSpPr>
          <p:nvPr/>
        </p:nvSpPr>
        <p:spPr bwMode="auto">
          <a:xfrm>
            <a:off x="0" y="5257800"/>
            <a:ext cx="1963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Left part</a:t>
            </a:r>
          </a:p>
        </p:txBody>
      </p:sp>
      <p:graphicFrame>
        <p:nvGraphicFramePr>
          <p:cNvPr id="892930" name="Object 1026"/>
          <p:cNvGraphicFramePr>
            <a:graphicFrameLocks noChangeAspect="1"/>
          </p:cNvGraphicFramePr>
          <p:nvPr/>
        </p:nvGraphicFramePr>
        <p:xfrm>
          <a:off x="2057400" y="1219200"/>
          <a:ext cx="252413" cy="368300"/>
        </p:xfrm>
        <a:graphic>
          <a:graphicData uri="http://schemas.openxmlformats.org/presentationml/2006/ole">
            <p:oleObj spid="_x0000_s892930" name="Equation" r:id="rId5" imgW="253800" imgH="368280" progId="Equation.3">
              <p:embed/>
            </p:oleObj>
          </a:graphicData>
        </a:graphic>
      </p:graphicFrame>
      <p:graphicFrame>
        <p:nvGraphicFramePr>
          <p:cNvPr id="892931" name="Object 1027"/>
          <p:cNvGraphicFramePr>
            <a:graphicFrameLocks noChangeAspect="1"/>
          </p:cNvGraphicFramePr>
          <p:nvPr/>
        </p:nvGraphicFramePr>
        <p:xfrm>
          <a:off x="5638800" y="1219200"/>
          <a:ext cx="252413" cy="368300"/>
        </p:xfrm>
        <a:graphic>
          <a:graphicData uri="http://schemas.openxmlformats.org/presentationml/2006/ole">
            <p:oleObj spid="_x0000_s892931" name="Equation" r:id="rId6" imgW="253800" imgH="368280" progId="Equation.3">
              <p:embed/>
            </p:oleObj>
          </a:graphicData>
        </a:graphic>
      </p:graphicFrame>
      <p:graphicFrame>
        <p:nvGraphicFramePr>
          <p:cNvPr id="892932" name="Object 1028"/>
          <p:cNvGraphicFramePr>
            <a:graphicFrameLocks noChangeAspect="1"/>
          </p:cNvGraphicFramePr>
          <p:nvPr/>
        </p:nvGraphicFramePr>
        <p:xfrm>
          <a:off x="6248400" y="1219200"/>
          <a:ext cx="252413" cy="368300"/>
        </p:xfrm>
        <a:graphic>
          <a:graphicData uri="http://schemas.openxmlformats.org/presentationml/2006/ole">
            <p:oleObj spid="_x0000_s892932" name="Equation" r:id="rId7" imgW="253800" imgH="368280" progId="Equation.3">
              <p:embed/>
            </p:oleObj>
          </a:graphicData>
        </a:graphic>
      </p:graphicFrame>
      <p:graphicFrame>
        <p:nvGraphicFramePr>
          <p:cNvPr id="892933" name="Object 1029"/>
          <p:cNvGraphicFramePr>
            <a:graphicFrameLocks noChangeAspect="1"/>
          </p:cNvGraphicFramePr>
          <p:nvPr/>
        </p:nvGraphicFramePr>
        <p:xfrm>
          <a:off x="2667000" y="1295400"/>
          <a:ext cx="265113" cy="279400"/>
        </p:xfrm>
        <a:graphic>
          <a:graphicData uri="http://schemas.openxmlformats.org/presentationml/2006/ole">
            <p:oleObj spid="_x0000_s892933" name="Equation" r:id="rId8" imgW="266400" imgH="279360" progId="Equation.3">
              <p:embed/>
            </p:oleObj>
          </a:graphicData>
        </a:graphic>
      </p:graphicFrame>
      <p:graphicFrame>
        <p:nvGraphicFramePr>
          <p:cNvPr id="892934" name="Object 1030"/>
          <p:cNvGraphicFramePr>
            <a:graphicFrameLocks noChangeAspect="1"/>
          </p:cNvGraphicFramePr>
          <p:nvPr/>
        </p:nvGraphicFramePr>
        <p:xfrm>
          <a:off x="3200400" y="1219200"/>
          <a:ext cx="252413" cy="392113"/>
        </p:xfrm>
        <a:graphic>
          <a:graphicData uri="http://schemas.openxmlformats.org/presentationml/2006/ole">
            <p:oleObj spid="_x0000_s892934" name="Equation" r:id="rId9" imgW="253800" imgH="393480" progId="Equation.3">
              <p:embed/>
            </p:oleObj>
          </a:graphicData>
        </a:graphic>
      </p:graphicFrame>
      <p:graphicFrame>
        <p:nvGraphicFramePr>
          <p:cNvPr id="892935" name="Object 1031"/>
          <p:cNvGraphicFramePr>
            <a:graphicFrameLocks noChangeAspect="1"/>
          </p:cNvGraphicFramePr>
          <p:nvPr/>
        </p:nvGraphicFramePr>
        <p:xfrm>
          <a:off x="3816350" y="1274763"/>
          <a:ext cx="239713" cy="279400"/>
        </p:xfrm>
        <a:graphic>
          <a:graphicData uri="http://schemas.openxmlformats.org/presentationml/2006/ole">
            <p:oleObj spid="_x0000_s892935" name="Equation" r:id="rId10" imgW="241200" imgH="279360" progId="Equation.3">
              <p:embed/>
            </p:oleObj>
          </a:graphicData>
        </a:graphic>
      </p:graphicFrame>
      <p:graphicFrame>
        <p:nvGraphicFramePr>
          <p:cNvPr id="892936" name="Object 1032"/>
          <p:cNvGraphicFramePr>
            <a:graphicFrameLocks noChangeAspect="1"/>
          </p:cNvGraphicFramePr>
          <p:nvPr/>
        </p:nvGraphicFramePr>
        <p:xfrm>
          <a:off x="4419600" y="1219200"/>
          <a:ext cx="303213" cy="392113"/>
        </p:xfrm>
        <a:graphic>
          <a:graphicData uri="http://schemas.openxmlformats.org/presentationml/2006/ole">
            <p:oleObj spid="_x0000_s892936" name="Equation" r:id="rId11" imgW="304560" imgH="393480" progId="Equation.3">
              <p:embed/>
            </p:oleObj>
          </a:graphicData>
        </a:graphic>
      </p:graphicFrame>
      <p:graphicFrame>
        <p:nvGraphicFramePr>
          <p:cNvPr id="892937" name="Object 1033"/>
          <p:cNvGraphicFramePr>
            <a:graphicFrameLocks noChangeAspect="1"/>
          </p:cNvGraphicFramePr>
          <p:nvPr/>
        </p:nvGraphicFramePr>
        <p:xfrm>
          <a:off x="5065713" y="1274763"/>
          <a:ext cx="228600" cy="279400"/>
        </p:xfrm>
        <a:graphic>
          <a:graphicData uri="http://schemas.openxmlformats.org/presentationml/2006/ole">
            <p:oleObj spid="_x0000_s892937" name="Equation" r:id="rId12" imgW="228600" imgH="279360" progId="Equation.3">
              <p:embed/>
            </p:oleObj>
          </a:graphicData>
        </a:graphic>
      </p:graphicFrame>
      <p:graphicFrame>
        <p:nvGraphicFramePr>
          <p:cNvPr id="892938" name="Object 1034"/>
          <p:cNvGraphicFramePr>
            <a:graphicFrameLocks noChangeAspect="1"/>
          </p:cNvGraphicFramePr>
          <p:nvPr/>
        </p:nvGraphicFramePr>
        <p:xfrm>
          <a:off x="4114800" y="5410200"/>
          <a:ext cx="265113" cy="279400"/>
        </p:xfrm>
        <a:graphic>
          <a:graphicData uri="http://schemas.openxmlformats.org/presentationml/2006/ole">
            <p:oleObj spid="_x0000_s892938" name="Equation" r:id="rId13" imgW="266400" imgH="279360" progId="Equation.3">
              <p:embed/>
            </p:oleObj>
          </a:graphicData>
        </a:graphic>
      </p:graphicFrame>
      <p:graphicFrame>
        <p:nvGraphicFramePr>
          <p:cNvPr id="892939" name="Object 1035"/>
          <p:cNvGraphicFramePr>
            <a:graphicFrameLocks noChangeAspect="1"/>
          </p:cNvGraphicFramePr>
          <p:nvPr/>
        </p:nvGraphicFramePr>
        <p:xfrm>
          <a:off x="2895600" y="5410200"/>
          <a:ext cx="239713" cy="279400"/>
        </p:xfrm>
        <a:graphic>
          <a:graphicData uri="http://schemas.openxmlformats.org/presentationml/2006/ole">
            <p:oleObj spid="_x0000_s892939" name="Equation" r:id="rId14" imgW="241200" imgH="279360" progId="Equation.3">
              <p:embed/>
            </p:oleObj>
          </a:graphicData>
        </a:graphic>
      </p:graphicFrame>
      <p:graphicFrame>
        <p:nvGraphicFramePr>
          <p:cNvPr id="892940" name="Object 1036"/>
          <p:cNvGraphicFramePr>
            <a:graphicFrameLocks noChangeAspect="1"/>
          </p:cNvGraphicFramePr>
          <p:nvPr/>
        </p:nvGraphicFramePr>
        <p:xfrm>
          <a:off x="3505200" y="5334000"/>
          <a:ext cx="252413" cy="392113"/>
        </p:xfrm>
        <a:graphic>
          <a:graphicData uri="http://schemas.openxmlformats.org/presentationml/2006/ole">
            <p:oleObj spid="_x0000_s892940" name="Equation" r:id="rId15" imgW="253800" imgH="393480" progId="Equation.3">
              <p:embed/>
            </p:oleObj>
          </a:graphicData>
        </a:graphic>
      </p:graphicFrame>
      <p:graphicFrame>
        <p:nvGraphicFramePr>
          <p:cNvPr id="892941" name="Object 1037"/>
          <p:cNvGraphicFramePr>
            <a:graphicFrameLocks noChangeAspect="1"/>
          </p:cNvGraphicFramePr>
          <p:nvPr/>
        </p:nvGraphicFramePr>
        <p:xfrm>
          <a:off x="2895600" y="4724400"/>
          <a:ext cx="303213" cy="392113"/>
        </p:xfrm>
        <a:graphic>
          <a:graphicData uri="http://schemas.openxmlformats.org/presentationml/2006/ole">
            <p:oleObj spid="_x0000_s892941" name="Equation" r:id="rId16" imgW="304560" imgH="393480" progId="Equation.3">
              <p:embed/>
            </p:oleObj>
          </a:graphicData>
        </a:graphic>
      </p:graphicFrame>
      <p:graphicFrame>
        <p:nvGraphicFramePr>
          <p:cNvPr id="892942" name="Object 1038"/>
          <p:cNvGraphicFramePr>
            <a:graphicFrameLocks noChangeAspect="1"/>
          </p:cNvGraphicFramePr>
          <p:nvPr/>
        </p:nvGraphicFramePr>
        <p:xfrm>
          <a:off x="3505200" y="4800600"/>
          <a:ext cx="228600" cy="279400"/>
        </p:xfrm>
        <a:graphic>
          <a:graphicData uri="http://schemas.openxmlformats.org/presentationml/2006/ole">
            <p:oleObj spid="_x0000_s892942" name="Equation" r:id="rId17" imgW="228600" imgH="279360" progId="Equation.3">
              <p:embed/>
            </p:oleObj>
          </a:graphicData>
        </a:graphic>
      </p:graphicFrame>
      <p:graphicFrame>
        <p:nvGraphicFramePr>
          <p:cNvPr id="892943" name="Object 1039"/>
          <p:cNvGraphicFramePr>
            <a:graphicFrameLocks noChangeAspect="1"/>
          </p:cNvGraphicFramePr>
          <p:nvPr/>
        </p:nvGraphicFramePr>
        <p:xfrm>
          <a:off x="4114800" y="4724400"/>
          <a:ext cx="252413" cy="368300"/>
        </p:xfrm>
        <a:graphic>
          <a:graphicData uri="http://schemas.openxmlformats.org/presentationml/2006/ole">
            <p:oleObj spid="_x0000_s892943" name="Equation" r:id="rId18" imgW="253800" imgH="368280" progId="Equation.3">
              <p:embed/>
            </p:oleObj>
          </a:graphicData>
        </a:graphic>
      </p:graphicFrame>
      <p:graphicFrame>
        <p:nvGraphicFramePr>
          <p:cNvPr id="892944" name="Object 1040"/>
          <p:cNvGraphicFramePr>
            <a:graphicFrameLocks noChangeAspect="1"/>
          </p:cNvGraphicFramePr>
          <p:nvPr/>
        </p:nvGraphicFramePr>
        <p:xfrm>
          <a:off x="4724400" y="4724400"/>
          <a:ext cx="252413" cy="368300"/>
        </p:xfrm>
        <a:graphic>
          <a:graphicData uri="http://schemas.openxmlformats.org/presentationml/2006/ole">
            <p:oleObj spid="_x0000_s892944" name="Equation" r:id="rId19" imgW="253800" imgH="368280" progId="Equation.3">
              <p:embed/>
            </p:oleObj>
          </a:graphicData>
        </a:graphic>
      </p:graphicFrame>
      <p:graphicFrame>
        <p:nvGraphicFramePr>
          <p:cNvPr id="892945" name="Object 1041"/>
          <p:cNvGraphicFramePr>
            <a:graphicFrameLocks noChangeAspect="1"/>
          </p:cNvGraphicFramePr>
          <p:nvPr/>
        </p:nvGraphicFramePr>
        <p:xfrm>
          <a:off x="4724400" y="5410200"/>
          <a:ext cx="252413" cy="368300"/>
        </p:xfrm>
        <a:graphic>
          <a:graphicData uri="http://schemas.openxmlformats.org/presentationml/2006/ole">
            <p:oleObj spid="_x0000_s892945" name="Equation" r:id="rId20" imgW="253800" imgH="368280" progId="Equation.3">
              <p:embed/>
            </p:oleObj>
          </a:graphicData>
        </a:graphic>
      </p:graphicFrame>
      <p:graphicFrame>
        <p:nvGraphicFramePr>
          <p:cNvPr id="892946" name="Object 1042"/>
          <p:cNvGraphicFramePr>
            <a:graphicFrameLocks noChangeAspect="1"/>
          </p:cNvGraphicFramePr>
          <p:nvPr/>
        </p:nvGraphicFramePr>
        <p:xfrm>
          <a:off x="5410200" y="4724400"/>
          <a:ext cx="228600" cy="368300"/>
        </p:xfrm>
        <a:graphic>
          <a:graphicData uri="http://schemas.openxmlformats.org/presentationml/2006/ole">
            <p:oleObj spid="_x0000_s892946" name="Equation" r:id="rId21" imgW="253800" imgH="368280" progId="Equation.3">
              <p:embed/>
            </p:oleObj>
          </a:graphicData>
        </a:graphic>
      </p:graphicFrame>
      <p:graphicFrame>
        <p:nvGraphicFramePr>
          <p:cNvPr id="892947" name="Object 1043"/>
          <p:cNvGraphicFramePr>
            <a:graphicFrameLocks noChangeAspect="1"/>
          </p:cNvGraphicFramePr>
          <p:nvPr/>
        </p:nvGraphicFramePr>
        <p:xfrm>
          <a:off x="5410200" y="5410200"/>
          <a:ext cx="252413" cy="368300"/>
        </p:xfrm>
        <a:graphic>
          <a:graphicData uri="http://schemas.openxmlformats.org/presentationml/2006/ole">
            <p:oleObj spid="_x0000_s892947" name="Equation" r:id="rId22" imgW="253800" imgH="368280" progId="Equation.3">
              <p:embed/>
            </p:oleObj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62A5FC-F468-49D6-BDFB-F4FAB8F23790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837634" name="Rectangle 2"/>
          <p:cNvSpPr>
            <a:spLocks noChangeArrowheads="1"/>
          </p:cNvSpPr>
          <p:nvPr/>
        </p:nvSpPr>
        <p:spPr bwMode="auto">
          <a:xfrm>
            <a:off x="3200400" y="685800"/>
            <a:ext cx="3048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7635" name="Oval 3"/>
          <p:cNvSpPr>
            <a:spLocks noChangeArrowheads="1"/>
          </p:cNvSpPr>
          <p:nvPr/>
        </p:nvSpPr>
        <p:spPr bwMode="auto">
          <a:xfrm>
            <a:off x="3505200" y="13716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93952" name="Object 1024"/>
          <p:cNvGraphicFramePr>
            <a:graphicFrameLocks noChangeAspect="1"/>
          </p:cNvGraphicFramePr>
          <p:nvPr/>
        </p:nvGraphicFramePr>
        <p:xfrm>
          <a:off x="3657600" y="1447800"/>
          <a:ext cx="381000" cy="520700"/>
        </p:xfrm>
        <a:graphic>
          <a:graphicData uri="http://schemas.openxmlformats.org/presentationml/2006/ole">
            <p:oleObj spid="_x0000_s893952" name="Equation" r:id="rId3" imgW="380880" imgH="520560" progId="Equation.3">
              <p:embed/>
            </p:oleObj>
          </a:graphicData>
        </a:graphic>
      </p:graphicFrame>
      <p:graphicFrame>
        <p:nvGraphicFramePr>
          <p:cNvPr id="893953" name="Object 1025"/>
          <p:cNvGraphicFramePr>
            <a:graphicFrameLocks noChangeAspect="1"/>
          </p:cNvGraphicFramePr>
          <p:nvPr/>
        </p:nvGraphicFramePr>
        <p:xfrm>
          <a:off x="5151438" y="990600"/>
          <a:ext cx="442912" cy="520700"/>
        </p:xfrm>
        <a:graphic>
          <a:graphicData uri="http://schemas.openxmlformats.org/presentationml/2006/ole">
            <p:oleObj spid="_x0000_s893953" name="Equation" r:id="rId4" imgW="444240" imgH="520560" progId="Equation.3">
              <p:embed/>
            </p:oleObj>
          </a:graphicData>
        </a:graphic>
      </p:graphicFrame>
      <p:sp>
        <p:nvSpPr>
          <p:cNvPr id="837638" name="Oval 6"/>
          <p:cNvSpPr>
            <a:spLocks noChangeArrowheads="1"/>
          </p:cNvSpPr>
          <p:nvPr/>
        </p:nvSpPr>
        <p:spPr bwMode="auto">
          <a:xfrm>
            <a:off x="5029200" y="914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7639" name="Rectangle 7"/>
          <p:cNvSpPr>
            <a:spLocks noChangeArrowheads="1"/>
          </p:cNvSpPr>
          <p:nvPr/>
        </p:nvSpPr>
        <p:spPr bwMode="auto">
          <a:xfrm>
            <a:off x="1219200" y="4343400"/>
            <a:ext cx="3048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7640" name="Oval 8"/>
          <p:cNvSpPr>
            <a:spLocks noChangeArrowheads="1"/>
          </p:cNvSpPr>
          <p:nvPr/>
        </p:nvSpPr>
        <p:spPr bwMode="auto">
          <a:xfrm>
            <a:off x="1524000" y="5029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93954" name="Object 1026"/>
          <p:cNvGraphicFramePr>
            <a:graphicFrameLocks noChangeAspect="1"/>
          </p:cNvGraphicFramePr>
          <p:nvPr/>
        </p:nvGraphicFramePr>
        <p:xfrm>
          <a:off x="1795463" y="5113338"/>
          <a:ext cx="228600" cy="581025"/>
        </p:xfrm>
        <a:graphic>
          <a:graphicData uri="http://schemas.openxmlformats.org/presentationml/2006/ole">
            <p:oleObj spid="_x0000_s893954" name="Equation" r:id="rId5" imgW="228600" imgH="520560" progId="Equation.3">
              <p:embed/>
            </p:oleObj>
          </a:graphicData>
        </a:graphic>
      </p:graphicFrame>
      <p:sp>
        <p:nvSpPr>
          <p:cNvPr id="837642" name="Oval 10"/>
          <p:cNvSpPr>
            <a:spLocks noChangeArrowheads="1"/>
          </p:cNvSpPr>
          <p:nvPr/>
        </p:nvSpPr>
        <p:spPr bwMode="auto">
          <a:xfrm>
            <a:off x="3048000" y="45720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7643" name="Rectangle 11"/>
          <p:cNvSpPr>
            <a:spLocks noChangeArrowheads="1"/>
          </p:cNvSpPr>
          <p:nvPr/>
        </p:nvSpPr>
        <p:spPr bwMode="auto">
          <a:xfrm>
            <a:off x="5181600" y="4343400"/>
            <a:ext cx="3048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7644" name="Oval 12"/>
          <p:cNvSpPr>
            <a:spLocks noChangeArrowheads="1"/>
          </p:cNvSpPr>
          <p:nvPr/>
        </p:nvSpPr>
        <p:spPr bwMode="auto">
          <a:xfrm>
            <a:off x="5486400" y="49530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93955" name="Object 1027"/>
          <p:cNvGraphicFramePr>
            <a:graphicFrameLocks noChangeAspect="1"/>
          </p:cNvGraphicFramePr>
          <p:nvPr/>
        </p:nvGraphicFramePr>
        <p:xfrm>
          <a:off x="7081838" y="4573588"/>
          <a:ext cx="544512" cy="671512"/>
        </p:xfrm>
        <a:graphic>
          <a:graphicData uri="http://schemas.openxmlformats.org/presentationml/2006/ole">
            <p:oleObj spid="_x0000_s893955" name="Equation" r:id="rId6" imgW="545760" imgH="672840" progId="Equation.3">
              <p:embed/>
            </p:oleObj>
          </a:graphicData>
        </a:graphic>
      </p:graphicFrame>
      <p:sp>
        <p:nvSpPr>
          <p:cNvPr id="837646" name="Oval 14"/>
          <p:cNvSpPr>
            <a:spLocks noChangeArrowheads="1"/>
          </p:cNvSpPr>
          <p:nvPr/>
        </p:nvSpPr>
        <p:spPr bwMode="auto">
          <a:xfrm>
            <a:off x="7010400" y="45720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93956" name="Object 1028"/>
          <p:cNvGraphicFramePr>
            <a:graphicFrameLocks noChangeAspect="1"/>
          </p:cNvGraphicFramePr>
          <p:nvPr/>
        </p:nvGraphicFramePr>
        <p:xfrm>
          <a:off x="1606550" y="5106988"/>
          <a:ext cx="520700" cy="671512"/>
        </p:xfrm>
        <a:graphic>
          <a:graphicData uri="http://schemas.openxmlformats.org/presentationml/2006/ole">
            <p:oleObj spid="_x0000_s893956" name="Equation" r:id="rId7" imgW="520560" imgH="672840" progId="Equation.3">
              <p:embed/>
            </p:oleObj>
          </a:graphicData>
        </a:graphic>
      </p:graphicFrame>
      <p:graphicFrame>
        <p:nvGraphicFramePr>
          <p:cNvPr id="893957" name="Object 1029"/>
          <p:cNvGraphicFramePr>
            <a:graphicFrameLocks noChangeAspect="1"/>
          </p:cNvGraphicFramePr>
          <p:nvPr/>
        </p:nvGraphicFramePr>
        <p:xfrm>
          <a:off x="3162300" y="4573588"/>
          <a:ext cx="520700" cy="671512"/>
        </p:xfrm>
        <a:graphic>
          <a:graphicData uri="http://schemas.openxmlformats.org/presentationml/2006/ole">
            <p:oleObj spid="_x0000_s893957" name="Equation" r:id="rId8" imgW="520560" imgH="672840" progId="Equation.3">
              <p:embed/>
            </p:oleObj>
          </a:graphicData>
        </a:graphic>
      </p:graphicFrame>
      <p:graphicFrame>
        <p:nvGraphicFramePr>
          <p:cNvPr id="893958" name="Object 1030"/>
          <p:cNvGraphicFramePr>
            <a:graphicFrameLocks noChangeAspect="1"/>
          </p:cNvGraphicFramePr>
          <p:nvPr/>
        </p:nvGraphicFramePr>
        <p:xfrm>
          <a:off x="5638800" y="4953000"/>
          <a:ext cx="544513" cy="671513"/>
        </p:xfrm>
        <a:graphic>
          <a:graphicData uri="http://schemas.openxmlformats.org/presentationml/2006/ole">
            <p:oleObj spid="_x0000_s893958" name="Equation" r:id="rId9" imgW="545760" imgH="672840" progId="Equation.3">
              <p:embed/>
            </p:oleObj>
          </a:graphicData>
        </a:graphic>
      </p:graphicFrame>
      <p:sp>
        <p:nvSpPr>
          <p:cNvPr id="837650" name="Text Box 18"/>
          <p:cNvSpPr txBox="1">
            <a:spLocks noChangeArrowheads="1"/>
          </p:cNvSpPr>
          <p:nvPr/>
        </p:nvSpPr>
        <p:spPr bwMode="auto">
          <a:xfrm>
            <a:off x="1752600" y="3657600"/>
            <a:ext cx="1963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Left part</a:t>
            </a:r>
          </a:p>
        </p:txBody>
      </p:sp>
      <p:sp>
        <p:nvSpPr>
          <p:cNvPr id="837651" name="Text Box 19"/>
          <p:cNvSpPr txBox="1">
            <a:spLocks noChangeArrowheads="1"/>
          </p:cNvSpPr>
          <p:nvPr/>
        </p:nvSpPr>
        <p:spPr bwMode="auto">
          <a:xfrm>
            <a:off x="5715000" y="3657600"/>
            <a:ext cx="2132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Right part</a:t>
            </a:r>
          </a:p>
        </p:txBody>
      </p:sp>
      <p:sp>
        <p:nvSpPr>
          <p:cNvPr id="837652" name="Rectangle 20"/>
          <p:cNvSpPr>
            <a:spLocks noChangeArrowheads="1"/>
          </p:cNvSpPr>
          <p:nvPr/>
        </p:nvSpPr>
        <p:spPr bwMode="auto">
          <a:xfrm>
            <a:off x="838200" y="3505200"/>
            <a:ext cx="7696200" cy="2895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7653" name="Text Box 21"/>
          <p:cNvSpPr txBox="1">
            <a:spLocks noChangeArrowheads="1"/>
          </p:cNvSpPr>
          <p:nvPr/>
        </p:nvSpPr>
        <p:spPr bwMode="auto">
          <a:xfrm>
            <a:off x="2971800" y="0"/>
            <a:ext cx="3598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Standard machine</a:t>
            </a:r>
          </a:p>
        </p:txBody>
      </p:sp>
      <p:sp>
        <p:nvSpPr>
          <p:cNvPr id="837654" name="Text Box 22"/>
          <p:cNvSpPr txBox="1">
            <a:spLocks noChangeArrowheads="1"/>
          </p:cNvSpPr>
          <p:nvPr/>
        </p:nvSpPr>
        <p:spPr bwMode="auto">
          <a:xfrm>
            <a:off x="2362200" y="2895600"/>
            <a:ext cx="5280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Semi-infinite tape machine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569AB5-BE0C-4614-BE58-EAC630DDF419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838658" name="Oval 2"/>
          <p:cNvSpPr>
            <a:spLocks noChangeArrowheads="1"/>
          </p:cNvSpPr>
          <p:nvPr/>
        </p:nvSpPr>
        <p:spPr bwMode="auto">
          <a:xfrm>
            <a:off x="2743200" y="10668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8659" name="Line 3"/>
          <p:cNvSpPr>
            <a:spLocks noChangeShapeType="1"/>
          </p:cNvSpPr>
          <p:nvPr/>
        </p:nvSpPr>
        <p:spPr bwMode="auto">
          <a:xfrm>
            <a:off x="3505200" y="14478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8660" name="Oval 4"/>
          <p:cNvSpPr>
            <a:spLocks noChangeArrowheads="1"/>
          </p:cNvSpPr>
          <p:nvPr/>
        </p:nvSpPr>
        <p:spPr bwMode="auto">
          <a:xfrm>
            <a:off x="5943600" y="10668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94976" name="Object 1024"/>
          <p:cNvGraphicFramePr>
            <a:graphicFrameLocks noChangeAspect="1"/>
          </p:cNvGraphicFramePr>
          <p:nvPr/>
        </p:nvGraphicFramePr>
        <p:xfrm>
          <a:off x="2895600" y="1143000"/>
          <a:ext cx="381000" cy="520700"/>
        </p:xfrm>
        <a:graphic>
          <a:graphicData uri="http://schemas.openxmlformats.org/presentationml/2006/ole">
            <p:oleObj spid="_x0000_s894976" name="Equation" r:id="rId3" imgW="380880" imgH="520560" progId="Equation.3">
              <p:embed/>
            </p:oleObj>
          </a:graphicData>
        </a:graphic>
      </p:graphicFrame>
      <p:graphicFrame>
        <p:nvGraphicFramePr>
          <p:cNvPr id="894977" name="Object 1025"/>
          <p:cNvGraphicFramePr>
            <a:graphicFrameLocks noChangeAspect="1"/>
          </p:cNvGraphicFramePr>
          <p:nvPr/>
        </p:nvGraphicFramePr>
        <p:xfrm>
          <a:off x="6142038" y="1143000"/>
          <a:ext cx="442912" cy="520700"/>
        </p:xfrm>
        <a:graphic>
          <a:graphicData uri="http://schemas.openxmlformats.org/presentationml/2006/ole">
            <p:oleObj spid="_x0000_s894977" name="Equation" r:id="rId4" imgW="444240" imgH="520560" progId="Equation.3">
              <p:embed/>
            </p:oleObj>
          </a:graphicData>
        </a:graphic>
      </p:graphicFrame>
      <p:graphicFrame>
        <p:nvGraphicFramePr>
          <p:cNvPr id="894978" name="Object 1026"/>
          <p:cNvGraphicFramePr>
            <a:graphicFrameLocks noChangeAspect="1"/>
          </p:cNvGraphicFramePr>
          <p:nvPr/>
        </p:nvGraphicFramePr>
        <p:xfrm>
          <a:off x="3924300" y="908050"/>
          <a:ext cx="1651000" cy="469900"/>
        </p:xfrm>
        <a:graphic>
          <a:graphicData uri="http://schemas.openxmlformats.org/presentationml/2006/ole">
            <p:oleObj spid="_x0000_s894978" name="Equation" r:id="rId5" imgW="1650960" imgH="469800" progId="Equation.3">
              <p:embed/>
            </p:oleObj>
          </a:graphicData>
        </a:graphic>
      </p:graphicFrame>
      <p:sp>
        <p:nvSpPr>
          <p:cNvPr id="838664" name="Text Box 8"/>
          <p:cNvSpPr txBox="1">
            <a:spLocks noChangeArrowheads="1"/>
          </p:cNvSpPr>
          <p:nvPr/>
        </p:nvSpPr>
        <p:spPr bwMode="auto">
          <a:xfrm>
            <a:off x="3200400" y="0"/>
            <a:ext cx="3598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Standard machine</a:t>
            </a:r>
          </a:p>
        </p:txBody>
      </p:sp>
      <p:sp>
        <p:nvSpPr>
          <p:cNvPr id="838665" name="Oval 9"/>
          <p:cNvSpPr>
            <a:spLocks noChangeArrowheads="1"/>
          </p:cNvSpPr>
          <p:nvPr/>
        </p:nvSpPr>
        <p:spPr bwMode="auto">
          <a:xfrm>
            <a:off x="2667000" y="51816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8666" name="Line 10"/>
          <p:cNvSpPr>
            <a:spLocks noChangeShapeType="1"/>
          </p:cNvSpPr>
          <p:nvPr/>
        </p:nvSpPr>
        <p:spPr bwMode="auto">
          <a:xfrm>
            <a:off x="3429000" y="55626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8667" name="Oval 11"/>
          <p:cNvSpPr>
            <a:spLocks noChangeArrowheads="1"/>
          </p:cNvSpPr>
          <p:nvPr/>
        </p:nvSpPr>
        <p:spPr bwMode="auto">
          <a:xfrm>
            <a:off x="6781800" y="51816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94979" name="Object 1027"/>
          <p:cNvGraphicFramePr>
            <a:graphicFrameLocks noChangeAspect="1"/>
          </p:cNvGraphicFramePr>
          <p:nvPr/>
        </p:nvGraphicFramePr>
        <p:xfrm>
          <a:off x="2749550" y="5183188"/>
          <a:ext cx="520700" cy="671512"/>
        </p:xfrm>
        <a:graphic>
          <a:graphicData uri="http://schemas.openxmlformats.org/presentationml/2006/ole">
            <p:oleObj spid="_x0000_s894979" name="Equation" r:id="rId6" imgW="520560" imgH="672840" progId="Equation.3">
              <p:embed/>
            </p:oleObj>
          </a:graphicData>
        </a:graphic>
      </p:graphicFrame>
      <p:graphicFrame>
        <p:nvGraphicFramePr>
          <p:cNvPr id="894980" name="Object 1028"/>
          <p:cNvGraphicFramePr>
            <a:graphicFrameLocks noChangeAspect="1"/>
          </p:cNvGraphicFramePr>
          <p:nvPr/>
        </p:nvGraphicFramePr>
        <p:xfrm>
          <a:off x="6942138" y="5183188"/>
          <a:ext cx="520700" cy="671512"/>
        </p:xfrm>
        <a:graphic>
          <a:graphicData uri="http://schemas.openxmlformats.org/presentationml/2006/ole">
            <p:oleObj spid="_x0000_s894980" name="Equation" r:id="rId7" imgW="520560" imgH="672840" progId="Equation.3">
              <p:embed/>
            </p:oleObj>
          </a:graphicData>
        </a:graphic>
      </p:graphicFrame>
      <p:graphicFrame>
        <p:nvGraphicFramePr>
          <p:cNvPr id="894981" name="Object 1029"/>
          <p:cNvGraphicFramePr>
            <a:graphicFrameLocks noChangeAspect="1"/>
          </p:cNvGraphicFramePr>
          <p:nvPr/>
        </p:nvGraphicFramePr>
        <p:xfrm>
          <a:off x="3632200" y="5029200"/>
          <a:ext cx="3035300" cy="481013"/>
        </p:xfrm>
        <a:graphic>
          <a:graphicData uri="http://schemas.openxmlformats.org/presentationml/2006/ole">
            <p:oleObj spid="_x0000_s894981" name="Equation" r:id="rId8" imgW="3035160" imgH="482400" progId="Equation.3">
              <p:embed/>
            </p:oleObj>
          </a:graphicData>
        </a:graphic>
      </p:graphicFrame>
      <p:sp>
        <p:nvSpPr>
          <p:cNvPr id="838671" name="Oval 15"/>
          <p:cNvSpPr>
            <a:spLocks noChangeArrowheads="1"/>
          </p:cNvSpPr>
          <p:nvPr/>
        </p:nvSpPr>
        <p:spPr bwMode="auto">
          <a:xfrm>
            <a:off x="2667000" y="37338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8672" name="Line 16"/>
          <p:cNvSpPr>
            <a:spLocks noChangeShapeType="1"/>
          </p:cNvSpPr>
          <p:nvPr/>
        </p:nvSpPr>
        <p:spPr bwMode="auto">
          <a:xfrm>
            <a:off x="3429000" y="41148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8673" name="Oval 17"/>
          <p:cNvSpPr>
            <a:spLocks noChangeArrowheads="1"/>
          </p:cNvSpPr>
          <p:nvPr/>
        </p:nvSpPr>
        <p:spPr bwMode="auto">
          <a:xfrm>
            <a:off x="6781800" y="37338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94982" name="Object 1030"/>
          <p:cNvGraphicFramePr>
            <a:graphicFrameLocks noChangeAspect="1"/>
          </p:cNvGraphicFramePr>
          <p:nvPr/>
        </p:nvGraphicFramePr>
        <p:xfrm>
          <a:off x="2738438" y="3735388"/>
          <a:ext cx="544512" cy="671512"/>
        </p:xfrm>
        <a:graphic>
          <a:graphicData uri="http://schemas.openxmlformats.org/presentationml/2006/ole">
            <p:oleObj spid="_x0000_s894982" name="Equation" r:id="rId9" imgW="545760" imgH="672840" progId="Equation.3">
              <p:embed/>
            </p:oleObj>
          </a:graphicData>
        </a:graphic>
      </p:graphicFrame>
      <p:graphicFrame>
        <p:nvGraphicFramePr>
          <p:cNvPr id="894983" name="Object 1031"/>
          <p:cNvGraphicFramePr>
            <a:graphicFrameLocks noChangeAspect="1"/>
          </p:cNvGraphicFramePr>
          <p:nvPr/>
        </p:nvGraphicFramePr>
        <p:xfrm>
          <a:off x="6931025" y="3735388"/>
          <a:ext cx="544513" cy="671512"/>
        </p:xfrm>
        <a:graphic>
          <a:graphicData uri="http://schemas.openxmlformats.org/presentationml/2006/ole">
            <p:oleObj spid="_x0000_s894983" name="Equation" r:id="rId10" imgW="545760" imgH="672840" progId="Equation.3">
              <p:embed/>
            </p:oleObj>
          </a:graphicData>
        </a:graphic>
      </p:graphicFrame>
      <p:graphicFrame>
        <p:nvGraphicFramePr>
          <p:cNvPr id="894984" name="Object 1032"/>
          <p:cNvGraphicFramePr>
            <a:graphicFrameLocks noChangeAspect="1"/>
          </p:cNvGraphicFramePr>
          <p:nvPr/>
        </p:nvGraphicFramePr>
        <p:xfrm>
          <a:off x="3619500" y="3581400"/>
          <a:ext cx="3060700" cy="481013"/>
        </p:xfrm>
        <a:graphic>
          <a:graphicData uri="http://schemas.openxmlformats.org/presentationml/2006/ole">
            <p:oleObj spid="_x0000_s894984" name="Equation" r:id="rId11" imgW="3060360" imgH="482400" progId="Equation.3">
              <p:embed/>
            </p:oleObj>
          </a:graphicData>
        </a:graphic>
      </p:graphicFrame>
      <p:sp>
        <p:nvSpPr>
          <p:cNvPr id="838677" name="Text Box 21"/>
          <p:cNvSpPr txBox="1">
            <a:spLocks noChangeArrowheads="1"/>
          </p:cNvSpPr>
          <p:nvPr/>
        </p:nvSpPr>
        <p:spPr bwMode="auto">
          <a:xfrm>
            <a:off x="2286000" y="2743200"/>
            <a:ext cx="5280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Semi-infinite tape machine</a:t>
            </a:r>
          </a:p>
        </p:txBody>
      </p:sp>
      <p:sp>
        <p:nvSpPr>
          <p:cNvPr id="838678" name="Text Box 22"/>
          <p:cNvSpPr txBox="1">
            <a:spLocks noChangeArrowheads="1"/>
          </p:cNvSpPr>
          <p:nvPr/>
        </p:nvSpPr>
        <p:spPr bwMode="auto">
          <a:xfrm>
            <a:off x="228600" y="5257800"/>
            <a:ext cx="1963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Left part</a:t>
            </a:r>
          </a:p>
        </p:txBody>
      </p:sp>
      <p:sp>
        <p:nvSpPr>
          <p:cNvPr id="838679" name="Text Box 23"/>
          <p:cNvSpPr txBox="1">
            <a:spLocks noChangeArrowheads="1"/>
          </p:cNvSpPr>
          <p:nvPr/>
        </p:nvSpPr>
        <p:spPr bwMode="auto">
          <a:xfrm>
            <a:off x="228600" y="3810000"/>
            <a:ext cx="2132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Right part</a:t>
            </a:r>
          </a:p>
        </p:txBody>
      </p:sp>
      <p:sp>
        <p:nvSpPr>
          <p:cNvPr id="838680" name="Text Box 24"/>
          <p:cNvSpPr txBox="1">
            <a:spLocks noChangeArrowheads="1"/>
          </p:cNvSpPr>
          <p:nvPr/>
        </p:nvSpPr>
        <p:spPr bwMode="auto">
          <a:xfrm>
            <a:off x="3352800" y="5943600"/>
            <a:ext cx="30051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</a:rPr>
              <a:t>For all symbols</a:t>
            </a:r>
          </a:p>
        </p:txBody>
      </p:sp>
      <p:graphicFrame>
        <p:nvGraphicFramePr>
          <p:cNvPr id="894985" name="Object 1033"/>
          <p:cNvGraphicFramePr>
            <a:graphicFrameLocks noChangeAspect="1"/>
          </p:cNvGraphicFramePr>
          <p:nvPr/>
        </p:nvGraphicFramePr>
        <p:xfrm>
          <a:off x="6477000" y="6065838"/>
          <a:ext cx="292100" cy="304800"/>
        </p:xfrm>
        <a:graphic>
          <a:graphicData uri="http://schemas.openxmlformats.org/presentationml/2006/ole">
            <p:oleObj spid="_x0000_s894985" name="Equation" r:id="rId12" imgW="291960" imgH="304560" progId="Equation.3">
              <p:embed/>
            </p:oleObj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51CF07-5BB0-4417-800D-EA768523483F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839682" name="Line 2"/>
          <p:cNvSpPr>
            <a:spLocks noChangeShapeType="1"/>
          </p:cNvSpPr>
          <p:nvPr/>
        </p:nvSpPr>
        <p:spPr bwMode="auto">
          <a:xfrm>
            <a:off x="1905000" y="1066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9683" name="Line 3"/>
          <p:cNvSpPr>
            <a:spLocks noChangeShapeType="1"/>
          </p:cNvSpPr>
          <p:nvPr/>
        </p:nvSpPr>
        <p:spPr bwMode="auto">
          <a:xfrm>
            <a:off x="1905000" y="1676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9684" name="Line 4"/>
          <p:cNvSpPr>
            <a:spLocks noChangeShapeType="1"/>
          </p:cNvSpPr>
          <p:nvPr/>
        </p:nvSpPr>
        <p:spPr bwMode="auto">
          <a:xfrm>
            <a:off x="1905000" y="10668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9685" name="Line 5"/>
          <p:cNvSpPr>
            <a:spLocks noChangeShapeType="1"/>
          </p:cNvSpPr>
          <p:nvPr/>
        </p:nvSpPr>
        <p:spPr bwMode="auto">
          <a:xfrm>
            <a:off x="24384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9686" name="Line 6"/>
          <p:cNvSpPr>
            <a:spLocks noChangeShapeType="1"/>
          </p:cNvSpPr>
          <p:nvPr/>
        </p:nvSpPr>
        <p:spPr bwMode="auto">
          <a:xfrm>
            <a:off x="30480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9687" name="Line 7"/>
          <p:cNvSpPr>
            <a:spLocks noChangeShapeType="1"/>
          </p:cNvSpPr>
          <p:nvPr/>
        </p:nvSpPr>
        <p:spPr bwMode="auto">
          <a:xfrm>
            <a:off x="36576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9688" name="Line 8"/>
          <p:cNvSpPr>
            <a:spLocks noChangeShapeType="1"/>
          </p:cNvSpPr>
          <p:nvPr/>
        </p:nvSpPr>
        <p:spPr bwMode="auto">
          <a:xfrm>
            <a:off x="42672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9689" name="Line 9"/>
          <p:cNvSpPr>
            <a:spLocks noChangeShapeType="1"/>
          </p:cNvSpPr>
          <p:nvPr/>
        </p:nvSpPr>
        <p:spPr bwMode="auto">
          <a:xfrm>
            <a:off x="48768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9690" name="Line 10"/>
          <p:cNvSpPr>
            <a:spLocks noChangeShapeType="1"/>
          </p:cNvSpPr>
          <p:nvPr/>
        </p:nvSpPr>
        <p:spPr bwMode="auto">
          <a:xfrm>
            <a:off x="54864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9691" name="Line 11"/>
          <p:cNvSpPr>
            <a:spLocks noChangeShapeType="1"/>
          </p:cNvSpPr>
          <p:nvPr/>
        </p:nvSpPr>
        <p:spPr bwMode="auto">
          <a:xfrm>
            <a:off x="60960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9692" name="Line 12"/>
          <p:cNvSpPr>
            <a:spLocks noChangeShapeType="1"/>
          </p:cNvSpPr>
          <p:nvPr/>
        </p:nvSpPr>
        <p:spPr bwMode="auto">
          <a:xfrm flipV="1">
            <a:off x="2743200" y="1676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39693" name="Text Box 13"/>
          <p:cNvSpPr txBox="1">
            <a:spLocks noChangeArrowheads="1"/>
          </p:cNvSpPr>
          <p:nvPr/>
        </p:nvSpPr>
        <p:spPr bwMode="auto">
          <a:xfrm>
            <a:off x="2362200" y="457200"/>
            <a:ext cx="3598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Standard machine</a:t>
            </a:r>
          </a:p>
        </p:txBody>
      </p:sp>
      <p:sp>
        <p:nvSpPr>
          <p:cNvPr id="839694" name="Text Box 14"/>
          <p:cNvSpPr txBox="1">
            <a:spLocks noChangeArrowheads="1"/>
          </p:cNvSpPr>
          <p:nvPr/>
        </p:nvSpPr>
        <p:spPr bwMode="auto">
          <a:xfrm>
            <a:off x="7010400" y="990600"/>
            <a:ext cx="1098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.........</a:t>
            </a:r>
          </a:p>
        </p:txBody>
      </p:sp>
      <p:sp>
        <p:nvSpPr>
          <p:cNvPr id="839695" name="Text Box 15"/>
          <p:cNvSpPr txBox="1">
            <a:spLocks noChangeArrowheads="1"/>
          </p:cNvSpPr>
          <p:nvPr/>
        </p:nvSpPr>
        <p:spPr bwMode="auto">
          <a:xfrm>
            <a:off x="533400" y="914400"/>
            <a:ext cx="1098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.........</a:t>
            </a:r>
          </a:p>
        </p:txBody>
      </p:sp>
      <p:graphicFrame>
        <p:nvGraphicFramePr>
          <p:cNvPr id="896000" name="Object 0"/>
          <p:cNvGraphicFramePr>
            <a:graphicFrameLocks noChangeAspect="1"/>
          </p:cNvGraphicFramePr>
          <p:nvPr/>
        </p:nvGraphicFramePr>
        <p:xfrm>
          <a:off x="2057400" y="1219200"/>
          <a:ext cx="252413" cy="368300"/>
        </p:xfrm>
        <a:graphic>
          <a:graphicData uri="http://schemas.openxmlformats.org/presentationml/2006/ole">
            <p:oleObj spid="_x0000_s896000" name="Equation" r:id="rId3" imgW="253800" imgH="368280" progId="Equation.3">
              <p:embed/>
            </p:oleObj>
          </a:graphicData>
        </a:graphic>
      </p:graphicFrame>
      <p:graphicFrame>
        <p:nvGraphicFramePr>
          <p:cNvPr id="896001" name="Object 1"/>
          <p:cNvGraphicFramePr>
            <a:graphicFrameLocks noChangeAspect="1"/>
          </p:cNvGraphicFramePr>
          <p:nvPr/>
        </p:nvGraphicFramePr>
        <p:xfrm>
          <a:off x="5638800" y="1219200"/>
          <a:ext cx="252413" cy="368300"/>
        </p:xfrm>
        <a:graphic>
          <a:graphicData uri="http://schemas.openxmlformats.org/presentationml/2006/ole">
            <p:oleObj spid="_x0000_s896001" name="Equation" r:id="rId4" imgW="253800" imgH="368280" progId="Equation.3">
              <p:embed/>
            </p:oleObj>
          </a:graphicData>
        </a:graphic>
      </p:graphicFrame>
      <p:graphicFrame>
        <p:nvGraphicFramePr>
          <p:cNvPr id="896002" name="Object 2"/>
          <p:cNvGraphicFramePr>
            <a:graphicFrameLocks noChangeAspect="1"/>
          </p:cNvGraphicFramePr>
          <p:nvPr/>
        </p:nvGraphicFramePr>
        <p:xfrm>
          <a:off x="6248400" y="1219200"/>
          <a:ext cx="252413" cy="368300"/>
        </p:xfrm>
        <a:graphic>
          <a:graphicData uri="http://schemas.openxmlformats.org/presentationml/2006/ole">
            <p:oleObj spid="_x0000_s896002" name="Equation" r:id="rId5" imgW="253800" imgH="368280" progId="Equation.3">
              <p:embed/>
            </p:oleObj>
          </a:graphicData>
        </a:graphic>
      </p:graphicFrame>
      <p:graphicFrame>
        <p:nvGraphicFramePr>
          <p:cNvPr id="896003" name="Object 3"/>
          <p:cNvGraphicFramePr>
            <a:graphicFrameLocks noChangeAspect="1"/>
          </p:cNvGraphicFramePr>
          <p:nvPr/>
        </p:nvGraphicFramePr>
        <p:xfrm>
          <a:off x="2667000" y="1295400"/>
          <a:ext cx="265113" cy="279400"/>
        </p:xfrm>
        <a:graphic>
          <a:graphicData uri="http://schemas.openxmlformats.org/presentationml/2006/ole">
            <p:oleObj spid="_x0000_s896003" name="Equation" r:id="rId6" imgW="266400" imgH="279360" progId="Equation.3">
              <p:embed/>
            </p:oleObj>
          </a:graphicData>
        </a:graphic>
      </p:graphicFrame>
      <p:graphicFrame>
        <p:nvGraphicFramePr>
          <p:cNvPr id="896004" name="Object 4"/>
          <p:cNvGraphicFramePr>
            <a:graphicFrameLocks noChangeAspect="1"/>
          </p:cNvGraphicFramePr>
          <p:nvPr/>
        </p:nvGraphicFramePr>
        <p:xfrm>
          <a:off x="3200400" y="1219200"/>
          <a:ext cx="252413" cy="392113"/>
        </p:xfrm>
        <a:graphic>
          <a:graphicData uri="http://schemas.openxmlformats.org/presentationml/2006/ole">
            <p:oleObj spid="_x0000_s896004" name="Equation" r:id="rId7" imgW="253800" imgH="393480" progId="Equation.3">
              <p:embed/>
            </p:oleObj>
          </a:graphicData>
        </a:graphic>
      </p:graphicFrame>
      <p:graphicFrame>
        <p:nvGraphicFramePr>
          <p:cNvPr id="896005" name="Object 5"/>
          <p:cNvGraphicFramePr>
            <a:graphicFrameLocks noChangeAspect="1"/>
          </p:cNvGraphicFramePr>
          <p:nvPr/>
        </p:nvGraphicFramePr>
        <p:xfrm>
          <a:off x="3816350" y="1274763"/>
          <a:ext cx="239713" cy="279400"/>
        </p:xfrm>
        <a:graphic>
          <a:graphicData uri="http://schemas.openxmlformats.org/presentationml/2006/ole">
            <p:oleObj spid="_x0000_s896005" name="Equation" r:id="rId8" imgW="241200" imgH="279360" progId="Equation.3">
              <p:embed/>
            </p:oleObj>
          </a:graphicData>
        </a:graphic>
      </p:graphicFrame>
      <p:graphicFrame>
        <p:nvGraphicFramePr>
          <p:cNvPr id="896006" name="Object 6"/>
          <p:cNvGraphicFramePr>
            <a:graphicFrameLocks noChangeAspect="1"/>
          </p:cNvGraphicFramePr>
          <p:nvPr/>
        </p:nvGraphicFramePr>
        <p:xfrm>
          <a:off x="4419600" y="1219200"/>
          <a:ext cx="303213" cy="392113"/>
        </p:xfrm>
        <a:graphic>
          <a:graphicData uri="http://schemas.openxmlformats.org/presentationml/2006/ole">
            <p:oleObj spid="_x0000_s896006" name="Equation" r:id="rId9" imgW="304560" imgH="393480" progId="Equation.3">
              <p:embed/>
            </p:oleObj>
          </a:graphicData>
        </a:graphic>
      </p:graphicFrame>
      <p:graphicFrame>
        <p:nvGraphicFramePr>
          <p:cNvPr id="896007" name="Object 7"/>
          <p:cNvGraphicFramePr>
            <a:graphicFrameLocks noChangeAspect="1"/>
          </p:cNvGraphicFramePr>
          <p:nvPr/>
        </p:nvGraphicFramePr>
        <p:xfrm>
          <a:off x="5065713" y="1274763"/>
          <a:ext cx="228600" cy="279400"/>
        </p:xfrm>
        <a:graphic>
          <a:graphicData uri="http://schemas.openxmlformats.org/presentationml/2006/ole">
            <p:oleObj spid="_x0000_s896007" name="Equation" r:id="rId10" imgW="228600" imgH="279360" progId="Equation.3">
              <p:embed/>
            </p:oleObj>
          </a:graphicData>
        </a:graphic>
      </p:graphicFrame>
      <p:graphicFrame>
        <p:nvGraphicFramePr>
          <p:cNvPr id="896008" name="Object 8"/>
          <p:cNvGraphicFramePr>
            <a:graphicFrameLocks noChangeAspect="1"/>
          </p:cNvGraphicFramePr>
          <p:nvPr/>
        </p:nvGraphicFramePr>
        <p:xfrm>
          <a:off x="2590800" y="2209800"/>
          <a:ext cx="381000" cy="520700"/>
        </p:xfrm>
        <a:graphic>
          <a:graphicData uri="http://schemas.openxmlformats.org/presentationml/2006/ole">
            <p:oleObj spid="_x0000_s896008" name="Equation" r:id="rId11" imgW="380880" imgH="520560" progId="Equation.3">
              <p:embed/>
            </p:oleObj>
          </a:graphicData>
        </a:graphic>
      </p:graphicFrame>
      <p:sp>
        <p:nvSpPr>
          <p:cNvPr id="839706" name="Line 26"/>
          <p:cNvSpPr>
            <a:spLocks noChangeShapeType="1"/>
          </p:cNvSpPr>
          <p:nvPr/>
        </p:nvSpPr>
        <p:spPr bwMode="auto">
          <a:xfrm>
            <a:off x="2133600" y="44196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9707" name="Line 27"/>
          <p:cNvSpPr>
            <a:spLocks noChangeShapeType="1"/>
          </p:cNvSpPr>
          <p:nvPr/>
        </p:nvSpPr>
        <p:spPr bwMode="auto">
          <a:xfrm>
            <a:off x="2133600" y="56388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9708" name="Line 28"/>
          <p:cNvSpPr>
            <a:spLocks noChangeShapeType="1"/>
          </p:cNvSpPr>
          <p:nvPr/>
        </p:nvSpPr>
        <p:spPr bwMode="auto">
          <a:xfrm>
            <a:off x="2133600" y="4419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9709" name="Line 29"/>
          <p:cNvSpPr>
            <a:spLocks noChangeShapeType="1"/>
          </p:cNvSpPr>
          <p:nvPr/>
        </p:nvSpPr>
        <p:spPr bwMode="auto">
          <a:xfrm>
            <a:off x="2743200" y="4419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9710" name="Line 30"/>
          <p:cNvSpPr>
            <a:spLocks noChangeShapeType="1"/>
          </p:cNvSpPr>
          <p:nvPr/>
        </p:nvSpPr>
        <p:spPr bwMode="auto">
          <a:xfrm>
            <a:off x="3962400" y="4419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9711" name="Line 31"/>
          <p:cNvSpPr>
            <a:spLocks noChangeShapeType="1"/>
          </p:cNvSpPr>
          <p:nvPr/>
        </p:nvSpPr>
        <p:spPr bwMode="auto">
          <a:xfrm>
            <a:off x="4572000" y="4419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9712" name="Line 32"/>
          <p:cNvSpPr>
            <a:spLocks noChangeShapeType="1"/>
          </p:cNvSpPr>
          <p:nvPr/>
        </p:nvSpPr>
        <p:spPr bwMode="auto">
          <a:xfrm>
            <a:off x="5181600" y="4419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9713" name="Text Box 33"/>
          <p:cNvSpPr txBox="1">
            <a:spLocks noChangeArrowheads="1"/>
          </p:cNvSpPr>
          <p:nvPr/>
        </p:nvSpPr>
        <p:spPr bwMode="auto">
          <a:xfrm>
            <a:off x="6781800" y="4495800"/>
            <a:ext cx="1098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.........</a:t>
            </a:r>
          </a:p>
        </p:txBody>
      </p:sp>
      <p:sp>
        <p:nvSpPr>
          <p:cNvPr id="839714" name="Line 34"/>
          <p:cNvSpPr>
            <a:spLocks noChangeShapeType="1"/>
          </p:cNvSpPr>
          <p:nvPr/>
        </p:nvSpPr>
        <p:spPr bwMode="auto">
          <a:xfrm flipV="1">
            <a:off x="4267200" y="5638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9715" name="Text Box 35"/>
          <p:cNvSpPr txBox="1">
            <a:spLocks noChangeArrowheads="1"/>
          </p:cNvSpPr>
          <p:nvPr/>
        </p:nvSpPr>
        <p:spPr bwMode="auto">
          <a:xfrm>
            <a:off x="1752600" y="3657600"/>
            <a:ext cx="5280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Semi-infinite tape machine</a:t>
            </a:r>
          </a:p>
        </p:txBody>
      </p:sp>
      <p:sp>
        <p:nvSpPr>
          <p:cNvPr id="839716" name="Line 36"/>
          <p:cNvSpPr>
            <a:spLocks noChangeShapeType="1"/>
          </p:cNvSpPr>
          <p:nvPr/>
        </p:nvSpPr>
        <p:spPr bwMode="auto">
          <a:xfrm>
            <a:off x="2133600" y="50292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9717" name="Line 37"/>
          <p:cNvSpPr>
            <a:spLocks noChangeShapeType="1"/>
          </p:cNvSpPr>
          <p:nvPr/>
        </p:nvSpPr>
        <p:spPr bwMode="auto">
          <a:xfrm>
            <a:off x="3352800" y="4419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39718" name="Line 38"/>
          <p:cNvSpPr>
            <a:spLocks noChangeShapeType="1"/>
          </p:cNvSpPr>
          <p:nvPr/>
        </p:nvSpPr>
        <p:spPr bwMode="auto">
          <a:xfrm>
            <a:off x="5791200" y="4419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96009" name="Object 9"/>
          <p:cNvGraphicFramePr>
            <a:graphicFrameLocks noChangeAspect="1"/>
          </p:cNvGraphicFramePr>
          <p:nvPr/>
        </p:nvGraphicFramePr>
        <p:xfrm>
          <a:off x="2362200" y="4495800"/>
          <a:ext cx="252413" cy="381000"/>
        </p:xfrm>
        <a:graphic>
          <a:graphicData uri="http://schemas.openxmlformats.org/presentationml/2006/ole">
            <p:oleObj spid="_x0000_s896009" name="Equation" r:id="rId12" imgW="253800" imgH="380880" progId="Equation.3">
              <p:embed/>
            </p:oleObj>
          </a:graphicData>
        </a:graphic>
      </p:graphicFrame>
      <p:graphicFrame>
        <p:nvGraphicFramePr>
          <p:cNvPr id="896010" name="Object 10"/>
          <p:cNvGraphicFramePr>
            <a:graphicFrameLocks noChangeAspect="1"/>
          </p:cNvGraphicFramePr>
          <p:nvPr/>
        </p:nvGraphicFramePr>
        <p:xfrm>
          <a:off x="2362200" y="5181600"/>
          <a:ext cx="252413" cy="381000"/>
        </p:xfrm>
        <a:graphic>
          <a:graphicData uri="http://schemas.openxmlformats.org/presentationml/2006/ole">
            <p:oleObj spid="_x0000_s896010" name="Equation" r:id="rId13" imgW="253800" imgH="380880" progId="Equation.3">
              <p:embed/>
            </p:oleObj>
          </a:graphicData>
        </a:graphic>
      </p:graphicFrame>
      <p:sp>
        <p:nvSpPr>
          <p:cNvPr id="839721" name="Text Box 41"/>
          <p:cNvSpPr txBox="1">
            <a:spLocks noChangeArrowheads="1"/>
          </p:cNvSpPr>
          <p:nvPr/>
        </p:nvSpPr>
        <p:spPr bwMode="auto">
          <a:xfrm>
            <a:off x="0" y="4343400"/>
            <a:ext cx="2132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Right part</a:t>
            </a:r>
          </a:p>
        </p:txBody>
      </p:sp>
      <p:sp>
        <p:nvSpPr>
          <p:cNvPr id="839722" name="Text Box 42"/>
          <p:cNvSpPr txBox="1">
            <a:spLocks noChangeArrowheads="1"/>
          </p:cNvSpPr>
          <p:nvPr/>
        </p:nvSpPr>
        <p:spPr bwMode="auto">
          <a:xfrm>
            <a:off x="0" y="5029200"/>
            <a:ext cx="1963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Left part</a:t>
            </a:r>
          </a:p>
        </p:txBody>
      </p:sp>
      <p:graphicFrame>
        <p:nvGraphicFramePr>
          <p:cNvPr id="896011" name="Object 11"/>
          <p:cNvGraphicFramePr>
            <a:graphicFrameLocks noChangeAspect="1"/>
          </p:cNvGraphicFramePr>
          <p:nvPr/>
        </p:nvGraphicFramePr>
        <p:xfrm>
          <a:off x="4114800" y="5181600"/>
          <a:ext cx="265113" cy="279400"/>
        </p:xfrm>
        <a:graphic>
          <a:graphicData uri="http://schemas.openxmlformats.org/presentationml/2006/ole">
            <p:oleObj spid="_x0000_s896011" name="Equation" r:id="rId14" imgW="266400" imgH="279360" progId="Equation.3">
              <p:embed/>
            </p:oleObj>
          </a:graphicData>
        </a:graphic>
      </p:graphicFrame>
      <p:graphicFrame>
        <p:nvGraphicFramePr>
          <p:cNvPr id="896012" name="Object 12"/>
          <p:cNvGraphicFramePr>
            <a:graphicFrameLocks noChangeAspect="1"/>
          </p:cNvGraphicFramePr>
          <p:nvPr/>
        </p:nvGraphicFramePr>
        <p:xfrm>
          <a:off x="2895600" y="5181600"/>
          <a:ext cx="239713" cy="279400"/>
        </p:xfrm>
        <a:graphic>
          <a:graphicData uri="http://schemas.openxmlformats.org/presentationml/2006/ole">
            <p:oleObj spid="_x0000_s896012" name="Equation" r:id="rId15" imgW="241200" imgH="279360" progId="Equation.3">
              <p:embed/>
            </p:oleObj>
          </a:graphicData>
        </a:graphic>
      </p:graphicFrame>
      <p:graphicFrame>
        <p:nvGraphicFramePr>
          <p:cNvPr id="896013" name="Object 13"/>
          <p:cNvGraphicFramePr>
            <a:graphicFrameLocks noChangeAspect="1"/>
          </p:cNvGraphicFramePr>
          <p:nvPr/>
        </p:nvGraphicFramePr>
        <p:xfrm>
          <a:off x="3505200" y="5105400"/>
          <a:ext cx="252413" cy="392113"/>
        </p:xfrm>
        <a:graphic>
          <a:graphicData uri="http://schemas.openxmlformats.org/presentationml/2006/ole">
            <p:oleObj spid="_x0000_s896013" name="Equation" r:id="rId16" imgW="253800" imgH="393480" progId="Equation.3">
              <p:embed/>
            </p:oleObj>
          </a:graphicData>
        </a:graphic>
      </p:graphicFrame>
      <p:graphicFrame>
        <p:nvGraphicFramePr>
          <p:cNvPr id="896014" name="Object 14"/>
          <p:cNvGraphicFramePr>
            <a:graphicFrameLocks noChangeAspect="1"/>
          </p:cNvGraphicFramePr>
          <p:nvPr/>
        </p:nvGraphicFramePr>
        <p:xfrm>
          <a:off x="2895600" y="4495800"/>
          <a:ext cx="303213" cy="392113"/>
        </p:xfrm>
        <a:graphic>
          <a:graphicData uri="http://schemas.openxmlformats.org/presentationml/2006/ole">
            <p:oleObj spid="_x0000_s896014" name="Equation" r:id="rId17" imgW="304560" imgH="393480" progId="Equation.3">
              <p:embed/>
            </p:oleObj>
          </a:graphicData>
        </a:graphic>
      </p:graphicFrame>
      <p:graphicFrame>
        <p:nvGraphicFramePr>
          <p:cNvPr id="896015" name="Object 15"/>
          <p:cNvGraphicFramePr>
            <a:graphicFrameLocks noChangeAspect="1"/>
          </p:cNvGraphicFramePr>
          <p:nvPr/>
        </p:nvGraphicFramePr>
        <p:xfrm>
          <a:off x="3505200" y="4572000"/>
          <a:ext cx="228600" cy="279400"/>
        </p:xfrm>
        <a:graphic>
          <a:graphicData uri="http://schemas.openxmlformats.org/presentationml/2006/ole">
            <p:oleObj spid="_x0000_s896015" name="Equation" r:id="rId18" imgW="228600" imgH="279360" progId="Equation.3">
              <p:embed/>
            </p:oleObj>
          </a:graphicData>
        </a:graphic>
      </p:graphicFrame>
      <p:graphicFrame>
        <p:nvGraphicFramePr>
          <p:cNvPr id="896016" name="Object 16"/>
          <p:cNvGraphicFramePr>
            <a:graphicFrameLocks noChangeAspect="1"/>
          </p:cNvGraphicFramePr>
          <p:nvPr/>
        </p:nvGraphicFramePr>
        <p:xfrm>
          <a:off x="4114800" y="4495800"/>
          <a:ext cx="252413" cy="368300"/>
        </p:xfrm>
        <a:graphic>
          <a:graphicData uri="http://schemas.openxmlformats.org/presentationml/2006/ole">
            <p:oleObj spid="_x0000_s896016" name="Equation" r:id="rId19" imgW="253800" imgH="368280" progId="Equation.3">
              <p:embed/>
            </p:oleObj>
          </a:graphicData>
        </a:graphic>
      </p:graphicFrame>
      <p:graphicFrame>
        <p:nvGraphicFramePr>
          <p:cNvPr id="896017" name="Object 17"/>
          <p:cNvGraphicFramePr>
            <a:graphicFrameLocks noChangeAspect="1"/>
          </p:cNvGraphicFramePr>
          <p:nvPr/>
        </p:nvGraphicFramePr>
        <p:xfrm>
          <a:off x="4724400" y="4495800"/>
          <a:ext cx="252413" cy="368300"/>
        </p:xfrm>
        <a:graphic>
          <a:graphicData uri="http://schemas.openxmlformats.org/presentationml/2006/ole">
            <p:oleObj spid="_x0000_s896017" name="Equation" r:id="rId20" imgW="253800" imgH="368280" progId="Equation.3">
              <p:embed/>
            </p:oleObj>
          </a:graphicData>
        </a:graphic>
      </p:graphicFrame>
      <p:graphicFrame>
        <p:nvGraphicFramePr>
          <p:cNvPr id="896018" name="Object 18"/>
          <p:cNvGraphicFramePr>
            <a:graphicFrameLocks noChangeAspect="1"/>
          </p:cNvGraphicFramePr>
          <p:nvPr/>
        </p:nvGraphicFramePr>
        <p:xfrm>
          <a:off x="4724400" y="5181600"/>
          <a:ext cx="252413" cy="368300"/>
        </p:xfrm>
        <a:graphic>
          <a:graphicData uri="http://schemas.openxmlformats.org/presentationml/2006/ole">
            <p:oleObj spid="_x0000_s896018" name="Equation" r:id="rId21" imgW="253800" imgH="368280" progId="Equation.3">
              <p:embed/>
            </p:oleObj>
          </a:graphicData>
        </a:graphic>
      </p:graphicFrame>
      <p:graphicFrame>
        <p:nvGraphicFramePr>
          <p:cNvPr id="896019" name="Object 19"/>
          <p:cNvGraphicFramePr>
            <a:graphicFrameLocks noChangeAspect="1"/>
          </p:cNvGraphicFramePr>
          <p:nvPr/>
        </p:nvGraphicFramePr>
        <p:xfrm>
          <a:off x="5410200" y="4495800"/>
          <a:ext cx="228600" cy="368300"/>
        </p:xfrm>
        <a:graphic>
          <a:graphicData uri="http://schemas.openxmlformats.org/presentationml/2006/ole">
            <p:oleObj spid="_x0000_s896019" name="Equation" r:id="rId22" imgW="253800" imgH="368280" progId="Equation.3">
              <p:embed/>
            </p:oleObj>
          </a:graphicData>
        </a:graphic>
      </p:graphicFrame>
      <p:graphicFrame>
        <p:nvGraphicFramePr>
          <p:cNvPr id="896020" name="Object 20"/>
          <p:cNvGraphicFramePr>
            <a:graphicFrameLocks noChangeAspect="1"/>
          </p:cNvGraphicFramePr>
          <p:nvPr/>
        </p:nvGraphicFramePr>
        <p:xfrm>
          <a:off x="5410200" y="5181600"/>
          <a:ext cx="252413" cy="368300"/>
        </p:xfrm>
        <a:graphic>
          <a:graphicData uri="http://schemas.openxmlformats.org/presentationml/2006/ole">
            <p:oleObj spid="_x0000_s896020" name="Equation" r:id="rId23" imgW="253800" imgH="368280" progId="Equation.3">
              <p:embed/>
            </p:oleObj>
          </a:graphicData>
        </a:graphic>
      </p:graphicFrame>
      <p:graphicFrame>
        <p:nvGraphicFramePr>
          <p:cNvPr id="896021" name="Object 21"/>
          <p:cNvGraphicFramePr>
            <a:graphicFrameLocks noChangeAspect="1"/>
          </p:cNvGraphicFramePr>
          <p:nvPr/>
        </p:nvGraphicFramePr>
        <p:xfrm>
          <a:off x="4038600" y="5943600"/>
          <a:ext cx="520700" cy="671513"/>
        </p:xfrm>
        <a:graphic>
          <a:graphicData uri="http://schemas.openxmlformats.org/presentationml/2006/ole">
            <p:oleObj spid="_x0000_s896021" name="Equation" r:id="rId24" imgW="520560" imgH="672840" progId="Equation.3">
              <p:embed/>
            </p:oleObj>
          </a:graphicData>
        </a:graphic>
      </p:graphicFrame>
      <p:sp>
        <p:nvSpPr>
          <p:cNvPr id="839734" name="Text Box 54"/>
          <p:cNvSpPr txBox="1">
            <a:spLocks noChangeArrowheads="1"/>
          </p:cNvSpPr>
          <p:nvPr/>
        </p:nvSpPr>
        <p:spPr bwMode="auto">
          <a:xfrm>
            <a:off x="212725" y="-508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Time 1</a:t>
            </a:r>
          </a:p>
        </p:txBody>
      </p:sp>
      <p:sp>
        <p:nvSpPr>
          <p:cNvPr id="839735" name="Line 55"/>
          <p:cNvSpPr>
            <a:spLocks noChangeShapeType="1"/>
          </p:cNvSpPr>
          <p:nvPr/>
        </p:nvSpPr>
        <p:spPr bwMode="auto">
          <a:xfrm flipV="1">
            <a:off x="4267200" y="914400"/>
            <a:ext cx="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0EE7F5-45AE-4CB6-B50B-29935D2D03CF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840706" name="Text Box 2"/>
          <p:cNvSpPr txBox="1">
            <a:spLocks noChangeArrowheads="1"/>
          </p:cNvSpPr>
          <p:nvPr/>
        </p:nvSpPr>
        <p:spPr bwMode="auto">
          <a:xfrm>
            <a:off x="212725" y="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Time 2</a:t>
            </a:r>
          </a:p>
        </p:txBody>
      </p:sp>
      <p:sp>
        <p:nvSpPr>
          <p:cNvPr id="840707" name="Line 3"/>
          <p:cNvSpPr>
            <a:spLocks noChangeShapeType="1"/>
          </p:cNvSpPr>
          <p:nvPr/>
        </p:nvSpPr>
        <p:spPr bwMode="auto">
          <a:xfrm>
            <a:off x="1905000" y="10668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0708" name="Line 4"/>
          <p:cNvSpPr>
            <a:spLocks noChangeShapeType="1"/>
          </p:cNvSpPr>
          <p:nvPr/>
        </p:nvSpPr>
        <p:spPr bwMode="auto">
          <a:xfrm>
            <a:off x="1905000" y="1676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0709" name="Line 5"/>
          <p:cNvSpPr>
            <a:spLocks noChangeShapeType="1"/>
          </p:cNvSpPr>
          <p:nvPr/>
        </p:nvSpPr>
        <p:spPr bwMode="auto">
          <a:xfrm>
            <a:off x="1905000" y="10668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0710" name="Line 6"/>
          <p:cNvSpPr>
            <a:spLocks noChangeShapeType="1"/>
          </p:cNvSpPr>
          <p:nvPr/>
        </p:nvSpPr>
        <p:spPr bwMode="auto">
          <a:xfrm>
            <a:off x="24384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0711" name="Line 7"/>
          <p:cNvSpPr>
            <a:spLocks noChangeShapeType="1"/>
          </p:cNvSpPr>
          <p:nvPr/>
        </p:nvSpPr>
        <p:spPr bwMode="auto">
          <a:xfrm>
            <a:off x="30480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0712" name="Line 8"/>
          <p:cNvSpPr>
            <a:spLocks noChangeShapeType="1"/>
          </p:cNvSpPr>
          <p:nvPr/>
        </p:nvSpPr>
        <p:spPr bwMode="auto">
          <a:xfrm>
            <a:off x="36576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0713" name="Line 9"/>
          <p:cNvSpPr>
            <a:spLocks noChangeShapeType="1"/>
          </p:cNvSpPr>
          <p:nvPr/>
        </p:nvSpPr>
        <p:spPr bwMode="auto">
          <a:xfrm>
            <a:off x="42672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0714" name="Line 10"/>
          <p:cNvSpPr>
            <a:spLocks noChangeShapeType="1"/>
          </p:cNvSpPr>
          <p:nvPr/>
        </p:nvSpPr>
        <p:spPr bwMode="auto">
          <a:xfrm>
            <a:off x="48768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0715" name="Line 11"/>
          <p:cNvSpPr>
            <a:spLocks noChangeShapeType="1"/>
          </p:cNvSpPr>
          <p:nvPr/>
        </p:nvSpPr>
        <p:spPr bwMode="auto">
          <a:xfrm>
            <a:off x="54864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0716" name="Line 12"/>
          <p:cNvSpPr>
            <a:spLocks noChangeShapeType="1"/>
          </p:cNvSpPr>
          <p:nvPr/>
        </p:nvSpPr>
        <p:spPr bwMode="auto">
          <a:xfrm>
            <a:off x="6096000" y="106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0717" name="Line 13"/>
          <p:cNvSpPr>
            <a:spLocks noChangeShapeType="1"/>
          </p:cNvSpPr>
          <p:nvPr/>
        </p:nvSpPr>
        <p:spPr bwMode="auto">
          <a:xfrm flipV="1">
            <a:off x="3352800" y="1676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0722" name="Object 18"/>
          <p:cNvGraphicFramePr>
            <a:graphicFrameLocks noChangeAspect="1"/>
          </p:cNvGraphicFramePr>
          <p:nvPr/>
        </p:nvGraphicFramePr>
        <p:xfrm>
          <a:off x="2057400" y="1219200"/>
          <a:ext cx="252413" cy="368300"/>
        </p:xfrm>
        <a:graphic>
          <a:graphicData uri="http://schemas.openxmlformats.org/presentationml/2006/ole">
            <p:oleObj spid="_x0000_s840722" name="Equation" r:id="rId3" imgW="253800" imgH="368280" progId="Equation.3">
              <p:embed/>
            </p:oleObj>
          </a:graphicData>
        </a:graphic>
      </p:graphicFrame>
      <p:graphicFrame>
        <p:nvGraphicFramePr>
          <p:cNvPr id="840723" name="Object 19"/>
          <p:cNvGraphicFramePr>
            <a:graphicFrameLocks noChangeAspect="1"/>
          </p:cNvGraphicFramePr>
          <p:nvPr/>
        </p:nvGraphicFramePr>
        <p:xfrm>
          <a:off x="5638800" y="1219200"/>
          <a:ext cx="252413" cy="368300"/>
        </p:xfrm>
        <a:graphic>
          <a:graphicData uri="http://schemas.openxmlformats.org/presentationml/2006/ole">
            <p:oleObj spid="_x0000_s840723" name="Equation" r:id="rId4" imgW="253800" imgH="368280" progId="Equation.3">
              <p:embed/>
            </p:oleObj>
          </a:graphicData>
        </a:graphic>
      </p:graphicFrame>
      <p:graphicFrame>
        <p:nvGraphicFramePr>
          <p:cNvPr id="840724" name="Object 20"/>
          <p:cNvGraphicFramePr>
            <a:graphicFrameLocks noChangeAspect="1"/>
          </p:cNvGraphicFramePr>
          <p:nvPr/>
        </p:nvGraphicFramePr>
        <p:xfrm>
          <a:off x="6248400" y="1219200"/>
          <a:ext cx="252413" cy="368300"/>
        </p:xfrm>
        <a:graphic>
          <a:graphicData uri="http://schemas.openxmlformats.org/presentationml/2006/ole">
            <p:oleObj spid="_x0000_s840724" name="Equation" r:id="rId5" imgW="253800" imgH="368280" progId="Equation.3">
              <p:embed/>
            </p:oleObj>
          </a:graphicData>
        </a:graphic>
      </p:graphicFrame>
      <p:graphicFrame>
        <p:nvGraphicFramePr>
          <p:cNvPr id="840725" name="Object 21"/>
          <p:cNvGraphicFramePr>
            <a:graphicFrameLocks noChangeAspect="1"/>
          </p:cNvGraphicFramePr>
          <p:nvPr/>
        </p:nvGraphicFramePr>
        <p:xfrm>
          <a:off x="2641600" y="1250950"/>
          <a:ext cx="315913" cy="368300"/>
        </p:xfrm>
        <a:graphic>
          <a:graphicData uri="http://schemas.openxmlformats.org/presentationml/2006/ole">
            <p:oleObj spid="_x0000_s840725" name="Equation" r:id="rId6" imgW="317160" imgH="368280" progId="Equation.3">
              <p:embed/>
            </p:oleObj>
          </a:graphicData>
        </a:graphic>
      </p:graphicFrame>
      <p:graphicFrame>
        <p:nvGraphicFramePr>
          <p:cNvPr id="840726" name="Object 22"/>
          <p:cNvGraphicFramePr>
            <a:graphicFrameLocks noChangeAspect="1"/>
          </p:cNvGraphicFramePr>
          <p:nvPr/>
        </p:nvGraphicFramePr>
        <p:xfrm>
          <a:off x="3200400" y="1219200"/>
          <a:ext cx="252413" cy="392113"/>
        </p:xfrm>
        <a:graphic>
          <a:graphicData uri="http://schemas.openxmlformats.org/presentationml/2006/ole">
            <p:oleObj spid="_x0000_s840726" name="Equation" r:id="rId7" imgW="253800" imgH="393480" progId="Equation.3">
              <p:embed/>
            </p:oleObj>
          </a:graphicData>
        </a:graphic>
      </p:graphicFrame>
      <p:graphicFrame>
        <p:nvGraphicFramePr>
          <p:cNvPr id="840727" name="Object 23"/>
          <p:cNvGraphicFramePr>
            <a:graphicFrameLocks noChangeAspect="1"/>
          </p:cNvGraphicFramePr>
          <p:nvPr/>
        </p:nvGraphicFramePr>
        <p:xfrm>
          <a:off x="3816350" y="1274763"/>
          <a:ext cx="239713" cy="279400"/>
        </p:xfrm>
        <a:graphic>
          <a:graphicData uri="http://schemas.openxmlformats.org/presentationml/2006/ole">
            <p:oleObj spid="_x0000_s840727" name="Equation" r:id="rId8" imgW="241200" imgH="279360" progId="Equation.3">
              <p:embed/>
            </p:oleObj>
          </a:graphicData>
        </a:graphic>
      </p:graphicFrame>
      <p:graphicFrame>
        <p:nvGraphicFramePr>
          <p:cNvPr id="840728" name="Object 24"/>
          <p:cNvGraphicFramePr>
            <a:graphicFrameLocks noChangeAspect="1"/>
          </p:cNvGraphicFramePr>
          <p:nvPr/>
        </p:nvGraphicFramePr>
        <p:xfrm>
          <a:off x="4419600" y="1219200"/>
          <a:ext cx="303213" cy="392113"/>
        </p:xfrm>
        <a:graphic>
          <a:graphicData uri="http://schemas.openxmlformats.org/presentationml/2006/ole">
            <p:oleObj spid="_x0000_s840728" name="Equation" r:id="rId9" imgW="304560" imgH="393480" progId="Equation.3">
              <p:embed/>
            </p:oleObj>
          </a:graphicData>
        </a:graphic>
      </p:graphicFrame>
      <p:graphicFrame>
        <p:nvGraphicFramePr>
          <p:cNvPr id="840729" name="Object 25"/>
          <p:cNvGraphicFramePr>
            <a:graphicFrameLocks noChangeAspect="1"/>
          </p:cNvGraphicFramePr>
          <p:nvPr/>
        </p:nvGraphicFramePr>
        <p:xfrm>
          <a:off x="5065713" y="1274763"/>
          <a:ext cx="228600" cy="279400"/>
        </p:xfrm>
        <a:graphic>
          <a:graphicData uri="http://schemas.openxmlformats.org/presentationml/2006/ole">
            <p:oleObj spid="_x0000_s840729" name="Equation" r:id="rId10" imgW="228600" imgH="279360" progId="Equation.3">
              <p:embed/>
            </p:oleObj>
          </a:graphicData>
        </a:graphic>
      </p:graphicFrame>
      <p:graphicFrame>
        <p:nvGraphicFramePr>
          <p:cNvPr id="840730" name="Object 26"/>
          <p:cNvGraphicFramePr>
            <a:graphicFrameLocks noChangeAspect="1"/>
          </p:cNvGraphicFramePr>
          <p:nvPr/>
        </p:nvGraphicFramePr>
        <p:xfrm>
          <a:off x="3124200" y="2133600"/>
          <a:ext cx="442913" cy="520700"/>
        </p:xfrm>
        <a:graphic>
          <a:graphicData uri="http://schemas.openxmlformats.org/presentationml/2006/ole">
            <p:oleObj spid="_x0000_s840730" name="Equation" r:id="rId11" imgW="444240" imgH="520560" progId="Equation.3">
              <p:embed/>
            </p:oleObj>
          </a:graphicData>
        </a:graphic>
      </p:graphicFrame>
      <p:sp>
        <p:nvSpPr>
          <p:cNvPr id="840731" name="Line 27"/>
          <p:cNvSpPr>
            <a:spLocks noChangeShapeType="1"/>
          </p:cNvSpPr>
          <p:nvPr/>
        </p:nvSpPr>
        <p:spPr bwMode="auto">
          <a:xfrm>
            <a:off x="2133600" y="44196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0732" name="Line 28"/>
          <p:cNvSpPr>
            <a:spLocks noChangeShapeType="1"/>
          </p:cNvSpPr>
          <p:nvPr/>
        </p:nvSpPr>
        <p:spPr bwMode="auto">
          <a:xfrm>
            <a:off x="2133600" y="56388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0733" name="Line 29"/>
          <p:cNvSpPr>
            <a:spLocks noChangeShapeType="1"/>
          </p:cNvSpPr>
          <p:nvPr/>
        </p:nvSpPr>
        <p:spPr bwMode="auto">
          <a:xfrm>
            <a:off x="2133600" y="4419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0734" name="Line 30"/>
          <p:cNvSpPr>
            <a:spLocks noChangeShapeType="1"/>
          </p:cNvSpPr>
          <p:nvPr/>
        </p:nvSpPr>
        <p:spPr bwMode="auto">
          <a:xfrm>
            <a:off x="2743200" y="4419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0735" name="Line 31"/>
          <p:cNvSpPr>
            <a:spLocks noChangeShapeType="1"/>
          </p:cNvSpPr>
          <p:nvPr/>
        </p:nvSpPr>
        <p:spPr bwMode="auto">
          <a:xfrm>
            <a:off x="3962400" y="4419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0736" name="Line 32"/>
          <p:cNvSpPr>
            <a:spLocks noChangeShapeType="1"/>
          </p:cNvSpPr>
          <p:nvPr/>
        </p:nvSpPr>
        <p:spPr bwMode="auto">
          <a:xfrm>
            <a:off x="4572000" y="4419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0737" name="Line 33"/>
          <p:cNvSpPr>
            <a:spLocks noChangeShapeType="1"/>
          </p:cNvSpPr>
          <p:nvPr/>
        </p:nvSpPr>
        <p:spPr bwMode="auto">
          <a:xfrm>
            <a:off x="5181600" y="4419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0739" name="Line 35"/>
          <p:cNvSpPr>
            <a:spLocks noChangeShapeType="1"/>
          </p:cNvSpPr>
          <p:nvPr/>
        </p:nvSpPr>
        <p:spPr bwMode="auto">
          <a:xfrm flipV="1">
            <a:off x="3657600" y="5638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0741" name="Line 37"/>
          <p:cNvSpPr>
            <a:spLocks noChangeShapeType="1"/>
          </p:cNvSpPr>
          <p:nvPr/>
        </p:nvSpPr>
        <p:spPr bwMode="auto">
          <a:xfrm>
            <a:off x="2133600" y="50292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0742" name="Line 38"/>
          <p:cNvSpPr>
            <a:spLocks noChangeShapeType="1"/>
          </p:cNvSpPr>
          <p:nvPr/>
        </p:nvSpPr>
        <p:spPr bwMode="auto">
          <a:xfrm>
            <a:off x="3352800" y="4419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0743" name="Line 39"/>
          <p:cNvSpPr>
            <a:spLocks noChangeShapeType="1"/>
          </p:cNvSpPr>
          <p:nvPr/>
        </p:nvSpPr>
        <p:spPr bwMode="auto">
          <a:xfrm>
            <a:off x="5791200" y="4419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0744" name="Object 40"/>
          <p:cNvGraphicFramePr>
            <a:graphicFrameLocks noChangeAspect="1"/>
          </p:cNvGraphicFramePr>
          <p:nvPr/>
        </p:nvGraphicFramePr>
        <p:xfrm>
          <a:off x="2362200" y="4495800"/>
          <a:ext cx="252413" cy="381000"/>
        </p:xfrm>
        <a:graphic>
          <a:graphicData uri="http://schemas.openxmlformats.org/presentationml/2006/ole">
            <p:oleObj spid="_x0000_s840744" name="Equation" r:id="rId12" imgW="253800" imgH="380880" progId="Equation.3">
              <p:embed/>
            </p:oleObj>
          </a:graphicData>
        </a:graphic>
      </p:graphicFrame>
      <p:graphicFrame>
        <p:nvGraphicFramePr>
          <p:cNvPr id="840745" name="Object 41"/>
          <p:cNvGraphicFramePr>
            <a:graphicFrameLocks noChangeAspect="1"/>
          </p:cNvGraphicFramePr>
          <p:nvPr/>
        </p:nvGraphicFramePr>
        <p:xfrm>
          <a:off x="2362200" y="5181600"/>
          <a:ext cx="252413" cy="381000"/>
        </p:xfrm>
        <a:graphic>
          <a:graphicData uri="http://schemas.openxmlformats.org/presentationml/2006/ole">
            <p:oleObj spid="_x0000_s840745" name="Equation" r:id="rId13" imgW="253800" imgH="380880" progId="Equation.3">
              <p:embed/>
            </p:oleObj>
          </a:graphicData>
        </a:graphic>
      </p:graphicFrame>
      <p:sp>
        <p:nvSpPr>
          <p:cNvPr id="840746" name="Text Box 42"/>
          <p:cNvSpPr txBox="1">
            <a:spLocks noChangeArrowheads="1"/>
          </p:cNvSpPr>
          <p:nvPr/>
        </p:nvSpPr>
        <p:spPr bwMode="auto">
          <a:xfrm>
            <a:off x="0" y="4343400"/>
            <a:ext cx="2132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Right part</a:t>
            </a:r>
          </a:p>
        </p:txBody>
      </p:sp>
      <p:sp>
        <p:nvSpPr>
          <p:cNvPr id="840747" name="Text Box 43"/>
          <p:cNvSpPr txBox="1">
            <a:spLocks noChangeArrowheads="1"/>
          </p:cNvSpPr>
          <p:nvPr/>
        </p:nvSpPr>
        <p:spPr bwMode="auto">
          <a:xfrm>
            <a:off x="0" y="5029200"/>
            <a:ext cx="1963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Left part</a:t>
            </a:r>
          </a:p>
        </p:txBody>
      </p:sp>
      <p:graphicFrame>
        <p:nvGraphicFramePr>
          <p:cNvPr id="840748" name="Object 44"/>
          <p:cNvGraphicFramePr>
            <a:graphicFrameLocks noChangeAspect="1"/>
          </p:cNvGraphicFramePr>
          <p:nvPr/>
        </p:nvGraphicFramePr>
        <p:xfrm>
          <a:off x="4089400" y="5137150"/>
          <a:ext cx="315913" cy="368300"/>
        </p:xfrm>
        <a:graphic>
          <a:graphicData uri="http://schemas.openxmlformats.org/presentationml/2006/ole">
            <p:oleObj spid="_x0000_s840748" name="Equation" r:id="rId14" imgW="317160" imgH="368280" progId="Equation.3">
              <p:embed/>
            </p:oleObj>
          </a:graphicData>
        </a:graphic>
      </p:graphicFrame>
      <p:graphicFrame>
        <p:nvGraphicFramePr>
          <p:cNvPr id="840749" name="Object 45"/>
          <p:cNvGraphicFramePr>
            <a:graphicFrameLocks noChangeAspect="1"/>
          </p:cNvGraphicFramePr>
          <p:nvPr/>
        </p:nvGraphicFramePr>
        <p:xfrm>
          <a:off x="2895600" y="5181600"/>
          <a:ext cx="239713" cy="279400"/>
        </p:xfrm>
        <a:graphic>
          <a:graphicData uri="http://schemas.openxmlformats.org/presentationml/2006/ole">
            <p:oleObj spid="_x0000_s840749" name="Equation" r:id="rId15" imgW="241200" imgH="279360" progId="Equation.3">
              <p:embed/>
            </p:oleObj>
          </a:graphicData>
        </a:graphic>
      </p:graphicFrame>
      <p:graphicFrame>
        <p:nvGraphicFramePr>
          <p:cNvPr id="840750" name="Object 46"/>
          <p:cNvGraphicFramePr>
            <a:graphicFrameLocks noChangeAspect="1"/>
          </p:cNvGraphicFramePr>
          <p:nvPr/>
        </p:nvGraphicFramePr>
        <p:xfrm>
          <a:off x="3505200" y="5105400"/>
          <a:ext cx="252413" cy="392113"/>
        </p:xfrm>
        <a:graphic>
          <a:graphicData uri="http://schemas.openxmlformats.org/presentationml/2006/ole">
            <p:oleObj spid="_x0000_s840750" name="Equation" r:id="rId16" imgW="253800" imgH="393480" progId="Equation.3">
              <p:embed/>
            </p:oleObj>
          </a:graphicData>
        </a:graphic>
      </p:graphicFrame>
      <p:graphicFrame>
        <p:nvGraphicFramePr>
          <p:cNvPr id="840751" name="Object 47"/>
          <p:cNvGraphicFramePr>
            <a:graphicFrameLocks noChangeAspect="1"/>
          </p:cNvGraphicFramePr>
          <p:nvPr/>
        </p:nvGraphicFramePr>
        <p:xfrm>
          <a:off x="2895600" y="4495800"/>
          <a:ext cx="303213" cy="392113"/>
        </p:xfrm>
        <a:graphic>
          <a:graphicData uri="http://schemas.openxmlformats.org/presentationml/2006/ole">
            <p:oleObj spid="_x0000_s840751" name="Equation" r:id="rId17" imgW="304560" imgH="393480" progId="Equation.3">
              <p:embed/>
            </p:oleObj>
          </a:graphicData>
        </a:graphic>
      </p:graphicFrame>
      <p:graphicFrame>
        <p:nvGraphicFramePr>
          <p:cNvPr id="840752" name="Object 48"/>
          <p:cNvGraphicFramePr>
            <a:graphicFrameLocks noChangeAspect="1"/>
          </p:cNvGraphicFramePr>
          <p:nvPr/>
        </p:nvGraphicFramePr>
        <p:xfrm>
          <a:off x="3505200" y="4572000"/>
          <a:ext cx="228600" cy="279400"/>
        </p:xfrm>
        <a:graphic>
          <a:graphicData uri="http://schemas.openxmlformats.org/presentationml/2006/ole">
            <p:oleObj spid="_x0000_s840752" name="Equation" r:id="rId18" imgW="228600" imgH="279360" progId="Equation.3">
              <p:embed/>
            </p:oleObj>
          </a:graphicData>
        </a:graphic>
      </p:graphicFrame>
      <p:graphicFrame>
        <p:nvGraphicFramePr>
          <p:cNvPr id="840753" name="Object 49"/>
          <p:cNvGraphicFramePr>
            <a:graphicFrameLocks noChangeAspect="1"/>
          </p:cNvGraphicFramePr>
          <p:nvPr/>
        </p:nvGraphicFramePr>
        <p:xfrm>
          <a:off x="4114800" y="4495800"/>
          <a:ext cx="252413" cy="368300"/>
        </p:xfrm>
        <a:graphic>
          <a:graphicData uri="http://schemas.openxmlformats.org/presentationml/2006/ole">
            <p:oleObj spid="_x0000_s840753" name="Equation" r:id="rId19" imgW="253800" imgH="368280" progId="Equation.3">
              <p:embed/>
            </p:oleObj>
          </a:graphicData>
        </a:graphic>
      </p:graphicFrame>
      <p:graphicFrame>
        <p:nvGraphicFramePr>
          <p:cNvPr id="840754" name="Object 50"/>
          <p:cNvGraphicFramePr>
            <a:graphicFrameLocks noChangeAspect="1"/>
          </p:cNvGraphicFramePr>
          <p:nvPr/>
        </p:nvGraphicFramePr>
        <p:xfrm>
          <a:off x="4724400" y="4495800"/>
          <a:ext cx="252413" cy="368300"/>
        </p:xfrm>
        <a:graphic>
          <a:graphicData uri="http://schemas.openxmlformats.org/presentationml/2006/ole">
            <p:oleObj spid="_x0000_s840754" name="Equation" r:id="rId20" imgW="253800" imgH="368280" progId="Equation.3">
              <p:embed/>
            </p:oleObj>
          </a:graphicData>
        </a:graphic>
      </p:graphicFrame>
      <p:graphicFrame>
        <p:nvGraphicFramePr>
          <p:cNvPr id="840755" name="Object 51"/>
          <p:cNvGraphicFramePr>
            <a:graphicFrameLocks noChangeAspect="1"/>
          </p:cNvGraphicFramePr>
          <p:nvPr/>
        </p:nvGraphicFramePr>
        <p:xfrm>
          <a:off x="4724400" y="5181600"/>
          <a:ext cx="252413" cy="368300"/>
        </p:xfrm>
        <a:graphic>
          <a:graphicData uri="http://schemas.openxmlformats.org/presentationml/2006/ole">
            <p:oleObj spid="_x0000_s840755" name="Equation" r:id="rId21" imgW="253800" imgH="368280" progId="Equation.3">
              <p:embed/>
            </p:oleObj>
          </a:graphicData>
        </a:graphic>
      </p:graphicFrame>
      <p:graphicFrame>
        <p:nvGraphicFramePr>
          <p:cNvPr id="840756" name="Object 52"/>
          <p:cNvGraphicFramePr>
            <a:graphicFrameLocks noChangeAspect="1"/>
          </p:cNvGraphicFramePr>
          <p:nvPr/>
        </p:nvGraphicFramePr>
        <p:xfrm>
          <a:off x="5410200" y="4495800"/>
          <a:ext cx="228600" cy="368300"/>
        </p:xfrm>
        <a:graphic>
          <a:graphicData uri="http://schemas.openxmlformats.org/presentationml/2006/ole">
            <p:oleObj spid="_x0000_s840756" name="Equation" r:id="rId22" imgW="253800" imgH="368280" progId="Equation.3">
              <p:embed/>
            </p:oleObj>
          </a:graphicData>
        </a:graphic>
      </p:graphicFrame>
      <p:graphicFrame>
        <p:nvGraphicFramePr>
          <p:cNvPr id="840757" name="Object 53"/>
          <p:cNvGraphicFramePr>
            <a:graphicFrameLocks noChangeAspect="1"/>
          </p:cNvGraphicFramePr>
          <p:nvPr/>
        </p:nvGraphicFramePr>
        <p:xfrm>
          <a:off x="5410200" y="5181600"/>
          <a:ext cx="252413" cy="368300"/>
        </p:xfrm>
        <a:graphic>
          <a:graphicData uri="http://schemas.openxmlformats.org/presentationml/2006/ole">
            <p:oleObj spid="_x0000_s840757" name="Equation" r:id="rId23" imgW="253800" imgH="368280" progId="Equation.3">
              <p:embed/>
            </p:oleObj>
          </a:graphicData>
        </a:graphic>
      </p:graphicFrame>
      <p:graphicFrame>
        <p:nvGraphicFramePr>
          <p:cNvPr id="840758" name="Object 54"/>
          <p:cNvGraphicFramePr>
            <a:graphicFrameLocks noChangeAspect="1"/>
          </p:cNvGraphicFramePr>
          <p:nvPr/>
        </p:nvGraphicFramePr>
        <p:xfrm>
          <a:off x="3429000" y="5943600"/>
          <a:ext cx="520700" cy="671513"/>
        </p:xfrm>
        <a:graphic>
          <a:graphicData uri="http://schemas.openxmlformats.org/presentationml/2006/ole">
            <p:oleObj spid="_x0000_s840758" name="Equation" r:id="rId24" imgW="520560" imgH="672840" progId="Equation.3">
              <p:embed/>
            </p:oleObj>
          </a:graphicData>
        </a:graphic>
      </p:graphicFrame>
      <p:sp>
        <p:nvSpPr>
          <p:cNvPr id="840759" name="Text Box 55"/>
          <p:cNvSpPr txBox="1">
            <a:spLocks noChangeArrowheads="1"/>
          </p:cNvSpPr>
          <p:nvPr/>
        </p:nvSpPr>
        <p:spPr bwMode="auto">
          <a:xfrm>
            <a:off x="2362200" y="457200"/>
            <a:ext cx="3598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Standard machine</a:t>
            </a:r>
          </a:p>
        </p:txBody>
      </p:sp>
      <p:sp>
        <p:nvSpPr>
          <p:cNvPr id="840760" name="Text Box 56"/>
          <p:cNvSpPr txBox="1">
            <a:spLocks noChangeArrowheads="1"/>
          </p:cNvSpPr>
          <p:nvPr/>
        </p:nvSpPr>
        <p:spPr bwMode="auto">
          <a:xfrm>
            <a:off x="7010400" y="990600"/>
            <a:ext cx="1098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.........</a:t>
            </a:r>
          </a:p>
        </p:txBody>
      </p:sp>
      <p:sp>
        <p:nvSpPr>
          <p:cNvPr id="840761" name="Text Box 57"/>
          <p:cNvSpPr txBox="1">
            <a:spLocks noChangeArrowheads="1"/>
          </p:cNvSpPr>
          <p:nvPr/>
        </p:nvSpPr>
        <p:spPr bwMode="auto">
          <a:xfrm>
            <a:off x="533400" y="914400"/>
            <a:ext cx="1098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.........</a:t>
            </a:r>
          </a:p>
        </p:txBody>
      </p:sp>
      <p:sp>
        <p:nvSpPr>
          <p:cNvPr id="840762" name="Text Box 58"/>
          <p:cNvSpPr txBox="1">
            <a:spLocks noChangeArrowheads="1"/>
          </p:cNvSpPr>
          <p:nvPr/>
        </p:nvSpPr>
        <p:spPr bwMode="auto">
          <a:xfrm>
            <a:off x="6781800" y="4495800"/>
            <a:ext cx="1098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.........</a:t>
            </a:r>
          </a:p>
        </p:txBody>
      </p:sp>
      <p:sp>
        <p:nvSpPr>
          <p:cNvPr id="840763" name="Text Box 59"/>
          <p:cNvSpPr txBox="1">
            <a:spLocks noChangeArrowheads="1"/>
          </p:cNvSpPr>
          <p:nvPr/>
        </p:nvSpPr>
        <p:spPr bwMode="auto">
          <a:xfrm>
            <a:off x="1752600" y="3657600"/>
            <a:ext cx="5280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Semi-infinite tape machine</a:t>
            </a:r>
          </a:p>
        </p:txBody>
      </p:sp>
      <p:sp>
        <p:nvSpPr>
          <p:cNvPr id="840764" name="Line 60"/>
          <p:cNvSpPr>
            <a:spLocks noChangeShapeType="1"/>
          </p:cNvSpPr>
          <p:nvPr/>
        </p:nvSpPr>
        <p:spPr bwMode="auto">
          <a:xfrm flipV="1">
            <a:off x="4267200" y="914400"/>
            <a:ext cx="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038674-E9CC-4B18-9A53-27E62BD6298C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841730" name="Oval 2"/>
          <p:cNvSpPr>
            <a:spLocks noChangeArrowheads="1"/>
          </p:cNvSpPr>
          <p:nvPr/>
        </p:nvSpPr>
        <p:spPr bwMode="auto">
          <a:xfrm>
            <a:off x="2438400" y="4875213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1731" name="Line 3"/>
          <p:cNvSpPr>
            <a:spLocks noChangeShapeType="1"/>
          </p:cNvSpPr>
          <p:nvPr/>
        </p:nvSpPr>
        <p:spPr bwMode="auto">
          <a:xfrm>
            <a:off x="3200400" y="5256213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1732" name="Oval 4"/>
          <p:cNvSpPr>
            <a:spLocks noChangeArrowheads="1"/>
          </p:cNvSpPr>
          <p:nvPr/>
        </p:nvSpPr>
        <p:spPr bwMode="auto">
          <a:xfrm>
            <a:off x="6553200" y="4875213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1733" name="Object 5"/>
          <p:cNvGraphicFramePr>
            <a:graphicFrameLocks noChangeAspect="1"/>
          </p:cNvGraphicFramePr>
          <p:nvPr/>
        </p:nvGraphicFramePr>
        <p:xfrm>
          <a:off x="2520950" y="4876800"/>
          <a:ext cx="520700" cy="671513"/>
        </p:xfrm>
        <a:graphic>
          <a:graphicData uri="http://schemas.openxmlformats.org/presentationml/2006/ole">
            <p:oleObj spid="_x0000_s841733" name="Equation" r:id="rId3" imgW="520560" imgH="672840" progId="Equation.3">
              <p:embed/>
            </p:oleObj>
          </a:graphicData>
        </a:graphic>
      </p:graphicFrame>
      <p:graphicFrame>
        <p:nvGraphicFramePr>
          <p:cNvPr id="841734" name="Object 6"/>
          <p:cNvGraphicFramePr>
            <a:graphicFrameLocks noChangeAspect="1"/>
          </p:cNvGraphicFramePr>
          <p:nvPr/>
        </p:nvGraphicFramePr>
        <p:xfrm>
          <a:off x="6702425" y="4876800"/>
          <a:ext cx="544513" cy="671513"/>
        </p:xfrm>
        <a:graphic>
          <a:graphicData uri="http://schemas.openxmlformats.org/presentationml/2006/ole">
            <p:oleObj spid="_x0000_s841734" name="Equation" r:id="rId4" imgW="545760" imgH="672840" progId="Equation.3">
              <p:embed/>
            </p:oleObj>
          </a:graphicData>
        </a:graphic>
      </p:graphicFrame>
      <p:graphicFrame>
        <p:nvGraphicFramePr>
          <p:cNvPr id="841735" name="Object 7"/>
          <p:cNvGraphicFramePr>
            <a:graphicFrameLocks noChangeAspect="1"/>
          </p:cNvGraphicFramePr>
          <p:nvPr/>
        </p:nvGraphicFramePr>
        <p:xfrm>
          <a:off x="3365500" y="4722813"/>
          <a:ext cx="3111500" cy="481012"/>
        </p:xfrm>
        <a:graphic>
          <a:graphicData uri="http://schemas.openxmlformats.org/presentationml/2006/ole">
            <p:oleObj spid="_x0000_s841735" name="Equation" r:id="rId5" imgW="3111480" imgH="482400" progId="Equation.3">
              <p:embed/>
            </p:oleObj>
          </a:graphicData>
        </a:graphic>
      </p:graphicFrame>
      <p:sp>
        <p:nvSpPr>
          <p:cNvPr id="841736" name="Text Box 8"/>
          <p:cNvSpPr txBox="1">
            <a:spLocks noChangeArrowheads="1"/>
          </p:cNvSpPr>
          <p:nvPr/>
        </p:nvSpPr>
        <p:spPr bwMode="auto">
          <a:xfrm>
            <a:off x="2286000" y="1981200"/>
            <a:ext cx="5280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Semi-infinite tape machine</a:t>
            </a:r>
          </a:p>
        </p:txBody>
      </p:sp>
      <p:sp>
        <p:nvSpPr>
          <p:cNvPr id="841737" name="Text Box 9"/>
          <p:cNvSpPr txBox="1">
            <a:spLocks noChangeArrowheads="1"/>
          </p:cNvSpPr>
          <p:nvPr/>
        </p:nvSpPr>
        <p:spPr bwMode="auto">
          <a:xfrm>
            <a:off x="0" y="4875213"/>
            <a:ext cx="1963738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Left part</a:t>
            </a:r>
          </a:p>
        </p:txBody>
      </p:sp>
      <p:sp>
        <p:nvSpPr>
          <p:cNvPr id="841738" name="Text Box 10"/>
          <p:cNvSpPr txBox="1">
            <a:spLocks noChangeArrowheads="1"/>
          </p:cNvSpPr>
          <p:nvPr/>
        </p:nvSpPr>
        <p:spPr bwMode="auto">
          <a:xfrm>
            <a:off x="517525" y="254000"/>
            <a:ext cx="29956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At the border:</a:t>
            </a:r>
          </a:p>
        </p:txBody>
      </p:sp>
      <p:sp>
        <p:nvSpPr>
          <p:cNvPr id="841739" name="Oval 11"/>
          <p:cNvSpPr>
            <a:spLocks noChangeArrowheads="1"/>
          </p:cNvSpPr>
          <p:nvPr/>
        </p:nvSpPr>
        <p:spPr bwMode="auto">
          <a:xfrm>
            <a:off x="2438400" y="3122613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1740" name="Line 12"/>
          <p:cNvSpPr>
            <a:spLocks noChangeShapeType="1"/>
          </p:cNvSpPr>
          <p:nvPr/>
        </p:nvSpPr>
        <p:spPr bwMode="auto">
          <a:xfrm>
            <a:off x="3200400" y="3503613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1741" name="Oval 13"/>
          <p:cNvSpPr>
            <a:spLocks noChangeArrowheads="1"/>
          </p:cNvSpPr>
          <p:nvPr/>
        </p:nvSpPr>
        <p:spPr bwMode="auto">
          <a:xfrm>
            <a:off x="6553200" y="3122613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1742" name="Object 14"/>
          <p:cNvGraphicFramePr>
            <a:graphicFrameLocks noChangeAspect="1"/>
          </p:cNvGraphicFramePr>
          <p:nvPr/>
        </p:nvGraphicFramePr>
        <p:xfrm>
          <a:off x="2509838" y="3124200"/>
          <a:ext cx="544512" cy="671513"/>
        </p:xfrm>
        <a:graphic>
          <a:graphicData uri="http://schemas.openxmlformats.org/presentationml/2006/ole">
            <p:oleObj spid="_x0000_s841742" name="Equation" r:id="rId6" imgW="545760" imgH="672840" progId="Equation.3">
              <p:embed/>
            </p:oleObj>
          </a:graphicData>
        </a:graphic>
      </p:graphicFrame>
      <p:graphicFrame>
        <p:nvGraphicFramePr>
          <p:cNvPr id="841743" name="Object 15"/>
          <p:cNvGraphicFramePr>
            <a:graphicFrameLocks noChangeAspect="1"/>
          </p:cNvGraphicFramePr>
          <p:nvPr/>
        </p:nvGraphicFramePr>
        <p:xfrm>
          <a:off x="6713538" y="3124200"/>
          <a:ext cx="520700" cy="671513"/>
        </p:xfrm>
        <a:graphic>
          <a:graphicData uri="http://schemas.openxmlformats.org/presentationml/2006/ole">
            <p:oleObj spid="_x0000_s841743" name="Equation" r:id="rId7" imgW="520560" imgH="672840" progId="Equation.3">
              <p:embed/>
            </p:oleObj>
          </a:graphicData>
        </a:graphic>
      </p:graphicFrame>
      <p:graphicFrame>
        <p:nvGraphicFramePr>
          <p:cNvPr id="841744" name="Object 16"/>
          <p:cNvGraphicFramePr>
            <a:graphicFrameLocks noChangeAspect="1"/>
          </p:cNvGraphicFramePr>
          <p:nvPr/>
        </p:nvGraphicFramePr>
        <p:xfrm>
          <a:off x="3365500" y="2970213"/>
          <a:ext cx="3111500" cy="481012"/>
        </p:xfrm>
        <a:graphic>
          <a:graphicData uri="http://schemas.openxmlformats.org/presentationml/2006/ole">
            <p:oleObj spid="_x0000_s841744" name="Equation" r:id="rId8" imgW="3111480" imgH="482400" progId="Equation.3">
              <p:embed/>
            </p:oleObj>
          </a:graphicData>
        </a:graphic>
      </p:graphicFrame>
      <p:sp>
        <p:nvSpPr>
          <p:cNvPr id="841745" name="Text Box 17"/>
          <p:cNvSpPr txBox="1">
            <a:spLocks noChangeArrowheads="1"/>
          </p:cNvSpPr>
          <p:nvPr/>
        </p:nvSpPr>
        <p:spPr bwMode="auto">
          <a:xfrm>
            <a:off x="0" y="3122613"/>
            <a:ext cx="2132013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Right part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4423E8-D764-478D-93AA-B1C27D3448A8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842754" name="Line 2"/>
          <p:cNvSpPr>
            <a:spLocks noChangeShapeType="1"/>
          </p:cNvSpPr>
          <p:nvPr/>
        </p:nvSpPr>
        <p:spPr bwMode="auto">
          <a:xfrm>
            <a:off x="2438400" y="12954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55" name="Line 3"/>
          <p:cNvSpPr>
            <a:spLocks noChangeShapeType="1"/>
          </p:cNvSpPr>
          <p:nvPr/>
        </p:nvSpPr>
        <p:spPr bwMode="auto">
          <a:xfrm>
            <a:off x="2438400" y="25146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56" name="Line 4"/>
          <p:cNvSpPr>
            <a:spLocks noChangeShapeType="1"/>
          </p:cNvSpPr>
          <p:nvPr/>
        </p:nvSpPr>
        <p:spPr bwMode="auto">
          <a:xfrm>
            <a:off x="2438400" y="1295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57" name="Line 5"/>
          <p:cNvSpPr>
            <a:spLocks noChangeShapeType="1"/>
          </p:cNvSpPr>
          <p:nvPr/>
        </p:nvSpPr>
        <p:spPr bwMode="auto">
          <a:xfrm>
            <a:off x="3048000" y="1295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58" name="Line 6"/>
          <p:cNvSpPr>
            <a:spLocks noChangeShapeType="1"/>
          </p:cNvSpPr>
          <p:nvPr/>
        </p:nvSpPr>
        <p:spPr bwMode="auto">
          <a:xfrm>
            <a:off x="4267200" y="1295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59" name="Line 7"/>
          <p:cNvSpPr>
            <a:spLocks noChangeShapeType="1"/>
          </p:cNvSpPr>
          <p:nvPr/>
        </p:nvSpPr>
        <p:spPr bwMode="auto">
          <a:xfrm>
            <a:off x="4876800" y="1295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60" name="Line 8"/>
          <p:cNvSpPr>
            <a:spLocks noChangeShapeType="1"/>
          </p:cNvSpPr>
          <p:nvPr/>
        </p:nvSpPr>
        <p:spPr bwMode="auto">
          <a:xfrm>
            <a:off x="5486400" y="1295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61" name="Text Box 9"/>
          <p:cNvSpPr txBox="1">
            <a:spLocks noChangeArrowheads="1"/>
          </p:cNvSpPr>
          <p:nvPr/>
        </p:nvSpPr>
        <p:spPr bwMode="auto">
          <a:xfrm>
            <a:off x="7086600" y="1371600"/>
            <a:ext cx="1098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.........</a:t>
            </a:r>
          </a:p>
        </p:txBody>
      </p:sp>
      <p:sp>
        <p:nvSpPr>
          <p:cNvPr id="842762" name="Line 10"/>
          <p:cNvSpPr>
            <a:spLocks noChangeShapeType="1"/>
          </p:cNvSpPr>
          <p:nvPr/>
        </p:nvSpPr>
        <p:spPr bwMode="auto">
          <a:xfrm flipV="1">
            <a:off x="2819400" y="2514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63" name="Text Box 11"/>
          <p:cNvSpPr txBox="1">
            <a:spLocks noChangeArrowheads="1"/>
          </p:cNvSpPr>
          <p:nvPr/>
        </p:nvSpPr>
        <p:spPr bwMode="auto">
          <a:xfrm>
            <a:off x="1981200" y="0"/>
            <a:ext cx="5280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Semi-infinite tape machine</a:t>
            </a:r>
          </a:p>
        </p:txBody>
      </p:sp>
      <p:sp>
        <p:nvSpPr>
          <p:cNvPr id="842764" name="Line 12"/>
          <p:cNvSpPr>
            <a:spLocks noChangeShapeType="1"/>
          </p:cNvSpPr>
          <p:nvPr/>
        </p:nvSpPr>
        <p:spPr bwMode="auto">
          <a:xfrm>
            <a:off x="2438400" y="19050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65" name="Line 13"/>
          <p:cNvSpPr>
            <a:spLocks noChangeShapeType="1"/>
          </p:cNvSpPr>
          <p:nvPr/>
        </p:nvSpPr>
        <p:spPr bwMode="auto">
          <a:xfrm>
            <a:off x="3657600" y="1295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66" name="Line 14"/>
          <p:cNvSpPr>
            <a:spLocks noChangeShapeType="1"/>
          </p:cNvSpPr>
          <p:nvPr/>
        </p:nvSpPr>
        <p:spPr bwMode="auto">
          <a:xfrm>
            <a:off x="6096000" y="1295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2767" name="Object 15"/>
          <p:cNvGraphicFramePr>
            <a:graphicFrameLocks noChangeAspect="1"/>
          </p:cNvGraphicFramePr>
          <p:nvPr/>
        </p:nvGraphicFramePr>
        <p:xfrm>
          <a:off x="2667000" y="1371600"/>
          <a:ext cx="252413" cy="381000"/>
        </p:xfrm>
        <a:graphic>
          <a:graphicData uri="http://schemas.openxmlformats.org/presentationml/2006/ole">
            <p:oleObj spid="_x0000_s842767" name="Equation" r:id="rId3" imgW="253800" imgH="380880" progId="Equation.3">
              <p:embed/>
            </p:oleObj>
          </a:graphicData>
        </a:graphic>
      </p:graphicFrame>
      <p:graphicFrame>
        <p:nvGraphicFramePr>
          <p:cNvPr id="842768" name="Object 16"/>
          <p:cNvGraphicFramePr>
            <a:graphicFrameLocks noChangeAspect="1"/>
          </p:cNvGraphicFramePr>
          <p:nvPr/>
        </p:nvGraphicFramePr>
        <p:xfrm>
          <a:off x="2667000" y="2057400"/>
          <a:ext cx="252413" cy="381000"/>
        </p:xfrm>
        <a:graphic>
          <a:graphicData uri="http://schemas.openxmlformats.org/presentationml/2006/ole">
            <p:oleObj spid="_x0000_s842768" name="Equation" r:id="rId4" imgW="253800" imgH="380880" progId="Equation.3">
              <p:embed/>
            </p:oleObj>
          </a:graphicData>
        </a:graphic>
      </p:graphicFrame>
      <p:sp>
        <p:nvSpPr>
          <p:cNvPr id="842769" name="Text Box 17"/>
          <p:cNvSpPr txBox="1">
            <a:spLocks noChangeArrowheads="1"/>
          </p:cNvSpPr>
          <p:nvPr/>
        </p:nvSpPr>
        <p:spPr bwMode="auto">
          <a:xfrm>
            <a:off x="304800" y="1219200"/>
            <a:ext cx="2132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Right part</a:t>
            </a:r>
          </a:p>
        </p:txBody>
      </p:sp>
      <p:sp>
        <p:nvSpPr>
          <p:cNvPr id="842770" name="Text Box 18"/>
          <p:cNvSpPr txBox="1">
            <a:spLocks noChangeArrowheads="1"/>
          </p:cNvSpPr>
          <p:nvPr/>
        </p:nvSpPr>
        <p:spPr bwMode="auto">
          <a:xfrm>
            <a:off x="304800" y="1905000"/>
            <a:ext cx="1963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Left part</a:t>
            </a:r>
          </a:p>
        </p:txBody>
      </p:sp>
      <p:graphicFrame>
        <p:nvGraphicFramePr>
          <p:cNvPr id="842771" name="Object 19"/>
          <p:cNvGraphicFramePr>
            <a:graphicFrameLocks noChangeAspect="1"/>
          </p:cNvGraphicFramePr>
          <p:nvPr/>
        </p:nvGraphicFramePr>
        <p:xfrm>
          <a:off x="4394200" y="2012950"/>
          <a:ext cx="315913" cy="368300"/>
        </p:xfrm>
        <a:graphic>
          <a:graphicData uri="http://schemas.openxmlformats.org/presentationml/2006/ole">
            <p:oleObj spid="_x0000_s842771" name="Equation" r:id="rId5" imgW="317160" imgH="368280" progId="Equation.3">
              <p:embed/>
            </p:oleObj>
          </a:graphicData>
        </a:graphic>
      </p:graphicFrame>
      <p:graphicFrame>
        <p:nvGraphicFramePr>
          <p:cNvPr id="842772" name="Object 20"/>
          <p:cNvGraphicFramePr>
            <a:graphicFrameLocks noChangeAspect="1"/>
          </p:cNvGraphicFramePr>
          <p:nvPr/>
        </p:nvGraphicFramePr>
        <p:xfrm>
          <a:off x="3200400" y="2057400"/>
          <a:ext cx="239713" cy="279400"/>
        </p:xfrm>
        <a:graphic>
          <a:graphicData uri="http://schemas.openxmlformats.org/presentationml/2006/ole">
            <p:oleObj spid="_x0000_s842772" name="Equation" r:id="rId6" imgW="241200" imgH="279360" progId="Equation.3">
              <p:embed/>
            </p:oleObj>
          </a:graphicData>
        </a:graphic>
      </p:graphicFrame>
      <p:graphicFrame>
        <p:nvGraphicFramePr>
          <p:cNvPr id="842773" name="Object 21"/>
          <p:cNvGraphicFramePr>
            <a:graphicFrameLocks noChangeAspect="1"/>
          </p:cNvGraphicFramePr>
          <p:nvPr/>
        </p:nvGraphicFramePr>
        <p:xfrm>
          <a:off x="3810000" y="1981200"/>
          <a:ext cx="252413" cy="392113"/>
        </p:xfrm>
        <a:graphic>
          <a:graphicData uri="http://schemas.openxmlformats.org/presentationml/2006/ole">
            <p:oleObj spid="_x0000_s842773" name="Equation" r:id="rId7" imgW="253800" imgH="393480" progId="Equation.3">
              <p:embed/>
            </p:oleObj>
          </a:graphicData>
        </a:graphic>
      </p:graphicFrame>
      <p:graphicFrame>
        <p:nvGraphicFramePr>
          <p:cNvPr id="842774" name="Object 22"/>
          <p:cNvGraphicFramePr>
            <a:graphicFrameLocks noChangeAspect="1"/>
          </p:cNvGraphicFramePr>
          <p:nvPr/>
        </p:nvGraphicFramePr>
        <p:xfrm>
          <a:off x="3200400" y="1371600"/>
          <a:ext cx="303213" cy="392113"/>
        </p:xfrm>
        <a:graphic>
          <a:graphicData uri="http://schemas.openxmlformats.org/presentationml/2006/ole">
            <p:oleObj spid="_x0000_s842774" name="Equation" r:id="rId8" imgW="304560" imgH="393480" progId="Equation.3">
              <p:embed/>
            </p:oleObj>
          </a:graphicData>
        </a:graphic>
      </p:graphicFrame>
      <p:graphicFrame>
        <p:nvGraphicFramePr>
          <p:cNvPr id="842775" name="Object 23"/>
          <p:cNvGraphicFramePr>
            <a:graphicFrameLocks noChangeAspect="1"/>
          </p:cNvGraphicFramePr>
          <p:nvPr/>
        </p:nvGraphicFramePr>
        <p:xfrm>
          <a:off x="3810000" y="1447800"/>
          <a:ext cx="228600" cy="279400"/>
        </p:xfrm>
        <a:graphic>
          <a:graphicData uri="http://schemas.openxmlformats.org/presentationml/2006/ole">
            <p:oleObj spid="_x0000_s842775" name="Equation" r:id="rId9" imgW="228600" imgH="279360" progId="Equation.3">
              <p:embed/>
            </p:oleObj>
          </a:graphicData>
        </a:graphic>
      </p:graphicFrame>
      <p:graphicFrame>
        <p:nvGraphicFramePr>
          <p:cNvPr id="842776" name="Object 24"/>
          <p:cNvGraphicFramePr>
            <a:graphicFrameLocks noChangeAspect="1"/>
          </p:cNvGraphicFramePr>
          <p:nvPr/>
        </p:nvGraphicFramePr>
        <p:xfrm>
          <a:off x="4419600" y="1371600"/>
          <a:ext cx="252413" cy="368300"/>
        </p:xfrm>
        <a:graphic>
          <a:graphicData uri="http://schemas.openxmlformats.org/presentationml/2006/ole">
            <p:oleObj spid="_x0000_s842776" name="Equation" r:id="rId10" imgW="253800" imgH="368280" progId="Equation.3">
              <p:embed/>
            </p:oleObj>
          </a:graphicData>
        </a:graphic>
      </p:graphicFrame>
      <p:graphicFrame>
        <p:nvGraphicFramePr>
          <p:cNvPr id="842777" name="Object 25"/>
          <p:cNvGraphicFramePr>
            <a:graphicFrameLocks noChangeAspect="1"/>
          </p:cNvGraphicFramePr>
          <p:nvPr/>
        </p:nvGraphicFramePr>
        <p:xfrm>
          <a:off x="5029200" y="1371600"/>
          <a:ext cx="252413" cy="368300"/>
        </p:xfrm>
        <a:graphic>
          <a:graphicData uri="http://schemas.openxmlformats.org/presentationml/2006/ole">
            <p:oleObj spid="_x0000_s842777" name="Equation" r:id="rId11" imgW="253800" imgH="368280" progId="Equation.3">
              <p:embed/>
            </p:oleObj>
          </a:graphicData>
        </a:graphic>
      </p:graphicFrame>
      <p:graphicFrame>
        <p:nvGraphicFramePr>
          <p:cNvPr id="842778" name="Object 26"/>
          <p:cNvGraphicFramePr>
            <a:graphicFrameLocks noChangeAspect="1"/>
          </p:cNvGraphicFramePr>
          <p:nvPr/>
        </p:nvGraphicFramePr>
        <p:xfrm>
          <a:off x="5029200" y="2057400"/>
          <a:ext cx="252413" cy="368300"/>
        </p:xfrm>
        <a:graphic>
          <a:graphicData uri="http://schemas.openxmlformats.org/presentationml/2006/ole">
            <p:oleObj spid="_x0000_s842778" name="Equation" r:id="rId12" imgW="253800" imgH="368280" progId="Equation.3">
              <p:embed/>
            </p:oleObj>
          </a:graphicData>
        </a:graphic>
      </p:graphicFrame>
      <p:graphicFrame>
        <p:nvGraphicFramePr>
          <p:cNvPr id="842779" name="Object 27"/>
          <p:cNvGraphicFramePr>
            <a:graphicFrameLocks noChangeAspect="1"/>
          </p:cNvGraphicFramePr>
          <p:nvPr/>
        </p:nvGraphicFramePr>
        <p:xfrm>
          <a:off x="5715000" y="1371600"/>
          <a:ext cx="228600" cy="368300"/>
        </p:xfrm>
        <a:graphic>
          <a:graphicData uri="http://schemas.openxmlformats.org/presentationml/2006/ole">
            <p:oleObj spid="_x0000_s842779" name="Equation" r:id="rId13" imgW="253800" imgH="368280" progId="Equation.3">
              <p:embed/>
            </p:oleObj>
          </a:graphicData>
        </a:graphic>
      </p:graphicFrame>
      <p:graphicFrame>
        <p:nvGraphicFramePr>
          <p:cNvPr id="842780" name="Object 28"/>
          <p:cNvGraphicFramePr>
            <a:graphicFrameLocks noChangeAspect="1"/>
          </p:cNvGraphicFramePr>
          <p:nvPr/>
        </p:nvGraphicFramePr>
        <p:xfrm>
          <a:off x="5715000" y="2057400"/>
          <a:ext cx="252413" cy="368300"/>
        </p:xfrm>
        <a:graphic>
          <a:graphicData uri="http://schemas.openxmlformats.org/presentationml/2006/ole">
            <p:oleObj spid="_x0000_s842780" name="Equation" r:id="rId14" imgW="253800" imgH="368280" progId="Equation.3">
              <p:embed/>
            </p:oleObj>
          </a:graphicData>
        </a:graphic>
      </p:graphicFrame>
      <p:graphicFrame>
        <p:nvGraphicFramePr>
          <p:cNvPr id="842781" name="Object 29"/>
          <p:cNvGraphicFramePr>
            <a:graphicFrameLocks noChangeAspect="1"/>
          </p:cNvGraphicFramePr>
          <p:nvPr/>
        </p:nvGraphicFramePr>
        <p:xfrm>
          <a:off x="2743200" y="2743200"/>
          <a:ext cx="520700" cy="671513"/>
        </p:xfrm>
        <a:graphic>
          <a:graphicData uri="http://schemas.openxmlformats.org/presentationml/2006/ole">
            <p:oleObj spid="_x0000_s842781" name="Equation" r:id="rId15" imgW="520560" imgH="672840" progId="Equation.3">
              <p:embed/>
            </p:oleObj>
          </a:graphicData>
        </a:graphic>
      </p:graphicFrame>
      <p:sp>
        <p:nvSpPr>
          <p:cNvPr id="842782" name="Line 30"/>
          <p:cNvSpPr>
            <a:spLocks noChangeShapeType="1"/>
          </p:cNvSpPr>
          <p:nvPr/>
        </p:nvSpPr>
        <p:spPr bwMode="auto">
          <a:xfrm>
            <a:off x="2590800" y="44958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83" name="Line 31"/>
          <p:cNvSpPr>
            <a:spLocks noChangeShapeType="1"/>
          </p:cNvSpPr>
          <p:nvPr/>
        </p:nvSpPr>
        <p:spPr bwMode="auto">
          <a:xfrm>
            <a:off x="2590800" y="57150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84" name="Line 32"/>
          <p:cNvSpPr>
            <a:spLocks noChangeShapeType="1"/>
          </p:cNvSpPr>
          <p:nvPr/>
        </p:nvSpPr>
        <p:spPr bwMode="auto">
          <a:xfrm>
            <a:off x="2590800" y="4495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85" name="Line 33"/>
          <p:cNvSpPr>
            <a:spLocks noChangeShapeType="1"/>
          </p:cNvSpPr>
          <p:nvPr/>
        </p:nvSpPr>
        <p:spPr bwMode="auto">
          <a:xfrm>
            <a:off x="3200400" y="4495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86" name="Line 34"/>
          <p:cNvSpPr>
            <a:spLocks noChangeShapeType="1"/>
          </p:cNvSpPr>
          <p:nvPr/>
        </p:nvSpPr>
        <p:spPr bwMode="auto">
          <a:xfrm>
            <a:off x="4419600" y="4495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87" name="Line 35"/>
          <p:cNvSpPr>
            <a:spLocks noChangeShapeType="1"/>
          </p:cNvSpPr>
          <p:nvPr/>
        </p:nvSpPr>
        <p:spPr bwMode="auto">
          <a:xfrm>
            <a:off x="5029200" y="4495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88" name="Line 36"/>
          <p:cNvSpPr>
            <a:spLocks noChangeShapeType="1"/>
          </p:cNvSpPr>
          <p:nvPr/>
        </p:nvSpPr>
        <p:spPr bwMode="auto">
          <a:xfrm>
            <a:off x="5638800" y="4495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89" name="Text Box 37"/>
          <p:cNvSpPr txBox="1">
            <a:spLocks noChangeArrowheads="1"/>
          </p:cNvSpPr>
          <p:nvPr/>
        </p:nvSpPr>
        <p:spPr bwMode="auto">
          <a:xfrm>
            <a:off x="7162800" y="4572000"/>
            <a:ext cx="1098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.........</a:t>
            </a:r>
          </a:p>
        </p:txBody>
      </p:sp>
      <p:sp>
        <p:nvSpPr>
          <p:cNvPr id="842790" name="Line 38"/>
          <p:cNvSpPr>
            <a:spLocks noChangeShapeType="1"/>
          </p:cNvSpPr>
          <p:nvPr/>
        </p:nvSpPr>
        <p:spPr bwMode="auto">
          <a:xfrm flipV="1">
            <a:off x="3505200" y="5715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91" name="Line 39"/>
          <p:cNvSpPr>
            <a:spLocks noChangeShapeType="1"/>
          </p:cNvSpPr>
          <p:nvPr/>
        </p:nvSpPr>
        <p:spPr bwMode="auto">
          <a:xfrm>
            <a:off x="2590800" y="51054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92" name="Line 40"/>
          <p:cNvSpPr>
            <a:spLocks noChangeShapeType="1"/>
          </p:cNvSpPr>
          <p:nvPr/>
        </p:nvSpPr>
        <p:spPr bwMode="auto">
          <a:xfrm>
            <a:off x="3810000" y="4495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2793" name="Line 41"/>
          <p:cNvSpPr>
            <a:spLocks noChangeShapeType="1"/>
          </p:cNvSpPr>
          <p:nvPr/>
        </p:nvSpPr>
        <p:spPr bwMode="auto">
          <a:xfrm>
            <a:off x="6248400" y="4495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2794" name="Object 42"/>
          <p:cNvGraphicFramePr>
            <a:graphicFrameLocks noChangeAspect="1"/>
          </p:cNvGraphicFramePr>
          <p:nvPr/>
        </p:nvGraphicFramePr>
        <p:xfrm>
          <a:off x="2819400" y="4572000"/>
          <a:ext cx="252413" cy="381000"/>
        </p:xfrm>
        <a:graphic>
          <a:graphicData uri="http://schemas.openxmlformats.org/presentationml/2006/ole">
            <p:oleObj spid="_x0000_s842794" name="Equation" r:id="rId16" imgW="253800" imgH="380880" progId="Equation.3">
              <p:embed/>
            </p:oleObj>
          </a:graphicData>
        </a:graphic>
      </p:graphicFrame>
      <p:graphicFrame>
        <p:nvGraphicFramePr>
          <p:cNvPr id="842795" name="Object 43"/>
          <p:cNvGraphicFramePr>
            <a:graphicFrameLocks noChangeAspect="1"/>
          </p:cNvGraphicFramePr>
          <p:nvPr/>
        </p:nvGraphicFramePr>
        <p:xfrm>
          <a:off x="2819400" y="5257800"/>
          <a:ext cx="252413" cy="381000"/>
        </p:xfrm>
        <a:graphic>
          <a:graphicData uri="http://schemas.openxmlformats.org/presentationml/2006/ole">
            <p:oleObj spid="_x0000_s842795" name="Equation" r:id="rId17" imgW="253800" imgH="380880" progId="Equation.3">
              <p:embed/>
            </p:oleObj>
          </a:graphicData>
        </a:graphic>
      </p:graphicFrame>
      <p:sp>
        <p:nvSpPr>
          <p:cNvPr id="842796" name="Text Box 44"/>
          <p:cNvSpPr txBox="1">
            <a:spLocks noChangeArrowheads="1"/>
          </p:cNvSpPr>
          <p:nvPr/>
        </p:nvSpPr>
        <p:spPr bwMode="auto">
          <a:xfrm>
            <a:off x="457200" y="4419600"/>
            <a:ext cx="2132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Right part</a:t>
            </a:r>
          </a:p>
        </p:txBody>
      </p:sp>
      <p:sp>
        <p:nvSpPr>
          <p:cNvPr id="842797" name="Text Box 45"/>
          <p:cNvSpPr txBox="1">
            <a:spLocks noChangeArrowheads="1"/>
          </p:cNvSpPr>
          <p:nvPr/>
        </p:nvSpPr>
        <p:spPr bwMode="auto">
          <a:xfrm>
            <a:off x="457200" y="5105400"/>
            <a:ext cx="1963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Left part</a:t>
            </a:r>
          </a:p>
        </p:txBody>
      </p:sp>
      <p:graphicFrame>
        <p:nvGraphicFramePr>
          <p:cNvPr id="842798" name="Object 46"/>
          <p:cNvGraphicFramePr>
            <a:graphicFrameLocks noChangeAspect="1"/>
          </p:cNvGraphicFramePr>
          <p:nvPr/>
        </p:nvGraphicFramePr>
        <p:xfrm>
          <a:off x="4546600" y="5213350"/>
          <a:ext cx="315913" cy="368300"/>
        </p:xfrm>
        <a:graphic>
          <a:graphicData uri="http://schemas.openxmlformats.org/presentationml/2006/ole">
            <p:oleObj spid="_x0000_s842798" name="Equation" r:id="rId18" imgW="317160" imgH="368280" progId="Equation.3">
              <p:embed/>
            </p:oleObj>
          </a:graphicData>
        </a:graphic>
      </p:graphicFrame>
      <p:graphicFrame>
        <p:nvGraphicFramePr>
          <p:cNvPr id="842799" name="Object 47"/>
          <p:cNvGraphicFramePr>
            <a:graphicFrameLocks noChangeAspect="1"/>
          </p:cNvGraphicFramePr>
          <p:nvPr/>
        </p:nvGraphicFramePr>
        <p:xfrm>
          <a:off x="3352800" y="5257800"/>
          <a:ext cx="239713" cy="279400"/>
        </p:xfrm>
        <a:graphic>
          <a:graphicData uri="http://schemas.openxmlformats.org/presentationml/2006/ole">
            <p:oleObj spid="_x0000_s842799" name="Equation" r:id="rId19" imgW="241200" imgH="279360" progId="Equation.3">
              <p:embed/>
            </p:oleObj>
          </a:graphicData>
        </a:graphic>
      </p:graphicFrame>
      <p:graphicFrame>
        <p:nvGraphicFramePr>
          <p:cNvPr id="842800" name="Object 48"/>
          <p:cNvGraphicFramePr>
            <a:graphicFrameLocks noChangeAspect="1"/>
          </p:cNvGraphicFramePr>
          <p:nvPr/>
        </p:nvGraphicFramePr>
        <p:xfrm>
          <a:off x="3962400" y="5181600"/>
          <a:ext cx="252413" cy="392113"/>
        </p:xfrm>
        <a:graphic>
          <a:graphicData uri="http://schemas.openxmlformats.org/presentationml/2006/ole">
            <p:oleObj spid="_x0000_s842800" name="Equation" r:id="rId20" imgW="253800" imgH="393480" progId="Equation.3">
              <p:embed/>
            </p:oleObj>
          </a:graphicData>
        </a:graphic>
      </p:graphicFrame>
      <p:graphicFrame>
        <p:nvGraphicFramePr>
          <p:cNvPr id="842801" name="Object 49"/>
          <p:cNvGraphicFramePr>
            <a:graphicFrameLocks noChangeAspect="1"/>
          </p:cNvGraphicFramePr>
          <p:nvPr/>
        </p:nvGraphicFramePr>
        <p:xfrm>
          <a:off x="3352800" y="4572000"/>
          <a:ext cx="303213" cy="392113"/>
        </p:xfrm>
        <a:graphic>
          <a:graphicData uri="http://schemas.openxmlformats.org/presentationml/2006/ole">
            <p:oleObj spid="_x0000_s842801" name="Equation" r:id="rId21" imgW="304560" imgH="393480" progId="Equation.3">
              <p:embed/>
            </p:oleObj>
          </a:graphicData>
        </a:graphic>
      </p:graphicFrame>
      <p:graphicFrame>
        <p:nvGraphicFramePr>
          <p:cNvPr id="842802" name="Object 50"/>
          <p:cNvGraphicFramePr>
            <a:graphicFrameLocks noChangeAspect="1"/>
          </p:cNvGraphicFramePr>
          <p:nvPr/>
        </p:nvGraphicFramePr>
        <p:xfrm>
          <a:off x="3962400" y="4648200"/>
          <a:ext cx="228600" cy="279400"/>
        </p:xfrm>
        <a:graphic>
          <a:graphicData uri="http://schemas.openxmlformats.org/presentationml/2006/ole">
            <p:oleObj spid="_x0000_s842802" name="Equation" r:id="rId22" imgW="228600" imgH="279360" progId="Equation.3">
              <p:embed/>
            </p:oleObj>
          </a:graphicData>
        </a:graphic>
      </p:graphicFrame>
      <p:graphicFrame>
        <p:nvGraphicFramePr>
          <p:cNvPr id="842803" name="Object 51"/>
          <p:cNvGraphicFramePr>
            <a:graphicFrameLocks noChangeAspect="1"/>
          </p:cNvGraphicFramePr>
          <p:nvPr/>
        </p:nvGraphicFramePr>
        <p:xfrm>
          <a:off x="4572000" y="4572000"/>
          <a:ext cx="252413" cy="368300"/>
        </p:xfrm>
        <a:graphic>
          <a:graphicData uri="http://schemas.openxmlformats.org/presentationml/2006/ole">
            <p:oleObj spid="_x0000_s842803" name="Equation" r:id="rId23" imgW="253800" imgH="368280" progId="Equation.3">
              <p:embed/>
            </p:oleObj>
          </a:graphicData>
        </a:graphic>
      </p:graphicFrame>
      <p:graphicFrame>
        <p:nvGraphicFramePr>
          <p:cNvPr id="842804" name="Object 52"/>
          <p:cNvGraphicFramePr>
            <a:graphicFrameLocks noChangeAspect="1"/>
          </p:cNvGraphicFramePr>
          <p:nvPr/>
        </p:nvGraphicFramePr>
        <p:xfrm>
          <a:off x="5181600" y="4572000"/>
          <a:ext cx="252413" cy="368300"/>
        </p:xfrm>
        <a:graphic>
          <a:graphicData uri="http://schemas.openxmlformats.org/presentationml/2006/ole">
            <p:oleObj spid="_x0000_s842804" name="Equation" r:id="rId24" imgW="253800" imgH="368280" progId="Equation.3">
              <p:embed/>
            </p:oleObj>
          </a:graphicData>
        </a:graphic>
      </p:graphicFrame>
      <p:graphicFrame>
        <p:nvGraphicFramePr>
          <p:cNvPr id="842805" name="Object 53"/>
          <p:cNvGraphicFramePr>
            <a:graphicFrameLocks noChangeAspect="1"/>
          </p:cNvGraphicFramePr>
          <p:nvPr/>
        </p:nvGraphicFramePr>
        <p:xfrm>
          <a:off x="5181600" y="5257800"/>
          <a:ext cx="252413" cy="368300"/>
        </p:xfrm>
        <a:graphic>
          <a:graphicData uri="http://schemas.openxmlformats.org/presentationml/2006/ole">
            <p:oleObj spid="_x0000_s842805" name="Equation" r:id="rId25" imgW="253800" imgH="368280" progId="Equation.3">
              <p:embed/>
            </p:oleObj>
          </a:graphicData>
        </a:graphic>
      </p:graphicFrame>
      <p:graphicFrame>
        <p:nvGraphicFramePr>
          <p:cNvPr id="842806" name="Object 54"/>
          <p:cNvGraphicFramePr>
            <a:graphicFrameLocks noChangeAspect="1"/>
          </p:cNvGraphicFramePr>
          <p:nvPr/>
        </p:nvGraphicFramePr>
        <p:xfrm>
          <a:off x="5867400" y="4572000"/>
          <a:ext cx="228600" cy="368300"/>
        </p:xfrm>
        <a:graphic>
          <a:graphicData uri="http://schemas.openxmlformats.org/presentationml/2006/ole">
            <p:oleObj spid="_x0000_s842806" name="Equation" r:id="rId26" imgW="253800" imgH="368280" progId="Equation.3">
              <p:embed/>
            </p:oleObj>
          </a:graphicData>
        </a:graphic>
      </p:graphicFrame>
      <p:graphicFrame>
        <p:nvGraphicFramePr>
          <p:cNvPr id="842807" name="Object 55"/>
          <p:cNvGraphicFramePr>
            <a:graphicFrameLocks noChangeAspect="1"/>
          </p:cNvGraphicFramePr>
          <p:nvPr/>
        </p:nvGraphicFramePr>
        <p:xfrm>
          <a:off x="5867400" y="5257800"/>
          <a:ext cx="252413" cy="368300"/>
        </p:xfrm>
        <a:graphic>
          <a:graphicData uri="http://schemas.openxmlformats.org/presentationml/2006/ole">
            <p:oleObj spid="_x0000_s842807" name="Equation" r:id="rId27" imgW="253800" imgH="368280" progId="Equation.3">
              <p:embed/>
            </p:oleObj>
          </a:graphicData>
        </a:graphic>
      </p:graphicFrame>
      <p:graphicFrame>
        <p:nvGraphicFramePr>
          <p:cNvPr id="842808" name="Object 56"/>
          <p:cNvGraphicFramePr>
            <a:graphicFrameLocks noChangeAspect="1"/>
          </p:cNvGraphicFramePr>
          <p:nvPr/>
        </p:nvGraphicFramePr>
        <p:xfrm>
          <a:off x="3352800" y="5943600"/>
          <a:ext cx="544513" cy="671513"/>
        </p:xfrm>
        <a:graphic>
          <a:graphicData uri="http://schemas.openxmlformats.org/presentationml/2006/ole">
            <p:oleObj spid="_x0000_s842808" name="Equation" r:id="rId28" imgW="545760" imgH="672840" progId="Equation.3">
              <p:embed/>
            </p:oleObj>
          </a:graphicData>
        </a:graphic>
      </p:graphicFrame>
      <p:sp>
        <p:nvSpPr>
          <p:cNvPr id="842809" name="Text Box 57"/>
          <p:cNvSpPr txBox="1">
            <a:spLocks noChangeArrowheads="1"/>
          </p:cNvSpPr>
          <p:nvPr/>
        </p:nvSpPr>
        <p:spPr bwMode="auto">
          <a:xfrm>
            <a:off x="3733800" y="8382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Time 1</a:t>
            </a:r>
          </a:p>
        </p:txBody>
      </p:sp>
      <p:sp>
        <p:nvSpPr>
          <p:cNvPr id="842810" name="Text Box 58"/>
          <p:cNvSpPr txBox="1">
            <a:spLocks noChangeArrowheads="1"/>
          </p:cNvSpPr>
          <p:nvPr/>
        </p:nvSpPr>
        <p:spPr bwMode="auto">
          <a:xfrm>
            <a:off x="3810000" y="39624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Time 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DDB399-E021-4D75-89D4-D957412411EE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843778" name="Text Box 2"/>
          <p:cNvSpPr txBox="1">
            <a:spLocks noChangeArrowheads="1"/>
          </p:cNvSpPr>
          <p:nvPr/>
        </p:nvSpPr>
        <p:spPr bwMode="auto">
          <a:xfrm>
            <a:off x="381000" y="762000"/>
            <a:ext cx="2057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Theorem:</a:t>
            </a:r>
          </a:p>
        </p:txBody>
      </p:sp>
      <p:sp>
        <p:nvSpPr>
          <p:cNvPr id="843779" name="Text Box 3"/>
          <p:cNvSpPr txBox="1">
            <a:spLocks noChangeArrowheads="1"/>
          </p:cNvSpPr>
          <p:nvPr/>
        </p:nvSpPr>
        <p:spPr bwMode="auto">
          <a:xfrm>
            <a:off x="2743200" y="762000"/>
            <a:ext cx="547846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Semi-infinite tape machines</a:t>
            </a:r>
          </a:p>
          <a:p>
            <a:r>
              <a:rPr lang="en-US"/>
              <a:t>have the same power with </a:t>
            </a:r>
          </a:p>
          <a:p>
            <a:r>
              <a:rPr lang="en-US"/>
              <a:t>Standard Turing machines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C9DC36-A036-4513-90F6-6BC0009F1BE9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84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Off-Line Machine</a:t>
            </a:r>
          </a:p>
        </p:txBody>
      </p:sp>
      <p:sp>
        <p:nvSpPr>
          <p:cNvPr id="844803" name="Rectangle 3"/>
          <p:cNvSpPr>
            <a:spLocks noChangeArrowheads="1"/>
          </p:cNvSpPr>
          <p:nvPr/>
        </p:nvSpPr>
        <p:spPr bwMode="auto">
          <a:xfrm>
            <a:off x="2286000" y="3352800"/>
            <a:ext cx="3429000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4804" name="Line 4"/>
          <p:cNvSpPr>
            <a:spLocks noChangeShapeType="1"/>
          </p:cNvSpPr>
          <p:nvPr/>
        </p:nvSpPr>
        <p:spPr bwMode="auto">
          <a:xfrm>
            <a:off x="1295400" y="5715000"/>
            <a:ext cx="563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4805" name="Line 5"/>
          <p:cNvSpPr>
            <a:spLocks noChangeShapeType="1"/>
          </p:cNvSpPr>
          <p:nvPr/>
        </p:nvSpPr>
        <p:spPr bwMode="auto">
          <a:xfrm>
            <a:off x="1295400" y="6248400"/>
            <a:ext cx="563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4806" name="Line 6"/>
          <p:cNvSpPr>
            <a:spLocks noChangeShapeType="1"/>
          </p:cNvSpPr>
          <p:nvPr/>
        </p:nvSpPr>
        <p:spPr bwMode="auto">
          <a:xfrm>
            <a:off x="1752600" y="571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07" name="Line 7"/>
          <p:cNvSpPr>
            <a:spLocks noChangeShapeType="1"/>
          </p:cNvSpPr>
          <p:nvPr/>
        </p:nvSpPr>
        <p:spPr bwMode="auto">
          <a:xfrm>
            <a:off x="2286000" y="571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08" name="Line 8"/>
          <p:cNvSpPr>
            <a:spLocks noChangeShapeType="1"/>
          </p:cNvSpPr>
          <p:nvPr/>
        </p:nvSpPr>
        <p:spPr bwMode="auto">
          <a:xfrm>
            <a:off x="2819400" y="571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09" name="Line 9"/>
          <p:cNvSpPr>
            <a:spLocks noChangeShapeType="1"/>
          </p:cNvSpPr>
          <p:nvPr/>
        </p:nvSpPr>
        <p:spPr bwMode="auto">
          <a:xfrm>
            <a:off x="3352800" y="571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10" name="Line 10"/>
          <p:cNvSpPr>
            <a:spLocks noChangeShapeType="1"/>
          </p:cNvSpPr>
          <p:nvPr/>
        </p:nvSpPr>
        <p:spPr bwMode="auto">
          <a:xfrm>
            <a:off x="3886200" y="571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11" name="Line 11"/>
          <p:cNvSpPr>
            <a:spLocks noChangeShapeType="1"/>
          </p:cNvSpPr>
          <p:nvPr/>
        </p:nvSpPr>
        <p:spPr bwMode="auto">
          <a:xfrm>
            <a:off x="4419600" y="571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12" name="Line 12"/>
          <p:cNvSpPr>
            <a:spLocks noChangeShapeType="1"/>
          </p:cNvSpPr>
          <p:nvPr/>
        </p:nvSpPr>
        <p:spPr bwMode="auto">
          <a:xfrm>
            <a:off x="4953000" y="571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13" name="Line 13"/>
          <p:cNvSpPr>
            <a:spLocks noChangeShapeType="1"/>
          </p:cNvSpPr>
          <p:nvPr/>
        </p:nvSpPr>
        <p:spPr bwMode="auto">
          <a:xfrm>
            <a:off x="5486400" y="571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14" name="Line 14"/>
          <p:cNvSpPr>
            <a:spLocks noChangeShapeType="1"/>
          </p:cNvSpPr>
          <p:nvPr/>
        </p:nvSpPr>
        <p:spPr bwMode="auto">
          <a:xfrm>
            <a:off x="6019800" y="571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15" name="Line 15"/>
          <p:cNvSpPr>
            <a:spLocks noChangeShapeType="1"/>
          </p:cNvSpPr>
          <p:nvPr/>
        </p:nvSpPr>
        <p:spPr bwMode="auto">
          <a:xfrm>
            <a:off x="6553200" y="5715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16" name="Line 16"/>
          <p:cNvSpPr>
            <a:spLocks noChangeShapeType="1"/>
          </p:cNvSpPr>
          <p:nvPr/>
        </p:nvSpPr>
        <p:spPr bwMode="auto">
          <a:xfrm>
            <a:off x="2209800" y="1752600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4817" name="Line 17"/>
          <p:cNvSpPr>
            <a:spLocks noChangeShapeType="1"/>
          </p:cNvSpPr>
          <p:nvPr/>
        </p:nvSpPr>
        <p:spPr bwMode="auto">
          <a:xfrm>
            <a:off x="2209800" y="2286000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4818" name="Line 18"/>
          <p:cNvSpPr>
            <a:spLocks noChangeShapeType="1"/>
          </p:cNvSpPr>
          <p:nvPr/>
        </p:nvSpPr>
        <p:spPr bwMode="auto">
          <a:xfrm>
            <a:off x="2209800" y="1752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19" name="Line 19"/>
          <p:cNvSpPr>
            <a:spLocks noChangeShapeType="1"/>
          </p:cNvSpPr>
          <p:nvPr/>
        </p:nvSpPr>
        <p:spPr bwMode="auto">
          <a:xfrm>
            <a:off x="2743200" y="1752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20" name="Line 20"/>
          <p:cNvSpPr>
            <a:spLocks noChangeShapeType="1"/>
          </p:cNvSpPr>
          <p:nvPr/>
        </p:nvSpPr>
        <p:spPr bwMode="auto">
          <a:xfrm>
            <a:off x="3276600" y="1752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21" name="Line 21"/>
          <p:cNvSpPr>
            <a:spLocks noChangeShapeType="1"/>
          </p:cNvSpPr>
          <p:nvPr/>
        </p:nvSpPr>
        <p:spPr bwMode="auto">
          <a:xfrm>
            <a:off x="3810000" y="1752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22" name="Line 22"/>
          <p:cNvSpPr>
            <a:spLocks noChangeShapeType="1"/>
          </p:cNvSpPr>
          <p:nvPr/>
        </p:nvSpPr>
        <p:spPr bwMode="auto">
          <a:xfrm>
            <a:off x="4343400" y="1752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23" name="Line 23"/>
          <p:cNvSpPr>
            <a:spLocks noChangeShapeType="1"/>
          </p:cNvSpPr>
          <p:nvPr/>
        </p:nvSpPr>
        <p:spPr bwMode="auto">
          <a:xfrm>
            <a:off x="4876800" y="1752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24" name="Line 24"/>
          <p:cNvSpPr>
            <a:spLocks noChangeShapeType="1"/>
          </p:cNvSpPr>
          <p:nvPr/>
        </p:nvSpPr>
        <p:spPr bwMode="auto">
          <a:xfrm>
            <a:off x="5410200" y="1752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25" name="Text Box 25"/>
          <p:cNvSpPr txBox="1">
            <a:spLocks noChangeArrowheads="1"/>
          </p:cNvSpPr>
          <p:nvPr/>
        </p:nvSpPr>
        <p:spPr bwMode="auto">
          <a:xfrm>
            <a:off x="2819400" y="3733800"/>
            <a:ext cx="250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Control Unit</a:t>
            </a:r>
          </a:p>
        </p:txBody>
      </p:sp>
      <p:sp>
        <p:nvSpPr>
          <p:cNvPr id="844826" name="Line 26"/>
          <p:cNvSpPr>
            <a:spLocks noChangeShapeType="1"/>
          </p:cNvSpPr>
          <p:nvPr/>
        </p:nvSpPr>
        <p:spPr bwMode="auto">
          <a:xfrm>
            <a:off x="4114800" y="2286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27" name="Line 27"/>
          <p:cNvSpPr>
            <a:spLocks noChangeShapeType="1"/>
          </p:cNvSpPr>
          <p:nvPr/>
        </p:nvSpPr>
        <p:spPr bwMode="auto">
          <a:xfrm>
            <a:off x="4114800" y="47244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4828" name="Text Box 28"/>
          <p:cNvSpPr txBox="1">
            <a:spLocks noChangeArrowheads="1"/>
          </p:cNvSpPr>
          <p:nvPr/>
        </p:nvSpPr>
        <p:spPr bwMode="auto">
          <a:xfrm>
            <a:off x="3124200" y="1066800"/>
            <a:ext cx="2055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Input File</a:t>
            </a:r>
          </a:p>
        </p:txBody>
      </p:sp>
      <p:sp>
        <p:nvSpPr>
          <p:cNvPr id="844829" name="Text Box 29"/>
          <p:cNvSpPr txBox="1">
            <a:spLocks noChangeArrowheads="1"/>
          </p:cNvSpPr>
          <p:nvPr/>
        </p:nvSpPr>
        <p:spPr bwMode="auto">
          <a:xfrm>
            <a:off x="1812925" y="5054600"/>
            <a:ext cx="1108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Tape</a:t>
            </a:r>
          </a:p>
        </p:txBody>
      </p:sp>
      <p:sp>
        <p:nvSpPr>
          <p:cNvPr id="844830" name="Text Box 30"/>
          <p:cNvSpPr txBox="1">
            <a:spLocks noChangeArrowheads="1"/>
          </p:cNvSpPr>
          <p:nvPr/>
        </p:nvSpPr>
        <p:spPr bwMode="auto">
          <a:xfrm>
            <a:off x="4343400" y="2514600"/>
            <a:ext cx="1966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read-only</a:t>
            </a:r>
          </a:p>
        </p:txBody>
      </p:sp>
      <p:graphicFrame>
        <p:nvGraphicFramePr>
          <p:cNvPr id="897024" name="Object 1024"/>
          <p:cNvGraphicFramePr>
            <a:graphicFrameLocks noChangeAspect="1"/>
          </p:cNvGraphicFramePr>
          <p:nvPr/>
        </p:nvGraphicFramePr>
        <p:xfrm>
          <a:off x="2362200" y="1905000"/>
          <a:ext cx="265113" cy="279400"/>
        </p:xfrm>
        <a:graphic>
          <a:graphicData uri="http://schemas.openxmlformats.org/presentationml/2006/ole">
            <p:oleObj spid="_x0000_s897024" name="Equation" r:id="rId3" imgW="266400" imgH="279360" progId="Equation.3">
              <p:embed/>
            </p:oleObj>
          </a:graphicData>
        </a:graphic>
      </p:graphicFrame>
      <p:graphicFrame>
        <p:nvGraphicFramePr>
          <p:cNvPr id="897025" name="Object 1025"/>
          <p:cNvGraphicFramePr>
            <a:graphicFrameLocks noChangeAspect="1"/>
          </p:cNvGraphicFramePr>
          <p:nvPr/>
        </p:nvGraphicFramePr>
        <p:xfrm>
          <a:off x="2895600" y="1828800"/>
          <a:ext cx="252413" cy="392113"/>
        </p:xfrm>
        <a:graphic>
          <a:graphicData uri="http://schemas.openxmlformats.org/presentationml/2006/ole">
            <p:oleObj spid="_x0000_s897025" name="Equation" r:id="rId4" imgW="253800" imgH="393480" progId="Equation.3">
              <p:embed/>
            </p:oleObj>
          </a:graphicData>
        </a:graphic>
      </p:graphicFrame>
      <p:graphicFrame>
        <p:nvGraphicFramePr>
          <p:cNvPr id="897026" name="Object 1026"/>
          <p:cNvGraphicFramePr>
            <a:graphicFrameLocks noChangeAspect="1"/>
          </p:cNvGraphicFramePr>
          <p:nvPr/>
        </p:nvGraphicFramePr>
        <p:xfrm>
          <a:off x="3435350" y="1884363"/>
          <a:ext cx="239713" cy="279400"/>
        </p:xfrm>
        <a:graphic>
          <a:graphicData uri="http://schemas.openxmlformats.org/presentationml/2006/ole">
            <p:oleObj spid="_x0000_s897026" name="Equation" r:id="rId5" imgW="241200" imgH="279360" progId="Equation.3">
              <p:embed/>
            </p:oleObj>
          </a:graphicData>
        </a:graphic>
      </p:graphicFrame>
      <p:graphicFrame>
        <p:nvGraphicFramePr>
          <p:cNvPr id="897027" name="Object 1027"/>
          <p:cNvGraphicFramePr>
            <a:graphicFrameLocks noChangeAspect="1"/>
          </p:cNvGraphicFramePr>
          <p:nvPr/>
        </p:nvGraphicFramePr>
        <p:xfrm>
          <a:off x="4038600" y="5791200"/>
          <a:ext cx="303213" cy="392113"/>
        </p:xfrm>
        <a:graphic>
          <a:graphicData uri="http://schemas.openxmlformats.org/presentationml/2006/ole">
            <p:oleObj spid="_x0000_s897027" name="Equation" r:id="rId6" imgW="304560" imgH="393480" progId="Equation.3">
              <p:embed/>
            </p:oleObj>
          </a:graphicData>
        </a:graphic>
      </p:graphicFrame>
      <p:graphicFrame>
        <p:nvGraphicFramePr>
          <p:cNvPr id="897028" name="Object 1028"/>
          <p:cNvGraphicFramePr>
            <a:graphicFrameLocks noChangeAspect="1"/>
          </p:cNvGraphicFramePr>
          <p:nvPr/>
        </p:nvGraphicFramePr>
        <p:xfrm>
          <a:off x="4572000" y="5867400"/>
          <a:ext cx="228600" cy="279400"/>
        </p:xfrm>
        <a:graphic>
          <a:graphicData uri="http://schemas.openxmlformats.org/presentationml/2006/ole">
            <p:oleObj spid="_x0000_s897028" name="Equation" r:id="rId7" imgW="228600" imgH="279360" progId="Equation.3">
              <p:embed/>
            </p:oleObj>
          </a:graphicData>
        </a:graphic>
      </p:graphicFrame>
      <p:graphicFrame>
        <p:nvGraphicFramePr>
          <p:cNvPr id="897029" name="Object 1029"/>
          <p:cNvGraphicFramePr>
            <a:graphicFrameLocks noChangeAspect="1"/>
          </p:cNvGraphicFramePr>
          <p:nvPr/>
        </p:nvGraphicFramePr>
        <p:xfrm>
          <a:off x="3498850" y="5802313"/>
          <a:ext cx="315913" cy="368300"/>
        </p:xfrm>
        <a:graphic>
          <a:graphicData uri="http://schemas.openxmlformats.org/presentationml/2006/ole">
            <p:oleObj spid="_x0000_s897029" name="Equation" r:id="rId8" imgW="317160" imgH="368280" progId="Equation.3">
              <p:embed/>
            </p:oleObj>
          </a:graphicData>
        </a:graphic>
      </p:graphicFrame>
      <p:graphicFrame>
        <p:nvGraphicFramePr>
          <p:cNvPr id="897030" name="Object 1030"/>
          <p:cNvGraphicFramePr>
            <a:graphicFrameLocks noChangeAspect="1"/>
          </p:cNvGraphicFramePr>
          <p:nvPr/>
        </p:nvGraphicFramePr>
        <p:xfrm>
          <a:off x="5105400" y="5791200"/>
          <a:ext cx="252413" cy="368300"/>
        </p:xfrm>
        <a:graphic>
          <a:graphicData uri="http://schemas.openxmlformats.org/presentationml/2006/ole">
            <p:oleObj spid="_x0000_s897030" name="Equation" r:id="rId9" imgW="253800" imgH="368280" progId="Equation.3">
              <p:embed/>
            </p:oleObj>
          </a:graphicData>
        </a:graphic>
      </p:graphicFrame>
      <p:graphicFrame>
        <p:nvGraphicFramePr>
          <p:cNvPr id="897031" name="Object 1031"/>
          <p:cNvGraphicFramePr>
            <a:graphicFrameLocks noChangeAspect="1"/>
          </p:cNvGraphicFramePr>
          <p:nvPr/>
        </p:nvGraphicFramePr>
        <p:xfrm>
          <a:off x="5638800" y="5791200"/>
          <a:ext cx="252413" cy="368300"/>
        </p:xfrm>
        <a:graphic>
          <a:graphicData uri="http://schemas.openxmlformats.org/presentationml/2006/ole">
            <p:oleObj spid="_x0000_s897031" name="Equation" r:id="rId10" imgW="253800" imgH="368280" progId="Equation.3">
              <p:embed/>
            </p:oleObj>
          </a:graphicData>
        </a:graphic>
      </p:graphicFrame>
      <p:graphicFrame>
        <p:nvGraphicFramePr>
          <p:cNvPr id="897032" name="Object 1032"/>
          <p:cNvGraphicFramePr>
            <a:graphicFrameLocks noChangeAspect="1"/>
          </p:cNvGraphicFramePr>
          <p:nvPr/>
        </p:nvGraphicFramePr>
        <p:xfrm>
          <a:off x="2971800" y="5791200"/>
          <a:ext cx="252413" cy="368300"/>
        </p:xfrm>
        <a:graphic>
          <a:graphicData uri="http://schemas.openxmlformats.org/presentationml/2006/ole">
            <p:oleObj spid="_x0000_s897032" name="Equation" r:id="rId11" imgW="253800" imgH="368280" progId="Equation.3">
              <p:embed/>
            </p:oleObj>
          </a:graphicData>
        </a:graphic>
      </p:graphicFrame>
      <p:graphicFrame>
        <p:nvGraphicFramePr>
          <p:cNvPr id="897033" name="Object 1033"/>
          <p:cNvGraphicFramePr>
            <a:graphicFrameLocks noChangeAspect="1"/>
          </p:cNvGraphicFramePr>
          <p:nvPr/>
        </p:nvGraphicFramePr>
        <p:xfrm>
          <a:off x="2438400" y="5791200"/>
          <a:ext cx="252413" cy="368300"/>
        </p:xfrm>
        <a:graphic>
          <a:graphicData uri="http://schemas.openxmlformats.org/presentationml/2006/ole">
            <p:oleObj spid="_x0000_s897033" name="Equation" r:id="rId12" imgW="253800" imgH="368280" progId="Equation.3">
              <p:embed/>
            </p:oleObj>
          </a:graphicData>
        </a:graphic>
      </p:graphicFrame>
      <p:sp>
        <p:nvSpPr>
          <p:cNvPr id="844841" name="Text Box 41"/>
          <p:cNvSpPr txBox="1">
            <a:spLocks noChangeArrowheads="1"/>
          </p:cNvSpPr>
          <p:nvPr/>
        </p:nvSpPr>
        <p:spPr bwMode="auto">
          <a:xfrm>
            <a:off x="4267200" y="4876800"/>
            <a:ext cx="2219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read-write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7F6097-D97E-4DEB-B17F-F8A6381A73AB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845826" name="Text Box 2"/>
          <p:cNvSpPr txBox="1">
            <a:spLocks noChangeArrowheads="1"/>
          </p:cNvSpPr>
          <p:nvPr/>
        </p:nvSpPr>
        <p:spPr bwMode="auto">
          <a:xfrm>
            <a:off x="228600" y="228600"/>
            <a:ext cx="54070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Off-line machines simulate </a:t>
            </a:r>
          </a:p>
          <a:p>
            <a:r>
              <a:rPr lang="en-US"/>
              <a:t>Standard Turing Machines:</a:t>
            </a:r>
          </a:p>
        </p:txBody>
      </p:sp>
      <p:sp>
        <p:nvSpPr>
          <p:cNvPr id="845827" name="Text Box 3"/>
          <p:cNvSpPr txBox="1">
            <a:spLocks noChangeArrowheads="1"/>
          </p:cNvSpPr>
          <p:nvPr/>
        </p:nvSpPr>
        <p:spPr bwMode="auto">
          <a:xfrm>
            <a:off x="1371600" y="2362200"/>
            <a:ext cx="35131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Off-line machine:</a:t>
            </a:r>
          </a:p>
        </p:txBody>
      </p:sp>
      <p:sp>
        <p:nvSpPr>
          <p:cNvPr id="845828" name="Text Box 4"/>
          <p:cNvSpPr txBox="1">
            <a:spLocks noChangeArrowheads="1"/>
          </p:cNvSpPr>
          <p:nvPr/>
        </p:nvSpPr>
        <p:spPr bwMode="auto">
          <a:xfrm>
            <a:off x="1371600" y="3276600"/>
            <a:ext cx="5803900" cy="23320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1.</a:t>
            </a:r>
            <a:r>
              <a:rPr lang="en-US"/>
              <a:t>  Copy input file to tape</a:t>
            </a:r>
          </a:p>
          <a:p>
            <a:endParaRPr lang="en-US"/>
          </a:p>
          <a:p>
            <a:r>
              <a:rPr lang="en-US">
                <a:solidFill>
                  <a:srgbClr val="33CC33"/>
                </a:solidFill>
              </a:rPr>
              <a:t>2.</a:t>
            </a:r>
            <a:r>
              <a:rPr lang="en-US"/>
              <a:t>  Continue computation as in</a:t>
            </a:r>
          </a:p>
          <a:p>
            <a:r>
              <a:rPr lang="en-US"/>
              <a:t>     Standard Turing machine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DAF129-38AC-416B-86D0-D9BB5E59DB19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846850" name="Text Box 2"/>
          <p:cNvSpPr txBox="1">
            <a:spLocks noChangeArrowheads="1"/>
          </p:cNvSpPr>
          <p:nvPr/>
        </p:nvSpPr>
        <p:spPr bwMode="auto">
          <a:xfrm>
            <a:off x="1905000" y="5867400"/>
            <a:ext cx="4937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1.</a:t>
            </a:r>
            <a:r>
              <a:rPr lang="en-US"/>
              <a:t>  Copy input file to tape</a:t>
            </a:r>
          </a:p>
        </p:txBody>
      </p:sp>
      <p:sp>
        <p:nvSpPr>
          <p:cNvPr id="846851" name="Line 3"/>
          <p:cNvSpPr>
            <a:spLocks noChangeShapeType="1"/>
          </p:cNvSpPr>
          <p:nvPr/>
        </p:nvSpPr>
        <p:spPr bwMode="auto">
          <a:xfrm>
            <a:off x="4876800" y="50292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6852" name="Line 4"/>
          <p:cNvSpPr>
            <a:spLocks noChangeShapeType="1"/>
          </p:cNvSpPr>
          <p:nvPr/>
        </p:nvSpPr>
        <p:spPr bwMode="auto">
          <a:xfrm>
            <a:off x="5181600" y="4495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53" name="Line 5"/>
          <p:cNvSpPr>
            <a:spLocks noChangeShapeType="1"/>
          </p:cNvSpPr>
          <p:nvPr/>
        </p:nvSpPr>
        <p:spPr bwMode="auto">
          <a:xfrm>
            <a:off x="5715000" y="4495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54" name="Line 6"/>
          <p:cNvSpPr>
            <a:spLocks noChangeShapeType="1"/>
          </p:cNvSpPr>
          <p:nvPr/>
        </p:nvSpPr>
        <p:spPr bwMode="auto">
          <a:xfrm>
            <a:off x="6248400" y="4495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55" name="Line 7"/>
          <p:cNvSpPr>
            <a:spLocks noChangeShapeType="1"/>
          </p:cNvSpPr>
          <p:nvPr/>
        </p:nvSpPr>
        <p:spPr bwMode="auto">
          <a:xfrm>
            <a:off x="6781800" y="4495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56" name="Line 8"/>
          <p:cNvSpPr>
            <a:spLocks noChangeShapeType="1"/>
          </p:cNvSpPr>
          <p:nvPr/>
        </p:nvSpPr>
        <p:spPr bwMode="auto">
          <a:xfrm>
            <a:off x="7315200" y="4495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57" name="Line 9"/>
          <p:cNvSpPr>
            <a:spLocks noChangeShapeType="1"/>
          </p:cNvSpPr>
          <p:nvPr/>
        </p:nvSpPr>
        <p:spPr bwMode="auto">
          <a:xfrm>
            <a:off x="7848600" y="4495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58" name="Line 10"/>
          <p:cNvSpPr>
            <a:spLocks noChangeShapeType="1"/>
          </p:cNvSpPr>
          <p:nvPr/>
        </p:nvSpPr>
        <p:spPr bwMode="auto">
          <a:xfrm>
            <a:off x="8382000" y="4495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59" name="Line 11"/>
          <p:cNvSpPr>
            <a:spLocks noChangeShapeType="1"/>
          </p:cNvSpPr>
          <p:nvPr/>
        </p:nvSpPr>
        <p:spPr bwMode="auto">
          <a:xfrm>
            <a:off x="320675" y="4546600"/>
            <a:ext cx="3581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6860" name="Line 12"/>
          <p:cNvSpPr>
            <a:spLocks noChangeShapeType="1"/>
          </p:cNvSpPr>
          <p:nvPr/>
        </p:nvSpPr>
        <p:spPr bwMode="auto">
          <a:xfrm>
            <a:off x="320675" y="5080000"/>
            <a:ext cx="3581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6861" name="Line 13"/>
          <p:cNvSpPr>
            <a:spLocks noChangeShapeType="1"/>
          </p:cNvSpPr>
          <p:nvPr/>
        </p:nvSpPr>
        <p:spPr bwMode="auto">
          <a:xfrm>
            <a:off x="320675" y="4546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62" name="Line 14"/>
          <p:cNvSpPr>
            <a:spLocks noChangeShapeType="1"/>
          </p:cNvSpPr>
          <p:nvPr/>
        </p:nvSpPr>
        <p:spPr bwMode="auto">
          <a:xfrm>
            <a:off x="854075" y="4546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63" name="Line 15"/>
          <p:cNvSpPr>
            <a:spLocks noChangeShapeType="1"/>
          </p:cNvSpPr>
          <p:nvPr/>
        </p:nvSpPr>
        <p:spPr bwMode="auto">
          <a:xfrm>
            <a:off x="1387475" y="4546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64" name="Line 16"/>
          <p:cNvSpPr>
            <a:spLocks noChangeShapeType="1"/>
          </p:cNvSpPr>
          <p:nvPr/>
        </p:nvSpPr>
        <p:spPr bwMode="auto">
          <a:xfrm>
            <a:off x="1920875" y="4546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65" name="Line 17"/>
          <p:cNvSpPr>
            <a:spLocks noChangeShapeType="1"/>
          </p:cNvSpPr>
          <p:nvPr/>
        </p:nvSpPr>
        <p:spPr bwMode="auto">
          <a:xfrm>
            <a:off x="2454275" y="4546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66" name="Line 18"/>
          <p:cNvSpPr>
            <a:spLocks noChangeShapeType="1"/>
          </p:cNvSpPr>
          <p:nvPr/>
        </p:nvSpPr>
        <p:spPr bwMode="auto">
          <a:xfrm>
            <a:off x="2987675" y="4546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67" name="Line 19"/>
          <p:cNvSpPr>
            <a:spLocks noChangeShapeType="1"/>
          </p:cNvSpPr>
          <p:nvPr/>
        </p:nvSpPr>
        <p:spPr bwMode="auto">
          <a:xfrm>
            <a:off x="3521075" y="4546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68" name="Text Box 20"/>
          <p:cNvSpPr txBox="1">
            <a:spLocks noChangeArrowheads="1"/>
          </p:cNvSpPr>
          <p:nvPr/>
        </p:nvSpPr>
        <p:spPr bwMode="auto">
          <a:xfrm>
            <a:off x="1295400" y="3962400"/>
            <a:ext cx="2055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 File</a:t>
            </a:r>
          </a:p>
        </p:txBody>
      </p:sp>
      <p:graphicFrame>
        <p:nvGraphicFramePr>
          <p:cNvPr id="846869" name="Object 21"/>
          <p:cNvGraphicFramePr>
            <a:graphicFrameLocks noChangeAspect="1"/>
          </p:cNvGraphicFramePr>
          <p:nvPr/>
        </p:nvGraphicFramePr>
        <p:xfrm>
          <a:off x="473075" y="4699000"/>
          <a:ext cx="265113" cy="279400"/>
        </p:xfrm>
        <a:graphic>
          <a:graphicData uri="http://schemas.openxmlformats.org/presentationml/2006/ole">
            <p:oleObj spid="_x0000_s846869" name="Equation" r:id="rId3" imgW="266400" imgH="279360" progId="Equation.3">
              <p:embed/>
            </p:oleObj>
          </a:graphicData>
        </a:graphic>
      </p:graphicFrame>
      <p:graphicFrame>
        <p:nvGraphicFramePr>
          <p:cNvPr id="846870" name="Object 22"/>
          <p:cNvGraphicFramePr>
            <a:graphicFrameLocks noChangeAspect="1"/>
          </p:cNvGraphicFramePr>
          <p:nvPr/>
        </p:nvGraphicFramePr>
        <p:xfrm>
          <a:off x="1006475" y="4622800"/>
          <a:ext cx="252413" cy="392113"/>
        </p:xfrm>
        <a:graphic>
          <a:graphicData uri="http://schemas.openxmlformats.org/presentationml/2006/ole">
            <p:oleObj spid="_x0000_s846870" name="Equation" r:id="rId4" imgW="253800" imgH="393480" progId="Equation.3">
              <p:embed/>
            </p:oleObj>
          </a:graphicData>
        </a:graphic>
      </p:graphicFrame>
      <p:graphicFrame>
        <p:nvGraphicFramePr>
          <p:cNvPr id="846871" name="Object 23"/>
          <p:cNvGraphicFramePr>
            <a:graphicFrameLocks noChangeAspect="1"/>
          </p:cNvGraphicFramePr>
          <p:nvPr/>
        </p:nvGraphicFramePr>
        <p:xfrm>
          <a:off x="1546225" y="4678363"/>
          <a:ext cx="239713" cy="279400"/>
        </p:xfrm>
        <a:graphic>
          <a:graphicData uri="http://schemas.openxmlformats.org/presentationml/2006/ole">
            <p:oleObj spid="_x0000_s846871" name="Equation" r:id="rId5" imgW="241200" imgH="279360" progId="Equation.3">
              <p:embed/>
            </p:oleObj>
          </a:graphicData>
        </a:graphic>
      </p:graphicFrame>
      <p:graphicFrame>
        <p:nvGraphicFramePr>
          <p:cNvPr id="846872" name="Object 24"/>
          <p:cNvGraphicFramePr>
            <a:graphicFrameLocks noChangeAspect="1"/>
          </p:cNvGraphicFramePr>
          <p:nvPr/>
        </p:nvGraphicFramePr>
        <p:xfrm>
          <a:off x="8001000" y="4622800"/>
          <a:ext cx="252413" cy="368300"/>
        </p:xfrm>
        <a:graphic>
          <a:graphicData uri="http://schemas.openxmlformats.org/presentationml/2006/ole">
            <p:oleObj spid="_x0000_s846872" name="Equation" r:id="rId6" imgW="253800" imgH="368280" progId="Equation.3">
              <p:embed/>
            </p:oleObj>
          </a:graphicData>
        </a:graphic>
      </p:graphicFrame>
      <p:graphicFrame>
        <p:nvGraphicFramePr>
          <p:cNvPr id="846873" name="Object 25"/>
          <p:cNvGraphicFramePr>
            <a:graphicFrameLocks noChangeAspect="1"/>
          </p:cNvGraphicFramePr>
          <p:nvPr/>
        </p:nvGraphicFramePr>
        <p:xfrm>
          <a:off x="5334000" y="4622800"/>
          <a:ext cx="252413" cy="368300"/>
        </p:xfrm>
        <a:graphic>
          <a:graphicData uri="http://schemas.openxmlformats.org/presentationml/2006/ole">
            <p:oleObj spid="_x0000_s846873" name="Equation" r:id="rId7" imgW="253800" imgH="368280" progId="Equation.3">
              <p:embed/>
            </p:oleObj>
          </a:graphicData>
        </a:graphic>
      </p:graphicFrame>
      <p:graphicFrame>
        <p:nvGraphicFramePr>
          <p:cNvPr id="846874" name="Object 26"/>
          <p:cNvGraphicFramePr>
            <a:graphicFrameLocks noChangeAspect="1"/>
          </p:cNvGraphicFramePr>
          <p:nvPr/>
        </p:nvGraphicFramePr>
        <p:xfrm>
          <a:off x="5791200" y="4622800"/>
          <a:ext cx="252413" cy="368300"/>
        </p:xfrm>
        <a:graphic>
          <a:graphicData uri="http://schemas.openxmlformats.org/presentationml/2006/ole">
            <p:oleObj spid="_x0000_s846874" name="Equation" r:id="rId8" imgW="253800" imgH="368280" progId="Equation.3">
              <p:embed/>
            </p:oleObj>
          </a:graphicData>
        </a:graphic>
      </p:graphicFrame>
      <p:sp>
        <p:nvSpPr>
          <p:cNvPr id="846875" name="Line 27"/>
          <p:cNvSpPr>
            <a:spLocks noChangeShapeType="1"/>
          </p:cNvSpPr>
          <p:nvPr/>
        </p:nvSpPr>
        <p:spPr bwMode="auto">
          <a:xfrm flipV="1">
            <a:off x="6477000" y="5080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6876" name="Line 28"/>
          <p:cNvSpPr>
            <a:spLocks noChangeShapeType="1"/>
          </p:cNvSpPr>
          <p:nvPr/>
        </p:nvSpPr>
        <p:spPr bwMode="auto">
          <a:xfrm flipV="1">
            <a:off x="1676400" y="5105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6877" name="Text Box 29"/>
          <p:cNvSpPr txBox="1">
            <a:spLocks noChangeArrowheads="1"/>
          </p:cNvSpPr>
          <p:nvPr/>
        </p:nvSpPr>
        <p:spPr bwMode="auto">
          <a:xfrm>
            <a:off x="6248400" y="3886200"/>
            <a:ext cx="1108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Tape</a:t>
            </a:r>
          </a:p>
        </p:txBody>
      </p:sp>
      <p:sp>
        <p:nvSpPr>
          <p:cNvPr id="846878" name="Line 30"/>
          <p:cNvSpPr>
            <a:spLocks noChangeShapeType="1"/>
          </p:cNvSpPr>
          <p:nvPr/>
        </p:nvSpPr>
        <p:spPr bwMode="auto">
          <a:xfrm>
            <a:off x="4876800" y="44958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6879" name="Line 31"/>
          <p:cNvSpPr>
            <a:spLocks noChangeShapeType="1"/>
          </p:cNvSpPr>
          <p:nvPr/>
        </p:nvSpPr>
        <p:spPr bwMode="auto">
          <a:xfrm>
            <a:off x="2209800" y="990600"/>
            <a:ext cx="4419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6880" name="Line 32"/>
          <p:cNvSpPr>
            <a:spLocks noChangeShapeType="1"/>
          </p:cNvSpPr>
          <p:nvPr/>
        </p:nvSpPr>
        <p:spPr bwMode="auto">
          <a:xfrm>
            <a:off x="2209800" y="1524000"/>
            <a:ext cx="4419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6881" name="Line 33"/>
          <p:cNvSpPr>
            <a:spLocks noChangeShapeType="1"/>
          </p:cNvSpPr>
          <p:nvPr/>
        </p:nvSpPr>
        <p:spPr bwMode="auto">
          <a:xfrm>
            <a:off x="30480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82" name="Line 34"/>
          <p:cNvSpPr>
            <a:spLocks noChangeShapeType="1"/>
          </p:cNvSpPr>
          <p:nvPr/>
        </p:nvSpPr>
        <p:spPr bwMode="auto">
          <a:xfrm>
            <a:off x="35814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83" name="Line 35"/>
          <p:cNvSpPr>
            <a:spLocks noChangeShapeType="1"/>
          </p:cNvSpPr>
          <p:nvPr/>
        </p:nvSpPr>
        <p:spPr bwMode="auto">
          <a:xfrm>
            <a:off x="41148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84" name="Line 36"/>
          <p:cNvSpPr>
            <a:spLocks noChangeShapeType="1"/>
          </p:cNvSpPr>
          <p:nvPr/>
        </p:nvSpPr>
        <p:spPr bwMode="auto">
          <a:xfrm>
            <a:off x="46482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85" name="Line 37"/>
          <p:cNvSpPr>
            <a:spLocks noChangeShapeType="1"/>
          </p:cNvSpPr>
          <p:nvPr/>
        </p:nvSpPr>
        <p:spPr bwMode="auto">
          <a:xfrm>
            <a:off x="51816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86" name="Line 38"/>
          <p:cNvSpPr>
            <a:spLocks noChangeShapeType="1"/>
          </p:cNvSpPr>
          <p:nvPr/>
        </p:nvSpPr>
        <p:spPr bwMode="auto">
          <a:xfrm>
            <a:off x="57150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6887" name="Line 39"/>
          <p:cNvSpPr>
            <a:spLocks noChangeShapeType="1"/>
          </p:cNvSpPr>
          <p:nvPr/>
        </p:nvSpPr>
        <p:spPr bwMode="auto">
          <a:xfrm>
            <a:off x="62484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6888" name="Object 40"/>
          <p:cNvGraphicFramePr>
            <a:graphicFrameLocks noChangeAspect="1"/>
          </p:cNvGraphicFramePr>
          <p:nvPr/>
        </p:nvGraphicFramePr>
        <p:xfrm>
          <a:off x="3200400" y="1143000"/>
          <a:ext cx="265113" cy="279400"/>
        </p:xfrm>
        <a:graphic>
          <a:graphicData uri="http://schemas.openxmlformats.org/presentationml/2006/ole">
            <p:oleObj spid="_x0000_s846888" name="Equation" r:id="rId9" imgW="266400" imgH="279360" progId="Equation.3">
              <p:embed/>
            </p:oleObj>
          </a:graphicData>
        </a:graphic>
      </p:graphicFrame>
      <p:graphicFrame>
        <p:nvGraphicFramePr>
          <p:cNvPr id="846889" name="Object 41"/>
          <p:cNvGraphicFramePr>
            <a:graphicFrameLocks noChangeAspect="1"/>
          </p:cNvGraphicFramePr>
          <p:nvPr/>
        </p:nvGraphicFramePr>
        <p:xfrm>
          <a:off x="3733800" y="1066800"/>
          <a:ext cx="252413" cy="392113"/>
        </p:xfrm>
        <a:graphic>
          <a:graphicData uri="http://schemas.openxmlformats.org/presentationml/2006/ole">
            <p:oleObj spid="_x0000_s846889" name="Equation" r:id="rId10" imgW="253800" imgH="393480" progId="Equation.3">
              <p:embed/>
            </p:oleObj>
          </a:graphicData>
        </a:graphic>
      </p:graphicFrame>
      <p:graphicFrame>
        <p:nvGraphicFramePr>
          <p:cNvPr id="846890" name="Object 42"/>
          <p:cNvGraphicFramePr>
            <a:graphicFrameLocks noChangeAspect="1"/>
          </p:cNvGraphicFramePr>
          <p:nvPr/>
        </p:nvGraphicFramePr>
        <p:xfrm>
          <a:off x="4273550" y="1122363"/>
          <a:ext cx="239713" cy="279400"/>
        </p:xfrm>
        <a:graphic>
          <a:graphicData uri="http://schemas.openxmlformats.org/presentationml/2006/ole">
            <p:oleObj spid="_x0000_s846890" name="Equation" r:id="rId11" imgW="241200" imgH="279360" progId="Equation.3">
              <p:embed/>
            </p:oleObj>
          </a:graphicData>
        </a:graphic>
      </p:graphicFrame>
      <p:sp>
        <p:nvSpPr>
          <p:cNvPr id="846891" name="Line 43"/>
          <p:cNvSpPr>
            <a:spLocks noChangeShapeType="1"/>
          </p:cNvSpPr>
          <p:nvPr/>
        </p:nvSpPr>
        <p:spPr bwMode="auto">
          <a:xfrm flipV="1">
            <a:off x="3276600" y="1524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6892" name="Line 44"/>
          <p:cNvSpPr>
            <a:spLocks noChangeShapeType="1"/>
          </p:cNvSpPr>
          <p:nvPr/>
        </p:nvSpPr>
        <p:spPr bwMode="auto">
          <a:xfrm>
            <a:off x="25146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6893" name="Object 45"/>
          <p:cNvGraphicFramePr>
            <a:graphicFrameLocks noChangeAspect="1"/>
          </p:cNvGraphicFramePr>
          <p:nvPr/>
        </p:nvGraphicFramePr>
        <p:xfrm>
          <a:off x="2667000" y="1066800"/>
          <a:ext cx="252413" cy="368300"/>
        </p:xfrm>
        <a:graphic>
          <a:graphicData uri="http://schemas.openxmlformats.org/presentationml/2006/ole">
            <p:oleObj spid="_x0000_s846893" name="Equation" r:id="rId12" imgW="253800" imgH="368280" progId="Equation.3">
              <p:embed/>
            </p:oleObj>
          </a:graphicData>
        </a:graphic>
      </p:graphicFrame>
      <p:graphicFrame>
        <p:nvGraphicFramePr>
          <p:cNvPr id="846894" name="Object 46"/>
          <p:cNvGraphicFramePr>
            <a:graphicFrameLocks noChangeAspect="1"/>
          </p:cNvGraphicFramePr>
          <p:nvPr/>
        </p:nvGraphicFramePr>
        <p:xfrm>
          <a:off x="4800600" y="1066800"/>
          <a:ext cx="252413" cy="368300"/>
        </p:xfrm>
        <a:graphic>
          <a:graphicData uri="http://schemas.openxmlformats.org/presentationml/2006/ole">
            <p:oleObj spid="_x0000_s846894" name="Equation" r:id="rId13" imgW="253800" imgH="368280" progId="Equation.3">
              <p:embed/>
            </p:oleObj>
          </a:graphicData>
        </a:graphic>
      </p:graphicFrame>
      <p:graphicFrame>
        <p:nvGraphicFramePr>
          <p:cNvPr id="846895" name="Object 47"/>
          <p:cNvGraphicFramePr>
            <a:graphicFrameLocks noChangeAspect="1"/>
          </p:cNvGraphicFramePr>
          <p:nvPr/>
        </p:nvGraphicFramePr>
        <p:xfrm>
          <a:off x="5334000" y="1066800"/>
          <a:ext cx="252413" cy="368300"/>
        </p:xfrm>
        <a:graphic>
          <a:graphicData uri="http://schemas.openxmlformats.org/presentationml/2006/ole">
            <p:oleObj spid="_x0000_s846895" name="Equation" r:id="rId14" imgW="253800" imgH="368280" progId="Equation.3">
              <p:embed/>
            </p:oleObj>
          </a:graphicData>
        </a:graphic>
      </p:graphicFrame>
      <p:sp>
        <p:nvSpPr>
          <p:cNvPr id="846896" name="Text Box 48"/>
          <p:cNvSpPr txBox="1">
            <a:spLocks noChangeArrowheads="1"/>
          </p:cNvSpPr>
          <p:nvPr/>
        </p:nvSpPr>
        <p:spPr bwMode="auto">
          <a:xfrm>
            <a:off x="2743200" y="304800"/>
            <a:ext cx="3598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Standard machine</a:t>
            </a:r>
          </a:p>
        </p:txBody>
      </p:sp>
      <p:sp>
        <p:nvSpPr>
          <p:cNvPr id="846897" name="Text Box 49"/>
          <p:cNvSpPr txBox="1">
            <a:spLocks noChangeArrowheads="1"/>
          </p:cNvSpPr>
          <p:nvPr/>
        </p:nvSpPr>
        <p:spPr bwMode="auto">
          <a:xfrm>
            <a:off x="2895600" y="3048000"/>
            <a:ext cx="33909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Off-line machine</a:t>
            </a:r>
          </a:p>
        </p:txBody>
      </p:sp>
      <p:graphicFrame>
        <p:nvGraphicFramePr>
          <p:cNvPr id="846898" name="Object 50"/>
          <p:cNvGraphicFramePr>
            <a:graphicFrameLocks noChangeAspect="1"/>
          </p:cNvGraphicFramePr>
          <p:nvPr/>
        </p:nvGraphicFramePr>
        <p:xfrm>
          <a:off x="6400800" y="4648200"/>
          <a:ext cx="265113" cy="279400"/>
        </p:xfrm>
        <a:graphic>
          <a:graphicData uri="http://schemas.openxmlformats.org/presentationml/2006/ole">
            <p:oleObj spid="_x0000_s846898" name="Equation" r:id="rId15" imgW="266400" imgH="279360" progId="Equation.3">
              <p:embed/>
            </p:oleObj>
          </a:graphicData>
        </a:graphic>
      </p:graphicFrame>
      <p:graphicFrame>
        <p:nvGraphicFramePr>
          <p:cNvPr id="846899" name="Object 51"/>
          <p:cNvGraphicFramePr>
            <a:graphicFrameLocks noChangeAspect="1"/>
          </p:cNvGraphicFramePr>
          <p:nvPr/>
        </p:nvGraphicFramePr>
        <p:xfrm>
          <a:off x="6934200" y="4572000"/>
          <a:ext cx="252413" cy="392113"/>
        </p:xfrm>
        <a:graphic>
          <a:graphicData uri="http://schemas.openxmlformats.org/presentationml/2006/ole">
            <p:oleObj spid="_x0000_s846899" name="Equation" r:id="rId16" imgW="253800" imgH="393480" progId="Equation.3">
              <p:embed/>
            </p:oleObj>
          </a:graphicData>
        </a:graphic>
      </p:graphicFrame>
      <p:graphicFrame>
        <p:nvGraphicFramePr>
          <p:cNvPr id="846900" name="Object 52"/>
          <p:cNvGraphicFramePr>
            <a:graphicFrameLocks noChangeAspect="1"/>
          </p:cNvGraphicFramePr>
          <p:nvPr/>
        </p:nvGraphicFramePr>
        <p:xfrm>
          <a:off x="7467600" y="4572000"/>
          <a:ext cx="239713" cy="279400"/>
        </p:xfrm>
        <a:graphic>
          <a:graphicData uri="http://schemas.openxmlformats.org/presentationml/2006/ole">
            <p:oleObj spid="_x0000_s846900" name="Equation" r:id="rId17" imgW="2412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D3C5A6-D837-4787-8507-C8B36B2DB6FD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847874" name="Text Box 2"/>
          <p:cNvSpPr txBox="1">
            <a:spLocks noChangeArrowheads="1"/>
          </p:cNvSpPr>
          <p:nvPr/>
        </p:nvSpPr>
        <p:spPr bwMode="auto">
          <a:xfrm>
            <a:off x="838200" y="5943600"/>
            <a:ext cx="78740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2.</a:t>
            </a:r>
            <a:r>
              <a:rPr lang="en-US"/>
              <a:t>  Do computations as in Turing machine</a:t>
            </a:r>
          </a:p>
        </p:txBody>
      </p:sp>
      <p:sp>
        <p:nvSpPr>
          <p:cNvPr id="847875" name="Line 3"/>
          <p:cNvSpPr>
            <a:spLocks noChangeShapeType="1"/>
          </p:cNvSpPr>
          <p:nvPr/>
        </p:nvSpPr>
        <p:spPr bwMode="auto">
          <a:xfrm>
            <a:off x="4876800" y="49530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7876" name="Line 4"/>
          <p:cNvSpPr>
            <a:spLocks noChangeShapeType="1"/>
          </p:cNvSpPr>
          <p:nvPr/>
        </p:nvSpPr>
        <p:spPr bwMode="auto">
          <a:xfrm>
            <a:off x="5181600" y="441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877" name="Line 5"/>
          <p:cNvSpPr>
            <a:spLocks noChangeShapeType="1"/>
          </p:cNvSpPr>
          <p:nvPr/>
        </p:nvSpPr>
        <p:spPr bwMode="auto">
          <a:xfrm>
            <a:off x="5715000" y="441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878" name="Line 6"/>
          <p:cNvSpPr>
            <a:spLocks noChangeShapeType="1"/>
          </p:cNvSpPr>
          <p:nvPr/>
        </p:nvSpPr>
        <p:spPr bwMode="auto">
          <a:xfrm>
            <a:off x="6248400" y="441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879" name="Line 7"/>
          <p:cNvSpPr>
            <a:spLocks noChangeShapeType="1"/>
          </p:cNvSpPr>
          <p:nvPr/>
        </p:nvSpPr>
        <p:spPr bwMode="auto">
          <a:xfrm>
            <a:off x="6781800" y="441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880" name="Line 8"/>
          <p:cNvSpPr>
            <a:spLocks noChangeShapeType="1"/>
          </p:cNvSpPr>
          <p:nvPr/>
        </p:nvSpPr>
        <p:spPr bwMode="auto">
          <a:xfrm>
            <a:off x="7315200" y="441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881" name="Line 9"/>
          <p:cNvSpPr>
            <a:spLocks noChangeShapeType="1"/>
          </p:cNvSpPr>
          <p:nvPr/>
        </p:nvSpPr>
        <p:spPr bwMode="auto">
          <a:xfrm>
            <a:off x="7848600" y="441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882" name="Line 10"/>
          <p:cNvSpPr>
            <a:spLocks noChangeShapeType="1"/>
          </p:cNvSpPr>
          <p:nvPr/>
        </p:nvSpPr>
        <p:spPr bwMode="auto">
          <a:xfrm>
            <a:off x="8382000" y="441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883" name="Line 11"/>
          <p:cNvSpPr>
            <a:spLocks noChangeShapeType="1"/>
          </p:cNvSpPr>
          <p:nvPr/>
        </p:nvSpPr>
        <p:spPr bwMode="auto">
          <a:xfrm>
            <a:off x="320675" y="4470400"/>
            <a:ext cx="3581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7884" name="Line 12"/>
          <p:cNvSpPr>
            <a:spLocks noChangeShapeType="1"/>
          </p:cNvSpPr>
          <p:nvPr/>
        </p:nvSpPr>
        <p:spPr bwMode="auto">
          <a:xfrm>
            <a:off x="320675" y="5003800"/>
            <a:ext cx="3581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7885" name="Line 13"/>
          <p:cNvSpPr>
            <a:spLocks noChangeShapeType="1"/>
          </p:cNvSpPr>
          <p:nvPr/>
        </p:nvSpPr>
        <p:spPr bwMode="auto">
          <a:xfrm>
            <a:off x="320675" y="4470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886" name="Line 14"/>
          <p:cNvSpPr>
            <a:spLocks noChangeShapeType="1"/>
          </p:cNvSpPr>
          <p:nvPr/>
        </p:nvSpPr>
        <p:spPr bwMode="auto">
          <a:xfrm>
            <a:off x="854075" y="4470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887" name="Line 15"/>
          <p:cNvSpPr>
            <a:spLocks noChangeShapeType="1"/>
          </p:cNvSpPr>
          <p:nvPr/>
        </p:nvSpPr>
        <p:spPr bwMode="auto">
          <a:xfrm>
            <a:off x="1387475" y="4470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888" name="Line 16"/>
          <p:cNvSpPr>
            <a:spLocks noChangeShapeType="1"/>
          </p:cNvSpPr>
          <p:nvPr/>
        </p:nvSpPr>
        <p:spPr bwMode="auto">
          <a:xfrm>
            <a:off x="1920875" y="4470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889" name="Line 17"/>
          <p:cNvSpPr>
            <a:spLocks noChangeShapeType="1"/>
          </p:cNvSpPr>
          <p:nvPr/>
        </p:nvSpPr>
        <p:spPr bwMode="auto">
          <a:xfrm>
            <a:off x="2454275" y="4470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890" name="Line 18"/>
          <p:cNvSpPr>
            <a:spLocks noChangeShapeType="1"/>
          </p:cNvSpPr>
          <p:nvPr/>
        </p:nvSpPr>
        <p:spPr bwMode="auto">
          <a:xfrm>
            <a:off x="2987675" y="4470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891" name="Line 19"/>
          <p:cNvSpPr>
            <a:spLocks noChangeShapeType="1"/>
          </p:cNvSpPr>
          <p:nvPr/>
        </p:nvSpPr>
        <p:spPr bwMode="auto">
          <a:xfrm>
            <a:off x="3521075" y="4470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892" name="Text Box 20"/>
          <p:cNvSpPr txBox="1">
            <a:spLocks noChangeArrowheads="1"/>
          </p:cNvSpPr>
          <p:nvPr/>
        </p:nvSpPr>
        <p:spPr bwMode="auto">
          <a:xfrm>
            <a:off x="1295400" y="3886200"/>
            <a:ext cx="2055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 File</a:t>
            </a:r>
          </a:p>
        </p:txBody>
      </p:sp>
      <p:graphicFrame>
        <p:nvGraphicFramePr>
          <p:cNvPr id="847893" name="Object 21"/>
          <p:cNvGraphicFramePr>
            <a:graphicFrameLocks noChangeAspect="1"/>
          </p:cNvGraphicFramePr>
          <p:nvPr/>
        </p:nvGraphicFramePr>
        <p:xfrm>
          <a:off x="473075" y="4622800"/>
          <a:ext cx="265113" cy="279400"/>
        </p:xfrm>
        <a:graphic>
          <a:graphicData uri="http://schemas.openxmlformats.org/presentationml/2006/ole">
            <p:oleObj spid="_x0000_s847893" name="Equation" r:id="rId3" imgW="266400" imgH="279360" progId="Equation.3">
              <p:embed/>
            </p:oleObj>
          </a:graphicData>
        </a:graphic>
      </p:graphicFrame>
      <p:graphicFrame>
        <p:nvGraphicFramePr>
          <p:cNvPr id="847894" name="Object 22"/>
          <p:cNvGraphicFramePr>
            <a:graphicFrameLocks noChangeAspect="1"/>
          </p:cNvGraphicFramePr>
          <p:nvPr/>
        </p:nvGraphicFramePr>
        <p:xfrm>
          <a:off x="1006475" y="4546600"/>
          <a:ext cx="252413" cy="392113"/>
        </p:xfrm>
        <a:graphic>
          <a:graphicData uri="http://schemas.openxmlformats.org/presentationml/2006/ole">
            <p:oleObj spid="_x0000_s847894" name="Equation" r:id="rId4" imgW="253800" imgH="393480" progId="Equation.3">
              <p:embed/>
            </p:oleObj>
          </a:graphicData>
        </a:graphic>
      </p:graphicFrame>
      <p:graphicFrame>
        <p:nvGraphicFramePr>
          <p:cNvPr id="847895" name="Object 23"/>
          <p:cNvGraphicFramePr>
            <a:graphicFrameLocks noChangeAspect="1"/>
          </p:cNvGraphicFramePr>
          <p:nvPr/>
        </p:nvGraphicFramePr>
        <p:xfrm>
          <a:off x="1546225" y="4602163"/>
          <a:ext cx="239713" cy="279400"/>
        </p:xfrm>
        <a:graphic>
          <a:graphicData uri="http://schemas.openxmlformats.org/presentationml/2006/ole">
            <p:oleObj spid="_x0000_s847895" name="Equation" r:id="rId5" imgW="241200" imgH="279360" progId="Equation.3">
              <p:embed/>
            </p:oleObj>
          </a:graphicData>
        </a:graphic>
      </p:graphicFrame>
      <p:graphicFrame>
        <p:nvGraphicFramePr>
          <p:cNvPr id="847896" name="Object 24"/>
          <p:cNvGraphicFramePr>
            <a:graphicFrameLocks noChangeAspect="1"/>
          </p:cNvGraphicFramePr>
          <p:nvPr/>
        </p:nvGraphicFramePr>
        <p:xfrm>
          <a:off x="8001000" y="4546600"/>
          <a:ext cx="252413" cy="368300"/>
        </p:xfrm>
        <a:graphic>
          <a:graphicData uri="http://schemas.openxmlformats.org/presentationml/2006/ole">
            <p:oleObj spid="_x0000_s847896" name="Equation" r:id="rId6" imgW="253800" imgH="368280" progId="Equation.3">
              <p:embed/>
            </p:oleObj>
          </a:graphicData>
        </a:graphic>
      </p:graphicFrame>
      <p:graphicFrame>
        <p:nvGraphicFramePr>
          <p:cNvPr id="847897" name="Object 25"/>
          <p:cNvGraphicFramePr>
            <a:graphicFrameLocks noChangeAspect="1"/>
          </p:cNvGraphicFramePr>
          <p:nvPr/>
        </p:nvGraphicFramePr>
        <p:xfrm>
          <a:off x="5334000" y="4546600"/>
          <a:ext cx="252413" cy="368300"/>
        </p:xfrm>
        <a:graphic>
          <a:graphicData uri="http://schemas.openxmlformats.org/presentationml/2006/ole">
            <p:oleObj spid="_x0000_s847897" name="Equation" r:id="rId7" imgW="253800" imgH="368280" progId="Equation.3">
              <p:embed/>
            </p:oleObj>
          </a:graphicData>
        </a:graphic>
      </p:graphicFrame>
      <p:graphicFrame>
        <p:nvGraphicFramePr>
          <p:cNvPr id="847898" name="Object 26"/>
          <p:cNvGraphicFramePr>
            <a:graphicFrameLocks noChangeAspect="1"/>
          </p:cNvGraphicFramePr>
          <p:nvPr/>
        </p:nvGraphicFramePr>
        <p:xfrm>
          <a:off x="5791200" y="4546600"/>
          <a:ext cx="252413" cy="368300"/>
        </p:xfrm>
        <a:graphic>
          <a:graphicData uri="http://schemas.openxmlformats.org/presentationml/2006/ole">
            <p:oleObj spid="_x0000_s847898" name="Equation" r:id="rId8" imgW="253800" imgH="368280" progId="Equation.3">
              <p:embed/>
            </p:oleObj>
          </a:graphicData>
        </a:graphic>
      </p:graphicFrame>
      <p:sp>
        <p:nvSpPr>
          <p:cNvPr id="847899" name="Line 27"/>
          <p:cNvSpPr>
            <a:spLocks noChangeShapeType="1"/>
          </p:cNvSpPr>
          <p:nvPr/>
        </p:nvSpPr>
        <p:spPr bwMode="auto">
          <a:xfrm flipV="1">
            <a:off x="6477000" y="5003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7900" name="Line 28"/>
          <p:cNvSpPr>
            <a:spLocks noChangeShapeType="1"/>
          </p:cNvSpPr>
          <p:nvPr/>
        </p:nvSpPr>
        <p:spPr bwMode="auto">
          <a:xfrm flipV="1">
            <a:off x="2209800" y="5029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7901" name="Text Box 29"/>
          <p:cNvSpPr txBox="1">
            <a:spLocks noChangeArrowheads="1"/>
          </p:cNvSpPr>
          <p:nvPr/>
        </p:nvSpPr>
        <p:spPr bwMode="auto">
          <a:xfrm>
            <a:off x="6248400" y="3810000"/>
            <a:ext cx="1108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Tape</a:t>
            </a:r>
          </a:p>
        </p:txBody>
      </p:sp>
      <p:sp>
        <p:nvSpPr>
          <p:cNvPr id="847902" name="Line 30"/>
          <p:cNvSpPr>
            <a:spLocks noChangeShapeType="1"/>
          </p:cNvSpPr>
          <p:nvPr/>
        </p:nvSpPr>
        <p:spPr bwMode="auto">
          <a:xfrm>
            <a:off x="4876800" y="441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7903" name="Line 31"/>
          <p:cNvSpPr>
            <a:spLocks noChangeShapeType="1"/>
          </p:cNvSpPr>
          <p:nvPr/>
        </p:nvSpPr>
        <p:spPr bwMode="auto">
          <a:xfrm>
            <a:off x="2209800" y="914400"/>
            <a:ext cx="4419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7904" name="Line 32"/>
          <p:cNvSpPr>
            <a:spLocks noChangeShapeType="1"/>
          </p:cNvSpPr>
          <p:nvPr/>
        </p:nvSpPr>
        <p:spPr bwMode="auto">
          <a:xfrm>
            <a:off x="2209800" y="1447800"/>
            <a:ext cx="4419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7905" name="Line 33"/>
          <p:cNvSpPr>
            <a:spLocks noChangeShapeType="1"/>
          </p:cNvSpPr>
          <p:nvPr/>
        </p:nvSpPr>
        <p:spPr bwMode="auto">
          <a:xfrm>
            <a:off x="3048000" y="914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906" name="Line 34"/>
          <p:cNvSpPr>
            <a:spLocks noChangeShapeType="1"/>
          </p:cNvSpPr>
          <p:nvPr/>
        </p:nvSpPr>
        <p:spPr bwMode="auto">
          <a:xfrm>
            <a:off x="3581400" y="914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907" name="Line 35"/>
          <p:cNvSpPr>
            <a:spLocks noChangeShapeType="1"/>
          </p:cNvSpPr>
          <p:nvPr/>
        </p:nvSpPr>
        <p:spPr bwMode="auto">
          <a:xfrm>
            <a:off x="4114800" y="914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908" name="Line 36"/>
          <p:cNvSpPr>
            <a:spLocks noChangeShapeType="1"/>
          </p:cNvSpPr>
          <p:nvPr/>
        </p:nvSpPr>
        <p:spPr bwMode="auto">
          <a:xfrm>
            <a:off x="4648200" y="914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909" name="Line 37"/>
          <p:cNvSpPr>
            <a:spLocks noChangeShapeType="1"/>
          </p:cNvSpPr>
          <p:nvPr/>
        </p:nvSpPr>
        <p:spPr bwMode="auto">
          <a:xfrm>
            <a:off x="5181600" y="914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910" name="Line 38"/>
          <p:cNvSpPr>
            <a:spLocks noChangeShapeType="1"/>
          </p:cNvSpPr>
          <p:nvPr/>
        </p:nvSpPr>
        <p:spPr bwMode="auto">
          <a:xfrm>
            <a:off x="5715000" y="914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7911" name="Line 39"/>
          <p:cNvSpPr>
            <a:spLocks noChangeShapeType="1"/>
          </p:cNvSpPr>
          <p:nvPr/>
        </p:nvSpPr>
        <p:spPr bwMode="auto">
          <a:xfrm>
            <a:off x="6248400" y="914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7912" name="Object 40"/>
          <p:cNvGraphicFramePr>
            <a:graphicFrameLocks noChangeAspect="1"/>
          </p:cNvGraphicFramePr>
          <p:nvPr/>
        </p:nvGraphicFramePr>
        <p:xfrm>
          <a:off x="3200400" y="1066800"/>
          <a:ext cx="265113" cy="279400"/>
        </p:xfrm>
        <a:graphic>
          <a:graphicData uri="http://schemas.openxmlformats.org/presentationml/2006/ole">
            <p:oleObj spid="_x0000_s847912" name="Equation" r:id="rId9" imgW="266400" imgH="279360" progId="Equation.3">
              <p:embed/>
            </p:oleObj>
          </a:graphicData>
        </a:graphic>
      </p:graphicFrame>
      <p:graphicFrame>
        <p:nvGraphicFramePr>
          <p:cNvPr id="847913" name="Object 41"/>
          <p:cNvGraphicFramePr>
            <a:graphicFrameLocks noChangeAspect="1"/>
          </p:cNvGraphicFramePr>
          <p:nvPr/>
        </p:nvGraphicFramePr>
        <p:xfrm>
          <a:off x="3733800" y="990600"/>
          <a:ext cx="252413" cy="392113"/>
        </p:xfrm>
        <a:graphic>
          <a:graphicData uri="http://schemas.openxmlformats.org/presentationml/2006/ole">
            <p:oleObj spid="_x0000_s847913" name="Equation" r:id="rId10" imgW="253800" imgH="393480" progId="Equation.3">
              <p:embed/>
            </p:oleObj>
          </a:graphicData>
        </a:graphic>
      </p:graphicFrame>
      <p:graphicFrame>
        <p:nvGraphicFramePr>
          <p:cNvPr id="847914" name="Object 42"/>
          <p:cNvGraphicFramePr>
            <a:graphicFrameLocks noChangeAspect="1"/>
          </p:cNvGraphicFramePr>
          <p:nvPr/>
        </p:nvGraphicFramePr>
        <p:xfrm>
          <a:off x="4273550" y="1046163"/>
          <a:ext cx="239713" cy="279400"/>
        </p:xfrm>
        <a:graphic>
          <a:graphicData uri="http://schemas.openxmlformats.org/presentationml/2006/ole">
            <p:oleObj spid="_x0000_s847914" name="Equation" r:id="rId11" imgW="241200" imgH="279360" progId="Equation.3">
              <p:embed/>
            </p:oleObj>
          </a:graphicData>
        </a:graphic>
      </p:graphicFrame>
      <p:sp>
        <p:nvSpPr>
          <p:cNvPr id="847915" name="Line 43"/>
          <p:cNvSpPr>
            <a:spLocks noChangeShapeType="1"/>
          </p:cNvSpPr>
          <p:nvPr/>
        </p:nvSpPr>
        <p:spPr bwMode="auto">
          <a:xfrm flipV="1">
            <a:off x="3276600" y="1447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7916" name="Line 44"/>
          <p:cNvSpPr>
            <a:spLocks noChangeShapeType="1"/>
          </p:cNvSpPr>
          <p:nvPr/>
        </p:nvSpPr>
        <p:spPr bwMode="auto">
          <a:xfrm>
            <a:off x="2514600" y="914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7917" name="Object 45"/>
          <p:cNvGraphicFramePr>
            <a:graphicFrameLocks noChangeAspect="1"/>
          </p:cNvGraphicFramePr>
          <p:nvPr/>
        </p:nvGraphicFramePr>
        <p:xfrm>
          <a:off x="2667000" y="990600"/>
          <a:ext cx="252413" cy="368300"/>
        </p:xfrm>
        <a:graphic>
          <a:graphicData uri="http://schemas.openxmlformats.org/presentationml/2006/ole">
            <p:oleObj spid="_x0000_s847917" name="Equation" r:id="rId12" imgW="253800" imgH="368280" progId="Equation.3">
              <p:embed/>
            </p:oleObj>
          </a:graphicData>
        </a:graphic>
      </p:graphicFrame>
      <p:graphicFrame>
        <p:nvGraphicFramePr>
          <p:cNvPr id="847918" name="Object 46"/>
          <p:cNvGraphicFramePr>
            <a:graphicFrameLocks noChangeAspect="1"/>
          </p:cNvGraphicFramePr>
          <p:nvPr/>
        </p:nvGraphicFramePr>
        <p:xfrm>
          <a:off x="4800600" y="990600"/>
          <a:ext cx="252413" cy="368300"/>
        </p:xfrm>
        <a:graphic>
          <a:graphicData uri="http://schemas.openxmlformats.org/presentationml/2006/ole">
            <p:oleObj spid="_x0000_s847918" name="Equation" r:id="rId13" imgW="253800" imgH="368280" progId="Equation.3">
              <p:embed/>
            </p:oleObj>
          </a:graphicData>
        </a:graphic>
      </p:graphicFrame>
      <p:graphicFrame>
        <p:nvGraphicFramePr>
          <p:cNvPr id="847919" name="Object 47"/>
          <p:cNvGraphicFramePr>
            <a:graphicFrameLocks noChangeAspect="1"/>
          </p:cNvGraphicFramePr>
          <p:nvPr/>
        </p:nvGraphicFramePr>
        <p:xfrm>
          <a:off x="5334000" y="990600"/>
          <a:ext cx="252413" cy="368300"/>
        </p:xfrm>
        <a:graphic>
          <a:graphicData uri="http://schemas.openxmlformats.org/presentationml/2006/ole">
            <p:oleObj spid="_x0000_s847919" name="Equation" r:id="rId14" imgW="253800" imgH="368280" progId="Equation.3">
              <p:embed/>
            </p:oleObj>
          </a:graphicData>
        </a:graphic>
      </p:graphicFrame>
      <p:graphicFrame>
        <p:nvGraphicFramePr>
          <p:cNvPr id="847922" name="Object 50"/>
          <p:cNvGraphicFramePr>
            <a:graphicFrameLocks noChangeAspect="1"/>
          </p:cNvGraphicFramePr>
          <p:nvPr/>
        </p:nvGraphicFramePr>
        <p:xfrm>
          <a:off x="6400800" y="4572000"/>
          <a:ext cx="265113" cy="279400"/>
        </p:xfrm>
        <a:graphic>
          <a:graphicData uri="http://schemas.openxmlformats.org/presentationml/2006/ole">
            <p:oleObj spid="_x0000_s847922" name="Equation" r:id="rId15" imgW="266400" imgH="279360" progId="Equation.3">
              <p:embed/>
            </p:oleObj>
          </a:graphicData>
        </a:graphic>
      </p:graphicFrame>
      <p:graphicFrame>
        <p:nvGraphicFramePr>
          <p:cNvPr id="847923" name="Object 51"/>
          <p:cNvGraphicFramePr>
            <a:graphicFrameLocks noChangeAspect="1"/>
          </p:cNvGraphicFramePr>
          <p:nvPr/>
        </p:nvGraphicFramePr>
        <p:xfrm>
          <a:off x="6934200" y="4495800"/>
          <a:ext cx="252413" cy="392113"/>
        </p:xfrm>
        <a:graphic>
          <a:graphicData uri="http://schemas.openxmlformats.org/presentationml/2006/ole">
            <p:oleObj spid="_x0000_s847923" name="Equation" r:id="rId16" imgW="253800" imgH="393480" progId="Equation.3">
              <p:embed/>
            </p:oleObj>
          </a:graphicData>
        </a:graphic>
      </p:graphicFrame>
      <p:graphicFrame>
        <p:nvGraphicFramePr>
          <p:cNvPr id="847924" name="Object 52"/>
          <p:cNvGraphicFramePr>
            <a:graphicFrameLocks noChangeAspect="1"/>
          </p:cNvGraphicFramePr>
          <p:nvPr/>
        </p:nvGraphicFramePr>
        <p:xfrm>
          <a:off x="7467600" y="4495800"/>
          <a:ext cx="239713" cy="279400"/>
        </p:xfrm>
        <a:graphic>
          <a:graphicData uri="http://schemas.openxmlformats.org/presentationml/2006/ole">
            <p:oleObj spid="_x0000_s847924" name="Equation" r:id="rId17" imgW="241200" imgH="279360" progId="Equation.3">
              <p:embed/>
            </p:oleObj>
          </a:graphicData>
        </a:graphic>
      </p:graphicFrame>
      <p:graphicFrame>
        <p:nvGraphicFramePr>
          <p:cNvPr id="847925" name="Object 53"/>
          <p:cNvGraphicFramePr>
            <a:graphicFrameLocks noChangeAspect="1"/>
          </p:cNvGraphicFramePr>
          <p:nvPr/>
        </p:nvGraphicFramePr>
        <p:xfrm>
          <a:off x="3124200" y="1676400"/>
          <a:ext cx="381000" cy="520700"/>
        </p:xfrm>
        <a:graphic>
          <a:graphicData uri="http://schemas.openxmlformats.org/presentationml/2006/ole">
            <p:oleObj spid="_x0000_s847925" name="Equation" r:id="rId18" imgW="380880" imgH="520560" progId="Equation.3">
              <p:embed/>
            </p:oleObj>
          </a:graphicData>
        </a:graphic>
      </p:graphicFrame>
      <p:graphicFrame>
        <p:nvGraphicFramePr>
          <p:cNvPr id="847926" name="Object 54"/>
          <p:cNvGraphicFramePr>
            <a:graphicFrameLocks noChangeAspect="1"/>
          </p:cNvGraphicFramePr>
          <p:nvPr/>
        </p:nvGraphicFramePr>
        <p:xfrm>
          <a:off x="6324600" y="5257800"/>
          <a:ext cx="381000" cy="520700"/>
        </p:xfrm>
        <a:graphic>
          <a:graphicData uri="http://schemas.openxmlformats.org/presentationml/2006/ole">
            <p:oleObj spid="_x0000_s847926" name="Equation" r:id="rId19" imgW="380880" imgH="520560" progId="Equation.3">
              <p:embed/>
            </p:oleObj>
          </a:graphicData>
        </a:graphic>
      </p:graphicFrame>
      <p:sp>
        <p:nvSpPr>
          <p:cNvPr id="847927" name="Text Box 55"/>
          <p:cNvSpPr txBox="1">
            <a:spLocks noChangeArrowheads="1"/>
          </p:cNvSpPr>
          <p:nvPr/>
        </p:nvSpPr>
        <p:spPr bwMode="auto">
          <a:xfrm>
            <a:off x="2743200" y="304800"/>
            <a:ext cx="3598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Standard machine</a:t>
            </a:r>
          </a:p>
        </p:txBody>
      </p:sp>
      <p:sp>
        <p:nvSpPr>
          <p:cNvPr id="847928" name="Text Box 56"/>
          <p:cNvSpPr txBox="1">
            <a:spLocks noChangeArrowheads="1"/>
          </p:cNvSpPr>
          <p:nvPr/>
        </p:nvSpPr>
        <p:spPr bwMode="auto">
          <a:xfrm>
            <a:off x="2895600" y="3048000"/>
            <a:ext cx="33909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Off-line machine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A837BF-267E-40D9-A055-E600F425257C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848898" name="Text Box 2"/>
          <p:cNvSpPr txBox="1">
            <a:spLocks noChangeArrowheads="1"/>
          </p:cNvSpPr>
          <p:nvPr/>
        </p:nvSpPr>
        <p:spPr bwMode="auto">
          <a:xfrm>
            <a:off x="0" y="152400"/>
            <a:ext cx="69627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Standard Turing machines simulate </a:t>
            </a:r>
          </a:p>
          <a:p>
            <a:r>
              <a:rPr lang="en-US"/>
              <a:t>Off-line machines:</a:t>
            </a:r>
          </a:p>
        </p:txBody>
      </p:sp>
      <p:sp>
        <p:nvSpPr>
          <p:cNvPr id="848899" name="Text Box 3"/>
          <p:cNvSpPr txBox="1">
            <a:spLocks noChangeArrowheads="1"/>
          </p:cNvSpPr>
          <p:nvPr/>
        </p:nvSpPr>
        <p:spPr bwMode="auto">
          <a:xfrm>
            <a:off x="152400" y="2286000"/>
            <a:ext cx="8855309" cy="1766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3399"/>
                </a:solidFill>
              </a:rPr>
              <a:t>Use a Standard machine with four track tape</a:t>
            </a:r>
          </a:p>
          <a:p>
            <a:r>
              <a:rPr lang="en-US" dirty="0">
                <a:solidFill>
                  <a:srgbClr val="FF3399"/>
                </a:solidFill>
              </a:rPr>
              <a:t>to keep track </a:t>
            </a:r>
            <a:r>
              <a:rPr lang="en-US" dirty="0" smtClean="0">
                <a:solidFill>
                  <a:srgbClr val="FF3399"/>
                </a:solidFill>
              </a:rPr>
              <a:t>of the Off-line input file and </a:t>
            </a:r>
            <a:endParaRPr lang="en-US" dirty="0">
              <a:solidFill>
                <a:srgbClr val="FF3399"/>
              </a:solidFill>
            </a:endParaRPr>
          </a:p>
          <a:p>
            <a:r>
              <a:rPr lang="en-US" dirty="0" smtClean="0">
                <a:solidFill>
                  <a:srgbClr val="FF3399"/>
                </a:solidFill>
              </a:rPr>
              <a:t>tape </a:t>
            </a:r>
            <a:r>
              <a:rPr lang="en-US" dirty="0">
                <a:solidFill>
                  <a:srgbClr val="FF3399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19BDF5-A37F-49A1-B7B1-A92CECE15ED5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849922" name="Line 2"/>
          <p:cNvSpPr>
            <a:spLocks noChangeShapeType="1"/>
          </p:cNvSpPr>
          <p:nvPr/>
        </p:nvSpPr>
        <p:spPr bwMode="auto">
          <a:xfrm>
            <a:off x="4953000" y="2057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9923" name="Line 3"/>
          <p:cNvSpPr>
            <a:spLocks noChangeShapeType="1"/>
          </p:cNvSpPr>
          <p:nvPr/>
        </p:nvSpPr>
        <p:spPr bwMode="auto">
          <a:xfrm>
            <a:off x="5257800" y="152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24" name="Line 4"/>
          <p:cNvSpPr>
            <a:spLocks noChangeShapeType="1"/>
          </p:cNvSpPr>
          <p:nvPr/>
        </p:nvSpPr>
        <p:spPr bwMode="auto">
          <a:xfrm>
            <a:off x="5791200" y="152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25" name="Line 5"/>
          <p:cNvSpPr>
            <a:spLocks noChangeShapeType="1"/>
          </p:cNvSpPr>
          <p:nvPr/>
        </p:nvSpPr>
        <p:spPr bwMode="auto">
          <a:xfrm>
            <a:off x="6324600" y="152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26" name="Line 6"/>
          <p:cNvSpPr>
            <a:spLocks noChangeShapeType="1"/>
          </p:cNvSpPr>
          <p:nvPr/>
        </p:nvSpPr>
        <p:spPr bwMode="auto">
          <a:xfrm>
            <a:off x="6858000" y="152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27" name="Line 7"/>
          <p:cNvSpPr>
            <a:spLocks noChangeShapeType="1"/>
          </p:cNvSpPr>
          <p:nvPr/>
        </p:nvSpPr>
        <p:spPr bwMode="auto">
          <a:xfrm>
            <a:off x="7391400" y="152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28" name="Line 8"/>
          <p:cNvSpPr>
            <a:spLocks noChangeShapeType="1"/>
          </p:cNvSpPr>
          <p:nvPr/>
        </p:nvSpPr>
        <p:spPr bwMode="auto">
          <a:xfrm>
            <a:off x="7924800" y="152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29" name="Line 9"/>
          <p:cNvSpPr>
            <a:spLocks noChangeShapeType="1"/>
          </p:cNvSpPr>
          <p:nvPr/>
        </p:nvSpPr>
        <p:spPr bwMode="auto">
          <a:xfrm>
            <a:off x="8458200" y="152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30" name="Line 10"/>
          <p:cNvSpPr>
            <a:spLocks noChangeShapeType="1"/>
          </p:cNvSpPr>
          <p:nvPr/>
        </p:nvSpPr>
        <p:spPr bwMode="auto">
          <a:xfrm>
            <a:off x="396875" y="1574800"/>
            <a:ext cx="3581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9931" name="Line 11"/>
          <p:cNvSpPr>
            <a:spLocks noChangeShapeType="1"/>
          </p:cNvSpPr>
          <p:nvPr/>
        </p:nvSpPr>
        <p:spPr bwMode="auto">
          <a:xfrm>
            <a:off x="396875" y="2108200"/>
            <a:ext cx="3581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9932" name="Line 12"/>
          <p:cNvSpPr>
            <a:spLocks noChangeShapeType="1"/>
          </p:cNvSpPr>
          <p:nvPr/>
        </p:nvSpPr>
        <p:spPr bwMode="auto">
          <a:xfrm>
            <a:off x="396875" y="15748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33" name="Line 13"/>
          <p:cNvSpPr>
            <a:spLocks noChangeShapeType="1"/>
          </p:cNvSpPr>
          <p:nvPr/>
        </p:nvSpPr>
        <p:spPr bwMode="auto">
          <a:xfrm>
            <a:off x="930275" y="15748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34" name="Line 14"/>
          <p:cNvSpPr>
            <a:spLocks noChangeShapeType="1"/>
          </p:cNvSpPr>
          <p:nvPr/>
        </p:nvSpPr>
        <p:spPr bwMode="auto">
          <a:xfrm>
            <a:off x="1463675" y="15748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35" name="Line 15"/>
          <p:cNvSpPr>
            <a:spLocks noChangeShapeType="1"/>
          </p:cNvSpPr>
          <p:nvPr/>
        </p:nvSpPr>
        <p:spPr bwMode="auto">
          <a:xfrm>
            <a:off x="1997075" y="15748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36" name="Line 16"/>
          <p:cNvSpPr>
            <a:spLocks noChangeShapeType="1"/>
          </p:cNvSpPr>
          <p:nvPr/>
        </p:nvSpPr>
        <p:spPr bwMode="auto">
          <a:xfrm>
            <a:off x="2530475" y="15748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37" name="Line 17"/>
          <p:cNvSpPr>
            <a:spLocks noChangeShapeType="1"/>
          </p:cNvSpPr>
          <p:nvPr/>
        </p:nvSpPr>
        <p:spPr bwMode="auto">
          <a:xfrm>
            <a:off x="3063875" y="15748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38" name="Line 18"/>
          <p:cNvSpPr>
            <a:spLocks noChangeShapeType="1"/>
          </p:cNvSpPr>
          <p:nvPr/>
        </p:nvSpPr>
        <p:spPr bwMode="auto">
          <a:xfrm>
            <a:off x="3597275" y="15748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39" name="Text Box 19"/>
          <p:cNvSpPr txBox="1">
            <a:spLocks noChangeArrowheads="1"/>
          </p:cNvSpPr>
          <p:nvPr/>
        </p:nvSpPr>
        <p:spPr bwMode="auto">
          <a:xfrm>
            <a:off x="1371600" y="990600"/>
            <a:ext cx="2055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 File</a:t>
            </a:r>
          </a:p>
        </p:txBody>
      </p:sp>
      <p:graphicFrame>
        <p:nvGraphicFramePr>
          <p:cNvPr id="849940" name="Object 20"/>
          <p:cNvGraphicFramePr>
            <a:graphicFrameLocks noChangeAspect="1"/>
          </p:cNvGraphicFramePr>
          <p:nvPr/>
        </p:nvGraphicFramePr>
        <p:xfrm>
          <a:off x="549275" y="1727200"/>
          <a:ext cx="265113" cy="279400"/>
        </p:xfrm>
        <a:graphic>
          <a:graphicData uri="http://schemas.openxmlformats.org/presentationml/2006/ole">
            <p:oleObj spid="_x0000_s849940" name="Equation" r:id="rId3" imgW="266400" imgH="279360" progId="Equation.3">
              <p:embed/>
            </p:oleObj>
          </a:graphicData>
        </a:graphic>
      </p:graphicFrame>
      <p:graphicFrame>
        <p:nvGraphicFramePr>
          <p:cNvPr id="849941" name="Object 21"/>
          <p:cNvGraphicFramePr>
            <a:graphicFrameLocks noChangeAspect="1"/>
          </p:cNvGraphicFramePr>
          <p:nvPr/>
        </p:nvGraphicFramePr>
        <p:xfrm>
          <a:off x="1082675" y="1651000"/>
          <a:ext cx="252413" cy="392113"/>
        </p:xfrm>
        <a:graphic>
          <a:graphicData uri="http://schemas.openxmlformats.org/presentationml/2006/ole">
            <p:oleObj spid="_x0000_s849941" name="Equation" r:id="rId4" imgW="253800" imgH="393480" progId="Equation.3">
              <p:embed/>
            </p:oleObj>
          </a:graphicData>
        </a:graphic>
      </p:graphicFrame>
      <p:graphicFrame>
        <p:nvGraphicFramePr>
          <p:cNvPr id="849942" name="Object 22"/>
          <p:cNvGraphicFramePr>
            <a:graphicFrameLocks noChangeAspect="1"/>
          </p:cNvGraphicFramePr>
          <p:nvPr/>
        </p:nvGraphicFramePr>
        <p:xfrm>
          <a:off x="1622425" y="1706563"/>
          <a:ext cx="239713" cy="279400"/>
        </p:xfrm>
        <a:graphic>
          <a:graphicData uri="http://schemas.openxmlformats.org/presentationml/2006/ole">
            <p:oleObj spid="_x0000_s849942" name="Equation" r:id="rId5" imgW="241200" imgH="279360" progId="Equation.3">
              <p:embed/>
            </p:oleObj>
          </a:graphicData>
        </a:graphic>
      </p:graphicFrame>
      <p:graphicFrame>
        <p:nvGraphicFramePr>
          <p:cNvPr id="849943" name="Object 23"/>
          <p:cNvGraphicFramePr>
            <a:graphicFrameLocks noChangeAspect="1"/>
          </p:cNvGraphicFramePr>
          <p:nvPr/>
        </p:nvGraphicFramePr>
        <p:xfrm>
          <a:off x="8077200" y="1651000"/>
          <a:ext cx="252413" cy="368300"/>
        </p:xfrm>
        <a:graphic>
          <a:graphicData uri="http://schemas.openxmlformats.org/presentationml/2006/ole">
            <p:oleObj spid="_x0000_s849943" name="Equation" r:id="rId6" imgW="253800" imgH="368280" progId="Equation.3">
              <p:embed/>
            </p:oleObj>
          </a:graphicData>
        </a:graphic>
      </p:graphicFrame>
      <p:graphicFrame>
        <p:nvGraphicFramePr>
          <p:cNvPr id="849944" name="Object 24"/>
          <p:cNvGraphicFramePr>
            <a:graphicFrameLocks noChangeAspect="1"/>
          </p:cNvGraphicFramePr>
          <p:nvPr/>
        </p:nvGraphicFramePr>
        <p:xfrm>
          <a:off x="5410200" y="1651000"/>
          <a:ext cx="252413" cy="368300"/>
        </p:xfrm>
        <a:graphic>
          <a:graphicData uri="http://schemas.openxmlformats.org/presentationml/2006/ole">
            <p:oleObj spid="_x0000_s849944" name="Equation" r:id="rId7" imgW="253800" imgH="368280" progId="Equation.3">
              <p:embed/>
            </p:oleObj>
          </a:graphicData>
        </a:graphic>
      </p:graphicFrame>
      <p:graphicFrame>
        <p:nvGraphicFramePr>
          <p:cNvPr id="849945" name="Object 25"/>
          <p:cNvGraphicFramePr>
            <a:graphicFrameLocks noChangeAspect="1"/>
          </p:cNvGraphicFramePr>
          <p:nvPr/>
        </p:nvGraphicFramePr>
        <p:xfrm>
          <a:off x="5867400" y="1651000"/>
          <a:ext cx="252413" cy="368300"/>
        </p:xfrm>
        <a:graphic>
          <a:graphicData uri="http://schemas.openxmlformats.org/presentationml/2006/ole">
            <p:oleObj spid="_x0000_s849945" name="Equation" r:id="rId8" imgW="253800" imgH="368280" progId="Equation.3">
              <p:embed/>
            </p:oleObj>
          </a:graphicData>
        </a:graphic>
      </p:graphicFrame>
      <p:sp>
        <p:nvSpPr>
          <p:cNvPr id="849946" name="Line 26"/>
          <p:cNvSpPr>
            <a:spLocks noChangeShapeType="1"/>
          </p:cNvSpPr>
          <p:nvPr/>
        </p:nvSpPr>
        <p:spPr bwMode="auto">
          <a:xfrm flipV="1">
            <a:off x="7086600" y="2057400"/>
            <a:ext cx="0" cy="40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9947" name="Line 27"/>
          <p:cNvSpPr>
            <a:spLocks noChangeShapeType="1"/>
          </p:cNvSpPr>
          <p:nvPr/>
        </p:nvSpPr>
        <p:spPr bwMode="auto">
          <a:xfrm flipV="1">
            <a:off x="1752600" y="213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9948" name="Text Box 28"/>
          <p:cNvSpPr txBox="1">
            <a:spLocks noChangeArrowheads="1"/>
          </p:cNvSpPr>
          <p:nvPr/>
        </p:nvSpPr>
        <p:spPr bwMode="auto">
          <a:xfrm>
            <a:off x="6324600" y="914400"/>
            <a:ext cx="1108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Tape</a:t>
            </a:r>
          </a:p>
        </p:txBody>
      </p:sp>
      <p:sp>
        <p:nvSpPr>
          <p:cNvPr id="849949" name="Line 29"/>
          <p:cNvSpPr>
            <a:spLocks noChangeShapeType="1"/>
          </p:cNvSpPr>
          <p:nvPr/>
        </p:nvSpPr>
        <p:spPr bwMode="auto">
          <a:xfrm>
            <a:off x="4953000" y="15240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9950" name="Text Box 30"/>
          <p:cNvSpPr txBox="1">
            <a:spLocks noChangeArrowheads="1"/>
          </p:cNvSpPr>
          <p:nvPr/>
        </p:nvSpPr>
        <p:spPr bwMode="auto">
          <a:xfrm>
            <a:off x="2971800" y="304800"/>
            <a:ext cx="3433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Off-line Machine</a:t>
            </a:r>
          </a:p>
        </p:txBody>
      </p:sp>
      <p:graphicFrame>
        <p:nvGraphicFramePr>
          <p:cNvPr id="849951" name="Object 31"/>
          <p:cNvGraphicFramePr>
            <a:graphicFrameLocks noChangeAspect="1"/>
          </p:cNvGraphicFramePr>
          <p:nvPr/>
        </p:nvGraphicFramePr>
        <p:xfrm>
          <a:off x="6494463" y="1676400"/>
          <a:ext cx="228600" cy="279400"/>
        </p:xfrm>
        <a:graphic>
          <a:graphicData uri="http://schemas.openxmlformats.org/presentationml/2006/ole">
            <p:oleObj spid="_x0000_s849951" name="Equation" r:id="rId9" imgW="228600" imgH="279360" progId="Equation.3">
              <p:embed/>
            </p:oleObj>
          </a:graphicData>
        </a:graphic>
      </p:graphicFrame>
      <p:graphicFrame>
        <p:nvGraphicFramePr>
          <p:cNvPr id="849952" name="Object 32"/>
          <p:cNvGraphicFramePr>
            <a:graphicFrameLocks noChangeAspect="1"/>
          </p:cNvGraphicFramePr>
          <p:nvPr/>
        </p:nvGraphicFramePr>
        <p:xfrm>
          <a:off x="6959600" y="1555750"/>
          <a:ext cx="354013" cy="481013"/>
        </p:xfrm>
        <a:graphic>
          <a:graphicData uri="http://schemas.openxmlformats.org/presentationml/2006/ole">
            <p:oleObj spid="_x0000_s849952" name="Equation" r:id="rId10" imgW="355320" imgH="482400" progId="Equation.3">
              <p:embed/>
            </p:oleObj>
          </a:graphicData>
        </a:graphic>
      </p:graphicFrame>
      <p:graphicFrame>
        <p:nvGraphicFramePr>
          <p:cNvPr id="849953" name="Object 33"/>
          <p:cNvGraphicFramePr>
            <a:graphicFrameLocks noChangeAspect="1"/>
          </p:cNvGraphicFramePr>
          <p:nvPr/>
        </p:nvGraphicFramePr>
        <p:xfrm>
          <a:off x="7467600" y="1600200"/>
          <a:ext cx="315913" cy="368300"/>
        </p:xfrm>
        <a:graphic>
          <a:graphicData uri="http://schemas.openxmlformats.org/presentationml/2006/ole">
            <p:oleObj spid="_x0000_s849953" name="Equation" r:id="rId11" imgW="317160" imgH="368280" progId="Equation.3">
              <p:embed/>
            </p:oleObj>
          </a:graphicData>
        </a:graphic>
      </p:graphicFrame>
      <p:graphicFrame>
        <p:nvGraphicFramePr>
          <p:cNvPr id="849954" name="Object 34"/>
          <p:cNvGraphicFramePr>
            <a:graphicFrameLocks noChangeAspect="1"/>
          </p:cNvGraphicFramePr>
          <p:nvPr/>
        </p:nvGraphicFramePr>
        <p:xfrm>
          <a:off x="2133600" y="1676400"/>
          <a:ext cx="303213" cy="392113"/>
        </p:xfrm>
        <a:graphic>
          <a:graphicData uri="http://schemas.openxmlformats.org/presentationml/2006/ole">
            <p:oleObj spid="_x0000_s849954" name="Equation" r:id="rId12" imgW="304560" imgH="393480" progId="Equation.3">
              <p:embed/>
            </p:oleObj>
          </a:graphicData>
        </a:graphic>
      </p:graphicFrame>
      <p:sp>
        <p:nvSpPr>
          <p:cNvPr id="849955" name="Text Box 35"/>
          <p:cNvSpPr txBox="1">
            <a:spLocks noChangeArrowheads="1"/>
          </p:cNvSpPr>
          <p:nvPr/>
        </p:nvSpPr>
        <p:spPr bwMode="auto">
          <a:xfrm>
            <a:off x="457200" y="3200400"/>
            <a:ext cx="72009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Four track tape -- Standard Machine</a:t>
            </a:r>
          </a:p>
        </p:txBody>
      </p:sp>
      <p:sp>
        <p:nvSpPr>
          <p:cNvPr id="849956" name="Line 36"/>
          <p:cNvSpPr>
            <a:spLocks noChangeShapeType="1"/>
          </p:cNvSpPr>
          <p:nvPr/>
        </p:nvSpPr>
        <p:spPr bwMode="auto">
          <a:xfrm>
            <a:off x="838200" y="41148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9957" name="Line 37"/>
          <p:cNvSpPr>
            <a:spLocks noChangeShapeType="1"/>
          </p:cNvSpPr>
          <p:nvPr/>
        </p:nvSpPr>
        <p:spPr bwMode="auto">
          <a:xfrm>
            <a:off x="838200" y="45720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9958" name="Line 38"/>
          <p:cNvSpPr>
            <a:spLocks noChangeShapeType="1"/>
          </p:cNvSpPr>
          <p:nvPr/>
        </p:nvSpPr>
        <p:spPr bwMode="auto">
          <a:xfrm>
            <a:off x="838200" y="51054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9959" name="Line 39"/>
          <p:cNvSpPr>
            <a:spLocks noChangeShapeType="1"/>
          </p:cNvSpPr>
          <p:nvPr/>
        </p:nvSpPr>
        <p:spPr bwMode="auto">
          <a:xfrm>
            <a:off x="838200" y="56388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9960" name="Line 40"/>
          <p:cNvSpPr>
            <a:spLocks noChangeShapeType="1"/>
          </p:cNvSpPr>
          <p:nvPr/>
        </p:nvSpPr>
        <p:spPr bwMode="auto">
          <a:xfrm>
            <a:off x="838200" y="61722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49961" name="Line 41"/>
          <p:cNvSpPr>
            <a:spLocks noChangeShapeType="1"/>
          </p:cNvSpPr>
          <p:nvPr/>
        </p:nvSpPr>
        <p:spPr bwMode="auto">
          <a:xfrm>
            <a:off x="1371600" y="4114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62" name="Line 42"/>
          <p:cNvSpPr>
            <a:spLocks noChangeShapeType="1"/>
          </p:cNvSpPr>
          <p:nvPr/>
        </p:nvSpPr>
        <p:spPr bwMode="auto">
          <a:xfrm>
            <a:off x="1981200" y="4114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63" name="Line 43"/>
          <p:cNvSpPr>
            <a:spLocks noChangeShapeType="1"/>
          </p:cNvSpPr>
          <p:nvPr/>
        </p:nvSpPr>
        <p:spPr bwMode="auto">
          <a:xfrm>
            <a:off x="2590800" y="4114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64" name="Line 44"/>
          <p:cNvSpPr>
            <a:spLocks noChangeShapeType="1"/>
          </p:cNvSpPr>
          <p:nvPr/>
        </p:nvSpPr>
        <p:spPr bwMode="auto">
          <a:xfrm>
            <a:off x="3200400" y="4114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65" name="Line 45"/>
          <p:cNvSpPr>
            <a:spLocks noChangeShapeType="1"/>
          </p:cNvSpPr>
          <p:nvPr/>
        </p:nvSpPr>
        <p:spPr bwMode="auto">
          <a:xfrm>
            <a:off x="3810000" y="4114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66" name="Line 46"/>
          <p:cNvSpPr>
            <a:spLocks noChangeShapeType="1"/>
          </p:cNvSpPr>
          <p:nvPr/>
        </p:nvSpPr>
        <p:spPr bwMode="auto">
          <a:xfrm>
            <a:off x="4419600" y="4114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67" name="Line 47"/>
          <p:cNvSpPr>
            <a:spLocks noChangeShapeType="1"/>
          </p:cNvSpPr>
          <p:nvPr/>
        </p:nvSpPr>
        <p:spPr bwMode="auto">
          <a:xfrm>
            <a:off x="5029200" y="4114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49968" name="Line 48"/>
          <p:cNvSpPr>
            <a:spLocks noChangeShapeType="1"/>
          </p:cNvSpPr>
          <p:nvPr/>
        </p:nvSpPr>
        <p:spPr bwMode="auto">
          <a:xfrm flipV="1">
            <a:off x="2286000" y="6172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9969" name="Object 49"/>
          <p:cNvGraphicFramePr>
            <a:graphicFrameLocks noChangeAspect="1"/>
          </p:cNvGraphicFramePr>
          <p:nvPr/>
        </p:nvGraphicFramePr>
        <p:xfrm>
          <a:off x="2209800" y="4191000"/>
          <a:ext cx="265113" cy="279400"/>
        </p:xfrm>
        <a:graphic>
          <a:graphicData uri="http://schemas.openxmlformats.org/presentationml/2006/ole">
            <p:oleObj spid="_x0000_s849969" name="Equation" r:id="rId13" imgW="266400" imgH="279360" progId="Equation.3">
              <p:embed/>
            </p:oleObj>
          </a:graphicData>
        </a:graphic>
      </p:graphicFrame>
      <p:graphicFrame>
        <p:nvGraphicFramePr>
          <p:cNvPr id="849970" name="Object 50"/>
          <p:cNvGraphicFramePr>
            <a:graphicFrameLocks noChangeAspect="1"/>
          </p:cNvGraphicFramePr>
          <p:nvPr/>
        </p:nvGraphicFramePr>
        <p:xfrm>
          <a:off x="2819400" y="4114800"/>
          <a:ext cx="252413" cy="392113"/>
        </p:xfrm>
        <a:graphic>
          <a:graphicData uri="http://schemas.openxmlformats.org/presentationml/2006/ole">
            <p:oleObj spid="_x0000_s849970" name="Equation" r:id="rId14" imgW="253800" imgH="393480" progId="Equation.3">
              <p:embed/>
            </p:oleObj>
          </a:graphicData>
        </a:graphic>
      </p:graphicFrame>
      <p:graphicFrame>
        <p:nvGraphicFramePr>
          <p:cNvPr id="849971" name="Object 51"/>
          <p:cNvGraphicFramePr>
            <a:graphicFrameLocks noChangeAspect="1"/>
          </p:cNvGraphicFramePr>
          <p:nvPr/>
        </p:nvGraphicFramePr>
        <p:xfrm>
          <a:off x="3429000" y="4191000"/>
          <a:ext cx="239713" cy="279400"/>
        </p:xfrm>
        <a:graphic>
          <a:graphicData uri="http://schemas.openxmlformats.org/presentationml/2006/ole">
            <p:oleObj spid="_x0000_s849971" name="Equation" r:id="rId15" imgW="241200" imgH="279360" progId="Equation.3">
              <p:embed/>
            </p:oleObj>
          </a:graphicData>
        </a:graphic>
      </p:graphicFrame>
      <p:graphicFrame>
        <p:nvGraphicFramePr>
          <p:cNvPr id="849972" name="Object 52"/>
          <p:cNvGraphicFramePr>
            <a:graphicFrameLocks noChangeAspect="1"/>
          </p:cNvGraphicFramePr>
          <p:nvPr/>
        </p:nvGraphicFramePr>
        <p:xfrm>
          <a:off x="3962400" y="4114800"/>
          <a:ext cx="303213" cy="392113"/>
        </p:xfrm>
        <a:graphic>
          <a:graphicData uri="http://schemas.openxmlformats.org/presentationml/2006/ole">
            <p:oleObj spid="_x0000_s849972" name="Equation" r:id="rId16" imgW="304560" imgH="393480" progId="Equation.3">
              <p:embed/>
            </p:oleObj>
          </a:graphicData>
        </a:graphic>
      </p:graphicFrame>
      <p:graphicFrame>
        <p:nvGraphicFramePr>
          <p:cNvPr id="849973" name="Object 53"/>
          <p:cNvGraphicFramePr>
            <a:graphicFrameLocks noChangeAspect="1"/>
          </p:cNvGraphicFramePr>
          <p:nvPr/>
        </p:nvGraphicFramePr>
        <p:xfrm>
          <a:off x="2209800" y="5257800"/>
          <a:ext cx="228600" cy="279400"/>
        </p:xfrm>
        <a:graphic>
          <a:graphicData uri="http://schemas.openxmlformats.org/presentationml/2006/ole">
            <p:oleObj spid="_x0000_s849973" name="Equation" r:id="rId17" imgW="228600" imgH="279360" progId="Equation.3">
              <p:embed/>
            </p:oleObj>
          </a:graphicData>
        </a:graphic>
      </p:graphicFrame>
      <p:graphicFrame>
        <p:nvGraphicFramePr>
          <p:cNvPr id="849974" name="Object 54"/>
          <p:cNvGraphicFramePr>
            <a:graphicFrameLocks noChangeAspect="1"/>
          </p:cNvGraphicFramePr>
          <p:nvPr/>
        </p:nvGraphicFramePr>
        <p:xfrm>
          <a:off x="2743200" y="5105400"/>
          <a:ext cx="354013" cy="481013"/>
        </p:xfrm>
        <a:graphic>
          <a:graphicData uri="http://schemas.openxmlformats.org/presentationml/2006/ole">
            <p:oleObj spid="_x0000_s849974" name="Equation" r:id="rId18" imgW="355320" imgH="482400" progId="Equation.3">
              <p:embed/>
            </p:oleObj>
          </a:graphicData>
        </a:graphic>
      </p:graphicFrame>
      <p:graphicFrame>
        <p:nvGraphicFramePr>
          <p:cNvPr id="849975" name="Object 55"/>
          <p:cNvGraphicFramePr>
            <a:graphicFrameLocks noChangeAspect="1"/>
          </p:cNvGraphicFramePr>
          <p:nvPr/>
        </p:nvGraphicFramePr>
        <p:xfrm>
          <a:off x="3352800" y="5181600"/>
          <a:ext cx="315913" cy="368300"/>
        </p:xfrm>
        <a:graphic>
          <a:graphicData uri="http://schemas.openxmlformats.org/presentationml/2006/ole">
            <p:oleObj spid="_x0000_s849975" name="Equation" r:id="rId19" imgW="317160" imgH="368280" progId="Equation.3">
              <p:embed/>
            </p:oleObj>
          </a:graphicData>
        </a:graphic>
      </p:graphicFrame>
      <p:graphicFrame>
        <p:nvGraphicFramePr>
          <p:cNvPr id="849976" name="Object 56"/>
          <p:cNvGraphicFramePr>
            <a:graphicFrameLocks noChangeAspect="1"/>
          </p:cNvGraphicFramePr>
          <p:nvPr/>
        </p:nvGraphicFramePr>
        <p:xfrm>
          <a:off x="2209800" y="4648200"/>
          <a:ext cx="252413" cy="381000"/>
        </p:xfrm>
        <a:graphic>
          <a:graphicData uri="http://schemas.openxmlformats.org/presentationml/2006/ole">
            <p:oleObj spid="_x0000_s849976" name="Equation" r:id="rId20" imgW="253800" imgH="380880" progId="Equation.3">
              <p:embed/>
            </p:oleObj>
          </a:graphicData>
        </a:graphic>
      </p:graphicFrame>
      <p:graphicFrame>
        <p:nvGraphicFramePr>
          <p:cNvPr id="849977" name="Object 57"/>
          <p:cNvGraphicFramePr>
            <a:graphicFrameLocks noChangeAspect="1"/>
          </p:cNvGraphicFramePr>
          <p:nvPr/>
        </p:nvGraphicFramePr>
        <p:xfrm>
          <a:off x="2819400" y="4648200"/>
          <a:ext cx="252413" cy="381000"/>
        </p:xfrm>
        <a:graphic>
          <a:graphicData uri="http://schemas.openxmlformats.org/presentationml/2006/ole">
            <p:oleObj spid="_x0000_s849977" name="Equation" r:id="rId21" imgW="253800" imgH="380880" progId="Equation.3">
              <p:embed/>
            </p:oleObj>
          </a:graphicData>
        </a:graphic>
      </p:graphicFrame>
      <p:graphicFrame>
        <p:nvGraphicFramePr>
          <p:cNvPr id="849978" name="Object 58"/>
          <p:cNvGraphicFramePr>
            <a:graphicFrameLocks noChangeAspect="1"/>
          </p:cNvGraphicFramePr>
          <p:nvPr/>
        </p:nvGraphicFramePr>
        <p:xfrm>
          <a:off x="3962400" y="4648200"/>
          <a:ext cx="252413" cy="381000"/>
        </p:xfrm>
        <a:graphic>
          <a:graphicData uri="http://schemas.openxmlformats.org/presentationml/2006/ole">
            <p:oleObj spid="_x0000_s849978" name="Equation" r:id="rId22" imgW="253800" imgH="380880" progId="Equation.3">
              <p:embed/>
            </p:oleObj>
          </a:graphicData>
        </a:graphic>
      </p:graphicFrame>
      <p:graphicFrame>
        <p:nvGraphicFramePr>
          <p:cNvPr id="849979" name="Object 59"/>
          <p:cNvGraphicFramePr>
            <a:graphicFrameLocks noChangeAspect="1"/>
          </p:cNvGraphicFramePr>
          <p:nvPr/>
        </p:nvGraphicFramePr>
        <p:xfrm>
          <a:off x="2209800" y="5715000"/>
          <a:ext cx="252413" cy="381000"/>
        </p:xfrm>
        <a:graphic>
          <a:graphicData uri="http://schemas.openxmlformats.org/presentationml/2006/ole">
            <p:oleObj spid="_x0000_s849979" name="Equation" r:id="rId23" imgW="253800" imgH="380880" progId="Equation.3">
              <p:embed/>
            </p:oleObj>
          </a:graphicData>
        </a:graphic>
      </p:graphicFrame>
      <p:graphicFrame>
        <p:nvGraphicFramePr>
          <p:cNvPr id="849980" name="Object 60"/>
          <p:cNvGraphicFramePr>
            <a:graphicFrameLocks noChangeAspect="1"/>
          </p:cNvGraphicFramePr>
          <p:nvPr/>
        </p:nvGraphicFramePr>
        <p:xfrm>
          <a:off x="3352800" y="5715000"/>
          <a:ext cx="252413" cy="381000"/>
        </p:xfrm>
        <a:graphic>
          <a:graphicData uri="http://schemas.openxmlformats.org/presentationml/2006/ole">
            <p:oleObj spid="_x0000_s849980" name="Equation" r:id="rId24" imgW="253800" imgH="380880" progId="Equation.3">
              <p:embed/>
            </p:oleObj>
          </a:graphicData>
        </a:graphic>
      </p:graphicFrame>
      <p:graphicFrame>
        <p:nvGraphicFramePr>
          <p:cNvPr id="849981" name="Object 61"/>
          <p:cNvGraphicFramePr>
            <a:graphicFrameLocks noChangeAspect="1"/>
          </p:cNvGraphicFramePr>
          <p:nvPr/>
        </p:nvGraphicFramePr>
        <p:xfrm>
          <a:off x="3429000" y="4648200"/>
          <a:ext cx="163513" cy="368300"/>
        </p:xfrm>
        <a:graphic>
          <a:graphicData uri="http://schemas.openxmlformats.org/presentationml/2006/ole">
            <p:oleObj spid="_x0000_s849981" name="Equation" r:id="rId25" imgW="164880" imgH="368280" progId="Equation.3">
              <p:embed/>
            </p:oleObj>
          </a:graphicData>
        </a:graphic>
      </p:graphicFrame>
      <p:graphicFrame>
        <p:nvGraphicFramePr>
          <p:cNvPr id="849982" name="Object 62"/>
          <p:cNvGraphicFramePr>
            <a:graphicFrameLocks noChangeAspect="1"/>
          </p:cNvGraphicFramePr>
          <p:nvPr/>
        </p:nvGraphicFramePr>
        <p:xfrm>
          <a:off x="2787650" y="5721350"/>
          <a:ext cx="163513" cy="368300"/>
        </p:xfrm>
        <a:graphic>
          <a:graphicData uri="http://schemas.openxmlformats.org/presentationml/2006/ole">
            <p:oleObj spid="_x0000_s849982" name="Equation" r:id="rId26" imgW="164880" imgH="368280" progId="Equation.3">
              <p:embed/>
            </p:oleObj>
          </a:graphicData>
        </a:graphic>
      </p:graphicFrame>
      <p:sp>
        <p:nvSpPr>
          <p:cNvPr id="849983" name="Text Box 63"/>
          <p:cNvSpPr txBox="1">
            <a:spLocks noChangeArrowheads="1"/>
          </p:cNvSpPr>
          <p:nvPr/>
        </p:nvSpPr>
        <p:spPr bwMode="auto">
          <a:xfrm>
            <a:off x="5867400" y="3886200"/>
            <a:ext cx="2055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 File</a:t>
            </a:r>
          </a:p>
        </p:txBody>
      </p:sp>
      <p:sp>
        <p:nvSpPr>
          <p:cNvPr id="849984" name="Text Box 64"/>
          <p:cNvSpPr txBox="1">
            <a:spLocks noChangeArrowheads="1"/>
          </p:cNvSpPr>
          <p:nvPr/>
        </p:nvSpPr>
        <p:spPr bwMode="auto">
          <a:xfrm>
            <a:off x="5867400" y="4495800"/>
            <a:ext cx="268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head position</a:t>
            </a:r>
          </a:p>
        </p:txBody>
      </p:sp>
      <p:sp>
        <p:nvSpPr>
          <p:cNvPr id="849985" name="Text Box 65"/>
          <p:cNvSpPr txBox="1">
            <a:spLocks noChangeArrowheads="1"/>
          </p:cNvSpPr>
          <p:nvPr/>
        </p:nvSpPr>
        <p:spPr bwMode="auto">
          <a:xfrm>
            <a:off x="5867400" y="5105400"/>
            <a:ext cx="1108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Tape</a:t>
            </a:r>
          </a:p>
        </p:txBody>
      </p:sp>
      <p:sp>
        <p:nvSpPr>
          <p:cNvPr id="849986" name="Text Box 66"/>
          <p:cNvSpPr txBox="1">
            <a:spLocks noChangeArrowheads="1"/>
          </p:cNvSpPr>
          <p:nvPr/>
        </p:nvSpPr>
        <p:spPr bwMode="auto">
          <a:xfrm>
            <a:off x="5867400" y="5638800"/>
            <a:ext cx="268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head position</a:t>
            </a:r>
          </a:p>
        </p:txBody>
      </p:sp>
      <p:graphicFrame>
        <p:nvGraphicFramePr>
          <p:cNvPr id="849987" name="Object 67"/>
          <p:cNvGraphicFramePr>
            <a:graphicFrameLocks noChangeAspect="1"/>
          </p:cNvGraphicFramePr>
          <p:nvPr/>
        </p:nvGraphicFramePr>
        <p:xfrm>
          <a:off x="1600200" y="4114800"/>
          <a:ext cx="252413" cy="381000"/>
        </p:xfrm>
        <a:graphic>
          <a:graphicData uri="http://schemas.openxmlformats.org/presentationml/2006/ole">
            <p:oleObj spid="_x0000_s849987" name="Equation" r:id="rId27" imgW="253800" imgH="380880" progId="Equation.3">
              <p:embed/>
            </p:oleObj>
          </a:graphicData>
        </a:graphic>
      </p:graphicFrame>
      <p:graphicFrame>
        <p:nvGraphicFramePr>
          <p:cNvPr id="849988" name="Object 68"/>
          <p:cNvGraphicFramePr>
            <a:graphicFrameLocks noChangeAspect="1"/>
          </p:cNvGraphicFramePr>
          <p:nvPr/>
        </p:nvGraphicFramePr>
        <p:xfrm>
          <a:off x="1600200" y="4648200"/>
          <a:ext cx="252413" cy="381000"/>
        </p:xfrm>
        <a:graphic>
          <a:graphicData uri="http://schemas.openxmlformats.org/presentationml/2006/ole">
            <p:oleObj spid="_x0000_s849988" name="Equation" r:id="rId28" imgW="253800" imgH="380880" progId="Equation.3">
              <p:embed/>
            </p:oleObj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EBF756-D679-47C0-A40A-3C63A24C1CA4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850946" name="Line 2"/>
          <p:cNvSpPr>
            <a:spLocks noChangeShapeType="1"/>
          </p:cNvSpPr>
          <p:nvPr/>
        </p:nvSpPr>
        <p:spPr bwMode="auto">
          <a:xfrm>
            <a:off x="838200" y="11430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0947" name="Line 3"/>
          <p:cNvSpPr>
            <a:spLocks noChangeShapeType="1"/>
          </p:cNvSpPr>
          <p:nvPr/>
        </p:nvSpPr>
        <p:spPr bwMode="auto">
          <a:xfrm>
            <a:off x="838200" y="16002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0948" name="Line 4"/>
          <p:cNvSpPr>
            <a:spLocks noChangeShapeType="1"/>
          </p:cNvSpPr>
          <p:nvPr/>
        </p:nvSpPr>
        <p:spPr bwMode="auto">
          <a:xfrm>
            <a:off x="838200" y="21336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0949" name="Line 5"/>
          <p:cNvSpPr>
            <a:spLocks noChangeShapeType="1"/>
          </p:cNvSpPr>
          <p:nvPr/>
        </p:nvSpPr>
        <p:spPr bwMode="auto">
          <a:xfrm>
            <a:off x="838200" y="26670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0950" name="Line 6"/>
          <p:cNvSpPr>
            <a:spLocks noChangeShapeType="1"/>
          </p:cNvSpPr>
          <p:nvPr/>
        </p:nvSpPr>
        <p:spPr bwMode="auto">
          <a:xfrm>
            <a:off x="838200" y="32004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0951" name="Line 7"/>
          <p:cNvSpPr>
            <a:spLocks noChangeShapeType="1"/>
          </p:cNvSpPr>
          <p:nvPr/>
        </p:nvSpPr>
        <p:spPr bwMode="auto">
          <a:xfrm>
            <a:off x="1371600" y="11430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0952" name="Line 8"/>
          <p:cNvSpPr>
            <a:spLocks noChangeShapeType="1"/>
          </p:cNvSpPr>
          <p:nvPr/>
        </p:nvSpPr>
        <p:spPr bwMode="auto">
          <a:xfrm>
            <a:off x="1981200" y="11430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0953" name="Line 9"/>
          <p:cNvSpPr>
            <a:spLocks noChangeShapeType="1"/>
          </p:cNvSpPr>
          <p:nvPr/>
        </p:nvSpPr>
        <p:spPr bwMode="auto">
          <a:xfrm>
            <a:off x="2590800" y="11430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0954" name="Line 10"/>
          <p:cNvSpPr>
            <a:spLocks noChangeShapeType="1"/>
          </p:cNvSpPr>
          <p:nvPr/>
        </p:nvSpPr>
        <p:spPr bwMode="auto">
          <a:xfrm>
            <a:off x="3200400" y="11430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0955" name="Line 11"/>
          <p:cNvSpPr>
            <a:spLocks noChangeShapeType="1"/>
          </p:cNvSpPr>
          <p:nvPr/>
        </p:nvSpPr>
        <p:spPr bwMode="auto">
          <a:xfrm>
            <a:off x="3810000" y="11430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0956" name="Line 12"/>
          <p:cNvSpPr>
            <a:spLocks noChangeShapeType="1"/>
          </p:cNvSpPr>
          <p:nvPr/>
        </p:nvSpPr>
        <p:spPr bwMode="auto">
          <a:xfrm>
            <a:off x="4419600" y="11430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0957" name="Line 13"/>
          <p:cNvSpPr>
            <a:spLocks noChangeShapeType="1"/>
          </p:cNvSpPr>
          <p:nvPr/>
        </p:nvSpPr>
        <p:spPr bwMode="auto">
          <a:xfrm>
            <a:off x="5029200" y="11430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0958" name="Line 14"/>
          <p:cNvSpPr>
            <a:spLocks noChangeShapeType="1"/>
          </p:cNvSpPr>
          <p:nvPr/>
        </p:nvSpPr>
        <p:spPr bwMode="auto">
          <a:xfrm flipV="1">
            <a:off x="2286000" y="3200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50959" name="Object 15"/>
          <p:cNvGraphicFramePr>
            <a:graphicFrameLocks noChangeAspect="1"/>
          </p:cNvGraphicFramePr>
          <p:nvPr/>
        </p:nvGraphicFramePr>
        <p:xfrm>
          <a:off x="2209800" y="1219200"/>
          <a:ext cx="265113" cy="279400"/>
        </p:xfrm>
        <a:graphic>
          <a:graphicData uri="http://schemas.openxmlformats.org/presentationml/2006/ole">
            <p:oleObj spid="_x0000_s850959" name="Equation" r:id="rId3" imgW="266400" imgH="279360" progId="Equation.3">
              <p:embed/>
            </p:oleObj>
          </a:graphicData>
        </a:graphic>
      </p:graphicFrame>
      <p:graphicFrame>
        <p:nvGraphicFramePr>
          <p:cNvPr id="850960" name="Object 16"/>
          <p:cNvGraphicFramePr>
            <a:graphicFrameLocks noChangeAspect="1"/>
          </p:cNvGraphicFramePr>
          <p:nvPr/>
        </p:nvGraphicFramePr>
        <p:xfrm>
          <a:off x="2819400" y="1143000"/>
          <a:ext cx="252413" cy="392113"/>
        </p:xfrm>
        <a:graphic>
          <a:graphicData uri="http://schemas.openxmlformats.org/presentationml/2006/ole">
            <p:oleObj spid="_x0000_s850960" name="Equation" r:id="rId4" imgW="253800" imgH="393480" progId="Equation.3">
              <p:embed/>
            </p:oleObj>
          </a:graphicData>
        </a:graphic>
      </p:graphicFrame>
      <p:graphicFrame>
        <p:nvGraphicFramePr>
          <p:cNvPr id="850961" name="Object 17"/>
          <p:cNvGraphicFramePr>
            <a:graphicFrameLocks noChangeAspect="1"/>
          </p:cNvGraphicFramePr>
          <p:nvPr/>
        </p:nvGraphicFramePr>
        <p:xfrm>
          <a:off x="3429000" y="1219200"/>
          <a:ext cx="239713" cy="279400"/>
        </p:xfrm>
        <a:graphic>
          <a:graphicData uri="http://schemas.openxmlformats.org/presentationml/2006/ole">
            <p:oleObj spid="_x0000_s850961" name="Equation" r:id="rId5" imgW="241200" imgH="279360" progId="Equation.3">
              <p:embed/>
            </p:oleObj>
          </a:graphicData>
        </a:graphic>
      </p:graphicFrame>
      <p:graphicFrame>
        <p:nvGraphicFramePr>
          <p:cNvPr id="850962" name="Object 18"/>
          <p:cNvGraphicFramePr>
            <a:graphicFrameLocks noChangeAspect="1"/>
          </p:cNvGraphicFramePr>
          <p:nvPr/>
        </p:nvGraphicFramePr>
        <p:xfrm>
          <a:off x="3962400" y="1143000"/>
          <a:ext cx="303213" cy="392113"/>
        </p:xfrm>
        <a:graphic>
          <a:graphicData uri="http://schemas.openxmlformats.org/presentationml/2006/ole">
            <p:oleObj spid="_x0000_s850962" name="Equation" r:id="rId6" imgW="304560" imgH="393480" progId="Equation.3">
              <p:embed/>
            </p:oleObj>
          </a:graphicData>
        </a:graphic>
      </p:graphicFrame>
      <p:graphicFrame>
        <p:nvGraphicFramePr>
          <p:cNvPr id="850963" name="Object 19"/>
          <p:cNvGraphicFramePr>
            <a:graphicFrameLocks noChangeAspect="1"/>
          </p:cNvGraphicFramePr>
          <p:nvPr/>
        </p:nvGraphicFramePr>
        <p:xfrm>
          <a:off x="2209800" y="2286000"/>
          <a:ext cx="228600" cy="279400"/>
        </p:xfrm>
        <a:graphic>
          <a:graphicData uri="http://schemas.openxmlformats.org/presentationml/2006/ole">
            <p:oleObj spid="_x0000_s850963" name="Equation" r:id="rId7" imgW="228600" imgH="279360" progId="Equation.3">
              <p:embed/>
            </p:oleObj>
          </a:graphicData>
        </a:graphic>
      </p:graphicFrame>
      <p:graphicFrame>
        <p:nvGraphicFramePr>
          <p:cNvPr id="850964" name="Object 20"/>
          <p:cNvGraphicFramePr>
            <a:graphicFrameLocks noChangeAspect="1"/>
          </p:cNvGraphicFramePr>
          <p:nvPr/>
        </p:nvGraphicFramePr>
        <p:xfrm>
          <a:off x="2743200" y="2133600"/>
          <a:ext cx="354013" cy="481013"/>
        </p:xfrm>
        <a:graphic>
          <a:graphicData uri="http://schemas.openxmlformats.org/presentationml/2006/ole">
            <p:oleObj spid="_x0000_s850964" name="Equation" r:id="rId8" imgW="355320" imgH="482400" progId="Equation.3">
              <p:embed/>
            </p:oleObj>
          </a:graphicData>
        </a:graphic>
      </p:graphicFrame>
      <p:graphicFrame>
        <p:nvGraphicFramePr>
          <p:cNvPr id="850965" name="Object 21"/>
          <p:cNvGraphicFramePr>
            <a:graphicFrameLocks noChangeAspect="1"/>
          </p:cNvGraphicFramePr>
          <p:nvPr/>
        </p:nvGraphicFramePr>
        <p:xfrm>
          <a:off x="3352800" y="2209800"/>
          <a:ext cx="315913" cy="368300"/>
        </p:xfrm>
        <a:graphic>
          <a:graphicData uri="http://schemas.openxmlformats.org/presentationml/2006/ole">
            <p:oleObj spid="_x0000_s850965" name="Equation" r:id="rId9" imgW="317160" imgH="368280" progId="Equation.3">
              <p:embed/>
            </p:oleObj>
          </a:graphicData>
        </a:graphic>
      </p:graphicFrame>
      <p:graphicFrame>
        <p:nvGraphicFramePr>
          <p:cNvPr id="850966" name="Object 22"/>
          <p:cNvGraphicFramePr>
            <a:graphicFrameLocks noChangeAspect="1"/>
          </p:cNvGraphicFramePr>
          <p:nvPr/>
        </p:nvGraphicFramePr>
        <p:xfrm>
          <a:off x="2209800" y="1676400"/>
          <a:ext cx="252413" cy="381000"/>
        </p:xfrm>
        <a:graphic>
          <a:graphicData uri="http://schemas.openxmlformats.org/presentationml/2006/ole">
            <p:oleObj spid="_x0000_s850966" name="Equation" r:id="rId10" imgW="253800" imgH="380880" progId="Equation.3">
              <p:embed/>
            </p:oleObj>
          </a:graphicData>
        </a:graphic>
      </p:graphicFrame>
      <p:graphicFrame>
        <p:nvGraphicFramePr>
          <p:cNvPr id="850967" name="Object 23"/>
          <p:cNvGraphicFramePr>
            <a:graphicFrameLocks noChangeAspect="1"/>
          </p:cNvGraphicFramePr>
          <p:nvPr/>
        </p:nvGraphicFramePr>
        <p:xfrm>
          <a:off x="2819400" y="1676400"/>
          <a:ext cx="252413" cy="381000"/>
        </p:xfrm>
        <a:graphic>
          <a:graphicData uri="http://schemas.openxmlformats.org/presentationml/2006/ole">
            <p:oleObj spid="_x0000_s850967" name="Equation" r:id="rId11" imgW="253800" imgH="380880" progId="Equation.3">
              <p:embed/>
            </p:oleObj>
          </a:graphicData>
        </a:graphic>
      </p:graphicFrame>
      <p:graphicFrame>
        <p:nvGraphicFramePr>
          <p:cNvPr id="850968" name="Object 24"/>
          <p:cNvGraphicFramePr>
            <a:graphicFrameLocks noChangeAspect="1"/>
          </p:cNvGraphicFramePr>
          <p:nvPr/>
        </p:nvGraphicFramePr>
        <p:xfrm>
          <a:off x="3962400" y="1676400"/>
          <a:ext cx="252413" cy="381000"/>
        </p:xfrm>
        <a:graphic>
          <a:graphicData uri="http://schemas.openxmlformats.org/presentationml/2006/ole">
            <p:oleObj spid="_x0000_s850968" name="Equation" r:id="rId12" imgW="253800" imgH="380880" progId="Equation.3">
              <p:embed/>
            </p:oleObj>
          </a:graphicData>
        </a:graphic>
      </p:graphicFrame>
      <p:graphicFrame>
        <p:nvGraphicFramePr>
          <p:cNvPr id="850969" name="Object 25"/>
          <p:cNvGraphicFramePr>
            <a:graphicFrameLocks noChangeAspect="1"/>
          </p:cNvGraphicFramePr>
          <p:nvPr/>
        </p:nvGraphicFramePr>
        <p:xfrm>
          <a:off x="2209800" y="2743200"/>
          <a:ext cx="252413" cy="381000"/>
        </p:xfrm>
        <a:graphic>
          <a:graphicData uri="http://schemas.openxmlformats.org/presentationml/2006/ole">
            <p:oleObj spid="_x0000_s850969" name="Equation" r:id="rId13" imgW="253800" imgH="380880" progId="Equation.3">
              <p:embed/>
            </p:oleObj>
          </a:graphicData>
        </a:graphic>
      </p:graphicFrame>
      <p:graphicFrame>
        <p:nvGraphicFramePr>
          <p:cNvPr id="850970" name="Object 26"/>
          <p:cNvGraphicFramePr>
            <a:graphicFrameLocks noChangeAspect="1"/>
          </p:cNvGraphicFramePr>
          <p:nvPr/>
        </p:nvGraphicFramePr>
        <p:xfrm>
          <a:off x="3352800" y="2743200"/>
          <a:ext cx="252413" cy="381000"/>
        </p:xfrm>
        <a:graphic>
          <a:graphicData uri="http://schemas.openxmlformats.org/presentationml/2006/ole">
            <p:oleObj spid="_x0000_s850970" name="Equation" r:id="rId14" imgW="253800" imgH="380880" progId="Equation.3">
              <p:embed/>
            </p:oleObj>
          </a:graphicData>
        </a:graphic>
      </p:graphicFrame>
      <p:graphicFrame>
        <p:nvGraphicFramePr>
          <p:cNvPr id="850971" name="Object 27"/>
          <p:cNvGraphicFramePr>
            <a:graphicFrameLocks noChangeAspect="1"/>
          </p:cNvGraphicFramePr>
          <p:nvPr/>
        </p:nvGraphicFramePr>
        <p:xfrm>
          <a:off x="3429000" y="1676400"/>
          <a:ext cx="163513" cy="368300"/>
        </p:xfrm>
        <a:graphic>
          <a:graphicData uri="http://schemas.openxmlformats.org/presentationml/2006/ole">
            <p:oleObj spid="_x0000_s850971" name="Equation" r:id="rId15" imgW="164880" imgH="368280" progId="Equation.3">
              <p:embed/>
            </p:oleObj>
          </a:graphicData>
        </a:graphic>
      </p:graphicFrame>
      <p:graphicFrame>
        <p:nvGraphicFramePr>
          <p:cNvPr id="850972" name="Object 28"/>
          <p:cNvGraphicFramePr>
            <a:graphicFrameLocks noChangeAspect="1"/>
          </p:cNvGraphicFramePr>
          <p:nvPr/>
        </p:nvGraphicFramePr>
        <p:xfrm>
          <a:off x="2787650" y="2749550"/>
          <a:ext cx="163513" cy="368300"/>
        </p:xfrm>
        <a:graphic>
          <a:graphicData uri="http://schemas.openxmlformats.org/presentationml/2006/ole">
            <p:oleObj spid="_x0000_s850972" name="Equation" r:id="rId16" imgW="164880" imgH="368280" progId="Equation.3">
              <p:embed/>
            </p:oleObj>
          </a:graphicData>
        </a:graphic>
      </p:graphicFrame>
      <p:sp>
        <p:nvSpPr>
          <p:cNvPr id="850973" name="Text Box 29"/>
          <p:cNvSpPr txBox="1">
            <a:spLocks noChangeArrowheads="1"/>
          </p:cNvSpPr>
          <p:nvPr/>
        </p:nvSpPr>
        <p:spPr bwMode="auto">
          <a:xfrm>
            <a:off x="5867400" y="914400"/>
            <a:ext cx="2055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 File</a:t>
            </a:r>
          </a:p>
        </p:txBody>
      </p:sp>
      <p:sp>
        <p:nvSpPr>
          <p:cNvPr id="850974" name="Text Box 30"/>
          <p:cNvSpPr txBox="1">
            <a:spLocks noChangeArrowheads="1"/>
          </p:cNvSpPr>
          <p:nvPr/>
        </p:nvSpPr>
        <p:spPr bwMode="auto">
          <a:xfrm>
            <a:off x="5867400" y="1524000"/>
            <a:ext cx="268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head position</a:t>
            </a:r>
          </a:p>
        </p:txBody>
      </p:sp>
      <p:sp>
        <p:nvSpPr>
          <p:cNvPr id="850975" name="Text Box 31"/>
          <p:cNvSpPr txBox="1">
            <a:spLocks noChangeArrowheads="1"/>
          </p:cNvSpPr>
          <p:nvPr/>
        </p:nvSpPr>
        <p:spPr bwMode="auto">
          <a:xfrm>
            <a:off x="5867400" y="2133600"/>
            <a:ext cx="1108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Tape</a:t>
            </a:r>
          </a:p>
        </p:txBody>
      </p:sp>
      <p:sp>
        <p:nvSpPr>
          <p:cNvPr id="850976" name="Text Box 32"/>
          <p:cNvSpPr txBox="1">
            <a:spLocks noChangeArrowheads="1"/>
          </p:cNvSpPr>
          <p:nvPr/>
        </p:nvSpPr>
        <p:spPr bwMode="auto">
          <a:xfrm>
            <a:off x="5867400" y="2667000"/>
            <a:ext cx="268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head position</a:t>
            </a:r>
          </a:p>
        </p:txBody>
      </p:sp>
      <p:graphicFrame>
        <p:nvGraphicFramePr>
          <p:cNvPr id="850977" name="Object 33"/>
          <p:cNvGraphicFramePr>
            <a:graphicFrameLocks noChangeAspect="1"/>
          </p:cNvGraphicFramePr>
          <p:nvPr/>
        </p:nvGraphicFramePr>
        <p:xfrm>
          <a:off x="1600200" y="1143000"/>
          <a:ext cx="252413" cy="381000"/>
        </p:xfrm>
        <a:graphic>
          <a:graphicData uri="http://schemas.openxmlformats.org/presentationml/2006/ole">
            <p:oleObj spid="_x0000_s850977" name="Equation" r:id="rId17" imgW="253800" imgH="380880" progId="Equation.3">
              <p:embed/>
            </p:oleObj>
          </a:graphicData>
        </a:graphic>
      </p:graphicFrame>
      <p:graphicFrame>
        <p:nvGraphicFramePr>
          <p:cNvPr id="850978" name="Object 34"/>
          <p:cNvGraphicFramePr>
            <a:graphicFrameLocks noChangeAspect="1"/>
          </p:cNvGraphicFramePr>
          <p:nvPr/>
        </p:nvGraphicFramePr>
        <p:xfrm>
          <a:off x="1600200" y="1676400"/>
          <a:ext cx="252413" cy="381000"/>
        </p:xfrm>
        <a:graphic>
          <a:graphicData uri="http://schemas.openxmlformats.org/presentationml/2006/ole">
            <p:oleObj spid="_x0000_s850978" name="Equation" r:id="rId18" imgW="253800" imgH="380880" progId="Equation.3">
              <p:embed/>
            </p:oleObj>
          </a:graphicData>
        </a:graphic>
      </p:graphicFrame>
      <p:sp>
        <p:nvSpPr>
          <p:cNvPr id="850979" name="Text Box 35"/>
          <p:cNvSpPr txBox="1">
            <a:spLocks noChangeArrowheads="1"/>
          </p:cNvSpPr>
          <p:nvPr/>
        </p:nvSpPr>
        <p:spPr bwMode="auto">
          <a:xfrm>
            <a:off x="228600" y="3657600"/>
            <a:ext cx="64706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Repeat for each state transition:</a:t>
            </a:r>
          </a:p>
        </p:txBody>
      </p:sp>
      <p:sp>
        <p:nvSpPr>
          <p:cNvPr id="850980" name="Text Box 36"/>
          <p:cNvSpPr txBox="1">
            <a:spLocks noChangeArrowheads="1"/>
          </p:cNvSpPr>
          <p:nvPr/>
        </p:nvSpPr>
        <p:spPr bwMode="auto">
          <a:xfrm>
            <a:off x="2286000" y="4191000"/>
            <a:ext cx="6096000" cy="23320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>
                <a:solidFill>
                  <a:srgbClr val="FF3399"/>
                </a:solidFill>
              </a:rPr>
              <a:t> Return to reference point</a:t>
            </a:r>
          </a:p>
          <a:p>
            <a:pPr>
              <a:buFontTx/>
              <a:buChar char="•"/>
            </a:pPr>
            <a:r>
              <a:rPr lang="en-US">
                <a:solidFill>
                  <a:srgbClr val="FF3399"/>
                </a:solidFill>
              </a:rPr>
              <a:t> Find current input file symbol</a:t>
            </a:r>
          </a:p>
          <a:p>
            <a:pPr>
              <a:buFontTx/>
              <a:buChar char="•"/>
            </a:pPr>
            <a:r>
              <a:rPr lang="en-US">
                <a:solidFill>
                  <a:srgbClr val="FF3399"/>
                </a:solidFill>
              </a:rPr>
              <a:t> Find current tape symbol</a:t>
            </a:r>
          </a:p>
          <a:p>
            <a:pPr>
              <a:buFontTx/>
              <a:buChar char="•"/>
            </a:pPr>
            <a:r>
              <a:rPr lang="en-US">
                <a:solidFill>
                  <a:srgbClr val="FF3399"/>
                </a:solidFill>
              </a:rPr>
              <a:t> Make transition</a:t>
            </a:r>
          </a:p>
        </p:txBody>
      </p:sp>
      <p:sp>
        <p:nvSpPr>
          <p:cNvPr id="850981" name="Oval 37"/>
          <p:cNvSpPr>
            <a:spLocks noChangeArrowheads="1"/>
          </p:cNvSpPr>
          <p:nvPr/>
        </p:nvSpPr>
        <p:spPr bwMode="auto">
          <a:xfrm>
            <a:off x="1219200" y="685800"/>
            <a:ext cx="914400" cy="2895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0982" name="Text Box 38"/>
          <p:cNvSpPr txBox="1">
            <a:spLocks noChangeArrowheads="1"/>
          </p:cNvSpPr>
          <p:nvPr/>
        </p:nvSpPr>
        <p:spPr bwMode="auto">
          <a:xfrm>
            <a:off x="533400" y="0"/>
            <a:ext cx="3225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Reference point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6BF094-8DC6-4181-A883-19E96947A195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851970" name="Text Box 2"/>
          <p:cNvSpPr txBox="1">
            <a:spLocks noChangeArrowheads="1"/>
          </p:cNvSpPr>
          <p:nvPr/>
        </p:nvSpPr>
        <p:spPr bwMode="auto">
          <a:xfrm>
            <a:off x="2590800" y="685800"/>
            <a:ext cx="5237331" cy="1766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Off-line </a:t>
            </a:r>
            <a:r>
              <a:rPr lang="en-US" dirty="0" smtClean="0"/>
              <a:t>Machines</a:t>
            </a:r>
            <a:endParaRPr lang="en-US" dirty="0"/>
          </a:p>
          <a:p>
            <a:r>
              <a:rPr lang="en-US" dirty="0"/>
              <a:t>have the same power </a:t>
            </a:r>
            <a:r>
              <a:rPr lang="en-US" dirty="0" smtClean="0"/>
              <a:t>as</a:t>
            </a:r>
            <a:endParaRPr lang="en-US" dirty="0"/>
          </a:p>
          <a:p>
            <a:r>
              <a:rPr lang="en-US" dirty="0" smtClean="0"/>
              <a:t>Standard Turing Machines</a:t>
            </a:r>
            <a:endParaRPr lang="en-US" dirty="0"/>
          </a:p>
        </p:txBody>
      </p:sp>
      <p:sp>
        <p:nvSpPr>
          <p:cNvPr id="851971" name="Text Box 3"/>
          <p:cNvSpPr txBox="1">
            <a:spLocks noChangeArrowheads="1"/>
          </p:cNvSpPr>
          <p:nvPr/>
        </p:nvSpPr>
        <p:spPr bwMode="auto">
          <a:xfrm>
            <a:off x="288925" y="635000"/>
            <a:ext cx="2057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Theorem: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026E60-8D74-4C35-9710-F2AA1FACB10E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85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Multitape Turing Machines</a:t>
            </a:r>
          </a:p>
        </p:txBody>
      </p:sp>
      <p:sp>
        <p:nvSpPr>
          <p:cNvPr id="852995" name="Rectangle 3"/>
          <p:cNvSpPr>
            <a:spLocks noChangeArrowheads="1"/>
          </p:cNvSpPr>
          <p:nvPr/>
        </p:nvSpPr>
        <p:spPr bwMode="auto">
          <a:xfrm>
            <a:off x="2667000" y="1143000"/>
            <a:ext cx="35052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2996" name="Line 4"/>
          <p:cNvSpPr>
            <a:spLocks noChangeShapeType="1"/>
          </p:cNvSpPr>
          <p:nvPr/>
        </p:nvSpPr>
        <p:spPr bwMode="auto">
          <a:xfrm>
            <a:off x="533400" y="44958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2997" name="Line 5"/>
          <p:cNvSpPr>
            <a:spLocks noChangeShapeType="1"/>
          </p:cNvSpPr>
          <p:nvPr/>
        </p:nvSpPr>
        <p:spPr bwMode="auto">
          <a:xfrm>
            <a:off x="9144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2998" name="Line 6"/>
          <p:cNvSpPr>
            <a:spLocks noChangeShapeType="1"/>
          </p:cNvSpPr>
          <p:nvPr/>
        </p:nvSpPr>
        <p:spPr bwMode="auto">
          <a:xfrm>
            <a:off x="14478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2999" name="Line 7"/>
          <p:cNvSpPr>
            <a:spLocks noChangeShapeType="1"/>
          </p:cNvSpPr>
          <p:nvPr/>
        </p:nvSpPr>
        <p:spPr bwMode="auto">
          <a:xfrm>
            <a:off x="19812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3000" name="Line 8"/>
          <p:cNvSpPr>
            <a:spLocks noChangeShapeType="1"/>
          </p:cNvSpPr>
          <p:nvPr/>
        </p:nvSpPr>
        <p:spPr bwMode="auto">
          <a:xfrm>
            <a:off x="25146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3001" name="Line 9"/>
          <p:cNvSpPr>
            <a:spLocks noChangeShapeType="1"/>
          </p:cNvSpPr>
          <p:nvPr/>
        </p:nvSpPr>
        <p:spPr bwMode="auto">
          <a:xfrm>
            <a:off x="30480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3002" name="Line 10"/>
          <p:cNvSpPr>
            <a:spLocks noChangeShapeType="1"/>
          </p:cNvSpPr>
          <p:nvPr/>
        </p:nvSpPr>
        <p:spPr bwMode="auto">
          <a:xfrm>
            <a:off x="35814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98048" name="Object 0"/>
          <p:cNvGraphicFramePr>
            <a:graphicFrameLocks noChangeAspect="1"/>
          </p:cNvGraphicFramePr>
          <p:nvPr/>
        </p:nvGraphicFramePr>
        <p:xfrm>
          <a:off x="3200400" y="4089400"/>
          <a:ext cx="252413" cy="368300"/>
        </p:xfrm>
        <a:graphic>
          <a:graphicData uri="http://schemas.openxmlformats.org/presentationml/2006/ole">
            <p:oleObj spid="_x0000_s898048" name="Equation" r:id="rId3" imgW="253800" imgH="368280" progId="Equation.3">
              <p:embed/>
            </p:oleObj>
          </a:graphicData>
        </a:graphic>
      </p:graphicFrame>
      <p:graphicFrame>
        <p:nvGraphicFramePr>
          <p:cNvPr id="898049" name="Object 1"/>
          <p:cNvGraphicFramePr>
            <a:graphicFrameLocks noChangeAspect="1"/>
          </p:cNvGraphicFramePr>
          <p:nvPr/>
        </p:nvGraphicFramePr>
        <p:xfrm>
          <a:off x="990600" y="4089400"/>
          <a:ext cx="252413" cy="368300"/>
        </p:xfrm>
        <a:graphic>
          <a:graphicData uri="http://schemas.openxmlformats.org/presentationml/2006/ole">
            <p:oleObj spid="_x0000_s898049" name="Equation" r:id="rId4" imgW="253800" imgH="368280" progId="Equation.3">
              <p:embed/>
            </p:oleObj>
          </a:graphicData>
        </a:graphic>
      </p:graphicFrame>
      <p:sp>
        <p:nvSpPr>
          <p:cNvPr id="853005" name="Line 13"/>
          <p:cNvSpPr>
            <a:spLocks noChangeShapeType="1"/>
          </p:cNvSpPr>
          <p:nvPr/>
        </p:nvSpPr>
        <p:spPr bwMode="auto">
          <a:xfrm>
            <a:off x="533400" y="39624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98050" name="Object 2"/>
          <p:cNvGraphicFramePr>
            <a:graphicFrameLocks noChangeAspect="1"/>
          </p:cNvGraphicFramePr>
          <p:nvPr/>
        </p:nvGraphicFramePr>
        <p:xfrm>
          <a:off x="1600200" y="4114800"/>
          <a:ext cx="265113" cy="279400"/>
        </p:xfrm>
        <a:graphic>
          <a:graphicData uri="http://schemas.openxmlformats.org/presentationml/2006/ole">
            <p:oleObj spid="_x0000_s898050" name="Equation" r:id="rId5" imgW="266400" imgH="279360" progId="Equation.3">
              <p:embed/>
            </p:oleObj>
          </a:graphicData>
        </a:graphic>
      </p:graphicFrame>
      <p:graphicFrame>
        <p:nvGraphicFramePr>
          <p:cNvPr id="898051" name="Object 3"/>
          <p:cNvGraphicFramePr>
            <a:graphicFrameLocks noChangeAspect="1"/>
          </p:cNvGraphicFramePr>
          <p:nvPr/>
        </p:nvGraphicFramePr>
        <p:xfrm>
          <a:off x="2133600" y="4038600"/>
          <a:ext cx="252413" cy="392113"/>
        </p:xfrm>
        <a:graphic>
          <a:graphicData uri="http://schemas.openxmlformats.org/presentationml/2006/ole">
            <p:oleObj spid="_x0000_s898051" name="Equation" r:id="rId6" imgW="253800" imgH="393480" progId="Equation.3">
              <p:embed/>
            </p:oleObj>
          </a:graphicData>
        </a:graphic>
      </p:graphicFrame>
      <p:graphicFrame>
        <p:nvGraphicFramePr>
          <p:cNvPr id="898052" name="Object 4"/>
          <p:cNvGraphicFramePr>
            <a:graphicFrameLocks noChangeAspect="1"/>
          </p:cNvGraphicFramePr>
          <p:nvPr/>
        </p:nvGraphicFramePr>
        <p:xfrm>
          <a:off x="2667000" y="4114800"/>
          <a:ext cx="239713" cy="279400"/>
        </p:xfrm>
        <a:graphic>
          <a:graphicData uri="http://schemas.openxmlformats.org/presentationml/2006/ole">
            <p:oleObj spid="_x0000_s898052" name="Equation" r:id="rId7" imgW="241200" imgH="279360" progId="Equation.3">
              <p:embed/>
            </p:oleObj>
          </a:graphicData>
        </a:graphic>
      </p:graphicFrame>
      <p:sp>
        <p:nvSpPr>
          <p:cNvPr id="853009" name="Line 17"/>
          <p:cNvSpPr>
            <a:spLocks noChangeShapeType="1"/>
          </p:cNvSpPr>
          <p:nvPr/>
        </p:nvSpPr>
        <p:spPr bwMode="auto">
          <a:xfrm flipH="1">
            <a:off x="2209800" y="2590800"/>
            <a:ext cx="15240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3010" name="Line 18"/>
          <p:cNvSpPr>
            <a:spLocks noChangeShapeType="1"/>
          </p:cNvSpPr>
          <p:nvPr/>
        </p:nvSpPr>
        <p:spPr bwMode="auto">
          <a:xfrm>
            <a:off x="5181600" y="2590800"/>
            <a:ext cx="15240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3011" name="Line 19"/>
          <p:cNvSpPr>
            <a:spLocks noChangeShapeType="1"/>
          </p:cNvSpPr>
          <p:nvPr/>
        </p:nvSpPr>
        <p:spPr bwMode="auto">
          <a:xfrm>
            <a:off x="4953000" y="44958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3012" name="Line 20"/>
          <p:cNvSpPr>
            <a:spLocks noChangeShapeType="1"/>
          </p:cNvSpPr>
          <p:nvPr/>
        </p:nvSpPr>
        <p:spPr bwMode="auto">
          <a:xfrm>
            <a:off x="53340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3013" name="Line 21"/>
          <p:cNvSpPr>
            <a:spLocks noChangeShapeType="1"/>
          </p:cNvSpPr>
          <p:nvPr/>
        </p:nvSpPr>
        <p:spPr bwMode="auto">
          <a:xfrm>
            <a:off x="58674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3014" name="Line 22"/>
          <p:cNvSpPr>
            <a:spLocks noChangeShapeType="1"/>
          </p:cNvSpPr>
          <p:nvPr/>
        </p:nvSpPr>
        <p:spPr bwMode="auto">
          <a:xfrm>
            <a:off x="64008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3015" name="Line 23"/>
          <p:cNvSpPr>
            <a:spLocks noChangeShapeType="1"/>
          </p:cNvSpPr>
          <p:nvPr/>
        </p:nvSpPr>
        <p:spPr bwMode="auto">
          <a:xfrm>
            <a:off x="69342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3016" name="Line 24"/>
          <p:cNvSpPr>
            <a:spLocks noChangeShapeType="1"/>
          </p:cNvSpPr>
          <p:nvPr/>
        </p:nvSpPr>
        <p:spPr bwMode="auto">
          <a:xfrm>
            <a:off x="74676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3017" name="Line 25"/>
          <p:cNvSpPr>
            <a:spLocks noChangeShapeType="1"/>
          </p:cNvSpPr>
          <p:nvPr/>
        </p:nvSpPr>
        <p:spPr bwMode="auto">
          <a:xfrm>
            <a:off x="80010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98053" name="Object 5"/>
          <p:cNvGraphicFramePr>
            <a:graphicFrameLocks noChangeAspect="1"/>
          </p:cNvGraphicFramePr>
          <p:nvPr/>
        </p:nvGraphicFramePr>
        <p:xfrm>
          <a:off x="7620000" y="4089400"/>
          <a:ext cx="252413" cy="368300"/>
        </p:xfrm>
        <a:graphic>
          <a:graphicData uri="http://schemas.openxmlformats.org/presentationml/2006/ole">
            <p:oleObj spid="_x0000_s898053" name="Equation" r:id="rId8" imgW="253800" imgH="368280" progId="Equation.3">
              <p:embed/>
            </p:oleObj>
          </a:graphicData>
        </a:graphic>
      </p:graphicFrame>
      <p:graphicFrame>
        <p:nvGraphicFramePr>
          <p:cNvPr id="898054" name="Object 6"/>
          <p:cNvGraphicFramePr>
            <a:graphicFrameLocks noChangeAspect="1"/>
          </p:cNvGraphicFramePr>
          <p:nvPr/>
        </p:nvGraphicFramePr>
        <p:xfrm>
          <a:off x="5410200" y="4089400"/>
          <a:ext cx="252413" cy="368300"/>
        </p:xfrm>
        <a:graphic>
          <a:graphicData uri="http://schemas.openxmlformats.org/presentationml/2006/ole">
            <p:oleObj spid="_x0000_s898054" name="Equation" r:id="rId9" imgW="253800" imgH="368280" progId="Equation.3">
              <p:embed/>
            </p:oleObj>
          </a:graphicData>
        </a:graphic>
      </p:graphicFrame>
      <p:sp>
        <p:nvSpPr>
          <p:cNvPr id="853020" name="Line 28"/>
          <p:cNvSpPr>
            <a:spLocks noChangeShapeType="1"/>
          </p:cNvSpPr>
          <p:nvPr/>
        </p:nvSpPr>
        <p:spPr bwMode="auto">
          <a:xfrm>
            <a:off x="4953000" y="39624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98055" name="Object 7"/>
          <p:cNvGraphicFramePr>
            <a:graphicFrameLocks noChangeAspect="1"/>
          </p:cNvGraphicFramePr>
          <p:nvPr/>
        </p:nvGraphicFramePr>
        <p:xfrm>
          <a:off x="6037263" y="4114800"/>
          <a:ext cx="228600" cy="279400"/>
        </p:xfrm>
        <a:graphic>
          <a:graphicData uri="http://schemas.openxmlformats.org/presentationml/2006/ole">
            <p:oleObj spid="_x0000_s898055" name="Equation" r:id="rId10" imgW="228600" imgH="279360" progId="Equation.3">
              <p:embed/>
            </p:oleObj>
          </a:graphicData>
        </a:graphic>
      </p:graphicFrame>
      <p:graphicFrame>
        <p:nvGraphicFramePr>
          <p:cNvPr id="898056" name="Object 8"/>
          <p:cNvGraphicFramePr>
            <a:graphicFrameLocks noChangeAspect="1"/>
          </p:cNvGraphicFramePr>
          <p:nvPr/>
        </p:nvGraphicFramePr>
        <p:xfrm>
          <a:off x="6502400" y="3994150"/>
          <a:ext cx="354013" cy="481013"/>
        </p:xfrm>
        <a:graphic>
          <a:graphicData uri="http://schemas.openxmlformats.org/presentationml/2006/ole">
            <p:oleObj spid="_x0000_s898056" name="Equation" r:id="rId11" imgW="355320" imgH="482400" progId="Equation.3">
              <p:embed/>
            </p:oleObj>
          </a:graphicData>
        </a:graphic>
      </p:graphicFrame>
      <p:graphicFrame>
        <p:nvGraphicFramePr>
          <p:cNvPr id="898057" name="Object 9"/>
          <p:cNvGraphicFramePr>
            <a:graphicFrameLocks noChangeAspect="1"/>
          </p:cNvGraphicFramePr>
          <p:nvPr/>
        </p:nvGraphicFramePr>
        <p:xfrm>
          <a:off x="7048500" y="3994150"/>
          <a:ext cx="315913" cy="368300"/>
        </p:xfrm>
        <a:graphic>
          <a:graphicData uri="http://schemas.openxmlformats.org/presentationml/2006/ole">
            <p:oleObj spid="_x0000_s898057" name="Equation" r:id="rId12" imgW="317160" imgH="368280" progId="Equation.3">
              <p:embed/>
            </p:oleObj>
          </a:graphicData>
        </a:graphic>
      </p:graphicFrame>
      <p:sp>
        <p:nvSpPr>
          <p:cNvPr id="853024" name="Text Box 32"/>
          <p:cNvSpPr txBox="1">
            <a:spLocks noChangeArrowheads="1"/>
          </p:cNvSpPr>
          <p:nvPr/>
        </p:nvSpPr>
        <p:spPr bwMode="auto">
          <a:xfrm>
            <a:off x="3200400" y="1524000"/>
            <a:ext cx="24209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Control unit</a:t>
            </a:r>
          </a:p>
        </p:txBody>
      </p:sp>
      <p:sp>
        <p:nvSpPr>
          <p:cNvPr id="853025" name="Text Box 33"/>
          <p:cNvSpPr txBox="1">
            <a:spLocks noChangeArrowheads="1"/>
          </p:cNvSpPr>
          <p:nvPr/>
        </p:nvSpPr>
        <p:spPr bwMode="auto">
          <a:xfrm>
            <a:off x="685800" y="3352800"/>
            <a:ext cx="1412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Tape 1</a:t>
            </a:r>
          </a:p>
        </p:txBody>
      </p:sp>
      <p:sp>
        <p:nvSpPr>
          <p:cNvPr id="853026" name="Text Box 34"/>
          <p:cNvSpPr txBox="1">
            <a:spLocks noChangeArrowheads="1"/>
          </p:cNvSpPr>
          <p:nvPr/>
        </p:nvSpPr>
        <p:spPr bwMode="auto">
          <a:xfrm>
            <a:off x="6858000" y="3352800"/>
            <a:ext cx="1477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Tape 2</a:t>
            </a:r>
          </a:p>
        </p:txBody>
      </p:sp>
      <p:sp>
        <p:nvSpPr>
          <p:cNvPr id="853027" name="Text Box 35"/>
          <p:cNvSpPr txBox="1">
            <a:spLocks noChangeArrowheads="1"/>
          </p:cNvSpPr>
          <p:nvPr/>
        </p:nvSpPr>
        <p:spPr bwMode="auto">
          <a:xfrm>
            <a:off x="1447800" y="45720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Input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2BA300-3EB3-4EE0-BC1B-EE519F21E06F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854018" name="Line 2"/>
          <p:cNvSpPr>
            <a:spLocks noChangeShapeType="1"/>
          </p:cNvSpPr>
          <p:nvPr/>
        </p:nvSpPr>
        <p:spPr bwMode="auto">
          <a:xfrm>
            <a:off x="533400" y="11430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4019" name="Line 3"/>
          <p:cNvSpPr>
            <a:spLocks noChangeShapeType="1"/>
          </p:cNvSpPr>
          <p:nvPr/>
        </p:nvSpPr>
        <p:spPr bwMode="auto">
          <a:xfrm>
            <a:off x="914400" y="60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20" name="Line 4"/>
          <p:cNvSpPr>
            <a:spLocks noChangeShapeType="1"/>
          </p:cNvSpPr>
          <p:nvPr/>
        </p:nvSpPr>
        <p:spPr bwMode="auto">
          <a:xfrm>
            <a:off x="1447800" y="60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21" name="Line 5"/>
          <p:cNvSpPr>
            <a:spLocks noChangeShapeType="1"/>
          </p:cNvSpPr>
          <p:nvPr/>
        </p:nvSpPr>
        <p:spPr bwMode="auto">
          <a:xfrm>
            <a:off x="1981200" y="60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22" name="Line 6"/>
          <p:cNvSpPr>
            <a:spLocks noChangeShapeType="1"/>
          </p:cNvSpPr>
          <p:nvPr/>
        </p:nvSpPr>
        <p:spPr bwMode="auto">
          <a:xfrm>
            <a:off x="2514600" y="60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23" name="Line 7"/>
          <p:cNvSpPr>
            <a:spLocks noChangeShapeType="1"/>
          </p:cNvSpPr>
          <p:nvPr/>
        </p:nvSpPr>
        <p:spPr bwMode="auto">
          <a:xfrm>
            <a:off x="3048000" y="60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24" name="Line 8"/>
          <p:cNvSpPr>
            <a:spLocks noChangeShapeType="1"/>
          </p:cNvSpPr>
          <p:nvPr/>
        </p:nvSpPr>
        <p:spPr bwMode="auto">
          <a:xfrm>
            <a:off x="3581400" y="60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99072" name="Object 0"/>
          <p:cNvGraphicFramePr>
            <a:graphicFrameLocks noChangeAspect="1"/>
          </p:cNvGraphicFramePr>
          <p:nvPr/>
        </p:nvGraphicFramePr>
        <p:xfrm>
          <a:off x="3200400" y="736600"/>
          <a:ext cx="252413" cy="368300"/>
        </p:xfrm>
        <a:graphic>
          <a:graphicData uri="http://schemas.openxmlformats.org/presentationml/2006/ole">
            <p:oleObj spid="_x0000_s899072" name="Equation" r:id="rId3" imgW="253800" imgH="368280" progId="Equation.3">
              <p:embed/>
            </p:oleObj>
          </a:graphicData>
        </a:graphic>
      </p:graphicFrame>
      <p:graphicFrame>
        <p:nvGraphicFramePr>
          <p:cNvPr id="899073" name="Object 1"/>
          <p:cNvGraphicFramePr>
            <a:graphicFrameLocks noChangeAspect="1"/>
          </p:cNvGraphicFramePr>
          <p:nvPr/>
        </p:nvGraphicFramePr>
        <p:xfrm>
          <a:off x="990600" y="736600"/>
          <a:ext cx="252413" cy="368300"/>
        </p:xfrm>
        <a:graphic>
          <a:graphicData uri="http://schemas.openxmlformats.org/presentationml/2006/ole">
            <p:oleObj spid="_x0000_s899073" name="Equation" r:id="rId4" imgW="253800" imgH="368280" progId="Equation.3">
              <p:embed/>
            </p:oleObj>
          </a:graphicData>
        </a:graphic>
      </p:graphicFrame>
      <p:sp>
        <p:nvSpPr>
          <p:cNvPr id="854027" name="Line 11"/>
          <p:cNvSpPr>
            <a:spLocks noChangeShapeType="1"/>
          </p:cNvSpPr>
          <p:nvPr/>
        </p:nvSpPr>
        <p:spPr bwMode="auto">
          <a:xfrm>
            <a:off x="533400" y="6096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99074" name="Object 2"/>
          <p:cNvGraphicFramePr>
            <a:graphicFrameLocks noChangeAspect="1"/>
          </p:cNvGraphicFramePr>
          <p:nvPr/>
        </p:nvGraphicFramePr>
        <p:xfrm>
          <a:off x="1600200" y="762000"/>
          <a:ext cx="265113" cy="279400"/>
        </p:xfrm>
        <a:graphic>
          <a:graphicData uri="http://schemas.openxmlformats.org/presentationml/2006/ole">
            <p:oleObj spid="_x0000_s899074" name="Equation" r:id="rId5" imgW="266400" imgH="279360" progId="Equation.3">
              <p:embed/>
            </p:oleObj>
          </a:graphicData>
        </a:graphic>
      </p:graphicFrame>
      <p:graphicFrame>
        <p:nvGraphicFramePr>
          <p:cNvPr id="899075" name="Object 3"/>
          <p:cNvGraphicFramePr>
            <a:graphicFrameLocks noChangeAspect="1"/>
          </p:cNvGraphicFramePr>
          <p:nvPr/>
        </p:nvGraphicFramePr>
        <p:xfrm>
          <a:off x="2133600" y="685800"/>
          <a:ext cx="252413" cy="392113"/>
        </p:xfrm>
        <a:graphic>
          <a:graphicData uri="http://schemas.openxmlformats.org/presentationml/2006/ole">
            <p:oleObj spid="_x0000_s899075" name="Equation" r:id="rId6" imgW="253800" imgH="393480" progId="Equation.3">
              <p:embed/>
            </p:oleObj>
          </a:graphicData>
        </a:graphic>
      </p:graphicFrame>
      <p:graphicFrame>
        <p:nvGraphicFramePr>
          <p:cNvPr id="899076" name="Object 4"/>
          <p:cNvGraphicFramePr>
            <a:graphicFrameLocks noChangeAspect="1"/>
          </p:cNvGraphicFramePr>
          <p:nvPr/>
        </p:nvGraphicFramePr>
        <p:xfrm>
          <a:off x="2667000" y="762000"/>
          <a:ext cx="239713" cy="279400"/>
        </p:xfrm>
        <a:graphic>
          <a:graphicData uri="http://schemas.openxmlformats.org/presentationml/2006/ole">
            <p:oleObj spid="_x0000_s899076" name="Equation" r:id="rId7" imgW="241200" imgH="279360" progId="Equation.3">
              <p:embed/>
            </p:oleObj>
          </a:graphicData>
        </a:graphic>
      </p:graphicFrame>
      <p:sp>
        <p:nvSpPr>
          <p:cNvPr id="854031" name="Line 15"/>
          <p:cNvSpPr>
            <a:spLocks noChangeShapeType="1"/>
          </p:cNvSpPr>
          <p:nvPr/>
        </p:nvSpPr>
        <p:spPr bwMode="auto">
          <a:xfrm>
            <a:off x="4953000" y="11430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4032" name="Line 16"/>
          <p:cNvSpPr>
            <a:spLocks noChangeShapeType="1"/>
          </p:cNvSpPr>
          <p:nvPr/>
        </p:nvSpPr>
        <p:spPr bwMode="auto">
          <a:xfrm>
            <a:off x="5334000" y="60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33" name="Line 17"/>
          <p:cNvSpPr>
            <a:spLocks noChangeShapeType="1"/>
          </p:cNvSpPr>
          <p:nvPr/>
        </p:nvSpPr>
        <p:spPr bwMode="auto">
          <a:xfrm>
            <a:off x="5867400" y="60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34" name="Line 18"/>
          <p:cNvSpPr>
            <a:spLocks noChangeShapeType="1"/>
          </p:cNvSpPr>
          <p:nvPr/>
        </p:nvSpPr>
        <p:spPr bwMode="auto">
          <a:xfrm>
            <a:off x="6400800" y="60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35" name="Line 19"/>
          <p:cNvSpPr>
            <a:spLocks noChangeShapeType="1"/>
          </p:cNvSpPr>
          <p:nvPr/>
        </p:nvSpPr>
        <p:spPr bwMode="auto">
          <a:xfrm>
            <a:off x="6934200" y="60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36" name="Line 20"/>
          <p:cNvSpPr>
            <a:spLocks noChangeShapeType="1"/>
          </p:cNvSpPr>
          <p:nvPr/>
        </p:nvSpPr>
        <p:spPr bwMode="auto">
          <a:xfrm>
            <a:off x="7467600" y="60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37" name="Line 21"/>
          <p:cNvSpPr>
            <a:spLocks noChangeShapeType="1"/>
          </p:cNvSpPr>
          <p:nvPr/>
        </p:nvSpPr>
        <p:spPr bwMode="auto">
          <a:xfrm>
            <a:off x="8001000" y="609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99077" name="Object 5"/>
          <p:cNvGraphicFramePr>
            <a:graphicFrameLocks noChangeAspect="1"/>
          </p:cNvGraphicFramePr>
          <p:nvPr/>
        </p:nvGraphicFramePr>
        <p:xfrm>
          <a:off x="7620000" y="736600"/>
          <a:ext cx="252413" cy="368300"/>
        </p:xfrm>
        <a:graphic>
          <a:graphicData uri="http://schemas.openxmlformats.org/presentationml/2006/ole">
            <p:oleObj spid="_x0000_s899077" name="Equation" r:id="rId8" imgW="253800" imgH="368280" progId="Equation.3">
              <p:embed/>
            </p:oleObj>
          </a:graphicData>
        </a:graphic>
      </p:graphicFrame>
      <p:graphicFrame>
        <p:nvGraphicFramePr>
          <p:cNvPr id="899078" name="Object 6"/>
          <p:cNvGraphicFramePr>
            <a:graphicFrameLocks noChangeAspect="1"/>
          </p:cNvGraphicFramePr>
          <p:nvPr/>
        </p:nvGraphicFramePr>
        <p:xfrm>
          <a:off x="5410200" y="736600"/>
          <a:ext cx="252413" cy="368300"/>
        </p:xfrm>
        <a:graphic>
          <a:graphicData uri="http://schemas.openxmlformats.org/presentationml/2006/ole">
            <p:oleObj spid="_x0000_s899078" name="Equation" r:id="rId9" imgW="253800" imgH="368280" progId="Equation.3">
              <p:embed/>
            </p:oleObj>
          </a:graphicData>
        </a:graphic>
      </p:graphicFrame>
      <p:sp>
        <p:nvSpPr>
          <p:cNvPr id="854040" name="Line 24"/>
          <p:cNvSpPr>
            <a:spLocks noChangeShapeType="1"/>
          </p:cNvSpPr>
          <p:nvPr/>
        </p:nvSpPr>
        <p:spPr bwMode="auto">
          <a:xfrm>
            <a:off x="4953000" y="6096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99079" name="Object 7"/>
          <p:cNvGraphicFramePr>
            <a:graphicFrameLocks noChangeAspect="1"/>
          </p:cNvGraphicFramePr>
          <p:nvPr/>
        </p:nvGraphicFramePr>
        <p:xfrm>
          <a:off x="6037263" y="762000"/>
          <a:ext cx="228600" cy="279400"/>
        </p:xfrm>
        <a:graphic>
          <a:graphicData uri="http://schemas.openxmlformats.org/presentationml/2006/ole">
            <p:oleObj spid="_x0000_s899079" name="Equation" r:id="rId10" imgW="228600" imgH="279360" progId="Equation.3">
              <p:embed/>
            </p:oleObj>
          </a:graphicData>
        </a:graphic>
      </p:graphicFrame>
      <p:graphicFrame>
        <p:nvGraphicFramePr>
          <p:cNvPr id="899080" name="Object 8"/>
          <p:cNvGraphicFramePr>
            <a:graphicFrameLocks noChangeAspect="1"/>
          </p:cNvGraphicFramePr>
          <p:nvPr/>
        </p:nvGraphicFramePr>
        <p:xfrm>
          <a:off x="6502400" y="641350"/>
          <a:ext cx="354013" cy="481013"/>
        </p:xfrm>
        <a:graphic>
          <a:graphicData uri="http://schemas.openxmlformats.org/presentationml/2006/ole">
            <p:oleObj spid="_x0000_s899080" name="Equation" r:id="rId11" imgW="355320" imgH="482400" progId="Equation.3">
              <p:embed/>
            </p:oleObj>
          </a:graphicData>
        </a:graphic>
      </p:graphicFrame>
      <p:graphicFrame>
        <p:nvGraphicFramePr>
          <p:cNvPr id="899081" name="Object 9"/>
          <p:cNvGraphicFramePr>
            <a:graphicFrameLocks noChangeAspect="1"/>
          </p:cNvGraphicFramePr>
          <p:nvPr/>
        </p:nvGraphicFramePr>
        <p:xfrm>
          <a:off x="7048500" y="641350"/>
          <a:ext cx="315913" cy="368300"/>
        </p:xfrm>
        <a:graphic>
          <a:graphicData uri="http://schemas.openxmlformats.org/presentationml/2006/ole">
            <p:oleObj spid="_x0000_s899081" name="Equation" r:id="rId12" imgW="317160" imgH="368280" progId="Equation.3">
              <p:embed/>
            </p:oleObj>
          </a:graphicData>
        </a:graphic>
      </p:graphicFrame>
      <p:sp>
        <p:nvSpPr>
          <p:cNvPr id="854044" name="Line 28"/>
          <p:cNvSpPr>
            <a:spLocks noChangeShapeType="1"/>
          </p:cNvSpPr>
          <p:nvPr/>
        </p:nvSpPr>
        <p:spPr bwMode="auto">
          <a:xfrm flipV="1">
            <a:off x="2286000" y="1143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45" name="Line 29"/>
          <p:cNvSpPr>
            <a:spLocks noChangeShapeType="1"/>
          </p:cNvSpPr>
          <p:nvPr/>
        </p:nvSpPr>
        <p:spPr bwMode="auto">
          <a:xfrm flipV="1">
            <a:off x="6705600" y="1143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99082" name="Object 10"/>
          <p:cNvGraphicFramePr>
            <a:graphicFrameLocks noChangeAspect="1"/>
          </p:cNvGraphicFramePr>
          <p:nvPr/>
        </p:nvGraphicFramePr>
        <p:xfrm>
          <a:off x="2133600" y="1600200"/>
          <a:ext cx="381000" cy="520700"/>
        </p:xfrm>
        <a:graphic>
          <a:graphicData uri="http://schemas.openxmlformats.org/presentationml/2006/ole">
            <p:oleObj spid="_x0000_s899082" name="Equation" r:id="rId13" imgW="380880" imgH="520560" progId="Equation.3">
              <p:embed/>
            </p:oleObj>
          </a:graphicData>
        </a:graphic>
      </p:graphicFrame>
      <p:graphicFrame>
        <p:nvGraphicFramePr>
          <p:cNvPr id="899083" name="Object 11"/>
          <p:cNvGraphicFramePr>
            <a:graphicFrameLocks noChangeAspect="1"/>
          </p:cNvGraphicFramePr>
          <p:nvPr/>
        </p:nvGraphicFramePr>
        <p:xfrm>
          <a:off x="6553200" y="1600200"/>
          <a:ext cx="381000" cy="520700"/>
        </p:xfrm>
        <a:graphic>
          <a:graphicData uri="http://schemas.openxmlformats.org/presentationml/2006/ole">
            <p:oleObj spid="_x0000_s899083" name="Equation" r:id="rId14" imgW="380880" imgH="520560" progId="Equation.3">
              <p:embed/>
            </p:oleObj>
          </a:graphicData>
        </a:graphic>
      </p:graphicFrame>
      <p:sp>
        <p:nvSpPr>
          <p:cNvPr id="854048" name="Line 32"/>
          <p:cNvSpPr>
            <a:spLocks noChangeShapeType="1"/>
          </p:cNvSpPr>
          <p:nvPr/>
        </p:nvSpPr>
        <p:spPr bwMode="auto">
          <a:xfrm>
            <a:off x="533400" y="36576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4049" name="Line 33"/>
          <p:cNvSpPr>
            <a:spLocks noChangeShapeType="1"/>
          </p:cNvSpPr>
          <p:nvPr/>
        </p:nvSpPr>
        <p:spPr bwMode="auto">
          <a:xfrm>
            <a:off x="914400" y="3124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50" name="Line 34"/>
          <p:cNvSpPr>
            <a:spLocks noChangeShapeType="1"/>
          </p:cNvSpPr>
          <p:nvPr/>
        </p:nvSpPr>
        <p:spPr bwMode="auto">
          <a:xfrm>
            <a:off x="1447800" y="3124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51" name="Line 35"/>
          <p:cNvSpPr>
            <a:spLocks noChangeShapeType="1"/>
          </p:cNvSpPr>
          <p:nvPr/>
        </p:nvSpPr>
        <p:spPr bwMode="auto">
          <a:xfrm>
            <a:off x="1981200" y="3124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52" name="Line 36"/>
          <p:cNvSpPr>
            <a:spLocks noChangeShapeType="1"/>
          </p:cNvSpPr>
          <p:nvPr/>
        </p:nvSpPr>
        <p:spPr bwMode="auto">
          <a:xfrm>
            <a:off x="2514600" y="3124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53" name="Line 37"/>
          <p:cNvSpPr>
            <a:spLocks noChangeShapeType="1"/>
          </p:cNvSpPr>
          <p:nvPr/>
        </p:nvSpPr>
        <p:spPr bwMode="auto">
          <a:xfrm>
            <a:off x="3048000" y="3124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54" name="Line 38"/>
          <p:cNvSpPr>
            <a:spLocks noChangeShapeType="1"/>
          </p:cNvSpPr>
          <p:nvPr/>
        </p:nvSpPr>
        <p:spPr bwMode="auto">
          <a:xfrm>
            <a:off x="3581400" y="3124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99084" name="Object 12"/>
          <p:cNvGraphicFramePr>
            <a:graphicFrameLocks noChangeAspect="1"/>
          </p:cNvGraphicFramePr>
          <p:nvPr/>
        </p:nvGraphicFramePr>
        <p:xfrm>
          <a:off x="3200400" y="3251200"/>
          <a:ext cx="252413" cy="368300"/>
        </p:xfrm>
        <a:graphic>
          <a:graphicData uri="http://schemas.openxmlformats.org/presentationml/2006/ole">
            <p:oleObj spid="_x0000_s899084" name="Equation" r:id="rId15" imgW="253800" imgH="368280" progId="Equation.3">
              <p:embed/>
            </p:oleObj>
          </a:graphicData>
        </a:graphic>
      </p:graphicFrame>
      <p:graphicFrame>
        <p:nvGraphicFramePr>
          <p:cNvPr id="899085" name="Object 13"/>
          <p:cNvGraphicFramePr>
            <a:graphicFrameLocks noChangeAspect="1"/>
          </p:cNvGraphicFramePr>
          <p:nvPr/>
        </p:nvGraphicFramePr>
        <p:xfrm>
          <a:off x="990600" y="3251200"/>
          <a:ext cx="252413" cy="368300"/>
        </p:xfrm>
        <a:graphic>
          <a:graphicData uri="http://schemas.openxmlformats.org/presentationml/2006/ole">
            <p:oleObj spid="_x0000_s899085" name="Equation" r:id="rId16" imgW="253800" imgH="368280" progId="Equation.3">
              <p:embed/>
            </p:oleObj>
          </a:graphicData>
        </a:graphic>
      </p:graphicFrame>
      <p:sp>
        <p:nvSpPr>
          <p:cNvPr id="854057" name="Line 41"/>
          <p:cNvSpPr>
            <a:spLocks noChangeShapeType="1"/>
          </p:cNvSpPr>
          <p:nvPr/>
        </p:nvSpPr>
        <p:spPr bwMode="auto">
          <a:xfrm>
            <a:off x="533400" y="31242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99086" name="Object 14"/>
          <p:cNvGraphicFramePr>
            <a:graphicFrameLocks noChangeAspect="1"/>
          </p:cNvGraphicFramePr>
          <p:nvPr/>
        </p:nvGraphicFramePr>
        <p:xfrm>
          <a:off x="1600200" y="3276600"/>
          <a:ext cx="265113" cy="279400"/>
        </p:xfrm>
        <a:graphic>
          <a:graphicData uri="http://schemas.openxmlformats.org/presentationml/2006/ole">
            <p:oleObj spid="_x0000_s899086" name="Equation" r:id="rId17" imgW="266400" imgH="279360" progId="Equation.3">
              <p:embed/>
            </p:oleObj>
          </a:graphicData>
        </a:graphic>
      </p:graphicFrame>
      <p:graphicFrame>
        <p:nvGraphicFramePr>
          <p:cNvPr id="899087" name="Object 15"/>
          <p:cNvGraphicFramePr>
            <a:graphicFrameLocks noChangeAspect="1"/>
          </p:cNvGraphicFramePr>
          <p:nvPr/>
        </p:nvGraphicFramePr>
        <p:xfrm>
          <a:off x="2101850" y="3211513"/>
          <a:ext cx="315913" cy="368300"/>
        </p:xfrm>
        <a:graphic>
          <a:graphicData uri="http://schemas.openxmlformats.org/presentationml/2006/ole">
            <p:oleObj spid="_x0000_s899087" name="Equation" r:id="rId18" imgW="317160" imgH="368280" progId="Equation.3">
              <p:embed/>
            </p:oleObj>
          </a:graphicData>
        </a:graphic>
      </p:graphicFrame>
      <p:graphicFrame>
        <p:nvGraphicFramePr>
          <p:cNvPr id="899088" name="Object 16"/>
          <p:cNvGraphicFramePr>
            <a:graphicFrameLocks noChangeAspect="1"/>
          </p:cNvGraphicFramePr>
          <p:nvPr/>
        </p:nvGraphicFramePr>
        <p:xfrm>
          <a:off x="2667000" y="3276600"/>
          <a:ext cx="239713" cy="279400"/>
        </p:xfrm>
        <a:graphic>
          <a:graphicData uri="http://schemas.openxmlformats.org/presentationml/2006/ole">
            <p:oleObj spid="_x0000_s899088" name="Equation" r:id="rId19" imgW="241200" imgH="279360" progId="Equation.3">
              <p:embed/>
            </p:oleObj>
          </a:graphicData>
        </a:graphic>
      </p:graphicFrame>
      <p:sp>
        <p:nvSpPr>
          <p:cNvPr id="854061" name="Line 45"/>
          <p:cNvSpPr>
            <a:spLocks noChangeShapeType="1"/>
          </p:cNvSpPr>
          <p:nvPr/>
        </p:nvSpPr>
        <p:spPr bwMode="auto">
          <a:xfrm>
            <a:off x="4953000" y="36576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4062" name="Line 46"/>
          <p:cNvSpPr>
            <a:spLocks noChangeShapeType="1"/>
          </p:cNvSpPr>
          <p:nvPr/>
        </p:nvSpPr>
        <p:spPr bwMode="auto">
          <a:xfrm>
            <a:off x="5334000" y="3124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63" name="Line 47"/>
          <p:cNvSpPr>
            <a:spLocks noChangeShapeType="1"/>
          </p:cNvSpPr>
          <p:nvPr/>
        </p:nvSpPr>
        <p:spPr bwMode="auto">
          <a:xfrm>
            <a:off x="5867400" y="3124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64" name="Line 48"/>
          <p:cNvSpPr>
            <a:spLocks noChangeShapeType="1"/>
          </p:cNvSpPr>
          <p:nvPr/>
        </p:nvSpPr>
        <p:spPr bwMode="auto">
          <a:xfrm>
            <a:off x="6400800" y="3124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65" name="Line 49"/>
          <p:cNvSpPr>
            <a:spLocks noChangeShapeType="1"/>
          </p:cNvSpPr>
          <p:nvPr/>
        </p:nvSpPr>
        <p:spPr bwMode="auto">
          <a:xfrm>
            <a:off x="6934200" y="3124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66" name="Line 50"/>
          <p:cNvSpPr>
            <a:spLocks noChangeShapeType="1"/>
          </p:cNvSpPr>
          <p:nvPr/>
        </p:nvSpPr>
        <p:spPr bwMode="auto">
          <a:xfrm>
            <a:off x="7467600" y="3124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67" name="Line 51"/>
          <p:cNvSpPr>
            <a:spLocks noChangeShapeType="1"/>
          </p:cNvSpPr>
          <p:nvPr/>
        </p:nvSpPr>
        <p:spPr bwMode="auto">
          <a:xfrm>
            <a:off x="8001000" y="3124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99089" name="Object 17"/>
          <p:cNvGraphicFramePr>
            <a:graphicFrameLocks noChangeAspect="1"/>
          </p:cNvGraphicFramePr>
          <p:nvPr/>
        </p:nvGraphicFramePr>
        <p:xfrm>
          <a:off x="7620000" y="3251200"/>
          <a:ext cx="252413" cy="368300"/>
        </p:xfrm>
        <a:graphic>
          <a:graphicData uri="http://schemas.openxmlformats.org/presentationml/2006/ole">
            <p:oleObj spid="_x0000_s899089" name="Equation" r:id="rId20" imgW="253800" imgH="368280" progId="Equation.3">
              <p:embed/>
            </p:oleObj>
          </a:graphicData>
        </a:graphic>
      </p:graphicFrame>
      <p:graphicFrame>
        <p:nvGraphicFramePr>
          <p:cNvPr id="899090" name="Object 18"/>
          <p:cNvGraphicFramePr>
            <a:graphicFrameLocks noChangeAspect="1"/>
          </p:cNvGraphicFramePr>
          <p:nvPr/>
        </p:nvGraphicFramePr>
        <p:xfrm>
          <a:off x="5410200" y="3251200"/>
          <a:ext cx="252413" cy="368300"/>
        </p:xfrm>
        <a:graphic>
          <a:graphicData uri="http://schemas.openxmlformats.org/presentationml/2006/ole">
            <p:oleObj spid="_x0000_s899090" name="Equation" r:id="rId21" imgW="253800" imgH="368280" progId="Equation.3">
              <p:embed/>
            </p:oleObj>
          </a:graphicData>
        </a:graphic>
      </p:graphicFrame>
      <p:sp>
        <p:nvSpPr>
          <p:cNvPr id="854070" name="Line 54"/>
          <p:cNvSpPr>
            <a:spLocks noChangeShapeType="1"/>
          </p:cNvSpPr>
          <p:nvPr/>
        </p:nvSpPr>
        <p:spPr bwMode="auto">
          <a:xfrm>
            <a:off x="4953000" y="31242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99091" name="Object 19"/>
          <p:cNvGraphicFramePr>
            <a:graphicFrameLocks noChangeAspect="1"/>
          </p:cNvGraphicFramePr>
          <p:nvPr/>
        </p:nvGraphicFramePr>
        <p:xfrm>
          <a:off x="6037263" y="3276600"/>
          <a:ext cx="228600" cy="279400"/>
        </p:xfrm>
        <a:graphic>
          <a:graphicData uri="http://schemas.openxmlformats.org/presentationml/2006/ole">
            <p:oleObj spid="_x0000_s899091" name="Equation" r:id="rId22" imgW="228600" imgH="279360" progId="Equation.3">
              <p:embed/>
            </p:oleObj>
          </a:graphicData>
        </a:graphic>
      </p:graphicFrame>
      <p:graphicFrame>
        <p:nvGraphicFramePr>
          <p:cNvPr id="899092" name="Object 20"/>
          <p:cNvGraphicFramePr>
            <a:graphicFrameLocks noChangeAspect="1"/>
          </p:cNvGraphicFramePr>
          <p:nvPr/>
        </p:nvGraphicFramePr>
        <p:xfrm>
          <a:off x="6527800" y="3200400"/>
          <a:ext cx="303213" cy="392113"/>
        </p:xfrm>
        <a:graphic>
          <a:graphicData uri="http://schemas.openxmlformats.org/presentationml/2006/ole">
            <p:oleObj spid="_x0000_s899092" name="Equation" r:id="rId23" imgW="304560" imgH="393480" progId="Equation.3">
              <p:embed/>
            </p:oleObj>
          </a:graphicData>
        </a:graphic>
      </p:graphicFrame>
      <p:graphicFrame>
        <p:nvGraphicFramePr>
          <p:cNvPr id="899093" name="Object 21"/>
          <p:cNvGraphicFramePr>
            <a:graphicFrameLocks noChangeAspect="1"/>
          </p:cNvGraphicFramePr>
          <p:nvPr/>
        </p:nvGraphicFramePr>
        <p:xfrm>
          <a:off x="7048500" y="3155950"/>
          <a:ext cx="315913" cy="368300"/>
        </p:xfrm>
        <a:graphic>
          <a:graphicData uri="http://schemas.openxmlformats.org/presentationml/2006/ole">
            <p:oleObj spid="_x0000_s899093" name="Equation" r:id="rId24" imgW="317160" imgH="368280" progId="Equation.3">
              <p:embed/>
            </p:oleObj>
          </a:graphicData>
        </a:graphic>
      </p:graphicFrame>
      <p:sp>
        <p:nvSpPr>
          <p:cNvPr id="854074" name="Line 58"/>
          <p:cNvSpPr>
            <a:spLocks noChangeShapeType="1"/>
          </p:cNvSpPr>
          <p:nvPr/>
        </p:nvSpPr>
        <p:spPr bwMode="auto">
          <a:xfrm flipV="1">
            <a:off x="1752600" y="3657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4075" name="Line 59"/>
          <p:cNvSpPr>
            <a:spLocks noChangeShapeType="1"/>
          </p:cNvSpPr>
          <p:nvPr/>
        </p:nvSpPr>
        <p:spPr bwMode="auto">
          <a:xfrm flipV="1">
            <a:off x="7239000" y="3657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99094" name="Object 22"/>
          <p:cNvGraphicFramePr>
            <a:graphicFrameLocks noChangeAspect="1"/>
          </p:cNvGraphicFramePr>
          <p:nvPr/>
        </p:nvGraphicFramePr>
        <p:xfrm>
          <a:off x="1493838" y="4114800"/>
          <a:ext cx="442912" cy="520700"/>
        </p:xfrm>
        <a:graphic>
          <a:graphicData uri="http://schemas.openxmlformats.org/presentationml/2006/ole">
            <p:oleObj spid="_x0000_s899094" name="Equation" r:id="rId25" imgW="444240" imgH="520560" progId="Equation.3">
              <p:embed/>
            </p:oleObj>
          </a:graphicData>
        </a:graphic>
      </p:graphicFrame>
      <p:graphicFrame>
        <p:nvGraphicFramePr>
          <p:cNvPr id="899095" name="Object 23"/>
          <p:cNvGraphicFramePr>
            <a:graphicFrameLocks noChangeAspect="1"/>
          </p:cNvGraphicFramePr>
          <p:nvPr/>
        </p:nvGraphicFramePr>
        <p:xfrm>
          <a:off x="7086600" y="4114800"/>
          <a:ext cx="442913" cy="520700"/>
        </p:xfrm>
        <a:graphic>
          <a:graphicData uri="http://schemas.openxmlformats.org/presentationml/2006/ole">
            <p:oleObj spid="_x0000_s899095" name="Equation" r:id="rId26" imgW="444240" imgH="520560" progId="Equation.3">
              <p:embed/>
            </p:oleObj>
          </a:graphicData>
        </a:graphic>
      </p:graphicFrame>
      <p:sp>
        <p:nvSpPr>
          <p:cNvPr id="854078" name="Oval 62"/>
          <p:cNvSpPr>
            <a:spLocks noChangeArrowheads="1"/>
          </p:cNvSpPr>
          <p:nvPr/>
        </p:nvSpPr>
        <p:spPr bwMode="auto">
          <a:xfrm>
            <a:off x="6629400" y="55626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4079" name="Oval 63"/>
          <p:cNvSpPr>
            <a:spLocks noChangeArrowheads="1"/>
          </p:cNvSpPr>
          <p:nvPr/>
        </p:nvSpPr>
        <p:spPr bwMode="auto">
          <a:xfrm>
            <a:off x="2057400" y="55626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4080" name="Line 64"/>
          <p:cNvSpPr>
            <a:spLocks noChangeShapeType="1"/>
          </p:cNvSpPr>
          <p:nvPr/>
        </p:nvSpPr>
        <p:spPr bwMode="auto">
          <a:xfrm>
            <a:off x="2819400" y="5943600"/>
            <a:ext cx="381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4081" name="Text Box 65"/>
          <p:cNvSpPr txBox="1">
            <a:spLocks noChangeArrowheads="1"/>
          </p:cNvSpPr>
          <p:nvPr/>
        </p:nvSpPr>
        <p:spPr bwMode="auto">
          <a:xfrm>
            <a:off x="3733800" y="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Time 1</a:t>
            </a:r>
          </a:p>
        </p:txBody>
      </p:sp>
      <p:sp>
        <p:nvSpPr>
          <p:cNvPr id="854082" name="Text Box 66"/>
          <p:cNvSpPr txBox="1">
            <a:spLocks noChangeArrowheads="1"/>
          </p:cNvSpPr>
          <p:nvPr/>
        </p:nvSpPr>
        <p:spPr bwMode="auto">
          <a:xfrm>
            <a:off x="3733800" y="25146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Time 2</a:t>
            </a:r>
          </a:p>
        </p:txBody>
      </p:sp>
      <p:graphicFrame>
        <p:nvGraphicFramePr>
          <p:cNvPr id="899096" name="Object 24"/>
          <p:cNvGraphicFramePr>
            <a:graphicFrameLocks noChangeAspect="1"/>
          </p:cNvGraphicFramePr>
          <p:nvPr/>
        </p:nvGraphicFramePr>
        <p:xfrm>
          <a:off x="2895600" y="5410200"/>
          <a:ext cx="3606800" cy="481013"/>
        </p:xfrm>
        <a:graphic>
          <a:graphicData uri="http://schemas.openxmlformats.org/presentationml/2006/ole">
            <p:oleObj spid="_x0000_s899096" name="Equation" r:id="rId27" imgW="3606480" imgH="482400" progId="Equation.3">
              <p:embed/>
            </p:oleObj>
          </a:graphicData>
        </a:graphic>
      </p:graphicFrame>
      <p:graphicFrame>
        <p:nvGraphicFramePr>
          <p:cNvPr id="899097" name="Object 25"/>
          <p:cNvGraphicFramePr>
            <a:graphicFrameLocks noChangeAspect="1"/>
          </p:cNvGraphicFramePr>
          <p:nvPr/>
        </p:nvGraphicFramePr>
        <p:xfrm>
          <a:off x="2286000" y="5638800"/>
          <a:ext cx="381000" cy="520700"/>
        </p:xfrm>
        <a:graphic>
          <a:graphicData uri="http://schemas.openxmlformats.org/presentationml/2006/ole">
            <p:oleObj spid="_x0000_s899097" name="Equation" r:id="rId28" imgW="380880" imgH="520560" progId="Equation.3">
              <p:embed/>
            </p:oleObj>
          </a:graphicData>
        </a:graphic>
      </p:graphicFrame>
      <p:graphicFrame>
        <p:nvGraphicFramePr>
          <p:cNvPr id="899098" name="Object 26"/>
          <p:cNvGraphicFramePr>
            <a:graphicFrameLocks noChangeAspect="1"/>
          </p:cNvGraphicFramePr>
          <p:nvPr/>
        </p:nvGraphicFramePr>
        <p:xfrm>
          <a:off x="6781800" y="5638800"/>
          <a:ext cx="442913" cy="520700"/>
        </p:xfrm>
        <a:graphic>
          <a:graphicData uri="http://schemas.openxmlformats.org/presentationml/2006/ole">
            <p:oleObj spid="_x0000_s899098" name="Equation" r:id="rId29" imgW="444240" imgH="520560" progId="Equation.3">
              <p:embed/>
            </p:oleObj>
          </a:graphicData>
        </a:graphic>
      </p:graphicFrame>
      <p:sp>
        <p:nvSpPr>
          <p:cNvPr id="854086" name="Text Box 70"/>
          <p:cNvSpPr txBox="1">
            <a:spLocks noChangeArrowheads="1"/>
          </p:cNvSpPr>
          <p:nvPr/>
        </p:nvSpPr>
        <p:spPr bwMode="auto">
          <a:xfrm>
            <a:off x="914400" y="0"/>
            <a:ext cx="1412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Tape 1</a:t>
            </a:r>
          </a:p>
        </p:txBody>
      </p:sp>
      <p:sp>
        <p:nvSpPr>
          <p:cNvPr id="854087" name="Text Box 71"/>
          <p:cNvSpPr txBox="1">
            <a:spLocks noChangeArrowheads="1"/>
          </p:cNvSpPr>
          <p:nvPr/>
        </p:nvSpPr>
        <p:spPr bwMode="auto">
          <a:xfrm>
            <a:off x="6477000" y="0"/>
            <a:ext cx="1477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Tape 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36B60-06C5-454E-981C-D82F82518638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855042" name="Text Box 2"/>
          <p:cNvSpPr txBox="1">
            <a:spLocks noChangeArrowheads="1"/>
          </p:cNvSpPr>
          <p:nvPr/>
        </p:nvSpPr>
        <p:spPr bwMode="auto">
          <a:xfrm>
            <a:off x="762000" y="838200"/>
            <a:ext cx="5844870" cy="1175706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Multitape</a:t>
            </a:r>
            <a:r>
              <a:rPr lang="en-US" dirty="0"/>
              <a:t> machines  simulate </a:t>
            </a:r>
          </a:p>
          <a:p>
            <a:r>
              <a:rPr lang="en-US" dirty="0"/>
              <a:t>Standard </a:t>
            </a:r>
            <a:r>
              <a:rPr lang="en-US" dirty="0" smtClean="0"/>
              <a:t>Turing Machines</a:t>
            </a:r>
            <a:r>
              <a:rPr lang="en-US" dirty="0"/>
              <a:t>:</a:t>
            </a:r>
          </a:p>
        </p:txBody>
      </p:sp>
      <p:sp>
        <p:nvSpPr>
          <p:cNvPr id="855043" name="Text Box 3"/>
          <p:cNvSpPr txBox="1">
            <a:spLocks noChangeArrowheads="1"/>
          </p:cNvSpPr>
          <p:nvPr/>
        </p:nvSpPr>
        <p:spPr bwMode="auto">
          <a:xfrm>
            <a:off x="2743200" y="3505200"/>
            <a:ext cx="3525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Use just one tape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5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5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5043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C9B2B3-F96A-4843-846A-C59CB873C796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856066" name="Text Box 2"/>
          <p:cNvSpPr txBox="1">
            <a:spLocks noChangeArrowheads="1"/>
          </p:cNvSpPr>
          <p:nvPr/>
        </p:nvSpPr>
        <p:spPr bwMode="auto">
          <a:xfrm>
            <a:off x="685800" y="533400"/>
            <a:ext cx="57372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Standard machines  simulate </a:t>
            </a:r>
          </a:p>
          <a:p>
            <a:r>
              <a:rPr lang="en-US" dirty="0" err="1"/>
              <a:t>Multitape</a:t>
            </a:r>
            <a:r>
              <a:rPr lang="en-US" dirty="0"/>
              <a:t> machines:</a:t>
            </a:r>
          </a:p>
        </p:txBody>
      </p:sp>
      <p:sp>
        <p:nvSpPr>
          <p:cNvPr id="856067" name="Text Box 3"/>
          <p:cNvSpPr txBox="1">
            <a:spLocks noChangeArrowheads="1"/>
          </p:cNvSpPr>
          <p:nvPr/>
        </p:nvSpPr>
        <p:spPr bwMode="auto">
          <a:xfrm>
            <a:off x="1143000" y="3581400"/>
            <a:ext cx="47371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Use a multi-track tape</a:t>
            </a:r>
          </a:p>
        </p:txBody>
      </p:sp>
      <p:sp>
        <p:nvSpPr>
          <p:cNvPr id="856068" name="Text Box 4"/>
          <p:cNvSpPr txBox="1">
            <a:spLocks noChangeArrowheads="1"/>
          </p:cNvSpPr>
          <p:nvPr/>
        </p:nvSpPr>
        <p:spPr bwMode="auto">
          <a:xfrm>
            <a:off x="1143000" y="4724400"/>
            <a:ext cx="72993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A tape of the Multiple tape machine</a:t>
            </a:r>
          </a:p>
          <a:p>
            <a:r>
              <a:rPr lang="en-US"/>
              <a:t>   corresponds to a pair of tracks</a:t>
            </a:r>
          </a:p>
        </p:txBody>
      </p:sp>
      <p:sp>
        <p:nvSpPr>
          <p:cNvPr id="856069" name="Text Box 5"/>
          <p:cNvSpPr txBox="1">
            <a:spLocks noChangeArrowheads="1"/>
          </p:cNvSpPr>
          <p:nvPr/>
        </p:nvSpPr>
        <p:spPr bwMode="auto">
          <a:xfrm>
            <a:off x="1143000" y="2667000"/>
            <a:ext cx="37211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Standard machine: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5BCC61-ADDD-4192-B74C-07043C38E700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857090" name="Line 2"/>
          <p:cNvSpPr>
            <a:spLocks noChangeShapeType="1"/>
          </p:cNvSpPr>
          <p:nvPr/>
        </p:nvSpPr>
        <p:spPr bwMode="auto">
          <a:xfrm>
            <a:off x="533400" y="16002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7091" name="Line 3"/>
          <p:cNvSpPr>
            <a:spLocks noChangeShapeType="1"/>
          </p:cNvSpPr>
          <p:nvPr/>
        </p:nvSpPr>
        <p:spPr bwMode="auto">
          <a:xfrm>
            <a:off x="914400" y="106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092" name="Line 4"/>
          <p:cNvSpPr>
            <a:spLocks noChangeShapeType="1"/>
          </p:cNvSpPr>
          <p:nvPr/>
        </p:nvSpPr>
        <p:spPr bwMode="auto">
          <a:xfrm>
            <a:off x="1447800" y="106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093" name="Line 5"/>
          <p:cNvSpPr>
            <a:spLocks noChangeShapeType="1"/>
          </p:cNvSpPr>
          <p:nvPr/>
        </p:nvSpPr>
        <p:spPr bwMode="auto">
          <a:xfrm>
            <a:off x="1981200" y="106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094" name="Line 6"/>
          <p:cNvSpPr>
            <a:spLocks noChangeShapeType="1"/>
          </p:cNvSpPr>
          <p:nvPr/>
        </p:nvSpPr>
        <p:spPr bwMode="auto">
          <a:xfrm>
            <a:off x="2514600" y="106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095" name="Line 7"/>
          <p:cNvSpPr>
            <a:spLocks noChangeShapeType="1"/>
          </p:cNvSpPr>
          <p:nvPr/>
        </p:nvSpPr>
        <p:spPr bwMode="auto">
          <a:xfrm>
            <a:off x="3048000" y="106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096" name="Line 8"/>
          <p:cNvSpPr>
            <a:spLocks noChangeShapeType="1"/>
          </p:cNvSpPr>
          <p:nvPr/>
        </p:nvSpPr>
        <p:spPr bwMode="auto">
          <a:xfrm>
            <a:off x="3581400" y="106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57097" name="Object 9"/>
          <p:cNvGraphicFramePr>
            <a:graphicFrameLocks noChangeAspect="1"/>
          </p:cNvGraphicFramePr>
          <p:nvPr/>
        </p:nvGraphicFramePr>
        <p:xfrm>
          <a:off x="3200400" y="1193800"/>
          <a:ext cx="252413" cy="368300"/>
        </p:xfrm>
        <a:graphic>
          <a:graphicData uri="http://schemas.openxmlformats.org/presentationml/2006/ole">
            <p:oleObj spid="_x0000_s857097" name="Equation" r:id="rId3" imgW="253800" imgH="368280" progId="Equation.3">
              <p:embed/>
            </p:oleObj>
          </a:graphicData>
        </a:graphic>
      </p:graphicFrame>
      <p:graphicFrame>
        <p:nvGraphicFramePr>
          <p:cNvPr id="857098" name="Object 10"/>
          <p:cNvGraphicFramePr>
            <a:graphicFrameLocks noChangeAspect="1"/>
          </p:cNvGraphicFramePr>
          <p:nvPr/>
        </p:nvGraphicFramePr>
        <p:xfrm>
          <a:off x="990600" y="1193800"/>
          <a:ext cx="252413" cy="368300"/>
        </p:xfrm>
        <a:graphic>
          <a:graphicData uri="http://schemas.openxmlformats.org/presentationml/2006/ole">
            <p:oleObj spid="_x0000_s857098" name="Equation" r:id="rId4" imgW="253800" imgH="368280" progId="Equation.3">
              <p:embed/>
            </p:oleObj>
          </a:graphicData>
        </a:graphic>
      </p:graphicFrame>
      <p:sp>
        <p:nvSpPr>
          <p:cNvPr id="857099" name="Line 11"/>
          <p:cNvSpPr>
            <a:spLocks noChangeShapeType="1"/>
          </p:cNvSpPr>
          <p:nvPr/>
        </p:nvSpPr>
        <p:spPr bwMode="auto">
          <a:xfrm>
            <a:off x="533400" y="10668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57100" name="Object 12"/>
          <p:cNvGraphicFramePr>
            <a:graphicFrameLocks noChangeAspect="1"/>
          </p:cNvGraphicFramePr>
          <p:nvPr/>
        </p:nvGraphicFramePr>
        <p:xfrm>
          <a:off x="1600200" y="1219200"/>
          <a:ext cx="265113" cy="279400"/>
        </p:xfrm>
        <a:graphic>
          <a:graphicData uri="http://schemas.openxmlformats.org/presentationml/2006/ole">
            <p:oleObj spid="_x0000_s857100" name="Equation" r:id="rId5" imgW="266400" imgH="279360" progId="Equation.3">
              <p:embed/>
            </p:oleObj>
          </a:graphicData>
        </a:graphic>
      </p:graphicFrame>
      <p:graphicFrame>
        <p:nvGraphicFramePr>
          <p:cNvPr id="857101" name="Object 13"/>
          <p:cNvGraphicFramePr>
            <a:graphicFrameLocks noChangeAspect="1"/>
          </p:cNvGraphicFramePr>
          <p:nvPr/>
        </p:nvGraphicFramePr>
        <p:xfrm>
          <a:off x="2133600" y="1143000"/>
          <a:ext cx="252413" cy="392113"/>
        </p:xfrm>
        <a:graphic>
          <a:graphicData uri="http://schemas.openxmlformats.org/presentationml/2006/ole">
            <p:oleObj spid="_x0000_s857101" name="Equation" r:id="rId6" imgW="253800" imgH="393480" progId="Equation.3">
              <p:embed/>
            </p:oleObj>
          </a:graphicData>
        </a:graphic>
      </p:graphicFrame>
      <p:graphicFrame>
        <p:nvGraphicFramePr>
          <p:cNvPr id="857102" name="Object 14"/>
          <p:cNvGraphicFramePr>
            <a:graphicFrameLocks noChangeAspect="1"/>
          </p:cNvGraphicFramePr>
          <p:nvPr/>
        </p:nvGraphicFramePr>
        <p:xfrm>
          <a:off x="2667000" y="1219200"/>
          <a:ext cx="239713" cy="279400"/>
        </p:xfrm>
        <a:graphic>
          <a:graphicData uri="http://schemas.openxmlformats.org/presentationml/2006/ole">
            <p:oleObj spid="_x0000_s857102" name="Equation" r:id="rId7" imgW="241200" imgH="279360" progId="Equation.3">
              <p:embed/>
            </p:oleObj>
          </a:graphicData>
        </a:graphic>
      </p:graphicFrame>
      <p:sp>
        <p:nvSpPr>
          <p:cNvPr id="857103" name="Line 15"/>
          <p:cNvSpPr>
            <a:spLocks noChangeShapeType="1"/>
          </p:cNvSpPr>
          <p:nvPr/>
        </p:nvSpPr>
        <p:spPr bwMode="auto">
          <a:xfrm>
            <a:off x="4953000" y="16002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7104" name="Line 16"/>
          <p:cNvSpPr>
            <a:spLocks noChangeShapeType="1"/>
          </p:cNvSpPr>
          <p:nvPr/>
        </p:nvSpPr>
        <p:spPr bwMode="auto">
          <a:xfrm>
            <a:off x="5334000" y="106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105" name="Line 17"/>
          <p:cNvSpPr>
            <a:spLocks noChangeShapeType="1"/>
          </p:cNvSpPr>
          <p:nvPr/>
        </p:nvSpPr>
        <p:spPr bwMode="auto">
          <a:xfrm>
            <a:off x="5867400" y="106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106" name="Line 18"/>
          <p:cNvSpPr>
            <a:spLocks noChangeShapeType="1"/>
          </p:cNvSpPr>
          <p:nvPr/>
        </p:nvSpPr>
        <p:spPr bwMode="auto">
          <a:xfrm>
            <a:off x="6400800" y="106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107" name="Line 19"/>
          <p:cNvSpPr>
            <a:spLocks noChangeShapeType="1"/>
          </p:cNvSpPr>
          <p:nvPr/>
        </p:nvSpPr>
        <p:spPr bwMode="auto">
          <a:xfrm>
            <a:off x="6934200" y="106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108" name="Line 20"/>
          <p:cNvSpPr>
            <a:spLocks noChangeShapeType="1"/>
          </p:cNvSpPr>
          <p:nvPr/>
        </p:nvSpPr>
        <p:spPr bwMode="auto">
          <a:xfrm>
            <a:off x="7467600" y="106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109" name="Line 21"/>
          <p:cNvSpPr>
            <a:spLocks noChangeShapeType="1"/>
          </p:cNvSpPr>
          <p:nvPr/>
        </p:nvSpPr>
        <p:spPr bwMode="auto">
          <a:xfrm>
            <a:off x="8001000" y="1066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57110" name="Object 22"/>
          <p:cNvGraphicFramePr>
            <a:graphicFrameLocks noChangeAspect="1"/>
          </p:cNvGraphicFramePr>
          <p:nvPr/>
        </p:nvGraphicFramePr>
        <p:xfrm>
          <a:off x="7613650" y="1182688"/>
          <a:ext cx="265113" cy="392112"/>
        </p:xfrm>
        <a:graphic>
          <a:graphicData uri="http://schemas.openxmlformats.org/presentationml/2006/ole">
            <p:oleObj spid="_x0000_s857110" name="Equation" r:id="rId8" imgW="266400" imgH="393480" progId="Equation.3">
              <p:embed/>
            </p:oleObj>
          </a:graphicData>
        </a:graphic>
      </p:graphicFrame>
      <p:graphicFrame>
        <p:nvGraphicFramePr>
          <p:cNvPr id="857111" name="Object 23"/>
          <p:cNvGraphicFramePr>
            <a:graphicFrameLocks noChangeAspect="1"/>
          </p:cNvGraphicFramePr>
          <p:nvPr/>
        </p:nvGraphicFramePr>
        <p:xfrm>
          <a:off x="5410200" y="1193800"/>
          <a:ext cx="252413" cy="368300"/>
        </p:xfrm>
        <a:graphic>
          <a:graphicData uri="http://schemas.openxmlformats.org/presentationml/2006/ole">
            <p:oleObj spid="_x0000_s857111" name="Equation" r:id="rId9" imgW="253800" imgH="368280" progId="Equation.3">
              <p:embed/>
            </p:oleObj>
          </a:graphicData>
        </a:graphic>
      </p:graphicFrame>
      <p:sp>
        <p:nvSpPr>
          <p:cNvPr id="857112" name="Line 24"/>
          <p:cNvSpPr>
            <a:spLocks noChangeShapeType="1"/>
          </p:cNvSpPr>
          <p:nvPr/>
        </p:nvSpPr>
        <p:spPr bwMode="auto">
          <a:xfrm>
            <a:off x="4953000" y="10668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57113" name="Object 25"/>
          <p:cNvGraphicFramePr>
            <a:graphicFrameLocks noChangeAspect="1"/>
          </p:cNvGraphicFramePr>
          <p:nvPr/>
        </p:nvGraphicFramePr>
        <p:xfrm>
          <a:off x="6037263" y="1219200"/>
          <a:ext cx="228600" cy="279400"/>
        </p:xfrm>
        <a:graphic>
          <a:graphicData uri="http://schemas.openxmlformats.org/presentationml/2006/ole">
            <p:oleObj spid="_x0000_s857113" name="Equation" r:id="rId10" imgW="228600" imgH="279360" progId="Equation.3">
              <p:embed/>
            </p:oleObj>
          </a:graphicData>
        </a:graphic>
      </p:graphicFrame>
      <p:graphicFrame>
        <p:nvGraphicFramePr>
          <p:cNvPr id="857114" name="Object 26"/>
          <p:cNvGraphicFramePr>
            <a:graphicFrameLocks noChangeAspect="1"/>
          </p:cNvGraphicFramePr>
          <p:nvPr/>
        </p:nvGraphicFramePr>
        <p:xfrm>
          <a:off x="6502400" y="1098550"/>
          <a:ext cx="354013" cy="481013"/>
        </p:xfrm>
        <a:graphic>
          <a:graphicData uri="http://schemas.openxmlformats.org/presentationml/2006/ole">
            <p:oleObj spid="_x0000_s857114" name="Equation" r:id="rId11" imgW="355320" imgH="482400" progId="Equation.3">
              <p:embed/>
            </p:oleObj>
          </a:graphicData>
        </a:graphic>
      </p:graphicFrame>
      <p:graphicFrame>
        <p:nvGraphicFramePr>
          <p:cNvPr id="857115" name="Object 27"/>
          <p:cNvGraphicFramePr>
            <a:graphicFrameLocks noChangeAspect="1"/>
          </p:cNvGraphicFramePr>
          <p:nvPr/>
        </p:nvGraphicFramePr>
        <p:xfrm>
          <a:off x="7048500" y="1098550"/>
          <a:ext cx="315913" cy="368300"/>
        </p:xfrm>
        <a:graphic>
          <a:graphicData uri="http://schemas.openxmlformats.org/presentationml/2006/ole">
            <p:oleObj spid="_x0000_s857115" name="Equation" r:id="rId12" imgW="317160" imgH="368280" progId="Equation.3">
              <p:embed/>
            </p:oleObj>
          </a:graphicData>
        </a:graphic>
      </p:graphicFrame>
      <p:sp>
        <p:nvSpPr>
          <p:cNvPr id="857116" name="Line 28"/>
          <p:cNvSpPr>
            <a:spLocks noChangeShapeType="1"/>
          </p:cNvSpPr>
          <p:nvPr/>
        </p:nvSpPr>
        <p:spPr bwMode="auto">
          <a:xfrm flipV="1">
            <a:off x="2286000" y="1600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117" name="Line 29"/>
          <p:cNvSpPr>
            <a:spLocks noChangeShapeType="1"/>
          </p:cNvSpPr>
          <p:nvPr/>
        </p:nvSpPr>
        <p:spPr bwMode="auto">
          <a:xfrm flipV="1">
            <a:off x="7239000" y="1600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57118" name="Object 30"/>
          <p:cNvGraphicFramePr>
            <a:graphicFrameLocks noChangeAspect="1"/>
          </p:cNvGraphicFramePr>
          <p:nvPr/>
        </p:nvGraphicFramePr>
        <p:xfrm>
          <a:off x="8153400" y="1143000"/>
          <a:ext cx="252413" cy="368300"/>
        </p:xfrm>
        <a:graphic>
          <a:graphicData uri="http://schemas.openxmlformats.org/presentationml/2006/ole">
            <p:oleObj spid="_x0000_s857118" name="Equation" r:id="rId13" imgW="253800" imgH="368280" progId="Equation.3">
              <p:embed/>
            </p:oleObj>
          </a:graphicData>
        </a:graphic>
      </p:graphicFrame>
      <p:sp>
        <p:nvSpPr>
          <p:cNvPr id="857119" name="Text Box 31"/>
          <p:cNvSpPr txBox="1">
            <a:spLocks noChangeArrowheads="1"/>
          </p:cNvSpPr>
          <p:nvPr/>
        </p:nvSpPr>
        <p:spPr bwMode="auto">
          <a:xfrm>
            <a:off x="2819400" y="0"/>
            <a:ext cx="36941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Multitape Machine</a:t>
            </a:r>
          </a:p>
        </p:txBody>
      </p:sp>
      <p:sp>
        <p:nvSpPr>
          <p:cNvPr id="857120" name="Text Box 32"/>
          <p:cNvSpPr txBox="1">
            <a:spLocks noChangeArrowheads="1"/>
          </p:cNvSpPr>
          <p:nvPr/>
        </p:nvSpPr>
        <p:spPr bwMode="auto">
          <a:xfrm>
            <a:off x="1676400" y="533400"/>
            <a:ext cx="1412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Tape 1</a:t>
            </a:r>
          </a:p>
        </p:txBody>
      </p:sp>
      <p:sp>
        <p:nvSpPr>
          <p:cNvPr id="857121" name="Text Box 33"/>
          <p:cNvSpPr txBox="1">
            <a:spLocks noChangeArrowheads="1"/>
          </p:cNvSpPr>
          <p:nvPr/>
        </p:nvSpPr>
        <p:spPr bwMode="auto">
          <a:xfrm>
            <a:off x="6172200" y="533400"/>
            <a:ext cx="1477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Tape 2</a:t>
            </a:r>
          </a:p>
        </p:txBody>
      </p:sp>
      <p:sp>
        <p:nvSpPr>
          <p:cNvPr id="857122" name="Text Box 34"/>
          <p:cNvSpPr txBox="1">
            <a:spLocks noChangeArrowheads="1"/>
          </p:cNvSpPr>
          <p:nvPr/>
        </p:nvSpPr>
        <p:spPr bwMode="auto">
          <a:xfrm>
            <a:off x="457200" y="3200400"/>
            <a:ext cx="7597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Standard machine with four track tape</a:t>
            </a:r>
          </a:p>
        </p:txBody>
      </p:sp>
      <p:sp>
        <p:nvSpPr>
          <p:cNvPr id="857123" name="Line 35"/>
          <p:cNvSpPr>
            <a:spLocks noChangeShapeType="1"/>
          </p:cNvSpPr>
          <p:nvPr/>
        </p:nvSpPr>
        <p:spPr bwMode="auto">
          <a:xfrm>
            <a:off x="838200" y="41148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7124" name="Line 36"/>
          <p:cNvSpPr>
            <a:spLocks noChangeShapeType="1"/>
          </p:cNvSpPr>
          <p:nvPr/>
        </p:nvSpPr>
        <p:spPr bwMode="auto">
          <a:xfrm>
            <a:off x="838200" y="45720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7125" name="Line 37"/>
          <p:cNvSpPr>
            <a:spLocks noChangeShapeType="1"/>
          </p:cNvSpPr>
          <p:nvPr/>
        </p:nvSpPr>
        <p:spPr bwMode="auto">
          <a:xfrm>
            <a:off x="838200" y="51054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7126" name="Line 38"/>
          <p:cNvSpPr>
            <a:spLocks noChangeShapeType="1"/>
          </p:cNvSpPr>
          <p:nvPr/>
        </p:nvSpPr>
        <p:spPr bwMode="auto">
          <a:xfrm>
            <a:off x="838200" y="56388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7127" name="Line 39"/>
          <p:cNvSpPr>
            <a:spLocks noChangeShapeType="1"/>
          </p:cNvSpPr>
          <p:nvPr/>
        </p:nvSpPr>
        <p:spPr bwMode="auto">
          <a:xfrm>
            <a:off x="838200" y="61722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7128" name="Line 40"/>
          <p:cNvSpPr>
            <a:spLocks noChangeShapeType="1"/>
          </p:cNvSpPr>
          <p:nvPr/>
        </p:nvSpPr>
        <p:spPr bwMode="auto">
          <a:xfrm>
            <a:off x="1371600" y="4114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129" name="Line 41"/>
          <p:cNvSpPr>
            <a:spLocks noChangeShapeType="1"/>
          </p:cNvSpPr>
          <p:nvPr/>
        </p:nvSpPr>
        <p:spPr bwMode="auto">
          <a:xfrm>
            <a:off x="1981200" y="4114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130" name="Line 42"/>
          <p:cNvSpPr>
            <a:spLocks noChangeShapeType="1"/>
          </p:cNvSpPr>
          <p:nvPr/>
        </p:nvSpPr>
        <p:spPr bwMode="auto">
          <a:xfrm>
            <a:off x="2590800" y="4114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131" name="Line 43"/>
          <p:cNvSpPr>
            <a:spLocks noChangeShapeType="1"/>
          </p:cNvSpPr>
          <p:nvPr/>
        </p:nvSpPr>
        <p:spPr bwMode="auto">
          <a:xfrm>
            <a:off x="3200400" y="4114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132" name="Line 44"/>
          <p:cNvSpPr>
            <a:spLocks noChangeShapeType="1"/>
          </p:cNvSpPr>
          <p:nvPr/>
        </p:nvSpPr>
        <p:spPr bwMode="auto">
          <a:xfrm>
            <a:off x="3810000" y="4114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133" name="Line 45"/>
          <p:cNvSpPr>
            <a:spLocks noChangeShapeType="1"/>
          </p:cNvSpPr>
          <p:nvPr/>
        </p:nvSpPr>
        <p:spPr bwMode="auto">
          <a:xfrm>
            <a:off x="4419600" y="4114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134" name="Line 46"/>
          <p:cNvSpPr>
            <a:spLocks noChangeShapeType="1"/>
          </p:cNvSpPr>
          <p:nvPr/>
        </p:nvSpPr>
        <p:spPr bwMode="auto">
          <a:xfrm>
            <a:off x="5029200" y="4114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7135" name="Line 47"/>
          <p:cNvSpPr>
            <a:spLocks noChangeShapeType="1"/>
          </p:cNvSpPr>
          <p:nvPr/>
        </p:nvSpPr>
        <p:spPr bwMode="auto">
          <a:xfrm flipV="1">
            <a:off x="2286000" y="6172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57136" name="Object 48"/>
          <p:cNvGraphicFramePr>
            <a:graphicFrameLocks noChangeAspect="1"/>
          </p:cNvGraphicFramePr>
          <p:nvPr/>
        </p:nvGraphicFramePr>
        <p:xfrm>
          <a:off x="2209800" y="4191000"/>
          <a:ext cx="265113" cy="279400"/>
        </p:xfrm>
        <a:graphic>
          <a:graphicData uri="http://schemas.openxmlformats.org/presentationml/2006/ole">
            <p:oleObj spid="_x0000_s857136" name="Equation" r:id="rId14" imgW="266400" imgH="279360" progId="Equation.3">
              <p:embed/>
            </p:oleObj>
          </a:graphicData>
        </a:graphic>
      </p:graphicFrame>
      <p:graphicFrame>
        <p:nvGraphicFramePr>
          <p:cNvPr id="857137" name="Object 49"/>
          <p:cNvGraphicFramePr>
            <a:graphicFrameLocks noChangeAspect="1"/>
          </p:cNvGraphicFramePr>
          <p:nvPr/>
        </p:nvGraphicFramePr>
        <p:xfrm>
          <a:off x="2819400" y="4114800"/>
          <a:ext cx="252413" cy="392113"/>
        </p:xfrm>
        <a:graphic>
          <a:graphicData uri="http://schemas.openxmlformats.org/presentationml/2006/ole">
            <p:oleObj spid="_x0000_s857137" name="Equation" r:id="rId15" imgW="253800" imgH="393480" progId="Equation.3">
              <p:embed/>
            </p:oleObj>
          </a:graphicData>
        </a:graphic>
      </p:graphicFrame>
      <p:graphicFrame>
        <p:nvGraphicFramePr>
          <p:cNvPr id="857138" name="Object 50"/>
          <p:cNvGraphicFramePr>
            <a:graphicFrameLocks noChangeAspect="1"/>
          </p:cNvGraphicFramePr>
          <p:nvPr/>
        </p:nvGraphicFramePr>
        <p:xfrm>
          <a:off x="3429000" y="4191000"/>
          <a:ext cx="239713" cy="279400"/>
        </p:xfrm>
        <a:graphic>
          <a:graphicData uri="http://schemas.openxmlformats.org/presentationml/2006/ole">
            <p:oleObj spid="_x0000_s857138" name="Equation" r:id="rId16" imgW="241200" imgH="279360" progId="Equation.3">
              <p:embed/>
            </p:oleObj>
          </a:graphicData>
        </a:graphic>
      </p:graphicFrame>
      <p:graphicFrame>
        <p:nvGraphicFramePr>
          <p:cNvPr id="857139" name="Object 51"/>
          <p:cNvGraphicFramePr>
            <a:graphicFrameLocks noChangeAspect="1"/>
          </p:cNvGraphicFramePr>
          <p:nvPr/>
        </p:nvGraphicFramePr>
        <p:xfrm>
          <a:off x="2209800" y="5257800"/>
          <a:ext cx="228600" cy="279400"/>
        </p:xfrm>
        <a:graphic>
          <a:graphicData uri="http://schemas.openxmlformats.org/presentationml/2006/ole">
            <p:oleObj spid="_x0000_s857139" name="Equation" r:id="rId17" imgW="228600" imgH="279360" progId="Equation.3">
              <p:embed/>
            </p:oleObj>
          </a:graphicData>
        </a:graphic>
      </p:graphicFrame>
      <p:graphicFrame>
        <p:nvGraphicFramePr>
          <p:cNvPr id="857140" name="Object 52"/>
          <p:cNvGraphicFramePr>
            <a:graphicFrameLocks noChangeAspect="1"/>
          </p:cNvGraphicFramePr>
          <p:nvPr/>
        </p:nvGraphicFramePr>
        <p:xfrm>
          <a:off x="2743200" y="5105400"/>
          <a:ext cx="354013" cy="481013"/>
        </p:xfrm>
        <a:graphic>
          <a:graphicData uri="http://schemas.openxmlformats.org/presentationml/2006/ole">
            <p:oleObj spid="_x0000_s857140" name="Equation" r:id="rId18" imgW="355320" imgH="482400" progId="Equation.3">
              <p:embed/>
            </p:oleObj>
          </a:graphicData>
        </a:graphic>
      </p:graphicFrame>
      <p:graphicFrame>
        <p:nvGraphicFramePr>
          <p:cNvPr id="857141" name="Object 53"/>
          <p:cNvGraphicFramePr>
            <a:graphicFrameLocks noChangeAspect="1"/>
          </p:cNvGraphicFramePr>
          <p:nvPr/>
        </p:nvGraphicFramePr>
        <p:xfrm>
          <a:off x="3352800" y="5181600"/>
          <a:ext cx="315913" cy="368300"/>
        </p:xfrm>
        <a:graphic>
          <a:graphicData uri="http://schemas.openxmlformats.org/presentationml/2006/ole">
            <p:oleObj spid="_x0000_s857141" name="Equation" r:id="rId19" imgW="317160" imgH="368280" progId="Equation.3">
              <p:embed/>
            </p:oleObj>
          </a:graphicData>
        </a:graphic>
      </p:graphicFrame>
      <p:graphicFrame>
        <p:nvGraphicFramePr>
          <p:cNvPr id="857142" name="Object 54"/>
          <p:cNvGraphicFramePr>
            <a:graphicFrameLocks noChangeAspect="1"/>
          </p:cNvGraphicFramePr>
          <p:nvPr/>
        </p:nvGraphicFramePr>
        <p:xfrm>
          <a:off x="2209800" y="4648200"/>
          <a:ext cx="252413" cy="381000"/>
        </p:xfrm>
        <a:graphic>
          <a:graphicData uri="http://schemas.openxmlformats.org/presentationml/2006/ole">
            <p:oleObj spid="_x0000_s857142" name="Equation" r:id="rId20" imgW="253800" imgH="380880" progId="Equation.3">
              <p:embed/>
            </p:oleObj>
          </a:graphicData>
        </a:graphic>
      </p:graphicFrame>
      <p:graphicFrame>
        <p:nvGraphicFramePr>
          <p:cNvPr id="857143" name="Object 55"/>
          <p:cNvGraphicFramePr>
            <a:graphicFrameLocks noChangeAspect="1"/>
          </p:cNvGraphicFramePr>
          <p:nvPr/>
        </p:nvGraphicFramePr>
        <p:xfrm>
          <a:off x="3352800" y="4648200"/>
          <a:ext cx="252413" cy="381000"/>
        </p:xfrm>
        <a:graphic>
          <a:graphicData uri="http://schemas.openxmlformats.org/presentationml/2006/ole">
            <p:oleObj spid="_x0000_s857143" name="Equation" r:id="rId21" imgW="253800" imgH="380880" progId="Equation.3">
              <p:embed/>
            </p:oleObj>
          </a:graphicData>
        </a:graphic>
      </p:graphicFrame>
      <p:graphicFrame>
        <p:nvGraphicFramePr>
          <p:cNvPr id="857144" name="Object 56"/>
          <p:cNvGraphicFramePr>
            <a:graphicFrameLocks noChangeAspect="1"/>
          </p:cNvGraphicFramePr>
          <p:nvPr/>
        </p:nvGraphicFramePr>
        <p:xfrm>
          <a:off x="2209800" y="5715000"/>
          <a:ext cx="252413" cy="381000"/>
        </p:xfrm>
        <a:graphic>
          <a:graphicData uri="http://schemas.openxmlformats.org/presentationml/2006/ole">
            <p:oleObj spid="_x0000_s857144" name="Equation" r:id="rId22" imgW="253800" imgH="380880" progId="Equation.3">
              <p:embed/>
            </p:oleObj>
          </a:graphicData>
        </a:graphic>
      </p:graphicFrame>
      <p:graphicFrame>
        <p:nvGraphicFramePr>
          <p:cNvPr id="857145" name="Object 57"/>
          <p:cNvGraphicFramePr>
            <a:graphicFrameLocks noChangeAspect="1"/>
          </p:cNvGraphicFramePr>
          <p:nvPr/>
        </p:nvGraphicFramePr>
        <p:xfrm>
          <a:off x="2819400" y="5715000"/>
          <a:ext cx="252413" cy="381000"/>
        </p:xfrm>
        <a:graphic>
          <a:graphicData uri="http://schemas.openxmlformats.org/presentationml/2006/ole">
            <p:oleObj spid="_x0000_s857145" name="Equation" r:id="rId23" imgW="253800" imgH="380880" progId="Equation.3">
              <p:embed/>
            </p:oleObj>
          </a:graphicData>
        </a:graphic>
      </p:graphicFrame>
      <p:graphicFrame>
        <p:nvGraphicFramePr>
          <p:cNvPr id="857146" name="Object 58"/>
          <p:cNvGraphicFramePr>
            <a:graphicFrameLocks noChangeAspect="1"/>
          </p:cNvGraphicFramePr>
          <p:nvPr/>
        </p:nvGraphicFramePr>
        <p:xfrm>
          <a:off x="2819400" y="4648200"/>
          <a:ext cx="163513" cy="368300"/>
        </p:xfrm>
        <a:graphic>
          <a:graphicData uri="http://schemas.openxmlformats.org/presentationml/2006/ole">
            <p:oleObj spid="_x0000_s857146" name="Equation" r:id="rId24" imgW="164880" imgH="368280" progId="Equation.3">
              <p:embed/>
            </p:oleObj>
          </a:graphicData>
        </a:graphic>
      </p:graphicFrame>
      <p:graphicFrame>
        <p:nvGraphicFramePr>
          <p:cNvPr id="857147" name="Object 59"/>
          <p:cNvGraphicFramePr>
            <a:graphicFrameLocks noChangeAspect="1"/>
          </p:cNvGraphicFramePr>
          <p:nvPr/>
        </p:nvGraphicFramePr>
        <p:xfrm>
          <a:off x="3429000" y="5715000"/>
          <a:ext cx="163513" cy="368300"/>
        </p:xfrm>
        <a:graphic>
          <a:graphicData uri="http://schemas.openxmlformats.org/presentationml/2006/ole">
            <p:oleObj spid="_x0000_s857147" name="Equation" r:id="rId25" imgW="164880" imgH="368280" progId="Equation.3">
              <p:embed/>
            </p:oleObj>
          </a:graphicData>
        </a:graphic>
      </p:graphicFrame>
      <p:sp>
        <p:nvSpPr>
          <p:cNvPr id="857148" name="Text Box 60"/>
          <p:cNvSpPr txBox="1">
            <a:spLocks noChangeArrowheads="1"/>
          </p:cNvSpPr>
          <p:nvPr/>
        </p:nvSpPr>
        <p:spPr bwMode="auto">
          <a:xfrm>
            <a:off x="5867400" y="3886200"/>
            <a:ext cx="1412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Tape 1</a:t>
            </a:r>
          </a:p>
        </p:txBody>
      </p:sp>
      <p:sp>
        <p:nvSpPr>
          <p:cNvPr id="857149" name="Text Box 61"/>
          <p:cNvSpPr txBox="1">
            <a:spLocks noChangeArrowheads="1"/>
          </p:cNvSpPr>
          <p:nvPr/>
        </p:nvSpPr>
        <p:spPr bwMode="auto">
          <a:xfrm>
            <a:off x="5867400" y="4495800"/>
            <a:ext cx="268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head position</a:t>
            </a:r>
          </a:p>
        </p:txBody>
      </p:sp>
      <p:sp>
        <p:nvSpPr>
          <p:cNvPr id="857150" name="Text Box 62"/>
          <p:cNvSpPr txBox="1">
            <a:spLocks noChangeArrowheads="1"/>
          </p:cNvSpPr>
          <p:nvPr/>
        </p:nvSpPr>
        <p:spPr bwMode="auto">
          <a:xfrm>
            <a:off x="5867400" y="5105400"/>
            <a:ext cx="1477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Tape 2</a:t>
            </a:r>
          </a:p>
        </p:txBody>
      </p:sp>
      <p:sp>
        <p:nvSpPr>
          <p:cNvPr id="857151" name="Text Box 63"/>
          <p:cNvSpPr txBox="1">
            <a:spLocks noChangeArrowheads="1"/>
          </p:cNvSpPr>
          <p:nvPr/>
        </p:nvSpPr>
        <p:spPr bwMode="auto">
          <a:xfrm>
            <a:off x="5867400" y="5638800"/>
            <a:ext cx="268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head position</a:t>
            </a:r>
          </a:p>
        </p:txBody>
      </p:sp>
      <p:graphicFrame>
        <p:nvGraphicFramePr>
          <p:cNvPr id="857152" name="Object 64"/>
          <p:cNvGraphicFramePr>
            <a:graphicFrameLocks noChangeAspect="1"/>
          </p:cNvGraphicFramePr>
          <p:nvPr/>
        </p:nvGraphicFramePr>
        <p:xfrm>
          <a:off x="3987800" y="5170488"/>
          <a:ext cx="265113" cy="392112"/>
        </p:xfrm>
        <a:graphic>
          <a:graphicData uri="http://schemas.openxmlformats.org/presentationml/2006/ole">
            <p:oleObj spid="_x0000_s857152" name="Equation" r:id="rId26" imgW="266400" imgH="393480" progId="Equation.3">
              <p:embed/>
            </p:oleObj>
          </a:graphicData>
        </a:graphic>
      </p:graphicFrame>
      <p:graphicFrame>
        <p:nvGraphicFramePr>
          <p:cNvPr id="857153" name="Object 65"/>
          <p:cNvGraphicFramePr>
            <a:graphicFrameLocks noChangeAspect="1"/>
          </p:cNvGraphicFramePr>
          <p:nvPr/>
        </p:nvGraphicFramePr>
        <p:xfrm>
          <a:off x="3962400" y="5715000"/>
          <a:ext cx="252413" cy="381000"/>
        </p:xfrm>
        <a:graphic>
          <a:graphicData uri="http://schemas.openxmlformats.org/presentationml/2006/ole">
            <p:oleObj spid="_x0000_s857153" name="Equation" r:id="rId27" imgW="253800" imgH="380880" progId="Equation.3">
              <p:embed/>
            </p:oleObj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E7D6BA-11B7-4301-854E-68E7D88C3F8B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858114" name="Text Box 2"/>
          <p:cNvSpPr txBox="1">
            <a:spLocks noChangeArrowheads="1"/>
          </p:cNvSpPr>
          <p:nvPr/>
        </p:nvSpPr>
        <p:spPr bwMode="auto">
          <a:xfrm>
            <a:off x="228600" y="3657600"/>
            <a:ext cx="64706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Repeat for each state transition:</a:t>
            </a:r>
          </a:p>
        </p:txBody>
      </p:sp>
      <p:sp>
        <p:nvSpPr>
          <p:cNvPr id="858115" name="Text Box 3"/>
          <p:cNvSpPr txBox="1">
            <a:spLocks noChangeArrowheads="1"/>
          </p:cNvSpPr>
          <p:nvPr/>
        </p:nvSpPr>
        <p:spPr bwMode="auto">
          <a:xfrm>
            <a:off x="2209800" y="4191000"/>
            <a:ext cx="5992813" cy="23320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>
                <a:solidFill>
                  <a:srgbClr val="FF3399"/>
                </a:solidFill>
              </a:rPr>
              <a:t>Return to reference point</a:t>
            </a:r>
          </a:p>
          <a:p>
            <a:pPr>
              <a:buFontTx/>
              <a:buChar char="•"/>
            </a:pPr>
            <a:r>
              <a:rPr lang="en-US">
                <a:solidFill>
                  <a:srgbClr val="FF3399"/>
                </a:solidFill>
              </a:rPr>
              <a:t>Find current symbol in Tape 1</a:t>
            </a:r>
          </a:p>
          <a:p>
            <a:pPr>
              <a:buFontTx/>
              <a:buChar char="•"/>
            </a:pPr>
            <a:r>
              <a:rPr lang="en-US">
                <a:solidFill>
                  <a:srgbClr val="FF3399"/>
                </a:solidFill>
              </a:rPr>
              <a:t>Find current symbol in Tape 2</a:t>
            </a:r>
          </a:p>
          <a:p>
            <a:pPr>
              <a:buFontTx/>
              <a:buChar char="•"/>
            </a:pPr>
            <a:r>
              <a:rPr lang="en-US">
                <a:solidFill>
                  <a:srgbClr val="FF3399"/>
                </a:solidFill>
              </a:rPr>
              <a:t>Make transition</a:t>
            </a:r>
          </a:p>
        </p:txBody>
      </p:sp>
      <p:sp>
        <p:nvSpPr>
          <p:cNvPr id="858116" name="Line 4"/>
          <p:cNvSpPr>
            <a:spLocks noChangeShapeType="1"/>
          </p:cNvSpPr>
          <p:nvPr/>
        </p:nvSpPr>
        <p:spPr bwMode="auto">
          <a:xfrm>
            <a:off x="762000" y="9144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8117" name="Line 5"/>
          <p:cNvSpPr>
            <a:spLocks noChangeShapeType="1"/>
          </p:cNvSpPr>
          <p:nvPr/>
        </p:nvSpPr>
        <p:spPr bwMode="auto">
          <a:xfrm>
            <a:off x="762000" y="13716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8118" name="Line 6"/>
          <p:cNvSpPr>
            <a:spLocks noChangeShapeType="1"/>
          </p:cNvSpPr>
          <p:nvPr/>
        </p:nvSpPr>
        <p:spPr bwMode="auto">
          <a:xfrm>
            <a:off x="762000" y="19050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8119" name="Line 7"/>
          <p:cNvSpPr>
            <a:spLocks noChangeShapeType="1"/>
          </p:cNvSpPr>
          <p:nvPr/>
        </p:nvSpPr>
        <p:spPr bwMode="auto">
          <a:xfrm>
            <a:off x="762000" y="24384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8120" name="Line 8"/>
          <p:cNvSpPr>
            <a:spLocks noChangeShapeType="1"/>
          </p:cNvSpPr>
          <p:nvPr/>
        </p:nvSpPr>
        <p:spPr bwMode="auto">
          <a:xfrm>
            <a:off x="762000" y="29718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8121" name="Line 9"/>
          <p:cNvSpPr>
            <a:spLocks noChangeShapeType="1"/>
          </p:cNvSpPr>
          <p:nvPr/>
        </p:nvSpPr>
        <p:spPr bwMode="auto">
          <a:xfrm>
            <a:off x="1295400" y="9144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8122" name="Line 10"/>
          <p:cNvSpPr>
            <a:spLocks noChangeShapeType="1"/>
          </p:cNvSpPr>
          <p:nvPr/>
        </p:nvSpPr>
        <p:spPr bwMode="auto">
          <a:xfrm>
            <a:off x="1905000" y="9144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8123" name="Line 11"/>
          <p:cNvSpPr>
            <a:spLocks noChangeShapeType="1"/>
          </p:cNvSpPr>
          <p:nvPr/>
        </p:nvSpPr>
        <p:spPr bwMode="auto">
          <a:xfrm>
            <a:off x="2514600" y="9144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8124" name="Line 12"/>
          <p:cNvSpPr>
            <a:spLocks noChangeShapeType="1"/>
          </p:cNvSpPr>
          <p:nvPr/>
        </p:nvSpPr>
        <p:spPr bwMode="auto">
          <a:xfrm>
            <a:off x="3124200" y="9144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8125" name="Line 13"/>
          <p:cNvSpPr>
            <a:spLocks noChangeShapeType="1"/>
          </p:cNvSpPr>
          <p:nvPr/>
        </p:nvSpPr>
        <p:spPr bwMode="auto">
          <a:xfrm>
            <a:off x="3733800" y="9144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8126" name="Line 14"/>
          <p:cNvSpPr>
            <a:spLocks noChangeShapeType="1"/>
          </p:cNvSpPr>
          <p:nvPr/>
        </p:nvSpPr>
        <p:spPr bwMode="auto">
          <a:xfrm>
            <a:off x="4343400" y="9144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8127" name="Line 15"/>
          <p:cNvSpPr>
            <a:spLocks noChangeShapeType="1"/>
          </p:cNvSpPr>
          <p:nvPr/>
        </p:nvSpPr>
        <p:spPr bwMode="auto">
          <a:xfrm>
            <a:off x="4953000" y="9144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58128" name="Line 16"/>
          <p:cNvSpPr>
            <a:spLocks noChangeShapeType="1"/>
          </p:cNvSpPr>
          <p:nvPr/>
        </p:nvSpPr>
        <p:spPr bwMode="auto">
          <a:xfrm flipV="1">
            <a:off x="2209800" y="2971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58129" name="Object 17"/>
          <p:cNvGraphicFramePr>
            <a:graphicFrameLocks noChangeAspect="1"/>
          </p:cNvGraphicFramePr>
          <p:nvPr/>
        </p:nvGraphicFramePr>
        <p:xfrm>
          <a:off x="2133600" y="990600"/>
          <a:ext cx="265113" cy="279400"/>
        </p:xfrm>
        <a:graphic>
          <a:graphicData uri="http://schemas.openxmlformats.org/presentationml/2006/ole">
            <p:oleObj spid="_x0000_s858129" name="Equation" r:id="rId3" imgW="266400" imgH="279360" progId="Equation.3">
              <p:embed/>
            </p:oleObj>
          </a:graphicData>
        </a:graphic>
      </p:graphicFrame>
      <p:graphicFrame>
        <p:nvGraphicFramePr>
          <p:cNvPr id="858130" name="Object 18"/>
          <p:cNvGraphicFramePr>
            <a:graphicFrameLocks noChangeAspect="1"/>
          </p:cNvGraphicFramePr>
          <p:nvPr/>
        </p:nvGraphicFramePr>
        <p:xfrm>
          <a:off x="2743200" y="914400"/>
          <a:ext cx="252413" cy="392113"/>
        </p:xfrm>
        <a:graphic>
          <a:graphicData uri="http://schemas.openxmlformats.org/presentationml/2006/ole">
            <p:oleObj spid="_x0000_s858130" name="Equation" r:id="rId4" imgW="253800" imgH="393480" progId="Equation.3">
              <p:embed/>
            </p:oleObj>
          </a:graphicData>
        </a:graphic>
      </p:graphicFrame>
      <p:graphicFrame>
        <p:nvGraphicFramePr>
          <p:cNvPr id="858131" name="Object 19"/>
          <p:cNvGraphicFramePr>
            <a:graphicFrameLocks noChangeAspect="1"/>
          </p:cNvGraphicFramePr>
          <p:nvPr/>
        </p:nvGraphicFramePr>
        <p:xfrm>
          <a:off x="3352800" y="990600"/>
          <a:ext cx="239713" cy="279400"/>
        </p:xfrm>
        <a:graphic>
          <a:graphicData uri="http://schemas.openxmlformats.org/presentationml/2006/ole">
            <p:oleObj spid="_x0000_s858131" name="Equation" r:id="rId5" imgW="241200" imgH="279360" progId="Equation.3">
              <p:embed/>
            </p:oleObj>
          </a:graphicData>
        </a:graphic>
      </p:graphicFrame>
      <p:graphicFrame>
        <p:nvGraphicFramePr>
          <p:cNvPr id="858132" name="Object 20"/>
          <p:cNvGraphicFramePr>
            <a:graphicFrameLocks noChangeAspect="1"/>
          </p:cNvGraphicFramePr>
          <p:nvPr/>
        </p:nvGraphicFramePr>
        <p:xfrm>
          <a:off x="2133600" y="2057400"/>
          <a:ext cx="228600" cy="279400"/>
        </p:xfrm>
        <a:graphic>
          <a:graphicData uri="http://schemas.openxmlformats.org/presentationml/2006/ole">
            <p:oleObj spid="_x0000_s858132" name="Equation" r:id="rId6" imgW="228600" imgH="279360" progId="Equation.3">
              <p:embed/>
            </p:oleObj>
          </a:graphicData>
        </a:graphic>
      </p:graphicFrame>
      <p:graphicFrame>
        <p:nvGraphicFramePr>
          <p:cNvPr id="858133" name="Object 21"/>
          <p:cNvGraphicFramePr>
            <a:graphicFrameLocks noChangeAspect="1"/>
          </p:cNvGraphicFramePr>
          <p:nvPr/>
        </p:nvGraphicFramePr>
        <p:xfrm>
          <a:off x="2667000" y="1905000"/>
          <a:ext cx="354013" cy="481013"/>
        </p:xfrm>
        <a:graphic>
          <a:graphicData uri="http://schemas.openxmlformats.org/presentationml/2006/ole">
            <p:oleObj spid="_x0000_s858133" name="Equation" r:id="rId7" imgW="355320" imgH="482400" progId="Equation.3">
              <p:embed/>
            </p:oleObj>
          </a:graphicData>
        </a:graphic>
      </p:graphicFrame>
      <p:graphicFrame>
        <p:nvGraphicFramePr>
          <p:cNvPr id="858134" name="Object 22"/>
          <p:cNvGraphicFramePr>
            <a:graphicFrameLocks noChangeAspect="1"/>
          </p:cNvGraphicFramePr>
          <p:nvPr/>
        </p:nvGraphicFramePr>
        <p:xfrm>
          <a:off x="3276600" y="1981200"/>
          <a:ext cx="315913" cy="368300"/>
        </p:xfrm>
        <a:graphic>
          <a:graphicData uri="http://schemas.openxmlformats.org/presentationml/2006/ole">
            <p:oleObj spid="_x0000_s858134" name="Equation" r:id="rId8" imgW="317160" imgH="368280" progId="Equation.3">
              <p:embed/>
            </p:oleObj>
          </a:graphicData>
        </a:graphic>
      </p:graphicFrame>
      <p:graphicFrame>
        <p:nvGraphicFramePr>
          <p:cNvPr id="858135" name="Object 23"/>
          <p:cNvGraphicFramePr>
            <a:graphicFrameLocks noChangeAspect="1"/>
          </p:cNvGraphicFramePr>
          <p:nvPr/>
        </p:nvGraphicFramePr>
        <p:xfrm>
          <a:off x="2133600" y="1447800"/>
          <a:ext cx="252413" cy="381000"/>
        </p:xfrm>
        <a:graphic>
          <a:graphicData uri="http://schemas.openxmlformats.org/presentationml/2006/ole">
            <p:oleObj spid="_x0000_s858135" name="Equation" r:id="rId9" imgW="253800" imgH="380880" progId="Equation.3">
              <p:embed/>
            </p:oleObj>
          </a:graphicData>
        </a:graphic>
      </p:graphicFrame>
      <p:graphicFrame>
        <p:nvGraphicFramePr>
          <p:cNvPr id="858136" name="Object 24"/>
          <p:cNvGraphicFramePr>
            <a:graphicFrameLocks noChangeAspect="1"/>
          </p:cNvGraphicFramePr>
          <p:nvPr/>
        </p:nvGraphicFramePr>
        <p:xfrm>
          <a:off x="3276600" y="1447800"/>
          <a:ext cx="252413" cy="381000"/>
        </p:xfrm>
        <a:graphic>
          <a:graphicData uri="http://schemas.openxmlformats.org/presentationml/2006/ole">
            <p:oleObj spid="_x0000_s858136" name="Equation" r:id="rId10" imgW="253800" imgH="380880" progId="Equation.3">
              <p:embed/>
            </p:oleObj>
          </a:graphicData>
        </a:graphic>
      </p:graphicFrame>
      <p:graphicFrame>
        <p:nvGraphicFramePr>
          <p:cNvPr id="858137" name="Object 25"/>
          <p:cNvGraphicFramePr>
            <a:graphicFrameLocks noChangeAspect="1"/>
          </p:cNvGraphicFramePr>
          <p:nvPr/>
        </p:nvGraphicFramePr>
        <p:xfrm>
          <a:off x="2133600" y="2514600"/>
          <a:ext cx="252413" cy="381000"/>
        </p:xfrm>
        <a:graphic>
          <a:graphicData uri="http://schemas.openxmlformats.org/presentationml/2006/ole">
            <p:oleObj spid="_x0000_s858137" name="Equation" r:id="rId11" imgW="253800" imgH="380880" progId="Equation.3">
              <p:embed/>
            </p:oleObj>
          </a:graphicData>
        </a:graphic>
      </p:graphicFrame>
      <p:graphicFrame>
        <p:nvGraphicFramePr>
          <p:cNvPr id="858138" name="Object 26"/>
          <p:cNvGraphicFramePr>
            <a:graphicFrameLocks noChangeAspect="1"/>
          </p:cNvGraphicFramePr>
          <p:nvPr/>
        </p:nvGraphicFramePr>
        <p:xfrm>
          <a:off x="2743200" y="2514600"/>
          <a:ext cx="252413" cy="381000"/>
        </p:xfrm>
        <a:graphic>
          <a:graphicData uri="http://schemas.openxmlformats.org/presentationml/2006/ole">
            <p:oleObj spid="_x0000_s858138" name="Equation" r:id="rId12" imgW="253800" imgH="380880" progId="Equation.3">
              <p:embed/>
            </p:oleObj>
          </a:graphicData>
        </a:graphic>
      </p:graphicFrame>
      <p:graphicFrame>
        <p:nvGraphicFramePr>
          <p:cNvPr id="858139" name="Object 27"/>
          <p:cNvGraphicFramePr>
            <a:graphicFrameLocks noChangeAspect="1"/>
          </p:cNvGraphicFramePr>
          <p:nvPr/>
        </p:nvGraphicFramePr>
        <p:xfrm>
          <a:off x="2743200" y="1447800"/>
          <a:ext cx="163513" cy="368300"/>
        </p:xfrm>
        <a:graphic>
          <a:graphicData uri="http://schemas.openxmlformats.org/presentationml/2006/ole">
            <p:oleObj spid="_x0000_s858139" name="Equation" r:id="rId13" imgW="164880" imgH="368280" progId="Equation.3">
              <p:embed/>
            </p:oleObj>
          </a:graphicData>
        </a:graphic>
      </p:graphicFrame>
      <p:graphicFrame>
        <p:nvGraphicFramePr>
          <p:cNvPr id="858140" name="Object 28"/>
          <p:cNvGraphicFramePr>
            <a:graphicFrameLocks noChangeAspect="1"/>
          </p:cNvGraphicFramePr>
          <p:nvPr/>
        </p:nvGraphicFramePr>
        <p:xfrm>
          <a:off x="3352800" y="2514600"/>
          <a:ext cx="163513" cy="368300"/>
        </p:xfrm>
        <a:graphic>
          <a:graphicData uri="http://schemas.openxmlformats.org/presentationml/2006/ole">
            <p:oleObj spid="_x0000_s858140" name="Equation" r:id="rId14" imgW="164880" imgH="368280" progId="Equation.3">
              <p:embed/>
            </p:oleObj>
          </a:graphicData>
        </a:graphic>
      </p:graphicFrame>
      <p:sp>
        <p:nvSpPr>
          <p:cNvPr id="858141" name="Text Box 29"/>
          <p:cNvSpPr txBox="1">
            <a:spLocks noChangeArrowheads="1"/>
          </p:cNvSpPr>
          <p:nvPr/>
        </p:nvSpPr>
        <p:spPr bwMode="auto">
          <a:xfrm>
            <a:off x="5791200" y="685800"/>
            <a:ext cx="1412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Tape 1</a:t>
            </a:r>
          </a:p>
        </p:txBody>
      </p:sp>
      <p:sp>
        <p:nvSpPr>
          <p:cNvPr id="858142" name="Text Box 30"/>
          <p:cNvSpPr txBox="1">
            <a:spLocks noChangeArrowheads="1"/>
          </p:cNvSpPr>
          <p:nvPr/>
        </p:nvSpPr>
        <p:spPr bwMode="auto">
          <a:xfrm>
            <a:off x="5791200" y="1295400"/>
            <a:ext cx="268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head position</a:t>
            </a:r>
          </a:p>
        </p:txBody>
      </p:sp>
      <p:sp>
        <p:nvSpPr>
          <p:cNvPr id="858143" name="Text Box 31"/>
          <p:cNvSpPr txBox="1">
            <a:spLocks noChangeArrowheads="1"/>
          </p:cNvSpPr>
          <p:nvPr/>
        </p:nvSpPr>
        <p:spPr bwMode="auto">
          <a:xfrm>
            <a:off x="5791200" y="1905000"/>
            <a:ext cx="1477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Tape 2</a:t>
            </a:r>
          </a:p>
        </p:txBody>
      </p:sp>
      <p:sp>
        <p:nvSpPr>
          <p:cNvPr id="858144" name="Text Box 32"/>
          <p:cNvSpPr txBox="1">
            <a:spLocks noChangeArrowheads="1"/>
          </p:cNvSpPr>
          <p:nvPr/>
        </p:nvSpPr>
        <p:spPr bwMode="auto">
          <a:xfrm>
            <a:off x="5791200" y="2438400"/>
            <a:ext cx="268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head position</a:t>
            </a:r>
          </a:p>
        </p:txBody>
      </p:sp>
      <p:graphicFrame>
        <p:nvGraphicFramePr>
          <p:cNvPr id="858145" name="Object 33"/>
          <p:cNvGraphicFramePr>
            <a:graphicFrameLocks noChangeAspect="1"/>
          </p:cNvGraphicFramePr>
          <p:nvPr/>
        </p:nvGraphicFramePr>
        <p:xfrm>
          <a:off x="3911600" y="1970088"/>
          <a:ext cx="265113" cy="392112"/>
        </p:xfrm>
        <a:graphic>
          <a:graphicData uri="http://schemas.openxmlformats.org/presentationml/2006/ole">
            <p:oleObj spid="_x0000_s858145" name="Equation" r:id="rId15" imgW="266400" imgH="393480" progId="Equation.3">
              <p:embed/>
            </p:oleObj>
          </a:graphicData>
        </a:graphic>
      </p:graphicFrame>
      <p:graphicFrame>
        <p:nvGraphicFramePr>
          <p:cNvPr id="858146" name="Object 34"/>
          <p:cNvGraphicFramePr>
            <a:graphicFrameLocks noChangeAspect="1"/>
          </p:cNvGraphicFramePr>
          <p:nvPr/>
        </p:nvGraphicFramePr>
        <p:xfrm>
          <a:off x="3886200" y="2514600"/>
          <a:ext cx="252413" cy="381000"/>
        </p:xfrm>
        <a:graphic>
          <a:graphicData uri="http://schemas.openxmlformats.org/presentationml/2006/ole">
            <p:oleObj spid="_x0000_s858146" name="Equation" r:id="rId16" imgW="253800" imgH="380880" progId="Equation.3">
              <p:embed/>
            </p:oleObj>
          </a:graphicData>
        </a:graphic>
      </p:graphicFrame>
      <p:graphicFrame>
        <p:nvGraphicFramePr>
          <p:cNvPr id="858147" name="Object 35"/>
          <p:cNvGraphicFramePr>
            <a:graphicFrameLocks noChangeAspect="1"/>
          </p:cNvGraphicFramePr>
          <p:nvPr/>
        </p:nvGraphicFramePr>
        <p:xfrm>
          <a:off x="1524000" y="990600"/>
          <a:ext cx="252413" cy="381000"/>
        </p:xfrm>
        <a:graphic>
          <a:graphicData uri="http://schemas.openxmlformats.org/presentationml/2006/ole">
            <p:oleObj spid="_x0000_s858147" name="Equation" r:id="rId17" imgW="253800" imgH="380880" progId="Equation.3">
              <p:embed/>
            </p:oleObj>
          </a:graphicData>
        </a:graphic>
      </p:graphicFrame>
      <p:graphicFrame>
        <p:nvGraphicFramePr>
          <p:cNvPr id="858148" name="Object 36"/>
          <p:cNvGraphicFramePr>
            <a:graphicFrameLocks noChangeAspect="1"/>
          </p:cNvGraphicFramePr>
          <p:nvPr/>
        </p:nvGraphicFramePr>
        <p:xfrm>
          <a:off x="1524000" y="1447800"/>
          <a:ext cx="252413" cy="381000"/>
        </p:xfrm>
        <a:graphic>
          <a:graphicData uri="http://schemas.openxmlformats.org/presentationml/2006/ole">
            <p:oleObj spid="_x0000_s858148" name="Equation" r:id="rId18" imgW="253800" imgH="380880" progId="Equation.3">
              <p:embed/>
            </p:oleObj>
          </a:graphicData>
        </a:graphic>
      </p:graphicFrame>
      <p:graphicFrame>
        <p:nvGraphicFramePr>
          <p:cNvPr id="858149" name="Object 37"/>
          <p:cNvGraphicFramePr>
            <a:graphicFrameLocks noChangeAspect="1"/>
          </p:cNvGraphicFramePr>
          <p:nvPr/>
        </p:nvGraphicFramePr>
        <p:xfrm>
          <a:off x="1524000" y="1981200"/>
          <a:ext cx="252413" cy="381000"/>
        </p:xfrm>
        <a:graphic>
          <a:graphicData uri="http://schemas.openxmlformats.org/presentationml/2006/ole">
            <p:oleObj spid="_x0000_s858149" name="Equation" r:id="rId19" imgW="253800" imgH="380880" progId="Equation.3">
              <p:embed/>
            </p:oleObj>
          </a:graphicData>
        </a:graphic>
      </p:graphicFrame>
      <p:graphicFrame>
        <p:nvGraphicFramePr>
          <p:cNvPr id="858150" name="Object 38"/>
          <p:cNvGraphicFramePr>
            <a:graphicFrameLocks noChangeAspect="1"/>
          </p:cNvGraphicFramePr>
          <p:nvPr/>
        </p:nvGraphicFramePr>
        <p:xfrm>
          <a:off x="1524000" y="2514600"/>
          <a:ext cx="252413" cy="381000"/>
        </p:xfrm>
        <a:graphic>
          <a:graphicData uri="http://schemas.openxmlformats.org/presentationml/2006/ole">
            <p:oleObj spid="_x0000_s858150" name="Equation" r:id="rId20" imgW="253800" imgH="380880" progId="Equation.3">
              <p:embed/>
            </p:oleObj>
          </a:graphicData>
        </a:graphic>
      </p:graphicFrame>
      <p:sp>
        <p:nvSpPr>
          <p:cNvPr id="858151" name="Oval 39"/>
          <p:cNvSpPr>
            <a:spLocks noChangeArrowheads="1"/>
          </p:cNvSpPr>
          <p:nvPr/>
        </p:nvSpPr>
        <p:spPr bwMode="auto">
          <a:xfrm>
            <a:off x="1066800" y="533400"/>
            <a:ext cx="914400" cy="2895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58152" name="Text Box 40"/>
          <p:cNvSpPr txBox="1">
            <a:spLocks noChangeArrowheads="1"/>
          </p:cNvSpPr>
          <p:nvPr/>
        </p:nvSpPr>
        <p:spPr bwMode="auto">
          <a:xfrm>
            <a:off x="365125" y="-127000"/>
            <a:ext cx="3225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Reference point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1A7C13-40D5-47CD-9DF9-AB120CF3DAE6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859138" name="Text Box 2"/>
          <p:cNvSpPr txBox="1">
            <a:spLocks noChangeArrowheads="1"/>
          </p:cNvSpPr>
          <p:nvPr/>
        </p:nvSpPr>
        <p:spPr bwMode="auto">
          <a:xfrm>
            <a:off x="304800" y="762000"/>
            <a:ext cx="2057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Theorem:</a:t>
            </a:r>
          </a:p>
        </p:txBody>
      </p:sp>
      <p:sp>
        <p:nvSpPr>
          <p:cNvPr id="859139" name="Text Box 3"/>
          <p:cNvSpPr txBox="1">
            <a:spLocks noChangeArrowheads="1"/>
          </p:cNvSpPr>
          <p:nvPr/>
        </p:nvSpPr>
        <p:spPr bwMode="auto">
          <a:xfrm>
            <a:off x="2667000" y="762000"/>
            <a:ext cx="5187950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Multi-tape machines</a:t>
            </a:r>
          </a:p>
          <a:p>
            <a:r>
              <a:rPr lang="en-US"/>
              <a:t>have the same power with</a:t>
            </a:r>
          </a:p>
          <a:p>
            <a:r>
              <a:rPr lang="en-US"/>
              <a:t>Standard Turing Machines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B710D01-03A0-43CD-8F48-1BE326C47BAA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860162" name="Text Box 2"/>
          <p:cNvSpPr txBox="1">
            <a:spLocks noChangeArrowheads="1"/>
          </p:cNvSpPr>
          <p:nvPr/>
        </p:nvSpPr>
        <p:spPr bwMode="auto">
          <a:xfrm>
            <a:off x="441325" y="406400"/>
            <a:ext cx="74374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Same power doesn’t imply same speed:</a:t>
            </a:r>
          </a:p>
        </p:txBody>
      </p:sp>
      <p:sp>
        <p:nvSpPr>
          <p:cNvPr id="860163" name="Text Box 3"/>
          <p:cNvSpPr txBox="1">
            <a:spLocks noChangeArrowheads="1"/>
          </p:cNvSpPr>
          <p:nvPr/>
        </p:nvSpPr>
        <p:spPr bwMode="auto">
          <a:xfrm>
            <a:off x="1660525" y="1625600"/>
            <a:ext cx="20240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 </a:t>
            </a:r>
          </a:p>
        </p:txBody>
      </p:sp>
      <p:graphicFrame>
        <p:nvGraphicFramePr>
          <p:cNvPr id="860164" name="Object 4"/>
          <p:cNvGraphicFramePr>
            <a:graphicFrameLocks noChangeAspect="1"/>
          </p:cNvGraphicFramePr>
          <p:nvPr/>
        </p:nvGraphicFramePr>
        <p:xfrm>
          <a:off x="3886200" y="1524000"/>
          <a:ext cx="2247900" cy="711200"/>
        </p:xfrm>
        <a:graphic>
          <a:graphicData uri="http://schemas.openxmlformats.org/presentationml/2006/ole">
            <p:oleObj spid="_x0000_s860164" name="Equation" r:id="rId3" imgW="2247840" imgH="711000" progId="Equation.3">
              <p:embed/>
            </p:oleObj>
          </a:graphicData>
        </a:graphic>
      </p:graphicFrame>
      <p:sp>
        <p:nvSpPr>
          <p:cNvPr id="860165" name="Text Box 5"/>
          <p:cNvSpPr txBox="1">
            <a:spLocks noChangeArrowheads="1"/>
          </p:cNvSpPr>
          <p:nvPr/>
        </p:nvSpPr>
        <p:spPr bwMode="auto">
          <a:xfrm>
            <a:off x="4800600" y="3200400"/>
            <a:ext cx="35575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Acceptance Time </a:t>
            </a:r>
          </a:p>
        </p:txBody>
      </p:sp>
      <p:sp>
        <p:nvSpPr>
          <p:cNvPr id="860166" name="Text Box 6"/>
          <p:cNvSpPr txBox="1">
            <a:spLocks noChangeArrowheads="1"/>
          </p:cNvSpPr>
          <p:nvPr/>
        </p:nvSpPr>
        <p:spPr bwMode="auto">
          <a:xfrm>
            <a:off x="898525" y="4064000"/>
            <a:ext cx="3598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Standard machine</a:t>
            </a:r>
          </a:p>
        </p:txBody>
      </p:sp>
      <p:sp>
        <p:nvSpPr>
          <p:cNvPr id="860167" name="Text Box 7"/>
          <p:cNvSpPr txBox="1">
            <a:spLocks noChangeArrowheads="1"/>
          </p:cNvSpPr>
          <p:nvPr/>
        </p:nvSpPr>
        <p:spPr bwMode="auto">
          <a:xfrm>
            <a:off x="914400" y="5334000"/>
            <a:ext cx="36020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Two-tape machine</a:t>
            </a:r>
          </a:p>
        </p:txBody>
      </p:sp>
      <p:graphicFrame>
        <p:nvGraphicFramePr>
          <p:cNvPr id="860168" name="Object 8"/>
          <p:cNvGraphicFramePr>
            <a:graphicFrameLocks noChangeAspect="1"/>
          </p:cNvGraphicFramePr>
          <p:nvPr/>
        </p:nvGraphicFramePr>
        <p:xfrm>
          <a:off x="6153150" y="3943350"/>
          <a:ext cx="508000" cy="609600"/>
        </p:xfrm>
        <a:graphic>
          <a:graphicData uri="http://schemas.openxmlformats.org/presentationml/2006/ole">
            <p:oleObj spid="_x0000_s860168" name="Equation" r:id="rId4" imgW="507960" imgH="609480" progId="Equation.3">
              <p:embed/>
            </p:oleObj>
          </a:graphicData>
        </a:graphic>
      </p:graphicFrame>
      <p:graphicFrame>
        <p:nvGraphicFramePr>
          <p:cNvPr id="860169" name="Object 9"/>
          <p:cNvGraphicFramePr>
            <a:graphicFrameLocks noChangeAspect="1"/>
          </p:cNvGraphicFramePr>
          <p:nvPr/>
        </p:nvGraphicFramePr>
        <p:xfrm>
          <a:off x="6159500" y="5473700"/>
          <a:ext cx="290513" cy="304800"/>
        </p:xfrm>
        <a:graphic>
          <a:graphicData uri="http://schemas.openxmlformats.org/presentationml/2006/ole">
            <p:oleObj spid="_x0000_s860169" name="Equation" r:id="rId5" imgW="291960" imgH="304560" progId="Equation.3">
              <p:embed/>
            </p:oleObj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FB7C0A-C7EA-4196-A1BA-0863A7EE6CD8}" type="slidenum">
              <a:rPr lang="en-US" altLang="en-US"/>
              <a:pPr/>
              <a:t>52</a:t>
            </a:fld>
            <a:endParaRPr lang="en-US" altLang="en-US"/>
          </a:p>
        </p:txBody>
      </p:sp>
      <p:graphicFrame>
        <p:nvGraphicFramePr>
          <p:cNvPr id="900096" name="Object 0"/>
          <p:cNvGraphicFramePr>
            <a:graphicFrameLocks noChangeAspect="1"/>
          </p:cNvGraphicFramePr>
          <p:nvPr/>
        </p:nvGraphicFramePr>
        <p:xfrm>
          <a:off x="2705100" y="203200"/>
          <a:ext cx="2247900" cy="711200"/>
        </p:xfrm>
        <a:graphic>
          <a:graphicData uri="http://schemas.openxmlformats.org/presentationml/2006/ole">
            <p:oleObj spid="_x0000_s900096" name="Equation" r:id="rId3" imgW="2247840" imgH="711000" progId="Equation.3">
              <p:embed/>
            </p:oleObj>
          </a:graphicData>
        </a:graphic>
      </p:graphicFrame>
      <p:sp>
        <p:nvSpPr>
          <p:cNvPr id="861187" name="Text Box 3"/>
          <p:cNvSpPr txBox="1">
            <a:spLocks noChangeArrowheads="1"/>
          </p:cNvSpPr>
          <p:nvPr/>
        </p:nvSpPr>
        <p:spPr bwMode="auto">
          <a:xfrm>
            <a:off x="0" y="1219200"/>
            <a:ext cx="37211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Standard machine:</a:t>
            </a:r>
          </a:p>
        </p:txBody>
      </p:sp>
      <p:sp>
        <p:nvSpPr>
          <p:cNvPr id="861188" name="Text Box 4"/>
          <p:cNvSpPr txBox="1">
            <a:spLocks noChangeArrowheads="1"/>
          </p:cNvSpPr>
          <p:nvPr/>
        </p:nvSpPr>
        <p:spPr bwMode="auto">
          <a:xfrm>
            <a:off x="2057400" y="2057400"/>
            <a:ext cx="61309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Go back and forth         times   </a:t>
            </a:r>
          </a:p>
        </p:txBody>
      </p:sp>
      <p:graphicFrame>
        <p:nvGraphicFramePr>
          <p:cNvPr id="900097" name="Object 1"/>
          <p:cNvGraphicFramePr>
            <a:graphicFrameLocks noChangeAspect="1"/>
          </p:cNvGraphicFramePr>
          <p:nvPr/>
        </p:nvGraphicFramePr>
        <p:xfrm>
          <a:off x="5867400" y="1905000"/>
          <a:ext cx="469900" cy="571500"/>
        </p:xfrm>
        <a:graphic>
          <a:graphicData uri="http://schemas.openxmlformats.org/presentationml/2006/ole">
            <p:oleObj spid="_x0000_s900097" name="Equation" r:id="rId4" imgW="469800" imgH="571320" progId="Equation.3">
              <p:embed/>
            </p:oleObj>
          </a:graphicData>
        </a:graphic>
      </p:graphicFrame>
      <p:sp>
        <p:nvSpPr>
          <p:cNvPr id="861190" name="Text Box 6"/>
          <p:cNvSpPr txBox="1">
            <a:spLocks noChangeArrowheads="1"/>
          </p:cNvSpPr>
          <p:nvPr/>
        </p:nvSpPr>
        <p:spPr bwMode="auto">
          <a:xfrm>
            <a:off x="0" y="3505200"/>
            <a:ext cx="37242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Two-tape machine:</a:t>
            </a:r>
          </a:p>
        </p:txBody>
      </p:sp>
      <p:sp>
        <p:nvSpPr>
          <p:cNvPr id="861191" name="Text Box 7"/>
          <p:cNvSpPr txBox="1">
            <a:spLocks noChangeArrowheads="1"/>
          </p:cNvSpPr>
          <p:nvPr/>
        </p:nvSpPr>
        <p:spPr bwMode="auto">
          <a:xfrm>
            <a:off x="1143000" y="4267200"/>
            <a:ext cx="4032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Copy         to tape 2 </a:t>
            </a:r>
          </a:p>
        </p:txBody>
      </p:sp>
      <p:graphicFrame>
        <p:nvGraphicFramePr>
          <p:cNvPr id="900098" name="Object 2"/>
          <p:cNvGraphicFramePr>
            <a:graphicFrameLocks noChangeAspect="1"/>
          </p:cNvGraphicFramePr>
          <p:nvPr/>
        </p:nvGraphicFramePr>
        <p:xfrm>
          <a:off x="2428875" y="4146550"/>
          <a:ext cx="508000" cy="609600"/>
        </p:xfrm>
        <a:graphic>
          <a:graphicData uri="http://schemas.openxmlformats.org/presentationml/2006/ole">
            <p:oleObj spid="_x0000_s900098" name="Equation" r:id="rId5" imgW="507960" imgH="609480" progId="Equation.3">
              <p:embed/>
            </p:oleObj>
          </a:graphicData>
        </a:graphic>
      </p:graphicFrame>
      <p:sp>
        <p:nvSpPr>
          <p:cNvPr id="861193" name="Text Box 9"/>
          <p:cNvSpPr txBox="1">
            <a:spLocks noChangeArrowheads="1"/>
          </p:cNvSpPr>
          <p:nvPr/>
        </p:nvSpPr>
        <p:spPr bwMode="auto">
          <a:xfrm>
            <a:off x="1219200" y="5105400"/>
            <a:ext cx="4052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Leave        on tape 1 </a:t>
            </a:r>
          </a:p>
        </p:txBody>
      </p:sp>
      <p:graphicFrame>
        <p:nvGraphicFramePr>
          <p:cNvPr id="900099" name="Object 3"/>
          <p:cNvGraphicFramePr>
            <a:graphicFrameLocks noChangeAspect="1"/>
          </p:cNvGraphicFramePr>
          <p:nvPr/>
        </p:nvGraphicFramePr>
        <p:xfrm>
          <a:off x="2587625" y="4984750"/>
          <a:ext cx="519113" cy="609600"/>
        </p:xfrm>
        <a:graphic>
          <a:graphicData uri="http://schemas.openxmlformats.org/presentationml/2006/ole">
            <p:oleObj spid="_x0000_s900099" name="Equation" r:id="rId6" imgW="520560" imgH="609480" progId="Equation.3">
              <p:embed/>
            </p:oleObj>
          </a:graphicData>
        </a:graphic>
      </p:graphicFrame>
      <p:sp>
        <p:nvSpPr>
          <p:cNvPr id="861195" name="Text Box 11"/>
          <p:cNvSpPr txBox="1">
            <a:spLocks noChangeArrowheads="1"/>
          </p:cNvSpPr>
          <p:nvPr/>
        </p:nvSpPr>
        <p:spPr bwMode="auto">
          <a:xfrm>
            <a:off x="1143000" y="5791200"/>
            <a:ext cx="51816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Compare tape 1 and tape 2</a:t>
            </a:r>
          </a:p>
        </p:txBody>
      </p:sp>
      <p:graphicFrame>
        <p:nvGraphicFramePr>
          <p:cNvPr id="900100" name="Object 4"/>
          <p:cNvGraphicFramePr>
            <a:graphicFrameLocks noChangeAspect="1"/>
          </p:cNvGraphicFramePr>
          <p:nvPr/>
        </p:nvGraphicFramePr>
        <p:xfrm>
          <a:off x="6934200" y="4419600"/>
          <a:ext cx="265113" cy="279400"/>
        </p:xfrm>
        <a:graphic>
          <a:graphicData uri="http://schemas.openxmlformats.org/presentationml/2006/ole">
            <p:oleObj spid="_x0000_s900100" name="Equation" r:id="rId7" imgW="266400" imgH="279360" progId="Equation.3">
              <p:embed/>
            </p:oleObj>
          </a:graphicData>
        </a:graphic>
      </p:graphicFrame>
      <p:sp>
        <p:nvSpPr>
          <p:cNvPr id="861197" name="Text Box 13"/>
          <p:cNvSpPr txBox="1">
            <a:spLocks noChangeArrowheads="1"/>
          </p:cNvSpPr>
          <p:nvPr/>
        </p:nvSpPr>
        <p:spPr bwMode="auto">
          <a:xfrm>
            <a:off x="6629400" y="4267200"/>
            <a:ext cx="2122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     steps)</a:t>
            </a:r>
          </a:p>
        </p:txBody>
      </p:sp>
      <p:graphicFrame>
        <p:nvGraphicFramePr>
          <p:cNvPr id="900101" name="Object 5"/>
          <p:cNvGraphicFramePr>
            <a:graphicFrameLocks noChangeAspect="1"/>
          </p:cNvGraphicFramePr>
          <p:nvPr/>
        </p:nvGraphicFramePr>
        <p:xfrm>
          <a:off x="6934200" y="5181600"/>
          <a:ext cx="265113" cy="279400"/>
        </p:xfrm>
        <a:graphic>
          <a:graphicData uri="http://schemas.openxmlformats.org/presentationml/2006/ole">
            <p:oleObj spid="_x0000_s900101" name="Equation" r:id="rId8" imgW="266400" imgH="279360" progId="Equation.3">
              <p:embed/>
            </p:oleObj>
          </a:graphicData>
        </a:graphic>
      </p:graphicFrame>
      <p:sp>
        <p:nvSpPr>
          <p:cNvPr id="861199" name="Text Box 15"/>
          <p:cNvSpPr txBox="1">
            <a:spLocks noChangeArrowheads="1"/>
          </p:cNvSpPr>
          <p:nvPr/>
        </p:nvSpPr>
        <p:spPr bwMode="auto">
          <a:xfrm>
            <a:off x="6629400" y="5029200"/>
            <a:ext cx="2122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     steps)</a:t>
            </a:r>
          </a:p>
        </p:txBody>
      </p:sp>
      <p:graphicFrame>
        <p:nvGraphicFramePr>
          <p:cNvPr id="900102" name="Object 6"/>
          <p:cNvGraphicFramePr>
            <a:graphicFrameLocks noChangeAspect="1"/>
          </p:cNvGraphicFramePr>
          <p:nvPr/>
        </p:nvGraphicFramePr>
        <p:xfrm>
          <a:off x="7010400" y="5943600"/>
          <a:ext cx="265113" cy="279400"/>
        </p:xfrm>
        <a:graphic>
          <a:graphicData uri="http://schemas.openxmlformats.org/presentationml/2006/ole">
            <p:oleObj spid="_x0000_s900102" name="Equation" r:id="rId9" imgW="266400" imgH="279360" progId="Equation.3">
              <p:embed/>
            </p:oleObj>
          </a:graphicData>
        </a:graphic>
      </p:graphicFrame>
      <p:sp>
        <p:nvSpPr>
          <p:cNvPr id="861201" name="Text Box 17"/>
          <p:cNvSpPr txBox="1">
            <a:spLocks noChangeArrowheads="1"/>
          </p:cNvSpPr>
          <p:nvPr/>
        </p:nvSpPr>
        <p:spPr bwMode="auto">
          <a:xfrm>
            <a:off x="6705600" y="5791200"/>
            <a:ext cx="2122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     steps)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E35E08-149D-4A38-A03D-E5E918941BF0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86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MultiDimensional Turing Machines</a:t>
            </a:r>
          </a:p>
        </p:txBody>
      </p:sp>
      <p:sp>
        <p:nvSpPr>
          <p:cNvPr id="862211" name="Line 3"/>
          <p:cNvSpPr>
            <a:spLocks noChangeShapeType="1"/>
          </p:cNvSpPr>
          <p:nvPr/>
        </p:nvSpPr>
        <p:spPr bwMode="auto">
          <a:xfrm>
            <a:off x="2286000" y="2590800"/>
            <a:ext cx="601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2212" name="Line 4"/>
          <p:cNvSpPr>
            <a:spLocks noChangeShapeType="1"/>
          </p:cNvSpPr>
          <p:nvPr/>
        </p:nvSpPr>
        <p:spPr bwMode="auto">
          <a:xfrm>
            <a:off x="2895600" y="20574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2213" name="Line 5"/>
          <p:cNvSpPr>
            <a:spLocks noChangeShapeType="1"/>
          </p:cNvSpPr>
          <p:nvPr/>
        </p:nvSpPr>
        <p:spPr bwMode="auto">
          <a:xfrm>
            <a:off x="3505200" y="20574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2214" name="Line 6"/>
          <p:cNvSpPr>
            <a:spLocks noChangeShapeType="1"/>
          </p:cNvSpPr>
          <p:nvPr/>
        </p:nvSpPr>
        <p:spPr bwMode="auto">
          <a:xfrm>
            <a:off x="4114800" y="20574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2215" name="Line 7"/>
          <p:cNvSpPr>
            <a:spLocks noChangeShapeType="1"/>
          </p:cNvSpPr>
          <p:nvPr/>
        </p:nvSpPr>
        <p:spPr bwMode="auto">
          <a:xfrm>
            <a:off x="4724400" y="20574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2216" name="Line 8"/>
          <p:cNvSpPr>
            <a:spLocks noChangeShapeType="1"/>
          </p:cNvSpPr>
          <p:nvPr/>
        </p:nvSpPr>
        <p:spPr bwMode="auto">
          <a:xfrm>
            <a:off x="5334000" y="2057400"/>
            <a:ext cx="0" cy="3048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arrow" w="lg" len="lg"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2217" name="Line 9"/>
          <p:cNvSpPr>
            <a:spLocks noChangeShapeType="1"/>
          </p:cNvSpPr>
          <p:nvPr/>
        </p:nvSpPr>
        <p:spPr bwMode="auto">
          <a:xfrm>
            <a:off x="5943600" y="20574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2218" name="Line 10"/>
          <p:cNvSpPr>
            <a:spLocks noChangeShapeType="1"/>
          </p:cNvSpPr>
          <p:nvPr/>
        </p:nvSpPr>
        <p:spPr bwMode="auto">
          <a:xfrm>
            <a:off x="6553200" y="20574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2219" name="Line 11"/>
          <p:cNvSpPr>
            <a:spLocks noChangeShapeType="1"/>
          </p:cNvSpPr>
          <p:nvPr/>
        </p:nvSpPr>
        <p:spPr bwMode="auto">
          <a:xfrm>
            <a:off x="7162800" y="20574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2220" name="Line 12"/>
          <p:cNvSpPr>
            <a:spLocks noChangeShapeType="1"/>
          </p:cNvSpPr>
          <p:nvPr/>
        </p:nvSpPr>
        <p:spPr bwMode="auto">
          <a:xfrm>
            <a:off x="7772400" y="20574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2221" name="Line 13"/>
          <p:cNvSpPr>
            <a:spLocks noChangeShapeType="1"/>
          </p:cNvSpPr>
          <p:nvPr/>
        </p:nvSpPr>
        <p:spPr bwMode="auto">
          <a:xfrm>
            <a:off x="2286000" y="3124200"/>
            <a:ext cx="601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2222" name="Line 14"/>
          <p:cNvSpPr>
            <a:spLocks noChangeShapeType="1"/>
          </p:cNvSpPr>
          <p:nvPr/>
        </p:nvSpPr>
        <p:spPr bwMode="auto">
          <a:xfrm>
            <a:off x="2286000" y="3657600"/>
            <a:ext cx="6019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2223" name="Line 15"/>
          <p:cNvSpPr>
            <a:spLocks noChangeShapeType="1"/>
          </p:cNvSpPr>
          <p:nvPr/>
        </p:nvSpPr>
        <p:spPr bwMode="auto">
          <a:xfrm>
            <a:off x="2286000" y="4191000"/>
            <a:ext cx="601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2224" name="Line 16"/>
          <p:cNvSpPr>
            <a:spLocks noChangeShapeType="1"/>
          </p:cNvSpPr>
          <p:nvPr/>
        </p:nvSpPr>
        <p:spPr bwMode="auto">
          <a:xfrm>
            <a:off x="2286000" y="4724400"/>
            <a:ext cx="601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1120" name="Object 0"/>
          <p:cNvGraphicFramePr>
            <a:graphicFrameLocks noChangeAspect="1"/>
          </p:cNvGraphicFramePr>
          <p:nvPr/>
        </p:nvGraphicFramePr>
        <p:xfrm>
          <a:off x="8686800" y="3505200"/>
          <a:ext cx="265113" cy="279400"/>
        </p:xfrm>
        <a:graphic>
          <a:graphicData uri="http://schemas.openxmlformats.org/presentationml/2006/ole">
            <p:oleObj spid="_x0000_s901120" name="Equation" r:id="rId3" imgW="266400" imgH="279360" progId="Equation.3">
              <p:embed/>
            </p:oleObj>
          </a:graphicData>
        </a:graphic>
      </p:graphicFrame>
      <p:graphicFrame>
        <p:nvGraphicFramePr>
          <p:cNvPr id="901121" name="Object 1"/>
          <p:cNvGraphicFramePr>
            <a:graphicFrameLocks noChangeAspect="1"/>
          </p:cNvGraphicFramePr>
          <p:nvPr/>
        </p:nvGraphicFramePr>
        <p:xfrm>
          <a:off x="5168900" y="1555750"/>
          <a:ext cx="290513" cy="368300"/>
        </p:xfrm>
        <a:graphic>
          <a:graphicData uri="http://schemas.openxmlformats.org/presentationml/2006/ole">
            <p:oleObj spid="_x0000_s901121" name="Equation" r:id="rId4" imgW="291960" imgH="368280" progId="Equation.3">
              <p:embed/>
            </p:oleObj>
          </a:graphicData>
        </a:graphic>
      </p:graphicFrame>
      <p:graphicFrame>
        <p:nvGraphicFramePr>
          <p:cNvPr id="901122" name="Object 2"/>
          <p:cNvGraphicFramePr>
            <a:graphicFrameLocks noChangeAspect="1"/>
          </p:cNvGraphicFramePr>
          <p:nvPr/>
        </p:nvGraphicFramePr>
        <p:xfrm>
          <a:off x="5486400" y="3276600"/>
          <a:ext cx="265113" cy="279400"/>
        </p:xfrm>
        <a:graphic>
          <a:graphicData uri="http://schemas.openxmlformats.org/presentationml/2006/ole">
            <p:oleObj spid="_x0000_s901122" name="Equation" r:id="rId5" imgW="266400" imgH="279360" progId="Equation.3">
              <p:embed/>
            </p:oleObj>
          </a:graphicData>
        </a:graphic>
      </p:graphicFrame>
      <p:graphicFrame>
        <p:nvGraphicFramePr>
          <p:cNvPr id="901123" name="Object 3"/>
          <p:cNvGraphicFramePr>
            <a:graphicFrameLocks noChangeAspect="1"/>
          </p:cNvGraphicFramePr>
          <p:nvPr/>
        </p:nvGraphicFramePr>
        <p:xfrm>
          <a:off x="6178550" y="3754438"/>
          <a:ext cx="252413" cy="392112"/>
        </p:xfrm>
        <a:graphic>
          <a:graphicData uri="http://schemas.openxmlformats.org/presentationml/2006/ole">
            <p:oleObj spid="_x0000_s901123" name="Equation" r:id="rId6" imgW="253800" imgH="393480" progId="Equation.3">
              <p:embed/>
            </p:oleObj>
          </a:graphicData>
        </a:graphic>
      </p:graphicFrame>
      <p:graphicFrame>
        <p:nvGraphicFramePr>
          <p:cNvPr id="901124" name="Object 4"/>
          <p:cNvGraphicFramePr>
            <a:graphicFrameLocks noChangeAspect="1"/>
          </p:cNvGraphicFramePr>
          <p:nvPr/>
        </p:nvGraphicFramePr>
        <p:xfrm>
          <a:off x="4806950" y="3255963"/>
          <a:ext cx="239713" cy="279400"/>
        </p:xfrm>
        <a:graphic>
          <a:graphicData uri="http://schemas.openxmlformats.org/presentationml/2006/ole">
            <p:oleObj spid="_x0000_s901124" name="Equation" r:id="rId7" imgW="241200" imgH="279360" progId="Equation.3">
              <p:embed/>
            </p:oleObj>
          </a:graphicData>
        </a:graphic>
      </p:graphicFrame>
      <p:sp>
        <p:nvSpPr>
          <p:cNvPr id="862230" name="Text Box 22"/>
          <p:cNvSpPr txBox="1">
            <a:spLocks noChangeArrowheads="1"/>
          </p:cNvSpPr>
          <p:nvPr/>
        </p:nvSpPr>
        <p:spPr bwMode="auto">
          <a:xfrm>
            <a:off x="0" y="1295400"/>
            <a:ext cx="4246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Two-dimensional tape</a:t>
            </a:r>
          </a:p>
        </p:txBody>
      </p:sp>
      <p:sp>
        <p:nvSpPr>
          <p:cNvPr id="862231" name="Line 23"/>
          <p:cNvSpPr>
            <a:spLocks noChangeShapeType="1"/>
          </p:cNvSpPr>
          <p:nvPr/>
        </p:nvSpPr>
        <p:spPr bwMode="auto">
          <a:xfrm flipH="1" flipV="1">
            <a:off x="6400800" y="4038600"/>
            <a:ext cx="7620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2232" name="Text Box 24"/>
          <p:cNvSpPr txBox="1">
            <a:spLocks noChangeArrowheads="1"/>
          </p:cNvSpPr>
          <p:nvPr/>
        </p:nvSpPr>
        <p:spPr bwMode="auto">
          <a:xfrm>
            <a:off x="6705600" y="5334000"/>
            <a:ext cx="13414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HEAD</a:t>
            </a:r>
          </a:p>
        </p:txBody>
      </p:sp>
      <p:sp>
        <p:nvSpPr>
          <p:cNvPr id="862233" name="Text Box 25"/>
          <p:cNvSpPr txBox="1">
            <a:spLocks noChangeArrowheads="1"/>
          </p:cNvSpPr>
          <p:nvPr/>
        </p:nvSpPr>
        <p:spPr bwMode="auto">
          <a:xfrm>
            <a:off x="5791200" y="5867400"/>
            <a:ext cx="2930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Position: +2, -1</a:t>
            </a:r>
          </a:p>
        </p:txBody>
      </p:sp>
      <p:sp>
        <p:nvSpPr>
          <p:cNvPr id="862234" name="Text Box 26"/>
          <p:cNvSpPr txBox="1">
            <a:spLocks noChangeArrowheads="1"/>
          </p:cNvSpPr>
          <p:nvPr/>
        </p:nvSpPr>
        <p:spPr bwMode="auto">
          <a:xfrm>
            <a:off x="228600" y="5334000"/>
            <a:ext cx="3322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MOVES: L,R,U,D</a:t>
            </a:r>
          </a:p>
        </p:txBody>
      </p:sp>
      <p:sp>
        <p:nvSpPr>
          <p:cNvPr id="862235" name="Text Box 27"/>
          <p:cNvSpPr txBox="1">
            <a:spLocks noChangeArrowheads="1"/>
          </p:cNvSpPr>
          <p:nvPr/>
        </p:nvSpPr>
        <p:spPr bwMode="auto">
          <a:xfrm>
            <a:off x="228600" y="5867400"/>
            <a:ext cx="32496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U: up     D: down</a:t>
            </a:r>
          </a:p>
        </p:txBody>
      </p:sp>
      <p:graphicFrame>
        <p:nvGraphicFramePr>
          <p:cNvPr id="901125" name="Object 5"/>
          <p:cNvGraphicFramePr>
            <a:graphicFrameLocks noChangeAspect="1"/>
          </p:cNvGraphicFramePr>
          <p:nvPr/>
        </p:nvGraphicFramePr>
        <p:xfrm>
          <a:off x="4343400" y="3276600"/>
          <a:ext cx="252413" cy="368300"/>
        </p:xfrm>
        <a:graphic>
          <a:graphicData uri="http://schemas.openxmlformats.org/presentationml/2006/ole">
            <p:oleObj spid="_x0000_s901125" name="Equation" r:id="rId8" imgW="253800" imgH="368280" progId="Equation.3">
              <p:embed/>
            </p:oleObj>
          </a:graphicData>
        </a:graphic>
      </p:graphicFrame>
      <p:graphicFrame>
        <p:nvGraphicFramePr>
          <p:cNvPr id="901126" name="Object 6"/>
          <p:cNvGraphicFramePr>
            <a:graphicFrameLocks noChangeAspect="1"/>
          </p:cNvGraphicFramePr>
          <p:nvPr/>
        </p:nvGraphicFramePr>
        <p:xfrm>
          <a:off x="4343400" y="3733800"/>
          <a:ext cx="252413" cy="368300"/>
        </p:xfrm>
        <a:graphic>
          <a:graphicData uri="http://schemas.openxmlformats.org/presentationml/2006/ole">
            <p:oleObj spid="_x0000_s901126" name="Equation" r:id="rId9" imgW="253800" imgH="368280" progId="Equation.3">
              <p:embed/>
            </p:oleObj>
          </a:graphicData>
        </a:graphic>
      </p:graphicFrame>
      <p:graphicFrame>
        <p:nvGraphicFramePr>
          <p:cNvPr id="901127" name="Object 7"/>
          <p:cNvGraphicFramePr>
            <a:graphicFrameLocks noChangeAspect="1"/>
          </p:cNvGraphicFramePr>
          <p:nvPr/>
        </p:nvGraphicFramePr>
        <p:xfrm>
          <a:off x="4876800" y="4267200"/>
          <a:ext cx="252413" cy="368300"/>
        </p:xfrm>
        <a:graphic>
          <a:graphicData uri="http://schemas.openxmlformats.org/presentationml/2006/ole">
            <p:oleObj spid="_x0000_s901127" name="Equation" r:id="rId10" imgW="253800" imgH="368280" progId="Equation.3">
              <p:embed/>
            </p:oleObj>
          </a:graphicData>
        </a:graphic>
      </p:graphicFrame>
      <p:graphicFrame>
        <p:nvGraphicFramePr>
          <p:cNvPr id="901128" name="Object 8"/>
          <p:cNvGraphicFramePr>
            <a:graphicFrameLocks noChangeAspect="1"/>
          </p:cNvGraphicFramePr>
          <p:nvPr/>
        </p:nvGraphicFramePr>
        <p:xfrm>
          <a:off x="4876800" y="2667000"/>
          <a:ext cx="252413" cy="368300"/>
        </p:xfrm>
        <a:graphic>
          <a:graphicData uri="http://schemas.openxmlformats.org/presentationml/2006/ole">
            <p:oleObj spid="_x0000_s901128" name="Equation" r:id="rId11" imgW="253800" imgH="368280" progId="Equation.3">
              <p:embed/>
            </p:oleObj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A12AD7C-7B17-40A7-A64D-34DBA0E8608B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863234" name="Text Box 2"/>
          <p:cNvSpPr txBox="1">
            <a:spLocks noChangeArrowheads="1"/>
          </p:cNvSpPr>
          <p:nvPr/>
        </p:nvSpPr>
        <p:spPr bwMode="auto">
          <a:xfrm>
            <a:off x="441325" y="406400"/>
            <a:ext cx="69897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Multidimensional machines simulate </a:t>
            </a:r>
          </a:p>
          <a:p>
            <a:r>
              <a:rPr lang="en-US"/>
              <a:t>Standard machines:</a:t>
            </a:r>
          </a:p>
        </p:txBody>
      </p:sp>
      <p:sp>
        <p:nvSpPr>
          <p:cNvPr id="863235" name="Text Box 3"/>
          <p:cNvSpPr txBox="1">
            <a:spLocks noChangeArrowheads="1"/>
          </p:cNvSpPr>
          <p:nvPr/>
        </p:nvSpPr>
        <p:spPr bwMode="auto">
          <a:xfrm>
            <a:off x="2346325" y="3683000"/>
            <a:ext cx="3641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Use one dimension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42A768-50D8-4163-A994-11EC42DB0B21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864258" name="Text Box 2"/>
          <p:cNvSpPr txBox="1">
            <a:spLocks noChangeArrowheads="1"/>
          </p:cNvSpPr>
          <p:nvPr/>
        </p:nvSpPr>
        <p:spPr bwMode="auto">
          <a:xfrm>
            <a:off x="381000" y="0"/>
            <a:ext cx="54927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Standard machines simulate</a:t>
            </a:r>
          </a:p>
          <a:p>
            <a:r>
              <a:rPr lang="en-US"/>
              <a:t>Multidimensional machines:</a:t>
            </a:r>
          </a:p>
        </p:txBody>
      </p:sp>
      <p:sp>
        <p:nvSpPr>
          <p:cNvPr id="864259" name="Text Box 3"/>
          <p:cNvSpPr txBox="1">
            <a:spLocks noChangeArrowheads="1"/>
          </p:cNvSpPr>
          <p:nvPr/>
        </p:nvSpPr>
        <p:spPr bwMode="auto">
          <a:xfrm>
            <a:off x="609600" y="2971800"/>
            <a:ext cx="37211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Standard machine:</a:t>
            </a:r>
          </a:p>
        </p:txBody>
      </p:sp>
      <p:sp>
        <p:nvSpPr>
          <p:cNvPr id="864260" name="Text Box 4"/>
          <p:cNvSpPr txBox="1">
            <a:spLocks noChangeArrowheads="1"/>
          </p:cNvSpPr>
          <p:nvPr/>
        </p:nvSpPr>
        <p:spPr bwMode="auto">
          <a:xfrm>
            <a:off x="2209800" y="3657600"/>
            <a:ext cx="4429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Use a two track tape</a:t>
            </a:r>
          </a:p>
        </p:txBody>
      </p:sp>
      <p:sp>
        <p:nvSpPr>
          <p:cNvPr id="864261" name="Text Box 5"/>
          <p:cNvSpPr txBox="1">
            <a:spLocks noChangeArrowheads="1"/>
          </p:cNvSpPr>
          <p:nvPr/>
        </p:nvSpPr>
        <p:spPr bwMode="auto">
          <a:xfrm>
            <a:off x="2209800" y="4724400"/>
            <a:ext cx="58769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Store symbols in track 1</a:t>
            </a:r>
          </a:p>
          <a:p>
            <a:pPr>
              <a:buFontTx/>
              <a:buChar char="•"/>
            </a:pPr>
            <a:r>
              <a:rPr lang="en-US"/>
              <a:t> Store coordinates in track 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807028-1F63-498E-B7E3-EB9E2606054B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865282" name="Line 2"/>
          <p:cNvSpPr>
            <a:spLocks noChangeShapeType="1"/>
          </p:cNvSpPr>
          <p:nvPr/>
        </p:nvSpPr>
        <p:spPr bwMode="auto">
          <a:xfrm>
            <a:off x="1524000" y="1524000"/>
            <a:ext cx="601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283" name="Line 3"/>
          <p:cNvSpPr>
            <a:spLocks noChangeShapeType="1"/>
          </p:cNvSpPr>
          <p:nvPr/>
        </p:nvSpPr>
        <p:spPr bwMode="auto">
          <a:xfrm>
            <a:off x="2133600" y="9906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284" name="Line 4"/>
          <p:cNvSpPr>
            <a:spLocks noChangeShapeType="1"/>
          </p:cNvSpPr>
          <p:nvPr/>
        </p:nvSpPr>
        <p:spPr bwMode="auto">
          <a:xfrm>
            <a:off x="2743200" y="9906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285" name="Line 5"/>
          <p:cNvSpPr>
            <a:spLocks noChangeShapeType="1"/>
          </p:cNvSpPr>
          <p:nvPr/>
        </p:nvSpPr>
        <p:spPr bwMode="auto">
          <a:xfrm>
            <a:off x="3352800" y="9906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286" name="Line 6"/>
          <p:cNvSpPr>
            <a:spLocks noChangeShapeType="1"/>
          </p:cNvSpPr>
          <p:nvPr/>
        </p:nvSpPr>
        <p:spPr bwMode="auto">
          <a:xfrm>
            <a:off x="3962400" y="9906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287" name="Line 7"/>
          <p:cNvSpPr>
            <a:spLocks noChangeShapeType="1"/>
          </p:cNvSpPr>
          <p:nvPr/>
        </p:nvSpPr>
        <p:spPr bwMode="auto">
          <a:xfrm>
            <a:off x="4572000" y="990600"/>
            <a:ext cx="0" cy="3048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arrow" w="lg" len="lg"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288" name="Line 8"/>
          <p:cNvSpPr>
            <a:spLocks noChangeShapeType="1"/>
          </p:cNvSpPr>
          <p:nvPr/>
        </p:nvSpPr>
        <p:spPr bwMode="auto">
          <a:xfrm>
            <a:off x="5181600" y="9906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289" name="Line 9"/>
          <p:cNvSpPr>
            <a:spLocks noChangeShapeType="1"/>
          </p:cNvSpPr>
          <p:nvPr/>
        </p:nvSpPr>
        <p:spPr bwMode="auto">
          <a:xfrm>
            <a:off x="5791200" y="9906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290" name="Line 10"/>
          <p:cNvSpPr>
            <a:spLocks noChangeShapeType="1"/>
          </p:cNvSpPr>
          <p:nvPr/>
        </p:nvSpPr>
        <p:spPr bwMode="auto">
          <a:xfrm>
            <a:off x="6400800" y="9906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291" name="Line 11"/>
          <p:cNvSpPr>
            <a:spLocks noChangeShapeType="1"/>
          </p:cNvSpPr>
          <p:nvPr/>
        </p:nvSpPr>
        <p:spPr bwMode="auto">
          <a:xfrm>
            <a:off x="7010400" y="990600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292" name="Line 12"/>
          <p:cNvSpPr>
            <a:spLocks noChangeShapeType="1"/>
          </p:cNvSpPr>
          <p:nvPr/>
        </p:nvSpPr>
        <p:spPr bwMode="auto">
          <a:xfrm>
            <a:off x="1524000" y="2057400"/>
            <a:ext cx="601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293" name="Line 13"/>
          <p:cNvSpPr>
            <a:spLocks noChangeShapeType="1"/>
          </p:cNvSpPr>
          <p:nvPr/>
        </p:nvSpPr>
        <p:spPr bwMode="auto">
          <a:xfrm>
            <a:off x="1524000" y="2590800"/>
            <a:ext cx="6019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294" name="Line 14"/>
          <p:cNvSpPr>
            <a:spLocks noChangeShapeType="1"/>
          </p:cNvSpPr>
          <p:nvPr/>
        </p:nvSpPr>
        <p:spPr bwMode="auto">
          <a:xfrm>
            <a:off x="1524000" y="3124200"/>
            <a:ext cx="601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295" name="Line 15"/>
          <p:cNvSpPr>
            <a:spLocks noChangeShapeType="1"/>
          </p:cNvSpPr>
          <p:nvPr/>
        </p:nvSpPr>
        <p:spPr bwMode="auto">
          <a:xfrm>
            <a:off x="1524000" y="3657600"/>
            <a:ext cx="601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2144" name="Object 1024"/>
          <p:cNvGraphicFramePr>
            <a:graphicFrameLocks noChangeAspect="1"/>
          </p:cNvGraphicFramePr>
          <p:nvPr/>
        </p:nvGraphicFramePr>
        <p:xfrm>
          <a:off x="7924800" y="2438400"/>
          <a:ext cx="265113" cy="279400"/>
        </p:xfrm>
        <a:graphic>
          <a:graphicData uri="http://schemas.openxmlformats.org/presentationml/2006/ole">
            <p:oleObj spid="_x0000_s902144" name="Equation" r:id="rId3" imgW="266400" imgH="279360" progId="Equation.3">
              <p:embed/>
            </p:oleObj>
          </a:graphicData>
        </a:graphic>
      </p:graphicFrame>
      <p:graphicFrame>
        <p:nvGraphicFramePr>
          <p:cNvPr id="902145" name="Object 1025"/>
          <p:cNvGraphicFramePr>
            <a:graphicFrameLocks noChangeAspect="1"/>
          </p:cNvGraphicFramePr>
          <p:nvPr/>
        </p:nvGraphicFramePr>
        <p:xfrm>
          <a:off x="4419600" y="609600"/>
          <a:ext cx="290513" cy="368300"/>
        </p:xfrm>
        <a:graphic>
          <a:graphicData uri="http://schemas.openxmlformats.org/presentationml/2006/ole">
            <p:oleObj spid="_x0000_s902145" name="Equation" r:id="rId4" imgW="291960" imgH="368280" progId="Equation.3">
              <p:embed/>
            </p:oleObj>
          </a:graphicData>
        </a:graphic>
      </p:graphicFrame>
      <p:graphicFrame>
        <p:nvGraphicFramePr>
          <p:cNvPr id="902146" name="Object 1026"/>
          <p:cNvGraphicFramePr>
            <a:graphicFrameLocks noChangeAspect="1"/>
          </p:cNvGraphicFramePr>
          <p:nvPr/>
        </p:nvGraphicFramePr>
        <p:xfrm>
          <a:off x="4724400" y="2209800"/>
          <a:ext cx="265113" cy="279400"/>
        </p:xfrm>
        <a:graphic>
          <a:graphicData uri="http://schemas.openxmlformats.org/presentationml/2006/ole">
            <p:oleObj spid="_x0000_s902146" name="Equation" r:id="rId5" imgW="266400" imgH="279360" progId="Equation.3">
              <p:embed/>
            </p:oleObj>
          </a:graphicData>
        </a:graphic>
      </p:graphicFrame>
      <p:graphicFrame>
        <p:nvGraphicFramePr>
          <p:cNvPr id="902147" name="Object 1027"/>
          <p:cNvGraphicFramePr>
            <a:graphicFrameLocks noChangeAspect="1"/>
          </p:cNvGraphicFramePr>
          <p:nvPr/>
        </p:nvGraphicFramePr>
        <p:xfrm>
          <a:off x="5416550" y="2687638"/>
          <a:ext cx="252413" cy="392112"/>
        </p:xfrm>
        <a:graphic>
          <a:graphicData uri="http://schemas.openxmlformats.org/presentationml/2006/ole">
            <p:oleObj spid="_x0000_s902147" name="Equation" r:id="rId6" imgW="253800" imgH="393480" progId="Equation.3">
              <p:embed/>
            </p:oleObj>
          </a:graphicData>
        </a:graphic>
      </p:graphicFrame>
      <p:graphicFrame>
        <p:nvGraphicFramePr>
          <p:cNvPr id="902148" name="Object 1028"/>
          <p:cNvGraphicFramePr>
            <a:graphicFrameLocks noChangeAspect="1"/>
          </p:cNvGraphicFramePr>
          <p:nvPr/>
        </p:nvGraphicFramePr>
        <p:xfrm>
          <a:off x="4044950" y="2189163"/>
          <a:ext cx="239713" cy="279400"/>
        </p:xfrm>
        <a:graphic>
          <a:graphicData uri="http://schemas.openxmlformats.org/presentationml/2006/ole">
            <p:oleObj spid="_x0000_s902148" name="Equation" r:id="rId7" imgW="241200" imgH="279360" progId="Equation.3">
              <p:embed/>
            </p:oleObj>
          </a:graphicData>
        </a:graphic>
      </p:graphicFrame>
      <p:graphicFrame>
        <p:nvGraphicFramePr>
          <p:cNvPr id="902149" name="Object 1029"/>
          <p:cNvGraphicFramePr>
            <a:graphicFrameLocks noChangeAspect="1"/>
          </p:cNvGraphicFramePr>
          <p:nvPr/>
        </p:nvGraphicFramePr>
        <p:xfrm>
          <a:off x="3581400" y="2209800"/>
          <a:ext cx="252413" cy="368300"/>
        </p:xfrm>
        <a:graphic>
          <a:graphicData uri="http://schemas.openxmlformats.org/presentationml/2006/ole">
            <p:oleObj spid="_x0000_s902149" name="Equation" r:id="rId8" imgW="253800" imgH="368280" progId="Equation.3">
              <p:embed/>
            </p:oleObj>
          </a:graphicData>
        </a:graphic>
      </p:graphicFrame>
      <p:graphicFrame>
        <p:nvGraphicFramePr>
          <p:cNvPr id="902150" name="Object 1030"/>
          <p:cNvGraphicFramePr>
            <a:graphicFrameLocks noChangeAspect="1"/>
          </p:cNvGraphicFramePr>
          <p:nvPr/>
        </p:nvGraphicFramePr>
        <p:xfrm>
          <a:off x="3581400" y="2667000"/>
          <a:ext cx="252413" cy="368300"/>
        </p:xfrm>
        <a:graphic>
          <a:graphicData uri="http://schemas.openxmlformats.org/presentationml/2006/ole">
            <p:oleObj spid="_x0000_s902150" name="Equation" r:id="rId9" imgW="253800" imgH="368280" progId="Equation.3">
              <p:embed/>
            </p:oleObj>
          </a:graphicData>
        </a:graphic>
      </p:graphicFrame>
      <p:graphicFrame>
        <p:nvGraphicFramePr>
          <p:cNvPr id="902151" name="Object 1031"/>
          <p:cNvGraphicFramePr>
            <a:graphicFrameLocks noChangeAspect="1"/>
          </p:cNvGraphicFramePr>
          <p:nvPr/>
        </p:nvGraphicFramePr>
        <p:xfrm>
          <a:off x="4114800" y="3200400"/>
          <a:ext cx="252413" cy="368300"/>
        </p:xfrm>
        <a:graphic>
          <a:graphicData uri="http://schemas.openxmlformats.org/presentationml/2006/ole">
            <p:oleObj spid="_x0000_s902151" name="Equation" r:id="rId10" imgW="253800" imgH="368280" progId="Equation.3">
              <p:embed/>
            </p:oleObj>
          </a:graphicData>
        </a:graphic>
      </p:graphicFrame>
      <p:graphicFrame>
        <p:nvGraphicFramePr>
          <p:cNvPr id="902152" name="Object 1032"/>
          <p:cNvGraphicFramePr>
            <a:graphicFrameLocks noChangeAspect="1"/>
          </p:cNvGraphicFramePr>
          <p:nvPr/>
        </p:nvGraphicFramePr>
        <p:xfrm>
          <a:off x="4114800" y="1600200"/>
          <a:ext cx="252413" cy="368300"/>
        </p:xfrm>
        <a:graphic>
          <a:graphicData uri="http://schemas.openxmlformats.org/presentationml/2006/ole">
            <p:oleObj spid="_x0000_s902152" name="Equation" r:id="rId11" imgW="253800" imgH="368280" progId="Equation.3">
              <p:embed/>
            </p:oleObj>
          </a:graphicData>
        </a:graphic>
      </p:graphicFrame>
      <p:sp>
        <p:nvSpPr>
          <p:cNvPr id="865305" name="Line 25"/>
          <p:cNvSpPr>
            <a:spLocks noChangeShapeType="1"/>
          </p:cNvSpPr>
          <p:nvPr/>
        </p:nvSpPr>
        <p:spPr bwMode="auto">
          <a:xfrm>
            <a:off x="228600" y="5105400"/>
            <a:ext cx="609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5306" name="Line 26"/>
          <p:cNvSpPr>
            <a:spLocks noChangeShapeType="1"/>
          </p:cNvSpPr>
          <p:nvPr/>
        </p:nvSpPr>
        <p:spPr bwMode="auto">
          <a:xfrm>
            <a:off x="228600" y="5638800"/>
            <a:ext cx="609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5307" name="Line 27"/>
          <p:cNvSpPr>
            <a:spLocks noChangeShapeType="1"/>
          </p:cNvSpPr>
          <p:nvPr/>
        </p:nvSpPr>
        <p:spPr bwMode="auto">
          <a:xfrm>
            <a:off x="228600" y="6172200"/>
            <a:ext cx="609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5308" name="Line 28"/>
          <p:cNvSpPr>
            <a:spLocks noChangeShapeType="1"/>
          </p:cNvSpPr>
          <p:nvPr/>
        </p:nvSpPr>
        <p:spPr bwMode="auto">
          <a:xfrm>
            <a:off x="381000" y="5105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309" name="Line 29"/>
          <p:cNvSpPr>
            <a:spLocks noChangeShapeType="1"/>
          </p:cNvSpPr>
          <p:nvPr/>
        </p:nvSpPr>
        <p:spPr bwMode="auto">
          <a:xfrm>
            <a:off x="914400" y="5105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310" name="Line 30"/>
          <p:cNvSpPr>
            <a:spLocks noChangeShapeType="1"/>
          </p:cNvSpPr>
          <p:nvPr/>
        </p:nvSpPr>
        <p:spPr bwMode="auto">
          <a:xfrm>
            <a:off x="1447800" y="5105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311" name="Line 31"/>
          <p:cNvSpPr>
            <a:spLocks noChangeShapeType="1"/>
          </p:cNvSpPr>
          <p:nvPr/>
        </p:nvSpPr>
        <p:spPr bwMode="auto">
          <a:xfrm>
            <a:off x="1981200" y="5105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312" name="Line 32"/>
          <p:cNvSpPr>
            <a:spLocks noChangeShapeType="1"/>
          </p:cNvSpPr>
          <p:nvPr/>
        </p:nvSpPr>
        <p:spPr bwMode="auto">
          <a:xfrm>
            <a:off x="2514600" y="5105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313" name="Line 33"/>
          <p:cNvSpPr>
            <a:spLocks noChangeShapeType="1"/>
          </p:cNvSpPr>
          <p:nvPr/>
        </p:nvSpPr>
        <p:spPr bwMode="auto">
          <a:xfrm>
            <a:off x="3048000" y="5105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314" name="Line 34"/>
          <p:cNvSpPr>
            <a:spLocks noChangeShapeType="1"/>
          </p:cNvSpPr>
          <p:nvPr/>
        </p:nvSpPr>
        <p:spPr bwMode="auto">
          <a:xfrm>
            <a:off x="3581400" y="5105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315" name="Line 35"/>
          <p:cNvSpPr>
            <a:spLocks noChangeShapeType="1"/>
          </p:cNvSpPr>
          <p:nvPr/>
        </p:nvSpPr>
        <p:spPr bwMode="auto">
          <a:xfrm>
            <a:off x="4114800" y="5105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2153" name="Object 1033"/>
          <p:cNvGraphicFramePr>
            <a:graphicFrameLocks noChangeAspect="1"/>
          </p:cNvGraphicFramePr>
          <p:nvPr/>
        </p:nvGraphicFramePr>
        <p:xfrm>
          <a:off x="533400" y="5257800"/>
          <a:ext cx="265113" cy="279400"/>
        </p:xfrm>
        <a:graphic>
          <a:graphicData uri="http://schemas.openxmlformats.org/presentationml/2006/ole">
            <p:oleObj spid="_x0000_s902153" name="Equation" r:id="rId12" imgW="266400" imgH="279360" progId="Equation.3">
              <p:embed/>
            </p:oleObj>
          </a:graphicData>
        </a:graphic>
      </p:graphicFrame>
      <p:graphicFrame>
        <p:nvGraphicFramePr>
          <p:cNvPr id="902154" name="Object 1034"/>
          <p:cNvGraphicFramePr>
            <a:graphicFrameLocks noChangeAspect="1"/>
          </p:cNvGraphicFramePr>
          <p:nvPr/>
        </p:nvGraphicFramePr>
        <p:xfrm>
          <a:off x="1644650" y="5715000"/>
          <a:ext cx="163513" cy="368300"/>
        </p:xfrm>
        <a:graphic>
          <a:graphicData uri="http://schemas.openxmlformats.org/presentationml/2006/ole">
            <p:oleObj spid="_x0000_s902154" name="Equation" r:id="rId13" imgW="164880" imgH="368280" progId="Equation.3">
              <p:embed/>
            </p:oleObj>
          </a:graphicData>
        </a:graphic>
      </p:graphicFrame>
      <p:graphicFrame>
        <p:nvGraphicFramePr>
          <p:cNvPr id="902155" name="Object 1035"/>
          <p:cNvGraphicFramePr>
            <a:graphicFrameLocks noChangeAspect="1"/>
          </p:cNvGraphicFramePr>
          <p:nvPr/>
        </p:nvGraphicFramePr>
        <p:xfrm>
          <a:off x="2667000" y="5181600"/>
          <a:ext cx="252413" cy="392113"/>
        </p:xfrm>
        <a:graphic>
          <a:graphicData uri="http://schemas.openxmlformats.org/presentationml/2006/ole">
            <p:oleObj spid="_x0000_s902155" name="Equation" r:id="rId14" imgW="253800" imgH="393480" progId="Equation.3">
              <p:embed/>
            </p:oleObj>
          </a:graphicData>
        </a:graphic>
      </p:graphicFrame>
      <p:graphicFrame>
        <p:nvGraphicFramePr>
          <p:cNvPr id="902156" name="Object 1036"/>
          <p:cNvGraphicFramePr>
            <a:graphicFrameLocks noChangeAspect="1"/>
          </p:cNvGraphicFramePr>
          <p:nvPr/>
        </p:nvGraphicFramePr>
        <p:xfrm>
          <a:off x="2133600" y="5708650"/>
          <a:ext cx="252413" cy="381000"/>
        </p:xfrm>
        <a:graphic>
          <a:graphicData uri="http://schemas.openxmlformats.org/presentationml/2006/ole">
            <p:oleObj spid="_x0000_s902156" name="Equation" r:id="rId15" imgW="253800" imgH="380880" progId="Equation.3">
              <p:embed/>
            </p:oleObj>
          </a:graphicData>
        </a:graphic>
      </p:graphicFrame>
      <p:sp>
        <p:nvSpPr>
          <p:cNvPr id="865320" name="Text Box 40"/>
          <p:cNvSpPr txBox="1">
            <a:spLocks noChangeArrowheads="1"/>
          </p:cNvSpPr>
          <p:nvPr/>
        </p:nvSpPr>
        <p:spPr bwMode="auto">
          <a:xfrm>
            <a:off x="6613525" y="5130800"/>
            <a:ext cx="1674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symbols</a:t>
            </a:r>
          </a:p>
        </p:txBody>
      </p:sp>
      <p:sp>
        <p:nvSpPr>
          <p:cNvPr id="865321" name="Text Box 41"/>
          <p:cNvSpPr txBox="1">
            <a:spLocks noChangeArrowheads="1"/>
          </p:cNvSpPr>
          <p:nvPr/>
        </p:nvSpPr>
        <p:spPr bwMode="auto">
          <a:xfrm>
            <a:off x="6629400" y="5791200"/>
            <a:ext cx="24034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coordinates</a:t>
            </a:r>
          </a:p>
        </p:txBody>
      </p:sp>
      <p:sp>
        <p:nvSpPr>
          <p:cNvPr id="865322" name="Text Box 42"/>
          <p:cNvSpPr txBox="1">
            <a:spLocks noChangeArrowheads="1"/>
          </p:cNvSpPr>
          <p:nvPr/>
        </p:nvSpPr>
        <p:spPr bwMode="auto">
          <a:xfrm>
            <a:off x="2286000" y="0"/>
            <a:ext cx="49244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Two-dimensional machine</a:t>
            </a:r>
          </a:p>
        </p:txBody>
      </p:sp>
      <p:sp>
        <p:nvSpPr>
          <p:cNvPr id="865323" name="Text Box 43"/>
          <p:cNvSpPr txBox="1">
            <a:spLocks noChangeArrowheads="1"/>
          </p:cNvSpPr>
          <p:nvPr/>
        </p:nvSpPr>
        <p:spPr bwMode="auto">
          <a:xfrm>
            <a:off x="2971800" y="4419600"/>
            <a:ext cx="3641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Standard Machine</a:t>
            </a:r>
          </a:p>
        </p:txBody>
      </p:sp>
      <p:graphicFrame>
        <p:nvGraphicFramePr>
          <p:cNvPr id="902157" name="Object 1037"/>
          <p:cNvGraphicFramePr>
            <a:graphicFrameLocks noChangeAspect="1"/>
          </p:cNvGraphicFramePr>
          <p:nvPr/>
        </p:nvGraphicFramePr>
        <p:xfrm>
          <a:off x="533400" y="5791200"/>
          <a:ext cx="163513" cy="368300"/>
        </p:xfrm>
        <a:graphic>
          <a:graphicData uri="http://schemas.openxmlformats.org/presentationml/2006/ole">
            <p:oleObj spid="_x0000_s902157" name="Equation" r:id="rId16" imgW="164880" imgH="368280" progId="Equation.3">
              <p:embed/>
            </p:oleObj>
          </a:graphicData>
        </a:graphic>
      </p:graphicFrame>
      <p:graphicFrame>
        <p:nvGraphicFramePr>
          <p:cNvPr id="902158" name="Object 1038"/>
          <p:cNvGraphicFramePr>
            <a:graphicFrameLocks noChangeAspect="1"/>
          </p:cNvGraphicFramePr>
          <p:nvPr/>
        </p:nvGraphicFramePr>
        <p:xfrm>
          <a:off x="1066800" y="5715000"/>
          <a:ext cx="252413" cy="381000"/>
        </p:xfrm>
        <a:graphic>
          <a:graphicData uri="http://schemas.openxmlformats.org/presentationml/2006/ole">
            <p:oleObj spid="_x0000_s902158" name="Equation" r:id="rId17" imgW="253800" imgH="380880" progId="Equation.3">
              <p:embed/>
            </p:oleObj>
          </a:graphicData>
        </a:graphic>
      </p:graphicFrame>
      <p:graphicFrame>
        <p:nvGraphicFramePr>
          <p:cNvPr id="902159" name="Object 1039"/>
          <p:cNvGraphicFramePr>
            <a:graphicFrameLocks noChangeAspect="1"/>
          </p:cNvGraphicFramePr>
          <p:nvPr/>
        </p:nvGraphicFramePr>
        <p:xfrm>
          <a:off x="2698750" y="5715000"/>
          <a:ext cx="252413" cy="368300"/>
        </p:xfrm>
        <a:graphic>
          <a:graphicData uri="http://schemas.openxmlformats.org/presentationml/2006/ole">
            <p:oleObj spid="_x0000_s902159" name="Equation" r:id="rId18" imgW="253800" imgH="368280" progId="Equation.3">
              <p:embed/>
            </p:oleObj>
          </a:graphicData>
        </a:graphic>
      </p:graphicFrame>
      <p:graphicFrame>
        <p:nvGraphicFramePr>
          <p:cNvPr id="902160" name="Object 1040"/>
          <p:cNvGraphicFramePr>
            <a:graphicFrameLocks noChangeAspect="1"/>
          </p:cNvGraphicFramePr>
          <p:nvPr/>
        </p:nvGraphicFramePr>
        <p:xfrm>
          <a:off x="3124200" y="5715000"/>
          <a:ext cx="381000" cy="381000"/>
        </p:xfrm>
        <a:graphic>
          <a:graphicData uri="http://schemas.openxmlformats.org/presentationml/2006/ole">
            <p:oleObj spid="_x0000_s902160" name="Equation" r:id="rId19" imgW="253800" imgH="380880" progId="Equation.3">
              <p:embed/>
            </p:oleObj>
          </a:graphicData>
        </a:graphic>
      </p:graphicFrame>
      <p:graphicFrame>
        <p:nvGraphicFramePr>
          <p:cNvPr id="902161" name="Object 1041"/>
          <p:cNvGraphicFramePr>
            <a:graphicFrameLocks noChangeAspect="1"/>
          </p:cNvGraphicFramePr>
          <p:nvPr/>
        </p:nvGraphicFramePr>
        <p:xfrm>
          <a:off x="4311650" y="5715000"/>
          <a:ext cx="163513" cy="368300"/>
        </p:xfrm>
        <a:graphic>
          <a:graphicData uri="http://schemas.openxmlformats.org/presentationml/2006/ole">
            <p:oleObj spid="_x0000_s902161" name="Equation" r:id="rId20" imgW="164880" imgH="368280" progId="Equation.3">
              <p:embed/>
            </p:oleObj>
          </a:graphicData>
        </a:graphic>
      </p:graphicFrame>
      <p:graphicFrame>
        <p:nvGraphicFramePr>
          <p:cNvPr id="902162" name="Object 1042"/>
          <p:cNvGraphicFramePr>
            <a:graphicFrameLocks noChangeAspect="1"/>
          </p:cNvGraphicFramePr>
          <p:nvPr/>
        </p:nvGraphicFramePr>
        <p:xfrm>
          <a:off x="3733800" y="5867400"/>
          <a:ext cx="279400" cy="87313"/>
        </p:xfrm>
        <a:graphic>
          <a:graphicData uri="http://schemas.openxmlformats.org/presentationml/2006/ole">
            <p:oleObj spid="_x0000_s902162" name="Equation" r:id="rId21" imgW="279360" imgH="88560" progId="Equation.3">
              <p:embed/>
            </p:oleObj>
          </a:graphicData>
        </a:graphic>
      </p:graphicFrame>
      <p:sp>
        <p:nvSpPr>
          <p:cNvPr id="865330" name="Line 50"/>
          <p:cNvSpPr>
            <a:spLocks noChangeShapeType="1"/>
          </p:cNvSpPr>
          <p:nvPr/>
        </p:nvSpPr>
        <p:spPr bwMode="auto">
          <a:xfrm>
            <a:off x="4648200" y="5105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331" name="Line 51"/>
          <p:cNvSpPr>
            <a:spLocks noChangeShapeType="1"/>
          </p:cNvSpPr>
          <p:nvPr/>
        </p:nvSpPr>
        <p:spPr bwMode="auto">
          <a:xfrm>
            <a:off x="5181600" y="5105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332" name="Line 52"/>
          <p:cNvSpPr>
            <a:spLocks noChangeShapeType="1"/>
          </p:cNvSpPr>
          <p:nvPr/>
        </p:nvSpPr>
        <p:spPr bwMode="auto">
          <a:xfrm>
            <a:off x="5715000" y="5105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5333" name="Line 53"/>
          <p:cNvSpPr>
            <a:spLocks noChangeShapeType="1"/>
          </p:cNvSpPr>
          <p:nvPr/>
        </p:nvSpPr>
        <p:spPr bwMode="auto">
          <a:xfrm>
            <a:off x="6172200" y="51054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2163" name="Object 1043"/>
          <p:cNvGraphicFramePr>
            <a:graphicFrameLocks noChangeAspect="1"/>
          </p:cNvGraphicFramePr>
          <p:nvPr/>
        </p:nvGraphicFramePr>
        <p:xfrm>
          <a:off x="5416550" y="5237163"/>
          <a:ext cx="239713" cy="279400"/>
        </p:xfrm>
        <a:graphic>
          <a:graphicData uri="http://schemas.openxmlformats.org/presentationml/2006/ole">
            <p:oleObj spid="_x0000_s902163" name="Equation" r:id="rId22" imgW="241200" imgH="279360" progId="Equation.3">
              <p:embed/>
            </p:oleObj>
          </a:graphicData>
        </a:graphic>
      </p:graphicFrame>
      <p:graphicFrame>
        <p:nvGraphicFramePr>
          <p:cNvPr id="902164" name="Object 1044"/>
          <p:cNvGraphicFramePr>
            <a:graphicFrameLocks noChangeAspect="1"/>
          </p:cNvGraphicFramePr>
          <p:nvPr/>
        </p:nvGraphicFramePr>
        <p:xfrm>
          <a:off x="4724400" y="5715000"/>
          <a:ext cx="381000" cy="381000"/>
        </p:xfrm>
        <a:graphic>
          <a:graphicData uri="http://schemas.openxmlformats.org/presentationml/2006/ole">
            <p:oleObj spid="_x0000_s902164" name="Equation" r:id="rId23" imgW="253800" imgH="380880" progId="Equation.3">
              <p:embed/>
            </p:oleObj>
          </a:graphicData>
        </a:graphic>
      </p:graphicFrame>
      <p:graphicFrame>
        <p:nvGraphicFramePr>
          <p:cNvPr id="902165" name="Object 1045"/>
          <p:cNvGraphicFramePr>
            <a:graphicFrameLocks noChangeAspect="1"/>
          </p:cNvGraphicFramePr>
          <p:nvPr/>
        </p:nvGraphicFramePr>
        <p:xfrm>
          <a:off x="5334000" y="5867400"/>
          <a:ext cx="279400" cy="87313"/>
        </p:xfrm>
        <a:graphic>
          <a:graphicData uri="http://schemas.openxmlformats.org/presentationml/2006/ole">
            <p:oleObj spid="_x0000_s902165" name="Equation" r:id="rId24" imgW="279360" imgH="88560" progId="Equation.3">
              <p:embed/>
            </p:oleObj>
          </a:graphicData>
        </a:graphic>
      </p:graphicFrame>
      <p:graphicFrame>
        <p:nvGraphicFramePr>
          <p:cNvPr id="902166" name="Object 1046"/>
          <p:cNvGraphicFramePr>
            <a:graphicFrameLocks noChangeAspect="1"/>
          </p:cNvGraphicFramePr>
          <p:nvPr/>
        </p:nvGraphicFramePr>
        <p:xfrm flipH="1">
          <a:off x="5943600" y="5715000"/>
          <a:ext cx="96838" cy="368300"/>
        </p:xfrm>
        <a:graphic>
          <a:graphicData uri="http://schemas.openxmlformats.org/presentationml/2006/ole">
            <p:oleObj spid="_x0000_s902166" name="Equation" r:id="rId25" imgW="164880" imgH="368280" progId="Equation.3">
              <p:embed/>
            </p:oleObj>
          </a:graphicData>
        </a:graphic>
      </p:graphicFrame>
      <p:sp>
        <p:nvSpPr>
          <p:cNvPr id="865338" name="Line 58"/>
          <p:cNvSpPr>
            <a:spLocks noChangeShapeType="1"/>
          </p:cNvSpPr>
          <p:nvPr/>
        </p:nvSpPr>
        <p:spPr bwMode="auto">
          <a:xfrm flipH="1" flipV="1">
            <a:off x="5715000" y="3048000"/>
            <a:ext cx="17526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2167" name="Object 1047"/>
          <p:cNvGraphicFramePr>
            <a:graphicFrameLocks noChangeAspect="1"/>
          </p:cNvGraphicFramePr>
          <p:nvPr/>
        </p:nvGraphicFramePr>
        <p:xfrm>
          <a:off x="7543800" y="4343400"/>
          <a:ext cx="381000" cy="520700"/>
        </p:xfrm>
        <a:graphic>
          <a:graphicData uri="http://schemas.openxmlformats.org/presentationml/2006/ole">
            <p:oleObj spid="_x0000_s902167" name="Equation" r:id="rId26" imgW="380880" imgH="520560" progId="Equation.3">
              <p:embed/>
            </p:oleObj>
          </a:graphicData>
        </a:graphic>
      </p:graphicFrame>
      <p:graphicFrame>
        <p:nvGraphicFramePr>
          <p:cNvPr id="902168" name="Object 1048"/>
          <p:cNvGraphicFramePr>
            <a:graphicFrameLocks noChangeAspect="1"/>
          </p:cNvGraphicFramePr>
          <p:nvPr/>
        </p:nvGraphicFramePr>
        <p:xfrm>
          <a:off x="2590800" y="6337300"/>
          <a:ext cx="381000" cy="520700"/>
        </p:xfrm>
        <a:graphic>
          <a:graphicData uri="http://schemas.openxmlformats.org/presentationml/2006/ole">
            <p:oleObj spid="_x0000_s902168" name="Equation" r:id="rId27" imgW="380880" imgH="520560" progId="Equation.3">
              <p:embed/>
            </p:oleObj>
          </a:graphicData>
        </a:graphic>
      </p:graphicFrame>
      <p:sp>
        <p:nvSpPr>
          <p:cNvPr id="865341" name="Line 61"/>
          <p:cNvSpPr>
            <a:spLocks noChangeShapeType="1"/>
          </p:cNvSpPr>
          <p:nvPr/>
        </p:nvSpPr>
        <p:spPr bwMode="auto">
          <a:xfrm flipV="1">
            <a:off x="2743200" y="6172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FCF0A4-792B-4170-B6B4-1D6AFB7F172A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866306" name="Text Box 2"/>
          <p:cNvSpPr txBox="1">
            <a:spLocks noChangeArrowheads="1"/>
          </p:cNvSpPr>
          <p:nvPr/>
        </p:nvSpPr>
        <p:spPr bwMode="auto">
          <a:xfrm>
            <a:off x="457200" y="1600200"/>
            <a:ext cx="52133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Repeat for each transition</a:t>
            </a:r>
          </a:p>
        </p:txBody>
      </p:sp>
      <p:sp>
        <p:nvSpPr>
          <p:cNvPr id="866307" name="Text Box 3"/>
          <p:cNvSpPr txBox="1">
            <a:spLocks noChangeArrowheads="1"/>
          </p:cNvSpPr>
          <p:nvPr/>
        </p:nvSpPr>
        <p:spPr bwMode="auto">
          <a:xfrm>
            <a:off x="1447800" y="2286000"/>
            <a:ext cx="755491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>
                <a:solidFill>
                  <a:srgbClr val="33CC33"/>
                </a:solidFill>
              </a:rPr>
              <a:t> Update current symbol</a:t>
            </a:r>
          </a:p>
          <a:p>
            <a:pPr>
              <a:buFontTx/>
              <a:buChar char="•"/>
            </a:pPr>
            <a:r>
              <a:rPr lang="en-US">
                <a:solidFill>
                  <a:srgbClr val="33CC33"/>
                </a:solidFill>
              </a:rPr>
              <a:t> Compute coordinates of next position</a:t>
            </a:r>
          </a:p>
          <a:p>
            <a:pPr>
              <a:buFontTx/>
              <a:buChar char="•"/>
            </a:pPr>
            <a:r>
              <a:rPr lang="en-US">
                <a:solidFill>
                  <a:srgbClr val="33CC33"/>
                </a:solidFill>
              </a:rPr>
              <a:t> Go to new position</a:t>
            </a:r>
          </a:p>
        </p:txBody>
      </p:sp>
      <p:sp>
        <p:nvSpPr>
          <p:cNvPr id="866308" name="Text Box 4"/>
          <p:cNvSpPr txBox="1">
            <a:spLocks noChangeArrowheads="1"/>
          </p:cNvSpPr>
          <p:nvPr/>
        </p:nvSpPr>
        <p:spPr bwMode="auto">
          <a:xfrm>
            <a:off x="-92075" y="635000"/>
            <a:ext cx="37211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Standard machine: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F48D6-C49B-4D94-A675-7E30BE81268C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867330" name="Text Box 2"/>
          <p:cNvSpPr txBox="1">
            <a:spLocks noChangeArrowheads="1"/>
          </p:cNvSpPr>
          <p:nvPr/>
        </p:nvSpPr>
        <p:spPr bwMode="auto">
          <a:xfrm>
            <a:off x="2667000" y="533400"/>
            <a:ext cx="612933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MultiDimensional Machines</a:t>
            </a:r>
          </a:p>
          <a:p>
            <a:r>
              <a:rPr lang="en-US"/>
              <a:t>have the same power</a:t>
            </a:r>
          </a:p>
          <a:p>
            <a:r>
              <a:rPr lang="en-US"/>
              <a:t>with Standard Turing Machines</a:t>
            </a:r>
          </a:p>
        </p:txBody>
      </p:sp>
      <p:sp>
        <p:nvSpPr>
          <p:cNvPr id="867331" name="Text Box 3"/>
          <p:cNvSpPr txBox="1">
            <a:spLocks noChangeArrowheads="1"/>
          </p:cNvSpPr>
          <p:nvPr/>
        </p:nvSpPr>
        <p:spPr bwMode="auto">
          <a:xfrm>
            <a:off x="381000" y="457200"/>
            <a:ext cx="1987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Theorem: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21FD46-6846-43D7-B754-7BFFBE22AA14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86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NonDeterministic Turing Machines</a:t>
            </a:r>
          </a:p>
        </p:txBody>
      </p:sp>
      <p:sp>
        <p:nvSpPr>
          <p:cNvPr id="868355" name="Oval 3"/>
          <p:cNvSpPr>
            <a:spLocks noChangeArrowheads="1"/>
          </p:cNvSpPr>
          <p:nvPr/>
        </p:nvSpPr>
        <p:spPr bwMode="auto">
          <a:xfrm>
            <a:off x="2590800" y="28194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8356" name="Line 4"/>
          <p:cNvSpPr>
            <a:spLocks noChangeShapeType="1"/>
          </p:cNvSpPr>
          <p:nvPr/>
        </p:nvSpPr>
        <p:spPr bwMode="auto">
          <a:xfrm flipV="1">
            <a:off x="3276600" y="2057400"/>
            <a:ext cx="2133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8357" name="Line 5"/>
          <p:cNvSpPr>
            <a:spLocks noChangeShapeType="1"/>
          </p:cNvSpPr>
          <p:nvPr/>
        </p:nvSpPr>
        <p:spPr bwMode="auto">
          <a:xfrm>
            <a:off x="3200400" y="3429000"/>
            <a:ext cx="2209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8358" name="Oval 6"/>
          <p:cNvSpPr>
            <a:spLocks noChangeArrowheads="1"/>
          </p:cNvSpPr>
          <p:nvPr/>
        </p:nvSpPr>
        <p:spPr bwMode="auto">
          <a:xfrm>
            <a:off x="5410200" y="16002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8359" name="Oval 7"/>
          <p:cNvSpPr>
            <a:spLocks noChangeArrowheads="1"/>
          </p:cNvSpPr>
          <p:nvPr/>
        </p:nvSpPr>
        <p:spPr bwMode="auto">
          <a:xfrm>
            <a:off x="5410200" y="39624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3168" name="Object 0"/>
          <p:cNvGraphicFramePr>
            <a:graphicFrameLocks noChangeAspect="1"/>
          </p:cNvGraphicFramePr>
          <p:nvPr/>
        </p:nvGraphicFramePr>
        <p:xfrm>
          <a:off x="3048000" y="1905000"/>
          <a:ext cx="1562100" cy="469900"/>
        </p:xfrm>
        <a:graphic>
          <a:graphicData uri="http://schemas.openxmlformats.org/presentationml/2006/ole">
            <p:oleObj spid="_x0000_s903168" name="Equation" r:id="rId3" imgW="1562040" imgH="469800" progId="Equation.3">
              <p:embed/>
            </p:oleObj>
          </a:graphicData>
        </a:graphic>
      </p:graphicFrame>
      <p:graphicFrame>
        <p:nvGraphicFramePr>
          <p:cNvPr id="903169" name="Object 1"/>
          <p:cNvGraphicFramePr>
            <a:graphicFrameLocks noChangeAspect="1"/>
          </p:cNvGraphicFramePr>
          <p:nvPr/>
        </p:nvGraphicFramePr>
        <p:xfrm>
          <a:off x="3117850" y="4121150"/>
          <a:ext cx="1574800" cy="457200"/>
        </p:xfrm>
        <a:graphic>
          <a:graphicData uri="http://schemas.openxmlformats.org/presentationml/2006/ole">
            <p:oleObj spid="_x0000_s903169" name="Equation" r:id="rId4" imgW="1574640" imgH="457200" progId="Equation.3">
              <p:embed/>
            </p:oleObj>
          </a:graphicData>
        </a:graphic>
      </p:graphicFrame>
      <p:graphicFrame>
        <p:nvGraphicFramePr>
          <p:cNvPr id="903170" name="Object 2"/>
          <p:cNvGraphicFramePr>
            <a:graphicFrameLocks noChangeAspect="1"/>
          </p:cNvGraphicFramePr>
          <p:nvPr/>
        </p:nvGraphicFramePr>
        <p:xfrm>
          <a:off x="2773363" y="2900363"/>
          <a:ext cx="381000" cy="520700"/>
        </p:xfrm>
        <a:graphic>
          <a:graphicData uri="http://schemas.openxmlformats.org/presentationml/2006/ole">
            <p:oleObj spid="_x0000_s903170" name="Equation" r:id="rId5" imgW="380880" imgH="520560" progId="Equation.3">
              <p:embed/>
            </p:oleObj>
          </a:graphicData>
        </a:graphic>
      </p:graphicFrame>
      <p:graphicFrame>
        <p:nvGraphicFramePr>
          <p:cNvPr id="903171" name="Object 3"/>
          <p:cNvGraphicFramePr>
            <a:graphicFrameLocks noChangeAspect="1"/>
          </p:cNvGraphicFramePr>
          <p:nvPr/>
        </p:nvGraphicFramePr>
        <p:xfrm>
          <a:off x="5562600" y="1681163"/>
          <a:ext cx="442913" cy="520700"/>
        </p:xfrm>
        <a:graphic>
          <a:graphicData uri="http://schemas.openxmlformats.org/presentationml/2006/ole">
            <p:oleObj spid="_x0000_s903171" name="Equation" r:id="rId6" imgW="444240" imgH="520560" progId="Equation.3">
              <p:embed/>
            </p:oleObj>
          </a:graphicData>
        </a:graphic>
      </p:graphicFrame>
      <p:graphicFrame>
        <p:nvGraphicFramePr>
          <p:cNvPr id="903172" name="Object 4"/>
          <p:cNvGraphicFramePr>
            <a:graphicFrameLocks noChangeAspect="1"/>
          </p:cNvGraphicFramePr>
          <p:nvPr/>
        </p:nvGraphicFramePr>
        <p:xfrm>
          <a:off x="5568950" y="4038600"/>
          <a:ext cx="430213" cy="531813"/>
        </p:xfrm>
        <a:graphic>
          <a:graphicData uri="http://schemas.openxmlformats.org/presentationml/2006/ole">
            <p:oleObj spid="_x0000_s903172" name="Equation" r:id="rId7" imgW="431640" imgH="533160" progId="Equation.3">
              <p:embed/>
            </p:oleObj>
          </a:graphicData>
        </a:graphic>
      </p:graphicFrame>
      <p:sp>
        <p:nvSpPr>
          <p:cNvPr id="868365" name="Text Box 13"/>
          <p:cNvSpPr txBox="1">
            <a:spLocks noChangeArrowheads="1"/>
          </p:cNvSpPr>
          <p:nvPr/>
        </p:nvSpPr>
        <p:spPr bwMode="auto">
          <a:xfrm>
            <a:off x="1905000" y="5486400"/>
            <a:ext cx="50165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Non Deterministic Choice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8FABD5-FBE8-446C-8C9F-D84C8B5C85D4}" type="slidenum">
              <a:rPr lang="en-US" altLang="en-US"/>
              <a:pPr/>
              <a:t>60</a:t>
            </a:fld>
            <a:endParaRPr lang="en-US" altLang="en-US"/>
          </a:p>
        </p:txBody>
      </p:sp>
      <p:sp>
        <p:nvSpPr>
          <p:cNvPr id="869378" name="Line 2"/>
          <p:cNvSpPr>
            <a:spLocks noChangeShapeType="1"/>
          </p:cNvSpPr>
          <p:nvPr/>
        </p:nvSpPr>
        <p:spPr bwMode="auto">
          <a:xfrm>
            <a:off x="5410200" y="18288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9379" name="Line 3"/>
          <p:cNvSpPr>
            <a:spLocks noChangeShapeType="1"/>
          </p:cNvSpPr>
          <p:nvPr/>
        </p:nvSpPr>
        <p:spPr bwMode="auto">
          <a:xfrm>
            <a:off x="5410200" y="23622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9380" name="Line 4"/>
          <p:cNvSpPr>
            <a:spLocks noChangeShapeType="1"/>
          </p:cNvSpPr>
          <p:nvPr/>
        </p:nvSpPr>
        <p:spPr bwMode="auto">
          <a:xfrm>
            <a:off x="6248400" y="18288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9381" name="Line 5"/>
          <p:cNvSpPr>
            <a:spLocks noChangeShapeType="1"/>
          </p:cNvSpPr>
          <p:nvPr/>
        </p:nvSpPr>
        <p:spPr bwMode="auto">
          <a:xfrm>
            <a:off x="6781800" y="18288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9382" name="Line 6"/>
          <p:cNvSpPr>
            <a:spLocks noChangeShapeType="1"/>
          </p:cNvSpPr>
          <p:nvPr/>
        </p:nvSpPr>
        <p:spPr bwMode="auto">
          <a:xfrm>
            <a:off x="7315200" y="18288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9383" name="Line 7"/>
          <p:cNvSpPr>
            <a:spLocks noChangeShapeType="1"/>
          </p:cNvSpPr>
          <p:nvPr/>
        </p:nvSpPr>
        <p:spPr bwMode="auto">
          <a:xfrm>
            <a:off x="7848600" y="18288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9384" name="Line 8"/>
          <p:cNvSpPr>
            <a:spLocks noChangeShapeType="1"/>
          </p:cNvSpPr>
          <p:nvPr/>
        </p:nvSpPr>
        <p:spPr bwMode="auto">
          <a:xfrm>
            <a:off x="8382000" y="18288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4192" name="Object 1024"/>
          <p:cNvGraphicFramePr>
            <a:graphicFrameLocks noChangeAspect="1"/>
          </p:cNvGraphicFramePr>
          <p:nvPr/>
        </p:nvGraphicFramePr>
        <p:xfrm>
          <a:off x="6400800" y="1981200"/>
          <a:ext cx="265113" cy="279400"/>
        </p:xfrm>
        <a:graphic>
          <a:graphicData uri="http://schemas.openxmlformats.org/presentationml/2006/ole">
            <p:oleObj spid="_x0000_s904192" name="Equation" r:id="rId3" imgW="266400" imgH="279360" progId="Equation.3">
              <p:embed/>
            </p:oleObj>
          </a:graphicData>
        </a:graphic>
      </p:graphicFrame>
      <p:graphicFrame>
        <p:nvGraphicFramePr>
          <p:cNvPr id="904193" name="Object 1025"/>
          <p:cNvGraphicFramePr>
            <a:graphicFrameLocks noChangeAspect="1"/>
          </p:cNvGraphicFramePr>
          <p:nvPr/>
        </p:nvGraphicFramePr>
        <p:xfrm>
          <a:off x="6934200" y="1905000"/>
          <a:ext cx="252413" cy="392113"/>
        </p:xfrm>
        <a:graphic>
          <a:graphicData uri="http://schemas.openxmlformats.org/presentationml/2006/ole">
            <p:oleObj spid="_x0000_s904193" name="Equation" r:id="rId4" imgW="253800" imgH="393480" progId="Equation.3">
              <p:embed/>
            </p:oleObj>
          </a:graphicData>
        </a:graphic>
      </p:graphicFrame>
      <p:graphicFrame>
        <p:nvGraphicFramePr>
          <p:cNvPr id="904194" name="Object 1026"/>
          <p:cNvGraphicFramePr>
            <a:graphicFrameLocks noChangeAspect="1"/>
          </p:cNvGraphicFramePr>
          <p:nvPr/>
        </p:nvGraphicFramePr>
        <p:xfrm>
          <a:off x="7473950" y="1960563"/>
          <a:ext cx="239713" cy="279400"/>
        </p:xfrm>
        <a:graphic>
          <a:graphicData uri="http://schemas.openxmlformats.org/presentationml/2006/ole">
            <p:oleObj spid="_x0000_s904194" name="Equation" r:id="rId5" imgW="241200" imgH="279360" progId="Equation.3">
              <p:embed/>
            </p:oleObj>
          </a:graphicData>
        </a:graphic>
      </p:graphicFrame>
      <p:sp>
        <p:nvSpPr>
          <p:cNvPr id="869388" name="Line 12"/>
          <p:cNvSpPr>
            <a:spLocks noChangeShapeType="1"/>
          </p:cNvSpPr>
          <p:nvPr/>
        </p:nvSpPr>
        <p:spPr bwMode="auto">
          <a:xfrm flipV="1">
            <a:off x="6477000" y="2362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9389" name="Line 13"/>
          <p:cNvSpPr>
            <a:spLocks noChangeShapeType="1"/>
          </p:cNvSpPr>
          <p:nvPr/>
        </p:nvSpPr>
        <p:spPr bwMode="auto">
          <a:xfrm>
            <a:off x="5715000" y="18288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4195" name="Object 1027"/>
          <p:cNvGraphicFramePr>
            <a:graphicFrameLocks noChangeAspect="1"/>
          </p:cNvGraphicFramePr>
          <p:nvPr/>
        </p:nvGraphicFramePr>
        <p:xfrm>
          <a:off x="5867400" y="1905000"/>
          <a:ext cx="252413" cy="368300"/>
        </p:xfrm>
        <a:graphic>
          <a:graphicData uri="http://schemas.openxmlformats.org/presentationml/2006/ole">
            <p:oleObj spid="_x0000_s904195" name="Equation" r:id="rId6" imgW="253800" imgH="368280" progId="Equation.3">
              <p:embed/>
            </p:oleObj>
          </a:graphicData>
        </a:graphic>
      </p:graphicFrame>
      <p:graphicFrame>
        <p:nvGraphicFramePr>
          <p:cNvPr id="904196" name="Object 1028"/>
          <p:cNvGraphicFramePr>
            <a:graphicFrameLocks noChangeAspect="1"/>
          </p:cNvGraphicFramePr>
          <p:nvPr/>
        </p:nvGraphicFramePr>
        <p:xfrm>
          <a:off x="8001000" y="1905000"/>
          <a:ext cx="252413" cy="368300"/>
        </p:xfrm>
        <a:graphic>
          <a:graphicData uri="http://schemas.openxmlformats.org/presentationml/2006/ole">
            <p:oleObj spid="_x0000_s904196" name="Equation" r:id="rId7" imgW="253800" imgH="368280" progId="Equation.3">
              <p:embed/>
            </p:oleObj>
          </a:graphicData>
        </a:graphic>
      </p:graphicFrame>
      <p:graphicFrame>
        <p:nvGraphicFramePr>
          <p:cNvPr id="904197" name="Object 1029"/>
          <p:cNvGraphicFramePr>
            <a:graphicFrameLocks noChangeAspect="1"/>
          </p:cNvGraphicFramePr>
          <p:nvPr/>
        </p:nvGraphicFramePr>
        <p:xfrm>
          <a:off x="6324600" y="2590800"/>
          <a:ext cx="381000" cy="520700"/>
        </p:xfrm>
        <a:graphic>
          <a:graphicData uri="http://schemas.openxmlformats.org/presentationml/2006/ole">
            <p:oleObj spid="_x0000_s904197" name="Equation" r:id="rId8" imgW="380880" imgH="520560" progId="Equation.3">
              <p:embed/>
            </p:oleObj>
          </a:graphicData>
        </a:graphic>
      </p:graphicFrame>
      <p:sp>
        <p:nvSpPr>
          <p:cNvPr id="869393" name="Oval 17"/>
          <p:cNvSpPr>
            <a:spLocks noChangeArrowheads="1"/>
          </p:cNvSpPr>
          <p:nvPr/>
        </p:nvSpPr>
        <p:spPr bwMode="auto">
          <a:xfrm>
            <a:off x="304800" y="15240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9394" name="Line 18"/>
          <p:cNvSpPr>
            <a:spLocks noChangeShapeType="1"/>
          </p:cNvSpPr>
          <p:nvPr/>
        </p:nvSpPr>
        <p:spPr bwMode="auto">
          <a:xfrm flipV="1">
            <a:off x="990600" y="762000"/>
            <a:ext cx="2133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9395" name="Line 19"/>
          <p:cNvSpPr>
            <a:spLocks noChangeShapeType="1"/>
          </p:cNvSpPr>
          <p:nvPr/>
        </p:nvSpPr>
        <p:spPr bwMode="auto">
          <a:xfrm>
            <a:off x="914400" y="2133600"/>
            <a:ext cx="2209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9396" name="Oval 20"/>
          <p:cNvSpPr>
            <a:spLocks noChangeArrowheads="1"/>
          </p:cNvSpPr>
          <p:nvPr/>
        </p:nvSpPr>
        <p:spPr bwMode="auto">
          <a:xfrm>
            <a:off x="3124200" y="3048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9397" name="Oval 21"/>
          <p:cNvSpPr>
            <a:spLocks noChangeArrowheads="1"/>
          </p:cNvSpPr>
          <p:nvPr/>
        </p:nvSpPr>
        <p:spPr bwMode="auto">
          <a:xfrm>
            <a:off x="3124200" y="26670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4198" name="Object 1030"/>
          <p:cNvGraphicFramePr>
            <a:graphicFrameLocks noChangeAspect="1"/>
          </p:cNvGraphicFramePr>
          <p:nvPr/>
        </p:nvGraphicFramePr>
        <p:xfrm>
          <a:off x="762000" y="609600"/>
          <a:ext cx="1562100" cy="469900"/>
        </p:xfrm>
        <a:graphic>
          <a:graphicData uri="http://schemas.openxmlformats.org/presentationml/2006/ole">
            <p:oleObj spid="_x0000_s904198" name="Equation" r:id="rId9" imgW="1562040" imgH="469800" progId="Equation.3">
              <p:embed/>
            </p:oleObj>
          </a:graphicData>
        </a:graphic>
      </p:graphicFrame>
      <p:graphicFrame>
        <p:nvGraphicFramePr>
          <p:cNvPr id="904199" name="Object 1031"/>
          <p:cNvGraphicFramePr>
            <a:graphicFrameLocks noChangeAspect="1"/>
          </p:cNvGraphicFramePr>
          <p:nvPr/>
        </p:nvGraphicFramePr>
        <p:xfrm>
          <a:off x="831850" y="2825750"/>
          <a:ext cx="1574800" cy="457200"/>
        </p:xfrm>
        <a:graphic>
          <a:graphicData uri="http://schemas.openxmlformats.org/presentationml/2006/ole">
            <p:oleObj spid="_x0000_s904199" name="Equation" r:id="rId10" imgW="1574640" imgH="457200" progId="Equation.3">
              <p:embed/>
            </p:oleObj>
          </a:graphicData>
        </a:graphic>
      </p:graphicFrame>
      <p:graphicFrame>
        <p:nvGraphicFramePr>
          <p:cNvPr id="904200" name="Object 1032"/>
          <p:cNvGraphicFramePr>
            <a:graphicFrameLocks noChangeAspect="1"/>
          </p:cNvGraphicFramePr>
          <p:nvPr/>
        </p:nvGraphicFramePr>
        <p:xfrm>
          <a:off x="487363" y="1604963"/>
          <a:ext cx="381000" cy="520700"/>
        </p:xfrm>
        <a:graphic>
          <a:graphicData uri="http://schemas.openxmlformats.org/presentationml/2006/ole">
            <p:oleObj spid="_x0000_s904200" name="Equation" r:id="rId11" imgW="380880" imgH="520560" progId="Equation.3">
              <p:embed/>
            </p:oleObj>
          </a:graphicData>
        </a:graphic>
      </p:graphicFrame>
      <p:graphicFrame>
        <p:nvGraphicFramePr>
          <p:cNvPr id="904201" name="Object 1033"/>
          <p:cNvGraphicFramePr>
            <a:graphicFrameLocks noChangeAspect="1"/>
          </p:cNvGraphicFramePr>
          <p:nvPr/>
        </p:nvGraphicFramePr>
        <p:xfrm>
          <a:off x="3276600" y="385763"/>
          <a:ext cx="442913" cy="520700"/>
        </p:xfrm>
        <a:graphic>
          <a:graphicData uri="http://schemas.openxmlformats.org/presentationml/2006/ole">
            <p:oleObj spid="_x0000_s904201" name="Equation" r:id="rId12" imgW="444240" imgH="520560" progId="Equation.3">
              <p:embed/>
            </p:oleObj>
          </a:graphicData>
        </a:graphic>
      </p:graphicFrame>
      <p:graphicFrame>
        <p:nvGraphicFramePr>
          <p:cNvPr id="904202" name="Object 1034"/>
          <p:cNvGraphicFramePr>
            <a:graphicFrameLocks noChangeAspect="1"/>
          </p:cNvGraphicFramePr>
          <p:nvPr/>
        </p:nvGraphicFramePr>
        <p:xfrm>
          <a:off x="3282950" y="2743200"/>
          <a:ext cx="430213" cy="531813"/>
        </p:xfrm>
        <a:graphic>
          <a:graphicData uri="http://schemas.openxmlformats.org/presentationml/2006/ole">
            <p:oleObj spid="_x0000_s904202" name="Equation" r:id="rId13" imgW="431640" imgH="533160" progId="Equation.3">
              <p:embed/>
            </p:oleObj>
          </a:graphicData>
        </a:graphic>
      </p:graphicFrame>
      <p:sp>
        <p:nvSpPr>
          <p:cNvPr id="869403" name="Text Box 27"/>
          <p:cNvSpPr txBox="1">
            <a:spLocks noChangeArrowheads="1"/>
          </p:cNvSpPr>
          <p:nvPr/>
        </p:nvSpPr>
        <p:spPr bwMode="auto">
          <a:xfrm>
            <a:off x="6096000" y="9144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Time 0</a:t>
            </a:r>
          </a:p>
        </p:txBody>
      </p:sp>
      <p:sp>
        <p:nvSpPr>
          <p:cNvPr id="869404" name="Text Box 28"/>
          <p:cNvSpPr txBox="1">
            <a:spLocks noChangeArrowheads="1"/>
          </p:cNvSpPr>
          <p:nvPr/>
        </p:nvSpPr>
        <p:spPr bwMode="auto">
          <a:xfrm>
            <a:off x="3946525" y="39878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Time 1</a:t>
            </a:r>
          </a:p>
        </p:txBody>
      </p:sp>
      <p:sp>
        <p:nvSpPr>
          <p:cNvPr id="869405" name="Line 29"/>
          <p:cNvSpPr>
            <a:spLocks noChangeShapeType="1"/>
          </p:cNvSpPr>
          <p:nvPr/>
        </p:nvSpPr>
        <p:spPr bwMode="auto">
          <a:xfrm>
            <a:off x="228600" y="50292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9406" name="Line 30"/>
          <p:cNvSpPr>
            <a:spLocks noChangeShapeType="1"/>
          </p:cNvSpPr>
          <p:nvPr/>
        </p:nvSpPr>
        <p:spPr bwMode="auto">
          <a:xfrm>
            <a:off x="228600" y="55626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9407" name="Line 31"/>
          <p:cNvSpPr>
            <a:spLocks noChangeShapeType="1"/>
          </p:cNvSpPr>
          <p:nvPr/>
        </p:nvSpPr>
        <p:spPr bwMode="auto">
          <a:xfrm>
            <a:off x="1066800" y="50292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9408" name="Line 32"/>
          <p:cNvSpPr>
            <a:spLocks noChangeShapeType="1"/>
          </p:cNvSpPr>
          <p:nvPr/>
        </p:nvSpPr>
        <p:spPr bwMode="auto">
          <a:xfrm>
            <a:off x="1600200" y="50292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9409" name="Line 33"/>
          <p:cNvSpPr>
            <a:spLocks noChangeShapeType="1"/>
          </p:cNvSpPr>
          <p:nvPr/>
        </p:nvSpPr>
        <p:spPr bwMode="auto">
          <a:xfrm>
            <a:off x="2133600" y="50292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9410" name="Line 34"/>
          <p:cNvSpPr>
            <a:spLocks noChangeShapeType="1"/>
          </p:cNvSpPr>
          <p:nvPr/>
        </p:nvSpPr>
        <p:spPr bwMode="auto">
          <a:xfrm>
            <a:off x="2667000" y="50292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9411" name="Line 35"/>
          <p:cNvSpPr>
            <a:spLocks noChangeShapeType="1"/>
          </p:cNvSpPr>
          <p:nvPr/>
        </p:nvSpPr>
        <p:spPr bwMode="auto">
          <a:xfrm>
            <a:off x="3200400" y="50292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4203" name="Object 1035"/>
          <p:cNvGraphicFramePr>
            <a:graphicFrameLocks noChangeAspect="1"/>
          </p:cNvGraphicFramePr>
          <p:nvPr/>
        </p:nvGraphicFramePr>
        <p:xfrm>
          <a:off x="1225550" y="5126038"/>
          <a:ext cx="252413" cy="392112"/>
        </p:xfrm>
        <a:graphic>
          <a:graphicData uri="http://schemas.openxmlformats.org/presentationml/2006/ole">
            <p:oleObj spid="_x0000_s904203" name="Equation" r:id="rId14" imgW="253800" imgH="393480" progId="Equation.3">
              <p:embed/>
            </p:oleObj>
          </a:graphicData>
        </a:graphic>
      </p:graphicFrame>
      <p:graphicFrame>
        <p:nvGraphicFramePr>
          <p:cNvPr id="904204" name="Object 1036"/>
          <p:cNvGraphicFramePr>
            <a:graphicFrameLocks noChangeAspect="1"/>
          </p:cNvGraphicFramePr>
          <p:nvPr/>
        </p:nvGraphicFramePr>
        <p:xfrm>
          <a:off x="1752600" y="5105400"/>
          <a:ext cx="252413" cy="392113"/>
        </p:xfrm>
        <a:graphic>
          <a:graphicData uri="http://schemas.openxmlformats.org/presentationml/2006/ole">
            <p:oleObj spid="_x0000_s904204" name="Equation" r:id="rId15" imgW="253800" imgH="393480" progId="Equation.3">
              <p:embed/>
            </p:oleObj>
          </a:graphicData>
        </a:graphic>
      </p:graphicFrame>
      <p:graphicFrame>
        <p:nvGraphicFramePr>
          <p:cNvPr id="904205" name="Object 1037"/>
          <p:cNvGraphicFramePr>
            <a:graphicFrameLocks noChangeAspect="1"/>
          </p:cNvGraphicFramePr>
          <p:nvPr/>
        </p:nvGraphicFramePr>
        <p:xfrm>
          <a:off x="2292350" y="5160963"/>
          <a:ext cx="239713" cy="279400"/>
        </p:xfrm>
        <a:graphic>
          <a:graphicData uri="http://schemas.openxmlformats.org/presentationml/2006/ole">
            <p:oleObj spid="_x0000_s904205" name="Equation" r:id="rId16" imgW="241200" imgH="279360" progId="Equation.3">
              <p:embed/>
            </p:oleObj>
          </a:graphicData>
        </a:graphic>
      </p:graphicFrame>
      <p:sp>
        <p:nvSpPr>
          <p:cNvPr id="869415" name="Line 39"/>
          <p:cNvSpPr>
            <a:spLocks noChangeShapeType="1"/>
          </p:cNvSpPr>
          <p:nvPr/>
        </p:nvSpPr>
        <p:spPr bwMode="auto">
          <a:xfrm flipV="1">
            <a:off x="762000" y="5562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9416" name="Line 40"/>
          <p:cNvSpPr>
            <a:spLocks noChangeShapeType="1"/>
          </p:cNvSpPr>
          <p:nvPr/>
        </p:nvSpPr>
        <p:spPr bwMode="auto">
          <a:xfrm>
            <a:off x="533400" y="50292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4206" name="Object 1038"/>
          <p:cNvGraphicFramePr>
            <a:graphicFrameLocks noChangeAspect="1"/>
          </p:cNvGraphicFramePr>
          <p:nvPr/>
        </p:nvGraphicFramePr>
        <p:xfrm>
          <a:off x="685800" y="5105400"/>
          <a:ext cx="252413" cy="368300"/>
        </p:xfrm>
        <a:graphic>
          <a:graphicData uri="http://schemas.openxmlformats.org/presentationml/2006/ole">
            <p:oleObj spid="_x0000_s904206" name="Equation" r:id="rId17" imgW="253800" imgH="368280" progId="Equation.3">
              <p:embed/>
            </p:oleObj>
          </a:graphicData>
        </a:graphic>
      </p:graphicFrame>
      <p:graphicFrame>
        <p:nvGraphicFramePr>
          <p:cNvPr id="904207" name="Object 1039"/>
          <p:cNvGraphicFramePr>
            <a:graphicFrameLocks noChangeAspect="1"/>
          </p:cNvGraphicFramePr>
          <p:nvPr/>
        </p:nvGraphicFramePr>
        <p:xfrm>
          <a:off x="2819400" y="5105400"/>
          <a:ext cx="252413" cy="368300"/>
        </p:xfrm>
        <a:graphic>
          <a:graphicData uri="http://schemas.openxmlformats.org/presentationml/2006/ole">
            <p:oleObj spid="_x0000_s904207" name="Equation" r:id="rId18" imgW="253800" imgH="368280" progId="Equation.3">
              <p:embed/>
            </p:oleObj>
          </a:graphicData>
        </a:graphic>
      </p:graphicFrame>
      <p:graphicFrame>
        <p:nvGraphicFramePr>
          <p:cNvPr id="904208" name="Object 1040"/>
          <p:cNvGraphicFramePr>
            <a:graphicFrameLocks noChangeAspect="1"/>
          </p:cNvGraphicFramePr>
          <p:nvPr/>
        </p:nvGraphicFramePr>
        <p:xfrm>
          <a:off x="503238" y="5867400"/>
          <a:ext cx="442912" cy="520700"/>
        </p:xfrm>
        <a:graphic>
          <a:graphicData uri="http://schemas.openxmlformats.org/presentationml/2006/ole">
            <p:oleObj spid="_x0000_s904208" name="Equation" r:id="rId19" imgW="444240" imgH="520560" progId="Equation.3">
              <p:embed/>
            </p:oleObj>
          </a:graphicData>
        </a:graphic>
      </p:graphicFrame>
      <p:sp>
        <p:nvSpPr>
          <p:cNvPr id="869420" name="Line 44"/>
          <p:cNvSpPr>
            <a:spLocks noChangeShapeType="1"/>
          </p:cNvSpPr>
          <p:nvPr/>
        </p:nvSpPr>
        <p:spPr bwMode="auto">
          <a:xfrm>
            <a:off x="5334000" y="50292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9421" name="Line 45"/>
          <p:cNvSpPr>
            <a:spLocks noChangeShapeType="1"/>
          </p:cNvSpPr>
          <p:nvPr/>
        </p:nvSpPr>
        <p:spPr bwMode="auto">
          <a:xfrm>
            <a:off x="5334000" y="55626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9422" name="Line 46"/>
          <p:cNvSpPr>
            <a:spLocks noChangeShapeType="1"/>
          </p:cNvSpPr>
          <p:nvPr/>
        </p:nvSpPr>
        <p:spPr bwMode="auto">
          <a:xfrm>
            <a:off x="6172200" y="50292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9423" name="Line 47"/>
          <p:cNvSpPr>
            <a:spLocks noChangeShapeType="1"/>
          </p:cNvSpPr>
          <p:nvPr/>
        </p:nvSpPr>
        <p:spPr bwMode="auto">
          <a:xfrm>
            <a:off x="6705600" y="50292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9424" name="Line 48"/>
          <p:cNvSpPr>
            <a:spLocks noChangeShapeType="1"/>
          </p:cNvSpPr>
          <p:nvPr/>
        </p:nvSpPr>
        <p:spPr bwMode="auto">
          <a:xfrm>
            <a:off x="7239000" y="50292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9425" name="Line 49"/>
          <p:cNvSpPr>
            <a:spLocks noChangeShapeType="1"/>
          </p:cNvSpPr>
          <p:nvPr/>
        </p:nvSpPr>
        <p:spPr bwMode="auto">
          <a:xfrm>
            <a:off x="7772400" y="50292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69426" name="Line 50"/>
          <p:cNvSpPr>
            <a:spLocks noChangeShapeType="1"/>
          </p:cNvSpPr>
          <p:nvPr/>
        </p:nvSpPr>
        <p:spPr bwMode="auto">
          <a:xfrm>
            <a:off x="8305800" y="50292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4209" name="Object 1041"/>
          <p:cNvGraphicFramePr>
            <a:graphicFrameLocks noChangeAspect="1"/>
          </p:cNvGraphicFramePr>
          <p:nvPr/>
        </p:nvGraphicFramePr>
        <p:xfrm>
          <a:off x="6337300" y="5181600"/>
          <a:ext cx="239713" cy="279400"/>
        </p:xfrm>
        <a:graphic>
          <a:graphicData uri="http://schemas.openxmlformats.org/presentationml/2006/ole">
            <p:oleObj spid="_x0000_s904209" name="Equation" r:id="rId20" imgW="241200" imgH="279360" progId="Equation.3">
              <p:embed/>
            </p:oleObj>
          </a:graphicData>
        </a:graphic>
      </p:graphicFrame>
      <p:graphicFrame>
        <p:nvGraphicFramePr>
          <p:cNvPr id="904210" name="Object 1042"/>
          <p:cNvGraphicFramePr>
            <a:graphicFrameLocks noChangeAspect="1"/>
          </p:cNvGraphicFramePr>
          <p:nvPr/>
        </p:nvGraphicFramePr>
        <p:xfrm>
          <a:off x="6858000" y="5105400"/>
          <a:ext cx="252413" cy="392113"/>
        </p:xfrm>
        <a:graphic>
          <a:graphicData uri="http://schemas.openxmlformats.org/presentationml/2006/ole">
            <p:oleObj spid="_x0000_s904210" name="Equation" r:id="rId21" imgW="253800" imgH="393480" progId="Equation.3">
              <p:embed/>
            </p:oleObj>
          </a:graphicData>
        </a:graphic>
      </p:graphicFrame>
      <p:graphicFrame>
        <p:nvGraphicFramePr>
          <p:cNvPr id="904211" name="Object 1043"/>
          <p:cNvGraphicFramePr>
            <a:graphicFrameLocks noChangeAspect="1"/>
          </p:cNvGraphicFramePr>
          <p:nvPr/>
        </p:nvGraphicFramePr>
        <p:xfrm>
          <a:off x="7397750" y="5160963"/>
          <a:ext cx="239713" cy="279400"/>
        </p:xfrm>
        <a:graphic>
          <a:graphicData uri="http://schemas.openxmlformats.org/presentationml/2006/ole">
            <p:oleObj spid="_x0000_s904211" name="Equation" r:id="rId22" imgW="241200" imgH="279360" progId="Equation.3">
              <p:embed/>
            </p:oleObj>
          </a:graphicData>
        </a:graphic>
      </p:graphicFrame>
      <p:sp>
        <p:nvSpPr>
          <p:cNvPr id="869430" name="Line 54"/>
          <p:cNvSpPr>
            <a:spLocks noChangeShapeType="1"/>
          </p:cNvSpPr>
          <p:nvPr/>
        </p:nvSpPr>
        <p:spPr bwMode="auto">
          <a:xfrm flipV="1">
            <a:off x="6934200" y="5562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9431" name="Line 55"/>
          <p:cNvSpPr>
            <a:spLocks noChangeShapeType="1"/>
          </p:cNvSpPr>
          <p:nvPr/>
        </p:nvSpPr>
        <p:spPr bwMode="auto">
          <a:xfrm>
            <a:off x="5638800" y="50292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4212" name="Object 1044"/>
          <p:cNvGraphicFramePr>
            <a:graphicFrameLocks noChangeAspect="1"/>
          </p:cNvGraphicFramePr>
          <p:nvPr/>
        </p:nvGraphicFramePr>
        <p:xfrm>
          <a:off x="5791200" y="5105400"/>
          <a:ext cx="252413" cy="368300"/>
        </p:xfrm>
        <a:graphic>
          <a:graphicData uri="http://schemas.openxmlformats.org/presentationml/2006/ole">
            <p:oleObj spid="_x0000_s904212" name="Equation" r:id="rId23" imgW="253800" imgH="368280" progId="Equation.3">
              <p:embed/>
            </p:oleObj>
          </a:graphicData>
        </a:graphic>
      </p:graphicFrame>
      <p:graphicFrame>
        <p:nvGraphicFramePr>
          <p:cNvPr id="904213" name="Object 1045"/>
          <p:cNvGraphicFramePr>
            <a:graphicFrameLocks noChangeAspect="1"/>
          </p:cNvGraphicFramePr>
          <p:nvPr/>
        </p:nvGraphicFramePr>
        <p:xfrm>
          <a:off x="7924800" y="5105400"/>
          <a:ext cx="252413" cy="368300"/>
        </p:xfrm>
        <a:graphic>
          <a:graphicData uri="http://schemas.openxmlformats.org/presentationml/2006/ole">
            <p:oleObj spid="_x0000_s904213" name="Equation" r:id="rId24" imgW="253800" imgH="368280" progId="Equation.3">
              <p:embed/>
            </p:oleObj>
          </a:graphicData>
        </a:graphic>
      </p:graphicFrame>
      <p:graphicFrame>
        <p:nvGraphicFramePr>
          <p:cNvPr id="904214" name="Object 1046"/>
          <p:cNvGraphicFramePr>
            <a:graphicFrameLocks noChangeAspect="1"/>
          </p:cNvGraphicFramePr>
          <p:nvPr/>
        </p:nvGraphicFramePr>
        <p:xfrm>
          <a:off x="6781800" y="5867400"/>
          <a:ext cx="430213" cy="531813"/>
        </p:xfrm>
        <a:graphic>
          <a:graphicData uri="http://schemas.openxmlformats.org/presentationml/2006/ole">
            <p:oleObj spid="_x0000_s904214" name="Equation" r:id="rId25" imgW="431640" imgH="533160" progId="Equation.3">
              <p:embed/>
            </p:oleObj>
          </a:graphicData>
        </a:graphic>
      </p:graphicFrame>
      <p:sp>
        <p:nvSpPr>
          <p:cNvPr id="869435" name="Text Box 59"/>
          <p:cNvSpPr txBox="1">
            <a:spLocks noChangeArrowheads="1"/>
          </p:cNvSpPr>
          <p:nvPr/>
        </p:nvSpPr>
        <p:spPr bwMode="auto">
          <a:xfrm>
            <a:off x="822325" y="4418013"/>
            <a:ext cx="1728788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Choice 1</a:t>
            </a:r>
          </a:p>
        </p:txBody>
      </p:sp>
      <p:sp>
        <p:nvSpPr>
          <p:cNvPr id="869436" name="Text Box 60"/>
          <p:cNvSpPr txBox="1">
            <a:spLocks noChangeArrowheads="1"/>
          </p:cNvSpPr>
          <p:nvPr/>
        </p:nvSpPr>
        <p:spPr bwMode="auto">
          <a:xfrm>
            <a:off x="6553200" y="4419600"/>
            <a:ext cx="1793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Choice 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4232838-D31E-4A8D-BFF7-79391A5D42FE}" type="slidenum">
              <a:rPr lang="en-US" altLang="en-US"/>
              <a:pPr/>
              <a:t>61</a:t>
            </a:fld>
            <a:endParaRPr lang="en-US" altLang="en-US"/>
          </a:p>
        </p:txBody>
      </p:sp>
      <p:sp>
        <p:nvSpPr>
          <p:cNvPr id="870402" name="Text Box 2"/>
          <p:cNvSpPr txBox="1">
            <a:spLocks noChangeArrowheads="1"/>
          </p:cNvSpPr>
          <p:nvPr/>
        </p:nvSpPr>
        <p:spPr bwMode="auto">
          <a:xfrm>
            <a:off x="1524000" y="228600"/>
            <a:ext cx="6123792" cy="1175706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Input string       is accepted if </a:t>
            </a:r>
          </a:p>
          <a:p>
            <a:r>
              <a:rPr lang="en-US" dirty="0" smtClean="0"/>
              <a:t>This is </a:t>
            </a:r>
            <a:r>
              <a:rPr lang="en-US" dirty="0"/>
              <a:t>a possible computation</a:t>
            </a:r>
          </a:p>
        </p:txBody>
      </p:sp>
      <p:graphicFrame>
        <p:nvGraphicFramePr>
          <p:cNvPr id="905216" name="Object 1024"/>
          <p:cNvGraphicFramePr>
            <a:graphicFrameLocks noChangeAspect="1"/>
          </p:cNvGraphicFramePr>
          <p:nvPr/>
        </p:nvGraphicFramePr>
        <p:xfrm>
          <a:off x="4171950" y="368300"/>
          <a:ext cx="368300" cy="304800"/>
        </p:xfrm>
        <a:graphic>
          <a:graphicData uri="http://schemas.openxmlformats.org/presentationml/2006/ole">
            <p:oleObj spid="_x0000_s905216" name="Equation" r:id="rId3" imgW="368280" imgH="304560" progId="Equation.3">
              <p:embed/>
            </p:oleObj>
          </a:graphicData>
        </a:graphic>
      </p:graphicFrame>
      <p:graphicFrame>
        <p:nvGraphicFramePr>
          <p:cNvPr id="905217" name="Object 1025"/>
          <p:cNvGraphicFramePr>
            <a:graphicFrameLocks noChangeAspect="1"/>
          </p:cNvGraphicFramePr>
          <p:nvPr/>
        </p:nvGraphicFramePr>
        <p:xfrm>
          <a:off x="2254250" y="2171700"/>
          <a:ext cx="3314700" cy="1077913"/>
        </p:xfrm>
        <a:graphic>
          <a:graphicData uri="http://schemas.openxmlformats.org/presentationml/2006/ole">
            <p:oleObj spid="_x0000_s905217" name="Equation" r:id="rId4" imgW="3314520" imgH="1079280" progId="Equation.3">
              <p:embed/>
            </p:oleObj>
          </a:graphicData>
        </a:graphic>
      </p:graphicFrame>
      <p:sp>
        <p:nvSpPr>
          <p:cNvPr id="870405" name="Line 5"/>
          <p:cNvSpPr>
            <a:spLocks noChangeShapeType="1"/>
          </p:cNvSpPr>
          <p:nvPr/>
        </p:nvSpPr>
        <p:spPr bwMode="auto">
          <a:xfrm flipV="1">
            <a:off x="1828800" y="3276600"/>
            <a:ext cx="685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0406" name="Text Box 6"/>
          <p:cNvSpPr txBox="1">
            <a:spLocks noChangeArrowheads="1"/>
          </p:cNvSpPr>
          <p:nvPr/>
        </p:nvSpPr>
        <p:spPr bwMode="auto">
          <a:xfrm>
            <a:off x="0" y="4267200"/>
            <a:ext cx="40020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Initial configuration</a:t>
            </a:r>
          </a:p>
        </p:txBody>
      </p:sp>
      <p:sp>
        <p:nvSpPr>
          <p:cNvPr id="870407" name="Line 7"/>
          <p:cNvSpPr>
            <a:spLocks noChangeShapeType="1"/>
          </p:cNvSpPr>
          <p:nvPr/>
        </p:nvSpPr>
        <p:spPr bwMode="auto">
          <a:xfrm flipH="1" flipV="1">
            <a:off x="5257800" y="3276600"/>
            <a:ext cx="990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0408" name="Text Box 8"/>
          <p:cNvSpPr txBox="1">
            <a:spLocks noChangeArrowheads="1"/>
          </p:cNvSpPr>
          <p:nvPr/>
        </p:nvSpPr>
        <p:spPr bwMode="auto">
          <a:xfrm>
            <a:off x="5389563" y="4267200"/>
            <a:ext cx="3754437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Final Configuration</a:t>
            </a:r>
          </a:p>
        </p:txBody>
      </p:sp>
      <p:sp>
        <p:nvSpPr>
          <p:cNvPr id="870409" name="Line 9"/>
          <p:cNvSpPr>
            <a:spLocks noChangeShapeType="1"/>
          </p:cNvSpPr>
          <p:nvPr/>
        </p:nvSpPr>
        <p:spPr bwMode="auto">
          <a:xfrm flipH="1" flipV="1">
            <a:off x="4724400" y="3276600"/>
            <a:ext cx="15240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0410" name="Text Box 10"/>
          <p:cNvSpPr txBox="1">
            <a:spLocks noChangeArrowheads="1"/>
          </p:cNvSpPr>
          <p:nvPr/>
        </p:nvSpPr>
        <p:spPr bwMode="auto">
          <a:xfrm>
            <a:off x="4022725" y="5969000"/>
            <a:ext cx="22113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Final state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085015F-9990-44C2-99FD-98A9ED1A2A7E}" type="slidenum">
              <a:rPr lang="en-US" altLang="en-US"/>
              <a:pPr/>
              <a:t>62</a:t>
            </a:fld>
            <a:endParaRPr lang="en-US" altLang="en-US"/>
          </a:p>
        </p:txBody>
      </p:sp>
      <p:sp>
        <p:nvSpPr>
          <p:cNvPr id="871426" name="Text Box 2"/>
          <p:cNvSpPr txBox="1">
            <a:spLocks noChangeArrowheads="1"/>
          </p:cNvSpPr>
          <p:nvPr/>
        </p:nvSpPr>
        <p:spPr bwMode="auto">
          <a:xfrm>
            <a:off x="517525" y="330200"/>
            <a:ext cx="7471917" cy="1175706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 smtClean="0"/>
              <a:t>Non-Deterministic </a:t>
            </a:r>
            <a:r>
              <a:rPr lang="en-US" dirty="0"/>
              <a:t>Machines simulate </a:t>
            </a:r>
          </a:p>
          <a:p>
            <a:r>
              <a:rPr lang="en-US" dirty="0"/>
              <a:t>Standard (deterministic) Machines:</a:t>
            </a:r>
          </a:p>
        </p:txBody>
      </p:sp>
      <p:sp>
        <p:nvSpPr>
          <p:cNvPr id="871427" name="Text Box 3"/>
          <p:cNvSpPr txBox="1">
            <a:spLocks noChangeArrowheads="1"/>
          </p:cNvSpPr>
          <p:nvPr/>
        </p:nvSpPr>
        <p:spPr bwMode="auto">
          <a:xfrm>
            <a:off x="1600200" y="3200400"/>
            <a:ext cx="6859570" cy="1175706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Every deterministic machine </a:t>
            </a:r>
          </a:p>
          <a:p>
            <a:r>
              <a:rPr lang="en-US" dirty="0">
                <a:solidFill>
                  <a:srgbClr val="FF0000"/>
                </a:solidFill>
              </a:rPr>
              <a:t>is also a </a:t>
            </a:r>
            <a:r>
              <a:rPr lang="en-US" dirty="0" smtClean="0">
                <a:solidFill>
                  <a:srgbClr val="FF0000"/>
                </a:solidFill>
              </a:rPr>
              <a:t>non-deterministic </a:t>
            </a:r>
            <a:r>
              <a:rPr lang="en-US" dirty="0">
                <a:solidFill>
                  <a:srgbClr val="FF0000"/>
                </a:solidFill>
              </a:rPr>
              <a:t>machine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FC94F62-B7D9-4968-B15D-CCB454819A3C}" type="slidenum">
              <a:rPr lang="en-US" altLang="en-US"/>
              <a:pPr/>
              <a:t>63</a:t>
            </a:fld>
            <a:endParaRPr lang="en-US" altLang="en-US"/>
          </a:p>
        </p:txBody>
      </p:sp>
      <p:sp>
        <p:nvSpPr>
          <p:cNvPr id="872450" name="Text Box 2"/>
          <p:cNvSpPr txBox="1">
            <a:spLocks noChangeArrowheads="1"/>
          </p:cNvSpPr>
          <p:nvPr/>
        </p:nvSpPr>
        <p:spPr bwMode="auto">
          <a:xfrm>
            <a:off x="609600" y="533400"/>
            <a:ext cx="6375463" cy="1175706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Deterministic machines simulate</a:t>
            </a:r>
          </a:p>
          <a:p>
            <a:r>
              <a:rPr lang="en-US" dirty="0" smtClean="0"/>
              <a:t>Non-Deterministic </a:t>
            </a:r>
            <a:r>
              <a:rPr lang="en-US" dirty="0"/>
              <a:t>machines:</a:t>
            </a:r>
          </a:p>
        </p:txBody>
      </p:sp>
      <p:sp>
        <p:nvSpPr>
          <p:cNvPr id="872451" name="Text Box 3"/>
          <p:cNvSpPr txBox="1">
            <a:spLocks noChangeArrowheads="1"/>
          </p:cNvSpPr>
          <p:nvPr/>
        </p:nvSpPr>
        <p:spPr bwMode="auto">
          <a:xfrm>
            <a:off x="838200" y="4038600"/>
            <a:ext cx="77962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Keeps track of all possible computations</a:t>
            </a:r>
          </a:p>
        </p:txBody>
      </p:sp>
      <p:sp>
        <p:nvSpPr>
          <p:cNvPr id="872452" name="Text Box 4"/>
          <p:cNvSpPr txBox="1">
            <a:spLocks noChangeArrowheads="1"/>
          </p:cNvSpPr>
          <p:nvPr/>
        </p:nvSpPr>
        <p:spPr bwMode="auto">
          <a:xfrm>
            <a:off x="457200" y="3048000"/>
            <a:ext cx="45434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Deterministic machine: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875364-97E6-4EB3-A934-0C137FDE1ED9}" type="slidenum">
              <a:rPr lang="en-US" altLang="en-US"/>
              <a:pPr/>
              <a:t>64</a:t>
            </a:fld>
            <a:endParaRPr lang="en-US" altLang="en-US"/>
          </a:p>
        </p:txBody>
      </p:sp>
      <p:sp>
        <p:nvSpPr>
          <p:cNvPr id="873474" name="Oval 2"/>
          <p:cNvSpPr>
            <a:spLocks noChangeArrowheads="1"/>
          </p:cNvSpPr>
          <p:nvPr/>
        </p:nvSpPr>
        <p:spPr bwMode="auto">
          <a:xfrm>
            <a:off x="4038600" y="1447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3475" name="Oval 3"/>
          <p:cNvSpPr>
            <a:spLocks noChangeArrowheads="1"/>
          </p:cNvSpPr>
          <p:nvPr/>
        </p:nvSpPr>
        <p:spPr bwMode="auto">
          <a:xfrm>
            <a:off x="3200400" y="25146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3476" name="Oval 4"/>
          <p:cNvSpPr>
            <a:spLocks noChangeArrowheads="1"/>
          </p:cNvSpPr>
          <p:nvPr/>
        </p:nvSpPr>
        <p:spPr bwMode="auto">
          <a:xfrm>
            <a:off x="4800600" y="25146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3477" name="Oval 5"/>
          <p:cNvSpPr>
            <a:spLocks noChangeArrowheads="1"/>
          </p:cNvSpPr>
          <p:nvPr/>
        </p:nvSpPr>
        <p:spPr bwMode="auto">
          <a:xfrm>
            <a:off x="2590800" y="38862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3478" name="Oval 6"/>
          <p:cNvSpPr>
            <a:spLocks noChangeArrowheads="1"/>
          </p:cNvSpPr>
          <p:nvPr/>
        </p:nvSpPr>
        <p:spPr bwMode="auto">
          <a:xfrm>
            <a:off x="4114800" y="38862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3479" name="Oval 7"/>
          <p:cNvSpPr>
            <a:spLocks noChangeArrowheads="1"/>
          </p:cNvSpPr>
          <p:nvPr/>
        </p:nvSpPr>
        <p:spPr bwMode="auto">
          <a:xfrm>
            <a:off x="3505200" y="54864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3480" name="Oval 8"/>
          <p:cNvSpPr>
            <a:spLocks noChangeArrowheads="1"/>
          </p:cNvSpPr>
          <p:nvPr/>
        </p:nvSpPr>
        <p:spPr bwMode="auto">
          <a:xfrm>
            <a:off x="4876800" y="54864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3481" name="Line 9"/>
          <p:cNvSpPr>
            <a:spLocks noChangeShapeType="1"/>
          </p:cNvSpPr>
          <p:nvPr/>
        </p:nvSpPr>
        <p:spPr bwMode="auto">
          <a:xfrm flipH="1">
            <a:off x="3657600" y="19050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3482" name="Line 10"/>
          <p:cNvSpPr>
            <a:spLocks noChangeShapeType="1"/>
          </p:cNvSpPr>
          <p:nvPr/>
        </p:nvSpPr>
        <p:spPr bwMode="auto">
          <a:xfrm>
            <a:off x="4572000" y="1828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3483" name="Line 11"/>
          <p:cNvSpPr>
            <a:spLocks noChangeShapeType="1"/>
          </p:cNvSpPr>
          <p:nvPr/>
        </p:nvSpPr>
        <p:spPr bwMode="auto">
          <a:xfrm flipH="1">
            <a:off x="2971800" y="30480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3484" name="Line 12"/>
          <p:cNvSpPr>
            <a:spLocks noChangeShapeType="1"/>
          </p:cNvSpPr>
          <p:nvPr/>
        </p:nvSpPr>
        <p:spPr bwMode="auto">
          <a:xfrm>
            <a:off x="3657600" y="2971800"/>
            <a:ext cx="609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3485" name="Line 13"/>
          <p:cNvSpPr>
            <a:spLocks noChangeShapeType="1"/>
          </p:cNvSpPr>
          <p:nvPr/>
        </p:nvSpPr>
        <p:spPr bwMode="auto">
          <a:xfrm flipH="1">
            <a:off x="3810000" y="4419600"/>
            <a:ext cx="457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3486" name="Line 14"/>
          <p:cNvSpPr>
            <a:spLocks noChangeShapeType="1"/>
          </p:cNvSpPr>
          <p:nvPr/>
        </p:nvSpPr>
        <p:spPr bwMode="auto">
          <a:xfrm>
            <a:off x="4572000" y="4343400"/>
            <a:ext cx="609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3487" name="Text Box 15"/>
          <p:cNvSpPr txBox="1">
            <a:spLocks noChangeArrowheads="1"/>
          </p:cNvSpPr>
          <p:nvPr/>
        </p:nvSpPr>
        <p:spPr bwMode="auto">
          <a:xfrm>
            <a:off x="609600" y="609600"/>
            <a:ext cx="5262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Non-Deterministic Choices</a:t>
            </a:r>
          </a:p>
        </p:txBody>
      </p:sp>
      <p:sp>
        <p:nvSpPr>
          <p:cNvPr id="873488" name="Freeform 16"/>
          <p:cNvSpPr>
            <a:spLocks/>
          </p:cNvSpPr>
          <p:nvPr/>
        </p:nvSpPr>
        <p:spPr bwMode="auto">
          <a:xfrm>
            <a:off x="2209800" y="1295400"/>
            <a:ext cx="2667000" cy="3505200"/>
          </a:xfrm>
          <a:custGeom>
            <a:avLst/>
            <a:gdLst/>
            <a:ahLst/>
            <a:cxnLst>
              <a:cxn ang="0">
                <a:pos x="1632" y="48"/>
              </a:cxn>
              <a:cxn ang="0">
                <a:pos x="1056" y="0"/>
              </a:cxn>
              <a:cxn ang="0">
                <a:pos x="480" y="768"/>
              </a:cxn>
              <a:cxn ang="0">
                <a:pos x="0" y="1920"/>
              </a:cxn>
              <a:cxn ang="0">
                <a:pos x="384" y="2208"/>
              </a:cxn>
              <a:cxn ang="0">
                <a:pos x="720" y="2112"/>
              </a:cxn>
              <a:cxn ang="0">
                <a:pos x="864" y="1440"/>
              </a:cxn>
              <a:cxn ang="0">
                <a:pos x="1344" y="624"/>
              </a:cxn>
              <a:cxn ang="0">
                <a:pos x="1680" y="96"/>
              </a:cxn>
              <a:cxn ang="0">
                <a:pos x="1632" y="48"/>
              </a:cxn>
            </a:cxnLst>
            <a:rect l="0" t="0" r="r" b="b"/>
            <a:pathLst>
              <a:path w="1680" h="2208">
                <a:moveTo>
                  <a:pt x="1632" y="48"/>
                </a:moveTo>
                <a:lnTo>
                  <a:pt x="1056" y="0"/>
                </a:lnTo>
                <a:lnTo>
                  <a:pt x="480" y="768"/>
                </a:lnTo>
                <a:lnTo>
                  <a:pt x="0" y="1920"/>
                </a:lnTo>
                <a:lnTo>
                  <a:pt x="384" y="2208"/>
                </a:lnTo>
                <a:lnTo>
                  <a:pt x="720" y="2112"/>
                </a:lnTo>
                <a:lnTo>
                  <a:pt x="864" y="1440"/>
                </a:lnTo>
                <a:lnTo>
                  <a:pt x="1344" y="624"/>
                </a:lnTo>
                <a:lnTo>
                  <a:pt x="1680" y="96"/>
                </a:lnTo>
                <a:lnTo>
                  <a:pt x="1632" y="48"/>
                </a:lnTo>
                <a:close/>
              </a:path>
            </a:pathLst>
          </a:custGeom>
          <a:noFill/>
          <a:ln w="9525" cap="rnd" cmpd="sng">
            <a:solidFill>
              <a:srgbClr val="FF3399"/>
            </a:solidFill>
            <a:prstDash val="sysDot"/>
            <a:round/>
            <a:headEnd type="none" w="med" len="med"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3489" name="Text Box 17"/>
          <p:cNvSpPr txBox="1">
            <a:spLocks noChangeArrowheads="1"/>
          </p:cNvSpPr>
          <p:nvPr/>
        </p:nvSpPr>
        <p:spPr bwMode="auto">
          <a:xfrm>
            <a:off x="228600" y="4876800"/>
            <a:ext cx="2825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Computation 1</a:t>
            </a:r>
          </a:p>
        </p:txBody>
      </p:sp>
      <p:graphicFrame>
        <p:nvGraphicFramePr>
          <p:cNvPr id="873490" name="Object 18"/>
          <p:cNvGraphicFramePr>
            <a:graphicFrameLocks noChangeAspect="1"/>
          </p:cNvGraphicFramePr>
          <p:nvPr/>
        </p:nvGraphicFramePr>
        <p:xfrm>
          <a:off x="4114800" y="1447800"/>
          <a:ext cx="381000" cy="520700"/>
        </p:xfrm>
        <a:graphic>
          <a:graphicData uri="http://schemas.openxmlformats.org/presentationml/2006/ole">
            <p:oleObj spid="_x0000_s873490" name="Equation" r:id="rId3" imgW="380880" imgH="520560" progId="Equation.3">
              <p:embed/>
            </p:oleObj>
          </a:graphicData>
        </a:graphic>
      </p:graphicFrame>
      <p:graphicFrame>
        <p:nvGraphicFramePr>
          <p:cNvPr id="873491" name="Object 19"/>
          <p:cNvGraphicFramePr>
            <a:graphicFrameLocks noChangeAspect="1"/>
          </p:cNvGraphicFramePr>
          <p:nvPr/>
        </p:nvGraphicFramePr>
        <p:xfrm>
          <a:off x="3322638" y="2514600"/>
          <a:ext cx="442912" cy="520700"/>
        </p:xfrm>
        <a:graphic>
          <a:graphicData uri="http://schemas.openxmlformats.org/presentationml/2006/ole">
            <p:oleObj spid="_x0000_s873491" name="Equation" r:id="rId4" imgW="444240" imgH="520560" progId="Equation.3">
              <p:embed/>
            </p:oleObj>
          </a:graphicData>
        </a:graphic>
      </p:graphicFrame>
      <p:graphicFrame>
        <p:nvGraphicFramePr>
          <p:cNvPr id="873492" name="Object 20"/>
          <p:cNvGraphicFramePr>
            <a:graphicFrameLocks noChangeAspect="1"/>
          </p:cNvGraphicFramePr>
          <p:nvPr/>
        </p:nvGraphicFramePr>
        <p:xfrm>
          <a:off x="2713038" y="3886200"/>
          <a:ext cx="442912" cy="520700"/>
        </p:xfrm>
        <a:graphic>
          <a:graphicData uri="http://schemas.openxmlformats.org/presentationml/2006/ole">
            <p:oleObj spid="_x0000_s873492" name="Equation" r:id="rId5" imgW="444240" imgH="520560" progId="Equation.3">
              <p:embed/>
            </p:oleObj>
          </a:graphicData>
        </a:graphic>
      </p:graphicFrame>
      <p:graphicFrame>
        <p:nvGraphicFramePr>
          <p:cNvPr id="873493" name="Object 21"/>
          <p:cNvGraphicFramePr>
            <a:graphicFrameLocks noChangeAspect="1"/>
          </p:cNvGraphicFramePr>
          <p:nvPr/>
        </p:nvGraphicFramePr>
        <p:xfrm>
          <a:off x="4929188" y="2509838"/>
          <a:ext cx="430212" cy="531812"/>
        </p:xfrm>
        <a:graphic>
          <a:graphicData uri="http://schemas.openxmlformats.org/presentationml/2006/ole">
            <p:oleObj spid="_x0000_s873493" name="Equation" r:id="rId6" imgW="431640" imgH="533160" progId="Equation.3">
              <p:embed/>
            </p:oleObj>
          </a:graphicData>
        </a:graphic>
      </p:graphicFrame>
      <p:graphicFrame>
        <p:nvGraphicFramePr>
          <p:cNvPr id="873494" name="Object 22"/>
          <p:cNvGraphicFramePr>
            <a:graphicFrameLocks noChangeAspect="1"/>
          </p:cNvGraphicFramePr>
          <p:nvPr/>
        </p:nvGraphicFramePr>
        <p:xfrm>
          <a:off x="4191000" y="3886200"/>
          <a:ext cx="430213" cy="531813"/>
        </p:xfrm>
        <a:graphic>
          <a:graphicData uri="http://schemas.openxmlformats.org/presentationml/2006/ole">
            <p:oleObj spid="_x0000_s873494" name="Equation" r:id="rId7" imgW="431640" imgH="533160" progId="Equation.3">
              <p:embed/>
            </p:oleObj>
          </a:graphicData>
        </a:graphic>
      </p:graphicFrame>
      <p:graphicFrame>
        <p:nvGraphicFramePr>
          <p:cNvPr id="873495" name="Object 23"/>
          <p:cNvGraphicFramePr>
            <a:graphicFrameLocks noChangeAspect="1"/>
          </p:cNvGraphicFramePr>
          <p:nvPr/>
        </p:nvGraphicFramePr>
        <p:xfrm>
          <a:off x="3575050" y="5486400"/>
          <a:ext cx="442913" cy="531813"/>
        </p:xfrm>
        <a:graphic>
          <a:graphicData uri="http://schemas.openxmlformats.org/presentationml/2006/ole">
            <p:oleObj spid="_x0000_s873495" name="Equation" r:id="rId8" imgW="444240" imgH="533160" progId="Equation.3">
              <p:embed/>
            </p:oleObj>
          </a:graphicData>
        </a:graphic>
      </p:graphicFrame>
      <p:graphicFrame>
        <p:nvGraphicFramePr>
          <p:cNvPr id="873496" name="Object 24"/>
          <p:cNvGraphicFramePr>
            <a:graphicFrameLocks noChangeAspect="1"/>
          </p:cNvGraphicFramePr>
          <p:nvPr/>
        </p:nvGraphicFramePr>
        <p:xfrm>
          <a:off x="4946650" y="5486400"/>
          <a:ext cx="442913" cy="531813"/>
        </p:xfrm>
        <a:graphic>
          <a:graphicData uri="http://schemas.openxmlformats.org/presentationml/2006/ole">
            <p:oleObj spid="_x0000_s873496" name="Equation" r:id="rId9" imgW="44424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34EDBC4-AE59-40C5-B97B-D20EA11AA3CB}" type="slidenum">
              <a:rPr lang="en-US" altLang="en-US"/>
              <a:pPr/>
              <a:t>65</a:t>
            </a:fld>
            <a:endParaRPr lang="en-US" altLang="en-US"/>
          </a:p>
        </p:txBody>
      </p:sp>
      <p:sp>
        <p:nvSpPr>
          <p:cNvPr id="874498" name="Oval 2"/>
          <p:cNvSpPr>
            <a:spLocks noChangeArrowheads="1"/>
          </p:cNvSpPr>
          <p:nvPr/>
        </p:nvSpPr>
        <p:spPr bwMode="auto">
          <a:xfrm>
            <a:off x="4038600" y="1447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4499" name="Oval 3"/>
          <p:cNvSpPr>
            <a:spLocks noChangeArrowheads="1"/>
          </p:cNvSpPr>
          <p:nvPr/>
        </p:nvSpPr>
        <p:spPr bwMode="auto">
          <a:xfrm>
            <a:off x="3200400" y="25146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4500" name="Oval 4"/>
          <p:cNvSpPr>
            <a:spLocks noChangeArrowheads="1"/>
          </p:cNvSpPr>
          <p:nvPr/>
        </p:nvSpPr>
        <p:spPr bwMode="auto">
          <a:xfrm>
            <a:off x="4800600" y="25146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4501" name="Oval 5"/>
          <p:cNvSpPr>
            <a:spLocks noChangeArrowheads="1"/>
          </p:cNvSpPr>
          <p:nvPr/>
        </p:nvSpPr>
        <p:spPr bwMode="auto">
          <a:xfrm>
            <a:off x="2590800" y="38862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4502" name="Oval 6"/>
          <p:cNvSpPr>
            <a:spLocks noChangeArrowheads="1"/>
          </p:cNvSpPr>
          <p:nvPr/>
        </p:nvSpPr>
        <p:spPr bwMode="auto">
          <a:xfrm>
            <a:off x="4114800" y="38862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4503" name="Oval 7"/>
          <p:cNvSpPr>
            <a:spLocks noChangeArrowheads="1"/>
          </p:cNvSpPr>
          <p:nvPr/>
        </p:nvSpPr>
        <p:spPr bwMode="auto">
          <a:xfrm>
            <a:off x="3505200" y="54864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4504" name="Oval 8"/>
          <p:cNvSpPr>
            <a:spLocks noChangeArrowheads="1"/>
          </p:cNvSpPr>
          <p:nvPr/>
        </p:nvSpPr>
        <p:spPr bwMode="auto">
          <a:xfrm>
            <a:off x="4876800" y="54864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4505" name="Line 9"/>
          <p:cNvSpPr>
            <a:spLocks noChangeShapeType="1"/>
          </p:cNvSpPr>
          <p:nvPr/>
        </p:nvSpPr>
        <p:spPr bwMode="auto">
          <a:xfrm flipH="1">
            <a:off x="3657600" y="19050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4506" name="Line 10"/>
          <p:cNvSpPr>
            <a:spLocks noChangeShapeType="1"/>
          </p:cNvSpPr>
          <p:nvPr/>
        </p:nvSpPr>
        <p:spPr bwMode="auto">
          <a:xfrm>
            <a:off x="4572000" y="1828800"/>
            <a:ext cx="457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4507" name="Line 11"/>
          <p:cNvSpPr>
            <a:spLocks noChangeShapeType="1"/>
          </p:cNvSpPr>
          <p:nvPr/>
        </p:nvSpPr>
        <p:spPr bwMode="auto">
          <a:xfrm flipH="1">
            <a:off x="2971800" y="30480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4508" name="Line 12"/>
          <p:cNvSpPr>
            <a:spLocks noChangeShapeType="1"/>
          </p:cNvSpPr>
          <p:nvPr/>
        </p:nvSpPr>
        <p:spPr bwMode="auto">
          <a:xfrm>
            <a:off x="3657600" y="2971800"/>
            <a:ext cx="609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4509" name="Line 13"/>
          <p:cNvSpPr>
            <a:spLocks noChangeShapeType="1"/>
          </p:cNvSpPr>
          <p:nvPr/>
        </p:nvSpPr>
        <p:spPr bwMode="auto">
          <a:xfrm flipH="1">
            <a:off x="3810000" y="4419600"/>
            <a:ext cx="457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4510" name="Line 14"/>
          <p:cNvSpPr>
            <a:spLocks noChangeShapeType="1"/>
          </p:cNvSpPr>
          <p:nvPr/>
        </p:nvSpPr>
        <p:spPr bwMode="auto">
          <a:xfrm>
            <a:off x="4572000" y="4343400"/>
            <a:ext cx="609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4511" name="Text Box 15"/>
          <p:cNvSpPr txBox="1">
            <a:spLocks noChangeArrowheads="1"/>
          </p:cNvSpPr>
          <p:nvPr/>
        </p:nvSpPr>
        <p:spPr bwMode="auto">
          <a:xfrm>
            <a:off x="609600" y="609600"/>
            <a:ext cx="5262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Non-Deterministic Choices</a:t>
            </a:r>
          </a:p>
        </p:txBody>
      </p:sp>
      <p:sp>
        <p:nvSpPr>
          <p:cNvPr id="874512" name="Text Box 16"/>
          <p:cNvSpPr txBox="1">
            <a:spLocks noChangeArrowheads="1"/>
          </p:cNvSpPr>
          <p:nvPr/>
        </p:nvSpPr>
        <p:spPr bwMode="auto">
          <a:xfrm>
            <a:off x="381000" y="6172200"/>
            <a:ext cx="2890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Computation 2</a:t>
            </a:r>
          </a:p>
        </p:txBody>
      </p:sp>
      <p:graphicFrame>
        <p:nvGraphicFramePr>
          <p:cNvPr id="906240" name="Object 1024"/>
          <p:cNvGraphicFramePr>
            <a:graphicFrameLocks noChangeAspect="1"/>
          </p:cNvGraphicFramePr>
          <p:nvPr/>
        </p:nvGraphicFramePr>
        <p:xfrm>
          <a:off x="4114800" y="1447800"/>
          <a:ext cx="381000" cy="520700"/>
        </p:xfrm>
        <a:graphic>
          <a:graphicData uri="http://schemas.openxmlformats.org/presentationml/2006/ole">
            <p:oleObj spid="_x0000_s906240" name="Equation" r:id="rId3" imgW="380880" imgH="520560" progId="Equation.3">
              <p:embed/>
            </p:oleObj>
          </a:graphicData>
        </a:graphic>
      </p:graphicFrame>
      <p:graphicFrame>
        <p:nvGraphicFramePr>
          <p:cNvPr id="906241" name="Object 1025"/>
          <p:cNvGraphicFramePr>
            <a:graphicFrameLocks noChangeAspect="1"/>
          </p:cNvGraphicFramePr>
          <p:nvPr/>
        </p:nvGraphicFramePr>
        <p:xfrm>
          <a:off x="3322638" y="2514600"/>
          <a:ext cx="442912" cy="520700"/>
        </p:xfrm>
        <a:graphic>
          <a:graphicData uri="http://schemas.openxmlformats.org/presentationml/2006/ole">
            <p:oleObj spid="_x0000_s906241" name="Equation" r:id="rId4" imgW="444240" imgH="520560" progId="Equation.3">
              <p:embed/>
            </p:oleObj>
          </a:graphicData>
        </a:graphic>
      </p:graphicFrame>
      <p:graphicFrame>
        <p:nvGraphicFramePr>
          <p:cNvPr id="906242" name="Object 1026"/>
          <p:cNvGraphicFramePr>
            <a:graphicFrameLocks noChangeAspect="1"/>
          </p:cNvGraphicFramePr>
          <p:nvPr/>
        </p:nvGraphicFramePr>
        <p:xfrm>
          <a:off x="2713038" y="3886200"/>
          <a:ext cx="442912" cy="520700"/>
        </p:xfrm>
        <a:graphic>
          <a:graphicData uri="http://schemas.openxmlformats.org/presentationml/2006/ole">
            <p:oleObj spid="_x0000_s906242" name="Equation" r:id="rId5" imgW="444240" imgH="520560" progId="Equation.3">
              <p:embed/>
            </p:oleObj>
          </a:graphicData>
        </a:graphic>
      </p:graphicFrame>
      <p:graphicFrame>
        <p:nvGraphicFramePr>
          <p:cNvPr id="906243" name="Object 1027"/>
          <p:cNvGraphicFramePr>
            <a:graphicFrameLocks noChangeAspect="1"/>
          </p:cNvGraphicFramePr>
          <p:nvPr/>
        </p:nvGraphicFramePr>
        <p:xfrm>
          <a:off x="4929188" y="2509838"/>
          <a:ext cx="430212" cy="531812"/>
        </p:xfrm>
        <a:graphic>
          <a:graphicData uri="http://schemas.openxmlformats.org/presentationml/2006/ole">
            <p:oleObj spid="_x0000_s906243" name="Equation" r:id="rId6" imgW="431640" imgH="533160" progId="Equation.3">
              <p:embed/>
            </p:oleObj>
          </a:graphicData>
        </a:graphic>
      </p:graphicFrame>
      <p:graphicFrame>
        <p:nvGraphicFramePr>
          <p:cNvPr id="906244" name="Object 1028"/>
          <p:cNvGraphicFramePr>
            <a:graphicFrameLocks noChangeAspect="1"/>
          </p:cNvGraphicFramePr>
          <p:nvPr/>
        </p:nvGraphicFramePr>
        <p:xfrm>
          <a:off x="4191000" y="3886200"/>
          <a:ext cx="430213" cy="531813"/>
        </p:xfrm>
        <a:graphic>
          <a:graphicData uri="http://schemas.openxmlformats.org/presentationml/2006/ole">
            <p:oleObj spid="_x0000_s906244" name="Equation" r:id="rId7" imgW="431640" imgH="533160" progId="Equation.3">
              <p:embed/>
            </p:oleObj>
          </a:graphicData>
        </a:graphic>
      </p:graphicFrame>
      <p:graphicFrame>
        <p:nvGraphicFramePr>
          <p:cNvPr id="906245" name="Object 1029"/>
          <p:cNvGraphicFramePr>
            <a:graphicFrameLocks noChangeAspect="1"/>
          </p:cNvGraphicFramePr>
          <p:nvPr/>
        </p:nvGraphicFramePr>
        <p:xfrm>
          <a:off x="3575050" y="5486400"/>
          <a:ext cx="442913" cy="531813"/>
        </p:xfrm>
        <a:graphic>
          <a:graphicData uri="http://schemas.openxmlformats.org/presentationml/2006/ole">
            <p:oleObj spid="_x0000_s906245" name="Equation" r:id="rId8" imgW="444240" imgH="533160" progId="Equation.3">
              <p:embed/>
            </p:oleObj>
          </a:graphicData>
        </a:graphic>
      </p:graphicFrame>
      <p:graphicFrame>
        <p:nvGraphicFramePr>
          <p:cNvPr id="906246" name="Object 1030"/>
          <p:cNvGraphicFramePr>
            <a:graphicFrameLocks noChangeAspect="1"/>
          </p:cNvGraphicFramePr>
          <p:nvPr/>
        </p:nvGraphicFramePr>
        <p:xfrm>
          <a:off x="4946650" y="5486400"/>
          <a:ext cx="442913" cy="531813"/>
        </p:xfrm>
        <a:graphic>
          <a:graphicData uri="http://schemas.openxmlformats.org/presentationml/2006/ole">
            <p:oleObj spid="_x0000_s906246" name="Equation" r:id="rId9" imgW="444240" imgH="533160" progId="Equation.3">
              <p:embed/>
            </p:oleObj>
          </a:graphicData>
        </a:graphic>
      </p:graphicFrame>
      <p:sp>
        <p:nvSpPr>
          <p:cNvPr id="874520" name="Freeform 24"/>
          <p:cNvSpPr>
            <a:spLocks/>
          </p:cNvSpPr>
          <p:nvPr/>
        </p:nvSpPr>
        <p:spPr bwMode="auto">
          <a:xfrm>
            <a:off x="2743200" y="1219200"/>
            <a:ext cx="2362200" cy="5257800"/>
          </a:xfrm>
          <a:custGeom>
            <a:avLst/>
            <a:gdLst/>
            <a:ahLst/>
            <a:cxnLst>
              <a:cxn ang="0">
                <a:pos x="768" y="0"/>
              </a:cxn>
              <a:cxn ang="0">
                <a:pos x="0" y="1008"/>
              </a:cxn>
              <a:cxn ang="0">
                <a:pos x="672" y="1728"/>
              </a:cxn>
              <a:cxn ang="0">
                <a:pos x="240" y="3072"/>
              </a:cxn>
              <a:cxn ang="0">
                <a:pos x="816" y="3312"/>
              </a:cxn>
              <a:cxn ang="0">
                <a:pos x="1488" y="1584"/>
              </a:cxn>
              <a:cxn ang="0">
                <a:pos x="960" y="816"/>
              </a:cxn>
              <a:cxn ang="0">
                <a:pos x="1488" y="192"/>
              </a:cxn>
              <a:cxn ang="0">
                <a:pos x="768" y="0"/>
              </a:cxn>
            </a:cxnLst>
            <a:rect l="0" t="0" r="r" b="b"/>
            <a:pathLst>
              <a:path w="1488" h="3312">
                <a:moveTo>
                  <a:pt x="768" y="0"/>
                </a:moveTo>
                <a:lnTo>
                  <a:pt x="0" y="1008"/>
                </a:lnTo>
                <a:lnTo>
                  <a:pt x="672" y="1728"/>
                </a:lnTo>
                <a:lnTo>
                  <a:pt x="240" y="3072"/>
                </a:lnTo>
                <a:lnTo>
                  <a:pt x="816" y="3312"/>
                </a:lnTo>
                <a:lnTo>
                  <a:pt x="1488" y="1584"/>
                </a:lnTo>
                <a:lnTo>
                  <a:pt x="960" y="816"/>
                </a:lnTo>
                <a:lnTo>
                  <a:pt x="1488" y="192"/>
                </a:lnTo>
                <a:lnTo>
                  <a:pt x="768" y="0"/>
                </a:lnTo>
                <a:close/>
              </a:path>
            </a:pathLst>
          </a:custGeom>
          <a:noFill/>
          <a:ln w="9525" cap="rnd" cmpd="sng">
            <a:solidFill>
              <a:srgbClr val="FF3399"/>
            </a:solidFill>
            <a:prstDash val="sysDot"/>
            <a:round/>
            <a:headEnd type="none" w="med" len="med"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19B574-FEB0-4921-AF85-7EB873710187}" type="slidenum">
              <a:rPr lang="en-US" altLang="en-US"/>
              <a:pPr/>
              <a:t>66</a:t>
            </a:fld>
            <a:endParaRPr lang="en-US" altLang="en-US"/>
          </a:p>
        </p:txBody>
      </p:sp>
      <p:sp>
        <p:nvSpPr>
          <p:cNvPr id="875522" name="Text Box 2"/>
          <p:cNvSpPr txBox="1">
            <a:spLocks noChangeArrowheads="1"/>
          </p:cNvSpPr>
          <p:nvPr/>
        </p:nvSpPr>
        <p:spPr bwMode="auto">
          <a:xfrm>
            <a:off x="762000" y="2895600"/>
            <a:ext cx="80756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Keeps track of all possible computations</a:t>
            </a:r>
          </a:p>
        </p:txBody>
      </p:sp>
      <p:sp>
        <p:nvSpPr>
          <p:cNvPr id="875523" name="Text Box 3"/>
          <p:cNvSpPr txBox="1">
            <a:spLocks noChangeArrowheads="1"/>
          </p:cNvSpPr>
          <p:nvPr/>
        </p:nvSpPr>
        <p:spPr bwMode="auto">
          <a:xfrm>
            <a:off x="152400" y="1828800"/>
            <a:ext cx="45434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99"/>
                </a:solidFill>
              </a:rPr>
              <a:t>Deterministic machine:</a:t>
            </a:r>
          </a:p>
        </p:txBody>
      </p:sp>
      <p:sp>
        <p:nvSpPr>
          <p:cNvPr id="875524" name="Text Box 4"/>
          <p:cNvSpPr txBox="1">
            <a:spLocks noChangeArrowheads="1"/>
          </p:cNvSpPr>
          <p:nvPr/>
        </p:nvSpPr>
        <p:spPr bwMode="auto">
          <a:xfrm>
            <a:off x="3352800" y="407988"/>
            <a:ext cx="2406650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Simulation</a:t>
            </a:r>
          </a:p>
        </p:txBody>
      </p:sp>
      <p:sp>
        <p:nvSpPr>
          <p:cNvPr id="875525" name="Text Box 5"/>
          <p:cNvSpPr txBox="1">
            <a:spLocks noChangeArrowheads="1"/>
          </p:cNvSpPr>
          <p:nvPr/>
        </p:nvSpPr>
        <p:spPr bwMode="auto">
          <a:xfrm>
            <a:off x="822325" y="4140200"/>
            <a:ext cx="51704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Stores computations in a</a:t>
            </a:r>
          </a:p>
          <a:p>
            <a:r>
              <a:rPr lang="en-US"/>
              <a:t>  two-dimensional tape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CB8900-EE87-4E86-A92C-33ED68B5C4B6}" type="slidenum">
              <a:rPr lang="en-US" altLang="en-US"/>
              <a:pPr/>
              <a:t>67</a:t>
            </a:fld>
            <a:endParaRPr lang="en-US" altLang="en-US"/>
          </a:p>
        </p:txBody>
      </p:sp>
      <p:sp>
        <p:nvSpPr>
          <p:cNvPr id="876546" name="Line 2"/>
          <p:cNvSpPr>
            <a:spLocks noChangeShapeType="1"/>
          </p:cNvSpPr>
          <p:nvPr/>
        </p:nvSpPr>
        <p:spPr bwMode="auto">
          <a:xfrm>
            <a:off x="5334000" y="1676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6547" name="Line 3"/>
          <p:cNvSpPr>
            <a:spLocks noChangeShapeType="1"/>
          </p:cNvSpPr>
          <p:nvPr/>
        </p:nvSpPr>
        <p:spPr bwMode="auto">
          <a:xfrm>
            <a:off x="5334000" y="22098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6548" name="Line 4"/>
          <p:cNvSpPr>
            <a:spLocks noChangeShapeType="1"/>
          </p:cNvSpPr>
          <p:nvPr/>
        </p:nvSpPr>
        <p:spPr bwMode="auto">
          <a:xfrm>
            <a:off x="6172200" y="1676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6549" name="Line 5"/>
          <p:cNvSpPr>
            <a:spLocks noChangeShapeType="1"/>
          </p:cNvSpPr>
          <p:nvPr/>
        </p:nvSpPr>
        <p:spPr bwMode="auto">
          <a:xfrm>
            <a:off x="6705600" y="1676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6550" name="Line 6"/>
          <p:cNvSpPr>
            <a:spLocks noChangeShapeType="1"/>
          </p:cNvSpPr>
          <p:nvPr/>
        </p:nvSpPr>
        <p:spPr bwMode="auto">
          <a:xfrm>
            <a:off x="7239000" y="1676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6551" name="Line 7"/>
          <p:cNvSpPr>
            <a:spLocks noChangeShapeType="1"/>
          </p:cNvSpPr>
          <p:nvPr/>
        </p:nvSpPr>
        <p:spPr bwMode="auto">
          <a:xfrm>
            <a:off x="7772400" y="1676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6552" name="Line 8"/>
          <p:cNvSpPr>
            <a:spLocks noChangeShapeType="1"/>
          </p:cNvSpPr>
          <p:nvPr/>
        </p:nvSpPr>
        <p:spPr bwMode="auto">
          <a:xfrm>
            <a:off x="8305800" y="1676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7264" name="Object 1024"/>
          <p:cNvGraphicFramePr>
            <a:graphicFrameLocks noChangeAspect="1"/>
          </p:cNvGraphicFramePr>
          <p:nvPr/>
        </p:nvGraphicFramePr>
        <p:xfrm>
          <a:off x="6324600" y="1828800"/>
          <a:ext cx="265113" cy="279400"/>
        </p:xfrm>
        <a:graphic>
          <a:graphicData uri="http://schemas.openxmlformats.org/presentationml/2006/ole">
            <p:oleObj spid="_x0000_s907264" name="Equation" r:id="rId3" imgW="266400" imgH="279360" progId="Equation.3">
              <p:embed/>
            </p:oleObj>
          </a:graphicData>
        </a:graphic>
      </p:graphicFrame>
      <p:graphicFrame>
        <p:nvGraphicFramePr>
          <p:cNvPr id="907265" name="Object 1025"/>
          <p:cNvGraphicFramePr>
            <a:graphicFrameLocks noChangeAspect="1"/>
          </p:cNvGraphicFramePr>
          <p:nvPr/>
        </p:nvGraphicFramePr>
        <p:xfrm>
          <a:off x="6858000" y="1752600"/>
          <a:ext cx="252413" cy="392113"/>
        </p:xfrm>
        <a:graphic>
          <a:graphicData uri="http://schemas.openxmlformats.org/presentationml/2006/ole">
            <p:oleObj spid="_x0000_s907265" name="Equation" r:id="rId4" imgW="253800" imgH="393480" progId="Equation.3">
              <p:embed/>
            </p:oleObj>
          </a:graphicData>
        </a:graphic>
      </p:graphicFrame>
      <p:graphicFrame>
        <p:nvGraphicFramePr>
          <p:cNvPr id="907266" name="Object 1026"/>
          <p:cNvGraphicFramePr>
            <a:graphicFrameLocks noChangeAspect="1"/>
          </p:cNvGraphicFramePr>
          <p:nvPr/>
        </p:nvGraphicFramePr>
        <p:xfrm>
          <a:off x="7397750" y="1808163"/>
          <a:ext cx="239713" cy="279400"/>
        </p:xfrm>
        <a:graphic>
          <a:graphicData uri="http://schemas.openxmlformats.org/presentationml/2006/ole">
            <p:oleObj spid="_x0000_s907266" name="Equation" r:id="rId5" imgW="241200" imgH="279360" progId="Equation.3">
              <p:embed/>
            </p:oleObj>
          </a:graphicData>
        </a:graphic>
      </p:graphicFrame>
      <p:sp>
        <p:nvSpPr>
          <p:cNvPr id="876556" name="Line 12"/>
          <p:cNvSpPr>
            <a:spLocks noChangeShapeType="1"/>
          </p:cNvSpPr>
          <p:nvPr/>
        </p:nvSpPr>
        <p:spPr bwMode="auto">
          <a:xfrm flipV="1">
            <a:off x="6400800" y="2209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6557" name="Line 13"/>
          <p:cNvSpPr>
            <a:spLocks noChangeShapeType="1"/>
          </p:cNvSpPr>
          <p:nvPr/>
        </p:nvSpPr>
        <p:spPr bwMode="auto">
          <a:xfrm>
            <a:off x="5638800" y="1676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7267" name="Object 1027"/>
          <p:cNvGraphicFramePr>
            <a:graphicFrameLocks noChangeAspect="1"/>
          </p:cNvGraphicFramePr>
          <p:nvPr/>
        </p:nvGraphicFramePr>
        <p:xfrm>
          <a:off x="5791200" y="1752600"/>
          <a:ext cx="252413" cy="368300"/>
        </p:xfrm>
        <a:graphic>
          <a:graphicData uri="http://schemas.openxmlformats.org/presentationml/2006/ole">
            <p:oleObj spid="_x0000_s907267" name="Equation" r:id="rId6" imgW="253800" imgH="368280" progId="Equation.3">
              <p:embed/>
            </p:oleObj>
          </a:graphicData>
        </a:graphic>
      </p:graphicFrame>
      <p:graphicFrame>
        <p:nvGraphicFramePr>
          <p:cNvPr id="907268" name="Object 1028"/>
          <p:cNvGraphicFramePr>
            <a:graphicFrameLocks noChangeAspect="1"/>
          </p:cNvGraphicFramePr>
          <p:nvPr/>
        </p:nvGraphicFramePr>
        <p:xfrm>
          <a:off x="7924800" y="1752600"/>
          <a:ext cx="252413" cy="368300"/>
        </p:xfrm>
        <a:graphic>
          <a:graphicData uri="http://schemas.openxmlformats.org/presentationml/2006/ole">
            <p:oleObj spid="_x0000_s907268" name="Equation" r:id="rId7" imgW="253800" imgH="368280" progId="Equation.3">
              <p:embed/>
            </p:oleObj>
          </a:graphicData>
        </a:graphic>
      </p:graphicFrame>
      <p:graphicFrame>
        <p:nvGraphicFramePr>
          <p:cNvPr id="907269" name="Object 1029"/>
          <p:cNvGraphicFramePr>
            <a:graphicFrameLocks noChangeAspect="1"/>
          </p:cNvGraphicFramePr>
          <p:nvPr/>
        </p:nvGraphicFramePr>
        <p:xfrm>
          <a:off x="6248400" y="2438400"/>
          <a:ext cx="381000" cy="520700"/>
        </p:xfrm>
        <a:graphic>
          <a:graphicData uri="http://schemas.openxmlformats.org/presentationml/2006/ole">
            <p:oleObj spid="_x0000_s907269" name="Equation" r:id="rId8" imgW="380880" imgH="520560" progId="Equation.3">
              <p:embed/>
            </p:oleObj>
          </a:graphicData>
        </a:graphic>
      </p:graphicFrame>
      <p:sp>
        <p:nvSpPr>
          <p:cNvPr id="876561" name="Oval 17"/>
          <p:cNvSpPr>
            <a:spLocks noChangeArrowheads="1"/>
          </p:cNvSpPr>
          <p:nvPr/>
        </p:nvSpPr>
        <p:spPr bwMode="auto">
          <a:xfrm>
            <a:off x="228600" y="20574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6562" name="Line 18"/>
          <p:cNvSpPr>
            <a:spLocks noChangeShapeType="1"/>
          </p:cNvSpPr>
          <p:nvPr/>
        </p:nvSpPr>
        <p:spPr bwMode="auto">
          <a:xfrm flipV="1">
            <a:off x="914400" y="1600200"/>
            <a:ext cx="1524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6563" name="Line 19"/>
          <p:cNvSpPr>
            <a:spLocks noChangeShapeType="1"/>
          </p:cNvSpPr>
          <p:nvPr/>
        </p:nvSpPr>
        <p:spPr bwMode="auto">
          <a:xfrm>
            <a:off x="838200" y="2667000"/>
            <a:ext cx="1600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6564" name="Oval 20"/>
          <p:cNvSpPr>
            <a:spLocks noChangeArrowheads="1"/>
          </p:cNvSpPr>
          <p:nvPr/>
        </p:nvSpPr>
        <p:spPr bwMode="auto">
          <a:xfrm>
            <a:off x="2438400" y="11430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6565" name="Oval 21"/>
          <p:cNvSpPr>
            <a:spLocks noChangeArrowheads="1"/>
          </p:cNvSpPr>
          <p:nvPr/>
        </p:nvSpPr>
        <p:spPr bwMode="auto">
          <a:xfrm>
            <a:off x="2438400" y="29718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7270" name="Object 1030"/>
          <p:cNvGraphicFramePr>
            <a:graphicFrameLocks noChangeAspect="1"/>
          </p:cNvGraphicFramePr>
          <p:nvPr/>
        </p:nvGraphicFramePr>
        <p:xfrm>
          <a:off x="381000" y="1295400"/>
          <a:ext cx="1562100" cy="469900"/>
        </p:xfrm>
        <a:graphic>
          <a:graphicData uri="http://schemas.openxmlformats.org/presentationml/2006/ole">
            <p:oleObj spid="_x0000_s907270" name="Equation" r:id="rId9" imgW="1562040" imgH="469800" progId="Equation.3">
              <p:embed/>
            </p:oleObj>
          </a:graphicData>
        </a:graphic>
      </p:graphicFrame>
      <p:graphicFrame>
        <p:nvGraphicFramePr>
          <p:cNvPr id="907271" name="Object 1031"/>
          <p:cNvGraphicFramePr>
            <a:graphicFrameLocks noChangeAspect="1"/>
          </p:cNvGraphicFramePr>
          <p:nvPr/>
        </p:nvGraphicFramePr>
        <p:xfrm>
          <a:off x="381000" y="3048000"/>
          <a:ext cx="1574800" cy="457200"/>
        </p:xfrm>
        <a:graphic>
          <a:graphicData uri="http://schemas.openxmlformats.org/presentationml/2006/ole">
            <p:oleObj spid="_x0000_s907271" name="Equation" r:id="rId10" imgW="1574640" imgH="457200" progId="Equation.3">
              <p:embed/>
            </p:oleObj>
          </a:graphicData>
        </a:graphic>
      </p:graphicFrame>
      <p:graphicFrame>
        <p:nvGraphicFramePr>
          <p:cNvPr id="907272" name="Object 1032"/>
          <p:cNvGraphicFramePr>
            <a:graphicFrameLocks noChangeAspect="1"/>
          </p:cNvGraphicFramePr>
          <p:nvPr/>
        </p:nvGraphicFramePr>
        <p:xfrm>
          <a:off x="411163" y="2138363"/>
          <a:ext cx="381000" cy="520700"/>
        </p:xfrm>
        <a:graphic>
          <a:graphicData uri="http://schemas.openxmlformats.org/presentationml/2006/ole">
            <p:oleObj spid="_x0000_s907272" name="Equation" r:id="rId11" imgW="380880" imgH="520560" progId="Equation.3">
              <p:embed/>
            </p:oleObj>
          </a:graphicData>
        </a:graphic>
      </p:graphicFrame>
      <p:graphicFrame>
        <p:nvGraphicFramePr>
          <p:cNvPr id="907273" name="Object 1033"/>
          <p:cNvGraphicFramePr>
            <a:graphicFrameLocks noChangeAspect="1"/>
          </p:cNvGraphicFramePr>
          <p:nvPr/>
        </p:nvGraphicFramePr>
        <p:xfrm>
          <a:off x="2590800" y="1223963"/>
          <a:ext cx="442913" cy="520700"/>
        </p:xfrm>
        <a:graphic>
          <a:graphicData uri="http://schemas.openxmlformats.org/presentationml/2006/ole">
            <p:oleObj spid="_x0000_s907273" name="Equation" r:id="rId12" imgW="444240" imgH="520560" progId="Equation.3">
              <p:embed/>
            </p:oleObj>
          </a:graphicData>
        </a:graphic>
      </p:graphicFrame>
      <p:graphicFrame>
        <p:nvGraphicFramePr>
          <p:cNvPr id="907274" name="Object 1034"/>
          <p:cNvGraphicFramePr>
            <a:graphicFrameLocks noChangeAspect="1"/>
          </p:cNvGraphicFramePr>
          <p:nvPr/>
        </p:nvGraphicFramePr>
        <p:xfrm>
          <a:off x="2597150" y="3048000"/>
          <a:ext cx="430213" cy="531813"/>
        </p:xfrm>
        <a:graphic>
          <a:graphicData uri="http://schemas.openxmlformats.org/presentationml/2006/ole">
            <p:oleObj spid="_x0000_s907274" name="Equation" r:id="rId13" imgW="431640" imgH="533160" progId="Equation.3">
              <p:embed/>
            </p:oleObj>
          </a:graphicData>
        </a:graphic>
      </p:graphicFrame>
      <p:sp>
        <p:nvSpPr>
          <p:cNvPr id="876571" name="Text Box 27"/>
          <p:cNvSpPr txBox="1">
            <a:spLocks noChangeArrowheads="1"/>
          </p:cNvSpPr>
          <p:nvPr/>
        </p:nvSpPr>
        <p:spPr bwMode="auto">
          <a:xfrm>
            <a:off x="6324600" y="9906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Time 0</a:t>
            </a:r>
          </a:p>
        </p:txBody>
      </p:sp>
      <p:sp>
        <p:nvSpPr>
          <p:cNvPr id="876572" name="Text Box 28"/>
          <p:cNvSpPr txBox="1">
            <a:spLocks noChangeArrowheads="1"/>
          </p:cNvSpPr>
          <p:nvPr/>
        </p:nvSpPr>
        <p:spPr bwMode="auto">
          <a:xfrm>
            <a:off x="2286000" y="0"/>
            <a:ext cx="5172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CC"/>
                </a:solidFill>
              </a:rPr>
              <a:t>NonDeterministic machine</a:t>
            </a:r>
          </a:p>
        </p:txBody>
      </p:sp>
      <p:sp>
        <p:nvSpPr>
          <p:cNvPr id="876573" name="Text Box 29"/>
          <p:cNvSpPr txBox="1">
            <a:spLocks noChangeArrowheads="1"/>
          </p:cNvSpPr>
          <p:nvPr/>
        </p:nvSpPr>
        <p:spPr bwMode="auto">
          <a:xfrm>
            <a:off x="2667000" y="3657600"/>
            <a:ext cx="4421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CC"/>
                </a:solidFill>
              </a:rPr>
              <a:t>Deterministic machine</a:t>
            </a:r>
          </a:p>
        </p:txBody>
      </p:sp>
      <p:sp>
        <p:nvSpPr>
          <p:cNvPr id="876574" name="Line 30"/>
          <p:cNvSpPr>
            <a:spLocks noChangeShapeType="1"/>
          </p:cNvSpPr>
          <p:nvPr/>
        </p:nvSpPr>
        <p:spPr bwMode="auto">
          <a:xfrm>
            <a:off x="1600200" y="43434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6575" name="Line 31"/>
          <p:cNvSpPr>
            <a:spLocks noChangeShapeType="1"/>
          </p:cNvSpPr>
          <p:nvPr/>
        </p:nvSpPr>
        <p:spPr bwMode="auto">
          <a:xfrm>
            <a:off x="1600200" y="47244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6576" name="Line 32"/>
          <p:cNvSpPr>
            <a:spLocks noChangeShapeType="1"/>
          </p:cNvSpPr>
          <p:nvPr/>
        </p:nvSpPr>
        <p:spPr bwMode="auto">
          <a:xfrm>
            <a:off x="1600200" y="51816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6577" name="Line 33"/>
          <p:cNvSpPr>
            <a:spLocks noChangeShapeType="1"/>
          </p:cNvSpPr>
          <p:nvPr/>
        </p:nvSpPr>
        <p:spPr bwMode="auto">
          <a:xfrm>
            <a:off x="1600200" y="56388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6578" name="Line 34"/>
          <p:cNvSpPr>
            <a:spLocks noChangeShapeType="1"/>
          </p:cNvSpPr>
          <p:nvPr/>
        </p:nvSpPr>
        <p:spPr bwMode="auto">
          <a:xfrm>
            <a:off x="1600200" y="60960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907275" name="Object 1035"/>
          <p:cNvGraphicFramePr>
            <a:graphicFrameLocks noChangeAspect="1"/>
          </p:cNvGraphicFramePr>
          <p:nvPr/>
        </p:nvGraphicFramePr>
        <p:xfrm>
          <a:off x="2743200" y="4800600"/>
          <a:ext cx="265113" cy="279400"/>
        </p:xfrm>
        <a:graphic>
          <a:graphicData uri="http://schemas.openxmlformats.org/presentationml/2006/ole">
            <p:oleObj spid="_x0000_s907275" name="Equation" r:id="rId14" imgW="266400" imgH="279360" progId="Equation.3">
              <p:embed/>
            </p:oleObj>
          </a:graphicData>
        </a:graphic>
      </p:graphicFrame>
      <p:graphicFrame>
        <p:nvGraphicFramePr>
          <p:cNvPr id="907276" name="Object 1036"/>
          <p:cNvGraphicFramePr>
            <a:graphicFrameLocks noChangeAspect="1"/>
          </p:cNvGraphicFramePr>
          <p:nvPr/>
        </p:nvGraphicFramePr>
        <p:xfrm>
          <a:off x="3435350" y="4745038"/>
          <a:ext cx="252413" cy="392112"/>
        </p:xfrm>
        <a:graphic>
          <a:graphicData uri="http://schemas.openxmlformats.org/presentationml/2006/ole">
            <p:oleObj spid="_x0000_s907276" name="Equation" r:id="rId15" imgW="253800" imgH="393480" progId="Equation.3">
              <p:embed/>
            </p:oleObj>
          </a:graphicData>
        </a:graphic>
      </p:graphicFrame>
      <p:graphicFrame>
        <p:nvGraphicFramePr>
          <p:cNvPr id="907277" name="Object 1037"/>
          <p:cNvGraphicFramePr>
            <a:graphicFrameLocks noChangeAspect="1"/>
          </p:cNvGraphicFramePr>
          <p:nvPr/>
        </p:nvGraphicFramePr>
        <p:xfrm>
          <a:off x="4051300" y="4800600"/>
          <a:ext cx="239713" cy="279400"/>
        </p:xfrm>
        <a:graphic>
          <a:graphicData uri="http://schemas.openxmlformats.org/presentationml/2006/ole">
            <p:oleObj spid="_x0000_s907277" name="Equation" r:id="rId16" imgW="241200" imgH="279360" progId="Equation.3">
              <p:embed/>
            </p:oleObj>
          </a:graphicData>
        </a:graphic>
      </p:graphicFrame>
      <p:graphicFrame>
        <p:nvGraphicFramePr>
          <p:cNvPr id="907278" name="Object 1038"/>
          <p:cNvGraphicFramePr>
            <a:graphicFrameLocks noChangeAspect="1"/>
          </p:cNvGraphicFramePr>
          <p:nvPr/>
        </p:nvGraphicFramePr>
        <p:xfrm>
          <a:off x="2667000" y="5105400"/>
          <a:ext cx="381000" cy="520700"/>
        </p:xfrm>
        <a:graphic>
          <a:graphicData uri="http://schemas.openxmlformats.org/presentationml/2006/ole">
            <p:oleObj spid="_x0000_s907278" name="Equation" r:id="rId17" imgW="380880" imgH="520560" progId="Equation.3">
              <p:embed/>
            </p:oleObj>
          </a:graphicData>
        </a:graphic>
      </p:graphicFrame>
      <p:sp>
        <p:nvSpPr>
          <p:cNvPr id="876583" name="Line 39"/>
          <p:cNvSpPr>
            <a:spLocks noChangeShapeType="1"/>
          </p:cNvSpPr>
          <p:nvPr/>
        </p:nvSpPr>
        <p:spPr bwMode="auto">
          <a:xfrm>
            <a:off x="2590800" y="43434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6584" name="Line 40"/>
          <p:cNvSpPr>
            <a:spLocks noChangeShapeType="1"/>
          </p:cNvSpPr>
          <p:nvPr/>
        </p:nvSpPr>
        <p:spPr bwMode="auto">
          <a:xfrm>
            <a:off x="1524000" y="6477000"/>
            <a:ext cx="441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6585" name="Line 41"/>
          <p:cNvSpPr>
            <a:spLocks noChangeShapeType="1"/>
          </p:cNvSpPr>
          <p:nvPr/>
        </p:nvSpPr>
        <p:spPr bwMode="auto">
          <a:xfrm>
            <a:off x="3200400" y="43434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6586" name="Line 42"/>
          <p:cNvSpPr>
            <a:spLocks noChangeShapeType="1"/>
          </p:cNvSpPr>
          <p:nvPr/>
        </p:nvSpPr>
        <p:spPr bwMode="auto">
          <a:xfrm>
            <a:off x="3810000" y="43434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6587" name="Line 43"/>
          <p:cNvSpPr>
            <a:spLocks noChangeShapeType="1"/>
          </p:cNvSpPr>
          <p:nvPr/>
        </p:nvSpPr>
        <p:spPr bwMode="auto">
          <a:xfrm>
            <a:off x="4419600" y="43434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6588" name="Line 44"/>
          <p:cNvSpPr>
            <a:spLocks noChangeShapeType="1"/>
          </p:cNvSpPr>
          <p:nvPr/>
        </p:nvSpPr>
        <p:spPr bwMode="auto">
          <a:xfrm>
            <a:off x="4953000" y="43434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6589" name="Line 45"/>
          <p:cNvSpPr>
            <a:spLocks noChangeShapeType="1"/>
          </p:cNvSpPr>
          <p:nvPr/>
        </p:nvSpPr>
        <p:spPr bwMode="auto">
          <a:xfrm>
            <a:off x="5486400" y="43434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6590" name="Line 46"/>
          <p:cNvSpPr>
            <a:spLocks noChangeShapeType="1"/>
          </p:cNvSpPr>
          <p:nvPr/>
        </p:nvSpPr>
        <p:spPr bwMode="auto">
          <a:xfrm>
            <a:off x="2057400" y="43434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907279" name="Object 1039"/>
          <p:cNvGraphicFramePr>
            <a:graphicFrameLocks noChangeAspect="1"/>
          </p:cNvGraphicFramePr>
          <p:nvPr/>
        </p:nvGraphicFramePr>
        <p:xfrm>
          <a:off x="2743200" y="4343400"/>
          <a:ext cx="252413" cy="381000"/>
        </p:xfrm>
        <a:graphic>
          <a:graphicData uri="http://schemas.openxmlformats.org/presentationml/2006/ole">
            <p:oleObj spid="_x0000_s907279" name="Equation" r:id="rId18" imgW="253800" imgH="380880" progId="Equation.3">
              <p:embed/>
            </p:oleObj>
          </a:graphicData>
        </a:graphic>
      </p:graphicFrame>
      <p:graphicFrame>
        <p:nvGraphicFramePr>
          <p:cNvPr id="907280" name="Object 1040"/>
          <p:cNvGraphicFramePr>
            <a:graphicFrameLocks noChangeAspect="1"/>
          </p:cNvGraphicFramePr>
          <p:nvPr/>
        </p:nvGraphicFramePr>
        <p:xfrm>
          <a:off x="3352800" y="4343400"/>
          <a:ext cx="252413" cy="381000"/>
        </p:xfrm>
        <a:graphic>
          <a:graphicData uri="http://schemas.openxmlformats.org/presentationml/2006/ole">
            <p:oleObj spid="_x0000_s907280" name="Equation" r:id="rId19" imgW="253800" imgH="380880" progId="Equation.3">
              <p:embed/>
            </p:oleObj>
          </a:graphicData>
        </a:graphic>
      </p:graphicFrame>
      <p:graphicFrame>
        <p:nvGraphicFramePr>
          <p:cNvPr id="907281" name="Object 1041"/>
          <p:cNvGraphicFramePr>
            <a:graphicFrameLocks noChangeAspect="1"/>
          </p:cNvGraphicFramePr>
          <p:nvPr/>
        </p:nvGraphicFramePr>
        <p:xfrm>
          <a:off x="3962400" y="4343400"/>
          <a:ext cx="252413" cy="381000"/>
        </p:xfrm>
        <a:graphic>
          <a:graphicData uri="http://schemas.openxmlformats.org/presentationml/2006/ole">
            <p:oleObj spid="_x0000_s907281" name="Equation" r:id="rId20" imgW="253800" imgH="380880" progId="Equation.3">
              <p:embed/>
            </p:oleObj>
          </a:graphicData>
        </a:graphic>
      </p:graphicFrame>
      <p:graphicFrame>
        <p:nvGraphicFramePr>
          <p:cNvPr id="907282" name="Object 1042"/>
          <p:cNvGraphicFramePr>
            <a:graphicFrameLocks noChangeAspect="1"/>
          </p:cNvGraphicFramePr>
          <p:nvPr/>
        </p:nvGraphicFramePr>
        <p:xfrm>
          <a:off x="4572000" y="4343400"/>
          <a:ext cx="252413" cy="381000"/>
        </p:xfrm>
        <a:graphic>
          <a:graphicData uri="http://schemas.openxmlformats.org/presentationml/2006/ole">
            <p:oleObj spid="_x0000_s907282" name="Equation" r:id="rId21" imgW="253800" imgH="380880" progId="Equation.3">
              <p:embed/>
            </p:oleObj>
          </a:graphicData>
        </a:graphic>
      </p:graphicFrame>
      <p:graphicFrame>
        <p:nvGraphicFramePr>
          <p:cNvPr id="907283" name="Object 1043"/>
          <p:cNvGraphicFramePr>
            <a:graphicFrameLocks noChangeAspect="1"/>
          </p:cNvGraphicFramePr>
          <p:nvPr/>
        </p:nvGraphicFramePr>
        <p:xfrm>
          <a:off x="5181600" y="4343400"/>
          <a:ext cx="252413" cy="381000"/>
        </p:xfrm>
        <a:graphic>
          <a:graphicData uri="http://schemas.openxmlformats.org/presentationml/2006/ole">
            <p:oleObj spid="_x0000_s907283" name="Equation" r:id="rId22" imgW="253800" imgH="380880" progId="Equation.3">
              <p:embed/>
            </p:oleObj>
          </a:graphicData>
        </a:graphic>
      </p:graphicFrame>
      <p:graphicFrame>
        <p:nvGraphicFramePr>
          <p:cNvPr id="907284" name="Object 1044"/>
          <p:cNvGraphicFramePr>
            <a:graphicFrameLocks noChangeAspect="1"/>
          </p:cNvGraphicFramePr>
          <p:nvPr/>
        </p:nvGraphicFramePr>
        <p:xfrm>
          <a:off x="2209800" y="4343400"/>
          <a:ext cx="252413" cy="381000"/>
        </p:xfrm>
        <a:graphic>
          <a:graphicData uri="http://schemas.openxmlformats.org/presentationml/2006/ole">
            <p:oleObj spid="_x0000_s907284" name="Equation" r:id="rId23" imgW="253800" imgH="380880" progId="Equation.3">
              <p:embed/>
            </p:oleObj>
          </a:graphicData>
        </a:graphic>
      </p:graphicFrame>
      <p:graphicFrame>
        <p:nvGraphicFramePr>
          <p:cNvPr id="907285" name="Object 1045"/>
          <p:cNvGraphicFramePr>
            <a:graphicFrameLocks noChangeAspect="1"/>
          </p:cNvGraphicFramePr>
          <p:nvPr/>
        </p:nvGraphicFramePr>
        <p:xfrm>
          <a:off x="2209800" y="4724400"/>
          <a:ext cx="252413" cy="381000"/>
        </p:xfrm>
        <a:graphic>
          <a:graphicData uri="http://schemas.openxmlformats.org/presentationml/2006/ole">
            <p:oleObj spid="_x0000_s907285" name="Equation" r:id="rId24" imgW="253800" imgH="380880" progId="Equation.3">
              <p:embed/>
            </p:oleObj>
          </a:graphicData>
        </a:graphic>
      </p:graphicFrame>
      <p:graphicFrame>
        <p:nvGraphicFramePr>
          <p:cNvPr id="907286" name="Object 1046"/>
          <p:cNvGraphicFramePr>
            <a:graphicFrameLocks noChangeAspect="1"/>
          </p:cNvGraphicFramePr>
          <p:nvPr/>
        </p:nvGraphicFramePr>
        <p:xfrm>
          <a:off x="2209800" y="5257800"/>
          <a:ext cx="252413" cy="381000"/>
        </p:xfrm>
        <a:graphic>
          <a:graphicData uri="http://schemas.openxmlformats.org/presentationml/2006/ole">
            <p:oleObj spid="_x0000_s907286" name="Equation" r:id="rId25" imgW="253800" imgH="380880" progId="Equation.3">
              <p:embed/>
            </p:oleObj>
          </a:graphicData>
        </a:graphic>
      </p:graphicFrame>
      <p:graphicFrame>
        <p:nvGraphicFramePr>
          <p:cNvPr id="907287" name="Object 1047"/>
          <p:cNvGraphicFramePr>
            <a:graphicFrameLocks noChangeAspect="1"/>
          </p:cNvGraphicFramePr>
          <p:nvPr/>
        </p:nvGraphicFramePr>
        <p:xfrm>
          <a:off x="2209800" y="5638800"/>
          <a:ext cx="252413" cy="381000"/>
        </p:xfrm>
        <a:graphic>
          <a:graphicData uri="http://schemas.openxmlformats.org/presentationml/2006/ole">
            <p:oleObj spid="_x0000_s907287" name="Equation" r:id="rId26" imgW="253800" imgH="380880" progId="Equation.3">
              <p:embed/>
            </p:oleObj>
          </a:graphicData>
        </a:graphic>
      </p:graphicFrame>
      <p:graphicFrame>
        <p:nvGraphicFramePr>
          <p:cNvPr id="907288" name="Object 1048"/>
          <p:cNvGraphicFramePr>
            <a:graphicFrameLocks noChangeAspect="1"/>
          </p:cNvGraphicFramePr>
          <p:nvPr/>
        </p:nvGraphicFramePr>
        <p:xfrm>
          <a:off x="2743200" y="5638800"/>
          <a:ext cx="252413" cy="381000"/>
        </p:xfrm>
        <a:graphic>
          <a:graphicData uri="http://schemas.openxmlformats.org/presentationml/2006/ole">
            <p:oleObj spid="_x0000_s907288" name="Equation" r:id="rId27" imgW="253800" imgH="380880" progId="Equation.3">
              <p:embed/>
            </p:oleObj>
          </a:graphicData>
        </a:graphic>
      </p:graphicFrame>
      <p:graphicFrame>
        <p:nvGraphicFramePr>
          <p:cNvPr id="907289" name="Object 1049"/>
          <p:cNvGraphicFramePr>
            <a:graphicFrameLocks noChangeAspect="1"/>
          </p:cNvGraphicFramePr>
          <p:nvPr/>
        </p:nvGraphicFramePr>
        <p:xfrm>
          <a:off x="3352800" y="5638800"/>
          <a:ext cx="252413" cy="381000"/>
        </p:xfrm>
        <a:graphic>
          <a:graphicData uri="http://schemas.openxmlformats.org/presentationml/2006/ole">
            <p:oleObj spid="_x0000_s907289" name="Equation" r:id="rId28" imgW="253800" imgH="380880" progId="Equation.3">
              <p:embed/>
            </p:oleObj>
          </a:graphicData>
        </a:graphic>
      </p:graphicFrame>
      <p:graphicFrame>
        <p:nvGraphicFramePr>
          <p:cNvPr id="907290" name="Object 1050"/>
          <p:cNvGraphicFramePr>
            <a:graphicFrameLocks noChangeAspect="1"/>
          </p:cNvGraphicFramePr>
          <p:nvPr/>
        </p:nvGraphicFramePr>
        <p:xfrm>
          <a:off x="4572000" y="5181600"/>
          <a:ext cx="252413" cy="381000"/>
        </p:xfrm>
        <a:graphic>
          <a:graphicData uri="http://schemas.openxmlformats.org/presentationml/2006/ole">
            <p:oleObj spid="_x0000_s907290" name="Equation" r:id="rId29" imgW="253800" imgH="380880" progId="Equation.3">
              <p:embed/>
            </p:oleObj>
          </a:graphicData>
        </a:graphic>
      </p:graphicFrame>
      <p:graphicFrame>
        <p:nvGraphicFramePr>
          <p:cNvPr id="907291" name="Object 1051"/>
          <p:cNvGraphicFramePr>
            <a:graphicFrameLocks noChangeAspect="1"/>
          </p:cNvGraphicFramePr>
          <p:nvPr/>
        </p:nvGraphicFramePr>
        <p:xfrm>
          <a:off x="4572000" y="4800600"/>
          <a:ext cx="252413" cy="381000"/>
        </p:xfrm>
        <a:graphic>
          <a:graphicData uri="http://schemas.openxmlformats.org/presentationml/2006/ole">
            <p:oleObj spid="_x0000_s907291" name="Equation" r:id="rId30" imgW="253800" imgH="380880" progId="Equation.3">
              <p:embed/>
            </p:oleObj>
          </a:graphicData>
        </a:graphic>
      </p:graphicFrame>
      <p:graphicFrame>
        <p:nvGraphicFramePr>
          <p:cNvPr id="907292" name="Object 1052"/>
          <p:cNvGraphicFramePr>
            <a:graphicFrameLocks noChangeAspect="1"/>
          </p:cNvGraphicFramePr>
          <p:nvPr/>
        </p:nvGraphicFramePr>
        <p:xfrm>
          <a:off x="3962400" y="5638800"/>
          <a:ext cx="252413" cy="381000"/>
        </p:xfrm>
        <a:graphic>
          <a:graphicData uri="http://schemas.openxmlformats.org/presentationml/2006/ole">
            <p:oleObj spid="_x0000_s907292" name="Equation" r:id="rId31" imgW="253800" imgH="380880" progId="Equation.3">
              <p:embed/>
            </p:oleObj>
          </a:graphicData>
        </a:graphic>
      </p:graphicFrame>
      <p:graphicFrame>
        <p:nvGraphicFramePr>
          <p:cNvPr id="907293" name="Object 1053"/>
          <p:cNvGraphicFramePr>
            <a:graphicFrameLocks noChangeAspect="1"/>
          </p:cNvGraphicFramePr>
          <p:nvPr/>
        </p:nvGraphicFramePr>
        <p:xfrm>
          <a:off x="4495800" y="5638800"/>
          <a:ext cx="252413" cy="381000"/>
        </p:xfrm>
        <a:graphic>
          <a:graphicData uri="http://schemas.openxmlformats.org/presentationml/2006/ole">
            <p:oleObj spid="_x0000_s907293" name="Equation" r:id="rId32" imgW="253800" imgH="380880" progId="Equation.3">
              <p:embed/>
            </p:oleObj>
          </a:graphicData>
        </a:graphic>
      </p:graphicFrame>
      <p:sp>
        <p:nvSpPr>
          <p:cNvPr id="876606" name="Text Box 62"/>
          <p:cNvSpPr txBox="1">
            <a:spLocks noChangeArrowheads="1"/>
          </p:cNvSpPr>
          <p:nvPr/>
        </p:nvSpPr>
        <p:spPr bwMode="auto">
          <a:xfrm>
            <a:off x="5943600" y="4800600"/>
            <a:ext cx="2825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Computation 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2C1EBD6-7D8E-4838-B83B-4C2C7ADC97F1}" type="slidenum">
              <a:rPr lang="en-US" altLang="en-US"/>
              <a:pPr/>
              <a:t>68</a:t>
            </a:fld>
            <a:endParaRPr lang="en-US" altLang="en-US"/>
          </a:p>
        </p:txBody>
      </p:sp>
      <p:sp>
        <p:nvSpPr>
          <p:cNvPr id="877570" name="Oval 2"/>
          <p:cNvSpPr>
            <a:spLocks noChangeArrowheads="1"/>
          </p:cNvSpPr>
          <p:nvPr/>
        </p:nvSpPr>
        <p:spPr bwMode="auto">
          <a:xfrm>
            <a:off x="228600" y="20574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7571" name="Line 3"/>
          <p:cNvSpPr>
            <a:spLocks noChangeShapeType="1"/>
          </p:cNvSpPr>
          <p:nvPr/>
        </p:nvSpPr>
        <p:spPr bwMode="auto">
          <a:xfrm flipV="1">
            <a:off x="914400" y="1600200"/>
            <a:ext cx="1524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572" name="Line 4"/>
          <p:cNvSpPr>
            <a:spLocks noChangeShapeType="1"/>
          </p:cNvSpPr>
          <p:nvPr/>
        </p:nvSpPr>
        <p:spPr bwMode="auto">
          <a:xfrm>
            <a:off x="838200" y="2667000"/>
            <a:ext cx="1600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573" name="Oval 5"/>
          <p:cNvSpPr>
            <a:spLocks noChangeArrowheads="1"/>
          </p:cNvSpPr>
          <p:nvPr/>
        </p:nvSpPr>
        <p:spPr bwMode="auto">
          <a:xfrm>
            <a:off x="2438400" y="11430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7574" name="Oval 6"/>
          <p:cNvSpPr>
            <a:spLocks noChangeArrowheads="1"/>
          </p:cNvSpPr>
          <p:nvPr/>
        </p:nvSpPr>
        <p:spPr bwMode="auto">
          <a:xfrm>
            <a:off x="2438400" y="29718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8288" name="Object 0"/>
          <p:cNvGraphicFramePr>
            <a:graphicFrameLocks noChangeAspect="1"/>
          </p:cNvGraphicFramePr>
          <p:nvPr/>
        </p:nvGraphicFramePr>
        <p:xfrm>
          <a:off x="381000" y="1295400"/>
          <a:ext cx="1562100" cy="469900"/>
        </p:xfrm>
        <a:graphic>
          <a:graphicData uri="http://schemas.openxmlformats.org/presentationml/2006/ole">
            <p:oleObj spid="_x0000_s908288" name="Equation" r:id="rId3" imgW="1562040" imgH="469800" progId="Equation.3">
              <p:embed/>
            </p:oleObj>
          </a:graphicData>
        </a:graphic>
      </p:graphicFrame>
      <p:graphicFrame>
        <p:nvGraphicFramePr>
          <p:cNvPr id="908289" name="Object 1"/>
          <p:cNvGraphicFramePr>
            <a:graphicFrameLocks noChangeAspect="1"/>
          </p:cNvGraphicFramePr>
          <p:nvPr/>
        </p:nvGraphicFramePr>
        <p:xfrm>
          <a:off x="381000" y="3048000"/>
          <a:ext cx="1574800" cy="457200"/>
        </p:xfrm>
        <a:graphic>
          <a:graphicData uri="http://schemas.openxmlformats.org/presentationml/2006/ole">
            <p:oleObj spid="_x0000_s908289" name="Equation" r:id="rId4" imgW="1574640" imgH="457200" progId="Equation.3">
              <p:embed/>
            </p:oleObj>
          </a:graphicData>
        </a:graphic>
      </p:graphicFrame>
      <p:graphicFrame>
        <p:nvGraphicFramePr>
          <p:cNvPr id="908290" name="Object 2"/>
          <p:cNvGraphicFramePr>
            <a:graphicFrameLocks noChangeAspect="1"/>
          </p:cNvGraphicFramePr>
          <p:nvPr/>
        </p:nvGraphicFramePr>
        <p:xfrm>
          <a:off x="411163" y="2138363"/>
          <a:ext cx="381000" cy="520700"/>
        </p:xfrm>
        <a:graphic>
          <a:graphicData uri="http://schemas.openxmlformats.org/presentationml/2006/ole">
            <p:oleObj spid="_x0000_s908290" name="Equation" r:id="rId5" imgW="380880" imgH="520560" progId="Equation.3">
              <p:embed/>
            </p:oleObj>
          </a:graphicData>
        </a:graphic>
      </p:graphicFrame>
      <p:graphicFrame>
        <p:nvGraphicFramePr>
          <p:cNvPr id="908291" name="Object 3"/>
          <p:cNvGraphicFramePr>
            <a:graphicFrameLocks noChangeAspect="1"/>
          </p:cNvGraphicFramePr>
          <p:nvPr/>
        </p:nvGraphicFramePr>
        <p:xfrm>
          <a:off x="2590800" y="1223963"/>
          <a:ext cx="442913" cy="520700"/>
        </p:xfrm>
        <a:graphic>
          <a:graphicData uri="http://schemas.openxmlformats.org/presentationml/2006/ole">
            <p:oleObj spid="_x0000_s908291" name="Equation" r:id="rId6" imgW="444240" imgH="520560" progId="Equation.3">
              <p:embed/>
            </p:oleObj>
          </a:graphicData>
        </a:graphic>
      </p:graphicFrame>
      <p:graphicFrame>
        <p:nvGraphicFramePr>
          <p:cNvPr id="908292" name="Object 4"/>
          <p:cNvGraphicFramePr>
            <a:graphicFrameLocks noChangeAspect="1"/>
          </p:cNvGraphicFramePr>
          <p:nvPr/>
        </p:nvGraphicFramePr>
        <p:xfrm>
          <a:off x="2597150" y="3048000"/>
          <a:ext cx="430213" cy="531813"/>
        </p:xfrm>
        <a:graphic>
          <a:graphicData uri="http://schemas.openxmlformats.org/presentationml/2006/ole">
            <p:oleObj spid="_x0000_s908292" name="Equation" r:id="rId7" imgW="431640" imgH="533160" progId="Equation.3">
              <p:embed/>
            </p:oleObj>
          </a:graphicData>
        </a:graphic>
      </p:graphicFrame>
      <p:sp>
        <p:nvSpPr>
          <p:cNvPr id="877583" name="Line 15"/>
          <p:cNvSpPr>
            <a:spLocks noChangeShapeType="1"/>
          </p:cNvSpPr>
          <p:nvPr/>
        </p:nvSpPr>
        <p:spPr bwMode="auto">
          <a:xfrm>
            <a:off x="1600200" y="43434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584" name="Line 16"/>
          <p:cNvSpPr>
            <a:spLocks noChangeShapeType="1"/>
          </p:cNvSpPr>
          <p:nvPr/>
        </p:nvSpPr>
        <p:spPr bwMode="auto">
          <a:xfrm>
            <a:off x="1600200" y="47244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585" name="Line 17"/>
          <p:cNvSpPr>
            <a:spLocks noChangeShapeType="1"/>
          </p:cNvSpPr>
          <p:nvPr/>
        </p:nvSpPr>
        <p:spPr bwMode="auto">
          <a:xfrm>
            <a:off x="1600200" y="51816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586" name="Line 18"/>
          <p:cNvSpPr>
            <a:spLocks noChangeShapeType="1"/>
          </p:cNvSpPr>
          <p:nvPr/>
        </p:nvSpPr>
        <p:spPr bwMode="auto">
          <a:xfrm>
            <a:off x="1600200" y="56388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587" name="Line 19"/>
          <p:cNvSpPr>
            <a:spLocks noChangeShapeType="1"/>
          </p:cNvSpPr>
          <p:nvPr/>
        </p:nvSpPr>
        <p:spPr bwMode="auto">
          <a:xfrm>
            <a:off x="1600200" y="60960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908293" name="Object 5"/>
          <p:cNvGraphicFramePr>
            <a:graphicFrameLocks noChangeAspect="1"/>
          </p:cNvGraphicFramePr>
          <p:nvPr/>
        </p:nvGraphicFramePr>
        <p:xfrm>
          <a:off x="2749550" y="4745038"/>
          <a:ext cx="252413" cy="392112"/>
        </p:xfrm>
        <a:graphic>
          <a:graphicData uri="http://schemas.openxmlformats.org/presentationml/2006/ole">
            <p:oleObj spid="_x0000_s908293" name="Equation" r:id="rId8" imgW="253800" imgH="393480" progId="Equation.3">
              <p:embed/>
            </p:oleObj>
          </a:graphicData>
        </a:graphic>
      </p:graphicFrame>
      <p:graphicFrame>
        <p:nvGraphicFramePr>
          <p:cNvPr id="908294" name="Object 6"/>
          <p:cNvGraphicFramePr>
            <a:graphicFrameLocks noChangeAspect="1"/>
          </p:cNvGraphicFramePr>
          <p:nvPr/>
        </p:nvGraphicFramePr>
        <p:xfrm>
          <a:off x="3435350" y="4745038"/>
          <a:ext cx="252413" cy="392112"/>
        </p:xfrm>
        <a:graphic>
          <a:graphicData uri="http://schemas.openxmlformats.org/presentationml/2006/ole">
            <p:oleObj spid="_x0000_s908294" name="Equation" r:id="rId9" imgW="253800" imgH="393480" progId="Equation.3">
              <p:embed/>
            </p:oleObj>
          </a:graphicData>
        </a:graphic>
      </p:graphicFrame>
      <p:graphicFrame>
        <p:nvGraphicFramePr>
          <p:cNvPr id="908295" name="Object 7"/>
          <p:cNvGraphicFramePr>
            <a:graphicFrameLocks noChangeAspect="1"/>
          </p:cNvGraphicFramePr>
          <p:nvPr/>
        </p:nvGraphicFramePr>
        <p:xfrm>
          <a:off x="4051300" y="4800600"/>
          <a:ext cx="239713" cy="279400"/>
        </p:xfrm>
        <a:graphic>
          <a:graphicData uri="http://schemas.openxmlformats.org/presentationml/2006/ole">
            <p:oleObj spid="_x0000_s908295" name="Equation" r:id="rId10" imgW="241200" imgH="279360" progId="Equation.3">
              <p:embed/>
            </p:oleObj>
          </a:graphicData>
        </a:graphic>
      </p:graphicFrame>
      <p:graphicFrame>
        <p:nvGraphicFramePr>
          <p:cNvPr id="908296" name="Object 8"/>
          <p:cNvGraphicFramePr>
            <a:graphicFrameLocks noChangeAspect="1"/>
          </p:cNvGraphicFramePr>
          <p:nvPr/>
        </p:nvGraphicFramePr>
        <p:xfrm>
          <a:off x="2133600" y="5105400"/>
          <a:ext cx="417513" cy="482600"/>
        </p:xfrm>
        <a:graphic>
          <a:graphicData uri="http://schemas.openxmlformats.org/presentationml/2006/ole">
            <p:oleObj spid="_x0000_s908296" name="Equation" r:id="rId11" imgW="495000" imgH="571320" progId="Equation.3">
              <p:embed/>
            </p:oleObj>
          </a:graphicData>
        </a:graphic>
      </p:graphicFrame>
      <p:sp>
        <p:nvSpPr>
          <p:cNvPr id="877592" name="Line 24"/>
          <p:cNvSpPr>
            <a:spLocks noChangeShapeType="1"/>
          </p:cNvSpPr>
          <p:nvPr/>
        </p:nvSpPr>
        <p:spPr bwMode="auto">
          <a:xfrm>
            <a:off x="2590800" y="43434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593" name="Line 25"/>
          <p:cNvSpPr>
            <a:spLocks noChangeShapeType="1"/>
          </p:cNvSpPr>
          <p:nvPr/>
        </p:nvSpPr>
        <p:spPr bwMode="auto">
          <a:xfrm>
            <a:off x="1524000" y="6477000"/>
            <a:ext cx="441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594" name="Line 26"/>
          <p:cNvSpPr>
            <a:spLocks noChangeShapeType="1"/>
          </p:cNvSpPr>
          <p:nvPr/>
        </p:nvSpPr>
        <p:spPr bwMode="auto">
          <a:xfrm>
            <a:off x="3200400" y="43434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595" name="Line 27"/>
          <p:cNvSpPr>
            <a:spLocks noChangeShapeType="1"/>
          </p:cNvSpPr>
          <p:nvPr/>
        </p:nvSpPr>
        <p:spPr bwMode="auto">
          <a:xfrm>
            <a:off x="3810000" y="43434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596" name="Line 28"/>
          <p:cNvSpPr>
            <a:spLocks noChangeShapeType="1"/>
          </p:cNvSpPr>
          <p:nvPr/>
        </p:nvSpPr>
        <p:spPr bwMode="auto">
          <a:xfrm>
            <a:off x="4419600" y="43434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597" name="Line 29"/>
          <p:cNvSpPr>
            <a:spLocks noChangeShapeType="1"/>
          </p:cNvSpPr>
          <p:nvPr/>
        </p:nvSpPr>
        <p:spPr bwMode="auto">
          <a:xfrm>
            <a:off x="4953000" y="43434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598" name="Line 30"/>
          <p:cNvSpPr>
            <a:spLocks noChangeShapeType="1"/>
          </p:cNvSpPr>
          <p:nvPr/>
        </p:nvSpPr>
        <p:spPr bwMode="auto">
          <a:xfrm>
            <a:off x="5486400" y="43434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599" name="Line 31"/>
          <p:cNvSpPr>
            <a:spLocks noChangeShapeType="1"/>
          </p:cNvSpPr>
          <p:nvPr/>
        </p:nvSpPr>
        <p:spPr bwMode="auto">
          <a:xfrm>
            <a:off x="2057400" y="43434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908297" name="Object 9"/>
          <p:cNvGraphicFramePr>
            <a:graphicFrameLocks noChangeAspect="1"/>
          </p:cNvGraphicFramePr>
          <p:nvPr/>
        </p:nvGraphicFramePr>
        <p:xfrm>
          <a:off x="2743200" y="4343400"/>
          <a:ext cx="252413" cy="381000"/>
        </p:xfrm>
        <a:graphic>
          <a:graphicData uri="http://schemas.openxmlformats.org/presentationml/2006/ole">
            <p:oleObj spid="_x0000_s908297" name="Equation" r:id="rId12" imgW="253800" imgH="380880" progId="Equation.3">
              <p:embed/>
            </p:oleObj>
          </a:graphicData>
        </a:graphic>
      </p:graphicFrame>
      <p:graphicFrame>
        <p:nvGraphicFramePr>
          <p:cNvPr id="908298" name="Object 10"/>
          <p:cNvGraphicFramePr>
            <a:graphicFrameLocks noChangeAspect="1"/>
          </p:cNvGraphicFramePr>
          <p:nvPr/>
        </p:nvGraphicFramePr>
        <p:xfrm>
          <a:off x="3352800" y="4343400"/>
          <a:ext cx="252413" cy="381000"/>
        </p:xfrm>
        <a:graphic>
          <a:graphicData uri="http://schemas.openxmlformats.org/presentationml/2006/ole">
            <p:oleObj spid="_x0000_s908298" name="Equation" r:id="rId13" imgW="253800" imgH="380880" progId="Equation.3">
              <p:embed/>
            </p:oleObj>
          </a:graphicData>
        </a:graphic>
      </p:graphicFrame>
      <p:graphicFrame>
        <p:nvGraphicFramePr>
          <p:cNvPr id="908299" name="Object 11"/>
          <p:cNvGraphicFramePr>
            <a:graphicFrameLocks noChangeAspect="1"/>
          </p:cNvGraphicFramePr>
          <p:nvPr/>
        </p:nvGraphicFramePr>
        <p:xfrm>
          <a:off x="3962400" y="4343400"/>
          <a:ext cx="252413" cy="381000"/>
        </p:xfrm>
        <a:graphic>
          <a:graphicData uri="http://schemas.openxmlformats.org/presentationml/2006/ole">
            <p:oleObj spid="_x0000_s908299" name="Equation" r:id="rId14" imgW="253800" imgH="380880" progId="Equation.3">
              <p:embed/>
            </p:oleObj>
          </a:graphicData>
        </a:graphic>
      </p:graphicFrame>
      <p:graphicFrame>
        <p:nvGraphicFramePr>
          <p:cNvPr id="908300" name="Object 12"/>
          <p:cNvGraphicFramePr>
            <a:graphicFrameLocks noChangeAspect="1"/>
          </p:cNvGraphicFramePr>
          <p:nvPr/>
        </p:nvGraphicFramePr>
        <p:xfrm>
          <a:off x="4572000" y="4343400"/>
          <a:ext cx="252413" cy="381000"/>
        </p:xfrm>
        <a:graphic>
          <a:graphicData uri="http://schemas.openxmlformats.org/presentationml/2006/ole">
            <p:oleObj spid="_x0000_s908300" name="Equation" r:id="rId15" imgW="253800" imgH="380880" progId="Equation.3">
              <p:embed/>
            </p:oleObj>
          </a:graphicData>
        </a:graphic>
      </p:graphicFrame>
      <p:graphicFrame>
        <p:nvGraphicFramePr>
          <p:cNvPr id="908301" name="Object 13"/>
          <p:cNvGraphicFramePr>
            <a:graphicFrameLocks noChangeAspect="1"/>
          </p:cNvGraphicFramePr>
          <p:nvPr/>
        </p:nvGraphicFramePr>
        <p:xfrm>
          <a:off x="5181600" y="4343400"/>
          <a:ext cx="252413" cy="381000"/>
        </p:xfrm>
        <a:graphic>
          <a:graphicData uri="http://schemas.openxmlformats.org/presentationml/2006/ole">
            <p:oleObj spid="_x0000_s908301" name="Equation" r:id="rId16" imgW="253800" imgH="380880" progId="Equation.3">
              <p:embed/>
            </p:oleObj>
          </a:graphicData>
        </a:graphic>
      </p:graphicFrame>
      <p:graphicFrame>
        <p:nvGraphicFramePr>
          <p:cNvPr id="908302" name="Object 14"/>
          <p:cNvGraphicFramePr>
            <a:graphicFrameLocks noChangeAspect="1"/>
          </p:cNvGraphicFramePr>
          <p:nvPr/>
        </p:nvGraphicFramePr>
        <p:xfrm>
          <a:off x="2209800" y="4343400"/>
          <a:ext cx="252413" cy="381000"/>
        </p:xfrm>
        <a:graphic>
          <a:graphicData uri="http://schemas.openxmlformats.org/presentationml/2006/ole">
            <p:oleObj spid="_x0000_s908302" name="Equation" r:id="rId17" imgW="253800" imgH="380880" progId="Equation.3">
              <p:embed/>
            </p:oleObj>
          </a:graphicData>
        </a:graphic>
      </p:graphicFrame>
      <p:graphicFrame>
        <p:nvGraphicFramePr>
          <p:cNvPr id="908303" name="Object 15"/>
          <p:cNvGraphicFramePr>
            <a:graphicFrameLocks noChangeAspect="1"/>
          </p:cNvGraphicFramePr>
          <p:nvPr/>
        </p:nvGraphicFramePr>
        <p:xfrm>
          <a:off x="1676400" y="4724400"/>
          <a:ext cx="252413" cy="381000"/>
        </p:xfrm>
        <a:graphic>
          <a:graphicData uri="http://schemas.openxmlformats.org/presentationml/2006/ole">
            <p:oleObj spid="_x0000_s908303" name="Equation" r:id="rId18" imgW="253800" imgH="380880" progId="Equation.3">
              <p:embed/>
            </p:oleObj>
          </a:graphicData>
        </a:graphic>
      </p:graphicFrame>
      <p:graphicFrame>
        <p:nvGraphicFramePr>
          <p:cNvPr id="908304" name="Object 16"/>
          <p:cNvGraphicFramePr>
            <a:graphicFrameLocks noChangeAspect="1"/>
          </p:cNvGraphicFramePr>
          <p:nvPr/>
        </p:nvGraphicFramePr>
        <p:xfrm>
          <a:off x="1676400" y="5181600"/>
          <a:ext cx="252413" cy="381000"/>
        </p:xfrm>
        <a:graphic>
          <a:graphicData uri="http://schemas.openxmlformats.org/presentationml/2006/ole">
            <p:oleObj spid="_x0000_s908304" name="Equation" r:id="rId19" imgW="253800" imgH="380880" progId="Equation.3">
              <p:embed/>
            </p:oleObj>
          </a:graphicData>
        </a:graphic>
      </p:graphicFrame>
      <p:graphicFrame>
        <p:nvGraphicFramePr>
          <p:cNvPr id="908305" name="Object 17"/>
          <p:cNvGraphicFramePr>
            <a:graphicFrameLocks noChangeAspect="1"/>
          </p:cNvGraphicFramePr>
          <p:nvPr/>
        </p:nvGraphicFramePr>
        <p:xfrm>
          <a:off x="4572000" y="5181600"/>
          <a:ext cx="252413" cy="381000"/>
        </p:xfrm>
        <a:graphic>
          <a:graphicData uri="http://schemas.openxmlformats.org/presentationml/2006/ole">
            <p:oleObj spid="_x0000_s908305" name="Equation" r:id="rId20" imgW="253800" imgH="380880" progId="Equation.3">
              <p:embed/>
            </p:oleObj>
          </a:graphicData>
        </a:graphic>
      </p:graphicFrame>
      <p:graphicFrame>
        <p:nvGraphicFramePr>
          <p:cNvPr id="908306" name="Object 18"/>
          <p:cNvGraphicFramePr>
            <a:graphicFrameLocks noChangeAspect="1"/>
          </p:cNvGraphicFramePr>
          <p:nvPr/>
        </p:nvGraphicFramePr>
        <p:xfrm>
          <a:off x="4572000" y="4800600"/>
          <a:ext cx="252413" cy="381000"/>
        </p:xfrm>
        <a:graphic>
          <a:graphicData uri="http://schemas.openxmlformats.org/presentationml/2006/ole">
            <p:oleObj spid="_x0000_s908306" name="Equation" r:id="rId21" imgW="253800" imgH="380880" progId="Equation.3">
              <p:embed/>
            </p:oleObj>
          </a:graphicData>
        </a:graphic>
      </p:graphicFrame>
      <p:graphicFrame>
        <p:nvGraphicFramePr>
          <p:cNvPr id="908307" name="Object 19"/>
          <p:cNvGraphicFramePr>
            <a:graphicFrameLocks noChangeAspect="1"/>
          </p:cNvGraphicFramePr>
          <p:nvPr/>
        </p:nvGraphicFramePr>
        <p:xfrm>
          <a:off x="1676400" y="5638800"/>
          <a:ext cx="252413" cy="381000"/>
        </p:xfrm>
        <a:graphic>
          <a:graphicData uri="http://schemas.openxmlformats.org/presentationml/2006/ole">
            <p:oleObj spid="_x0000_s908307" name="Equation" r:id="rId22" imgW="253800" imgH="380880" progId="Equation.3">
              <p:embed/>
            </p:oleObj>
          </a:graphicData>
        </a:graphic>
      </p:graphicFrame>
      <p:graphicFrame>
        <p:nvGraphicFramePr>
          <p:cNvPr id="908308" name="Object 20"/>
          <p:cNvGraphicFramePr>
            <a:graphicFrameLocks noChangeAspect="1"/>
          </p:cNvGraphicFramePr>
          <p:nvPr/>
        </p:nvGraphicFramePr>
        <p:xfrm>
          <a:off x="4572000" y="5638800"/>
          <a:ext cx="252413" cy="381000"/>
        </p:xfrm>
        <a:graphic>
          <a:graphicData uri="http://schemas.openxmlformats.org/presentationml/2006/ole">
            <p:oleObj spid="_x0000_s908308" name="Equation" r:id="rId23" imgW="253800" imgH="380880" progId="Equation.3">
              <p:embed/>
            </p:oleObj>
          </a:graphicData>
        </a:graphic>
      </p:graphicFrame>
      <p:sp>
        <p:nvSpPr>
          <p:cNvPr id="877612" name="Text Box 44"/>
          <p:cNvSpPr txBox="1">
            <a:spLocks noChangeArrowheads="1"/>
          </p:cNvSpPr>
          <p:nvPr/>
        </p:nvSpPr>
        <p:spPr bwMode="auto">
          <a:xfrm>
            <a:off x="5943600" y="4800600"/>
            <a:ext cx="2825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Computation 1</a:t>
            </a:r>
          </a:p>
        </p:txBody>
      </p:sp>
      <p:sp>
        <p:nvSpPr>
          <p:cNvPr id="877613" name="Line 45"/>
          <p:cNvSpPr>
            <a:spLocks noChangeShapeType="1"/>
          </p:cNvSpPr>
          <p:nvPr/>
        </p:nvSpPr>
        <p:spPr bwMode="auto">
          <a:xfrm>
            <a:off x="3962400" y="9906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614" name="Line 46"/>
          <p:cNvSpPr>
            <a:spLocks noChangeShapeType="1"/>
          </p:cNvSpPr>
          <p:nvPr/>
        </p:nvSpPr>
        <p:spPr bwMode="auto">
          <a:xfrm>
            <a:off x="3962400" y="15240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615" name="Line 47"/>
          <p:cNvSpPr>
            <a:spLocks noChangeShapeType="1"/>
          </p:cNvSpPr>
          <p:nvPr/>
        </p:nvSpPr>
        <p:spPr bwMode="auto">
          <a:xfrm>
            <a:off x="48006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7616" name="Line 48"/>
          <p:cNvSpPr>
            <a:spLocks noChangeShapeType="1"/>
          </p:cNvSpPr>
          <p:nvPr/>
        </p:nvSpPr>
        <p:spPr bwMode="auto">
          <a:xfrm>
            <a:off x="53340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7617" name="Line 49"/>
          <p:cNvSpPr>
            <a:spLocks noChangeShapeType="1"/>
          </p:cNvSpPr>
          <p:nvPr/>
        </p:nvSpPr>
        <p:spPr bwMode="auto">
          <a:xfrm>
            <a:off x="58674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7618" name="Line 50"/>
          <p:cNvSpPr>
            <a:spLocks noChangeShapeType="1"/>
          </p:cNvSpPr>
          <p:nvPr/>
        </p:nvSpPr>
        <p:spPr bwMode="auto">
          <a:xfrm>
            <a:off x="64008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7619" name="Line 51"/>
          <p:cNvSpPr>
            <a:spLocks noChangeShapeType="1"/>
          </p:cNvSpPr>
          <p:nvPr/>
        </p:nvSpPr>
        <p:spPr bwMode="auto">
          <a:xfrm>
            <a:off x="69342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8309" name="Object 21"/>
          <p:cNvGraphicFramePr>
            <a:graphicFrameLocks noChangeAspect="1"/>
          </p:cNvGraphicFramePr>
          <p:nvPr/>
        </p:nvGraphicFramePr>
        <p:xfrm>
          <a:off x="4959350" y="1087438"/>
          <a:ext cx="252413" cy="392112"/>
        </p:xfrm>
        <a:graphic>
          <a:graphicData uri="http://schemas.openxmlformats.org/presentationml/2006/ole">
            <p:oleObj spid="_x0000_s908309" name="Equation" r:id="rId24" imgW="253800" imgH="393480" progId="Equation.3">
              <p:embed/>
            </p:oleObj>
          </a:graphicData>
        </a:graphic>
      </p:graphicFrame>
      <p:graphicFrame>
        <p:nvGraphicFramePr>
          <p:cNvPr id="908310" name="Object 22"/>
          <p:cNvGraphicFramePr>
            <a:graphicFrameLocks noChangeAspect="1"/>
          </p:cNvGraphicFramePr>
          <p:nvPr/>
        </p:nvGraphicFramePr>
        <p:xfrm>
          <a:off x="5486400" y="1066800"/>
          <a:ext cx="252413" cy="392113"/>
        </p:xfrm>
        <a:graphic>
          <a:graphicData uri="http://schemas.openxmlformats.org/presentationml/2006/ole">
            <p:oleObj spid="_x0000_s908310" name="Equation" r:id="rId25" imgW="253800" imgH="393480" progId="Equation.3">
              <p:embed/>
            </p:oleObj>
          </a:graphicData>
        </a:graphic>
      </p:graphicFrame>
      <p:graphicFrame>
        <p:nvGraphicFramePr>
          <p:cNvPr id="908311" name="Object 23"/>
          <p:cNvGraphicFramePr>
            <a:graphicFrameLocks noChangeAspect="1"/>
          </p:cNvGraphicFramePr>
          <p:nvPr/>
        </p:nvGraphicFramePr>
        <p:xfrm>
          <a:off x="6026150" y="1122363"/>
          <a:ext cx="239713" cy="279400"/>
        </p:xfrm>
        <a:graphic>
          <a:graphicData uri="http://schemas.openxmlformats.org/presentationml/2006/ole">
            <p:oleObj spid="_x0000_s908311" name="Equation" r:id="rId26" imgW="241200" imgH="279360" progId="Equation.3">
              <p:embed/>
            </p:oleObj>
          </a:graphicData>
        </a:graphic>
      </p:graphicFrame>
      <p:sp>
        <p:nvSpPr>
          <p:cNvPr id="877623" name="Line 55"/>
          <p:cNvSpPr>
            <a:spLocks noChangeShapeType="1"/>
          </p:cNvSpPr>
          <p:nvPr/>
        </p:nvSpPr>
        <p:spPr bwMode="auto">
          <a:xfrm flipV="1">
            <a:off x="4495800" y="1524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624" name="Line 56"/>
          <p:cNvSpPr>
            <a:spLocks noChangeShapeType="1"/>
          </p:cNvSpPr>
          <p:nvPr/>
        </p:nvSpPr>
        <p:spPr bwMode="auto">
          <a:xfrm>
            <a:off x="4267200" y="9906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8312" name="Object 24"/>
          <p:cNvGraphicFramePr>
            <a:graphicFrameLocks noChangeAspect="1"/>
          </p:cNvGraphicFramePr>
          <p:nvPr/>
        </p:nvGraphicFramePr>
        <p:xfrm>
          <a:off x="4419600" y="1066800"/>
          <a:ext cx="252413" cy="368300"/>
        </p:xfrm>
        <a:graphic>
          <a:graphicData uri="http://schemas.openxmlformats.org/presentationml/2006/ole">
            <p:oleObj spid="_x0000_s908312" name="Equation" r:id="rId27" imgW="253800" imgH="368280" progId="Equation.3">
              <p:embed/>
            </p:oleObj>
          </a:graphicData>
        </a:graphic>
      </p:graphicFrame>
      <p:graphicFrame>
        <p:nvGraphicFramePr>
          <p:cNvPr id="908313" name="Object 25"/>
          <p:cNvGraphicFramePr>
            <a:graphicFrameLocks noChangeAspect="1"/>
          </p:cNvGraphicFramePr>
          <p:nvPr/>
        </p:nvGraphicFramePr>
        <p:xfrm>
          <a:off x="6553200" y="1066800"/>
          <a:ext cx="252413" cy="368300"/>
        </p:xfrm>
        <a:graphic>
          <a:graphicData uri="http://schemas.openxmlformats.org/presentationml/2006/ole">
            <p:oleObj spid="_x0000_s908313" name="Equation" r:id="rId28" imgW="253800" imgH="368280" progId="Equation.3">
              <p:embed/>
            </p:oleObj>
          </a:graphicData>
        </a:graphic>
      </p:graphicFrame>
      <p:graphicFrame>
        <p:nvGraphicFramePr>
          <p:cNvPr id="908314" name="Object 26"/>
          <p:cNvGraphicFramePr>
            <a:graphicFrameLocks noChangeAspect="1"/>
          </p:cNvGraphicFramePr>
          <p:nvPr/>
        </p:nvGraphicFramePr>
        <p:xfrm>
          <a:off x="4267200" y="1752600"/>
          <a:ext cx="442913" cy="520700"/>
        </p:xfrm>
        <a:graphic>
          <a:graphicData uri="http://schemas.openxmlformats.org/presentationml/2006/ole">
            <p:oleObj spid="_x0000_s908314" name="Equation" r:id="rId29" imgW="444240" imgH="520560" progId="Equation.3">
              <p:embed/>
            </p:oleObj>
          </a:graphicData>
        </a:graphic>
      </p:graphicFrame>
      <p:sp>
        <p:nvSpPr>
          <p:cNvPr id="877628" name="Text Box 60"/>
          <p:cNvSpPr txBox="1">
            <a:spLocks noChangeArrowheads="1"/>
          </p:cNvSpPr>
          <p:nvPr/>
        </p:nvSpPr>
        <p:spPr bwMode="auto">
          <a:xfrm>
            <a:off x="7415213" y="990600"/>
            <a:ext cx="1728787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Choice 1</a:t>
            </a:r>
          </a:p>
        </p:txBody>
      </p:sp>
      <p:sp>
        <p:nvSpPr>
          <p:cNvPr id="877629" name="Line 61"/>
          <p:cNvSpPr>
            <a:spLocks noChangeShapeType="1"/>
          </p:cNvSpPr>
          <p:nvPr/>
        </p:nvSpPr>
        <p:spPr bwMode="auto">
          <a:xfrm>
            <a:off x="3886200" y="24384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630" name="Line 62"/>
          <p:cNvSpPr>
            <a:spLocks noChangeShapeType="1"/>
          </p:cNvSpPr>
          <p:nvPr/>
        </p:nvSpPr>
        <p:spPr bwMode="auto">
          <a:xfrm>
            <a:off x="3886200" y="29718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631" name="Line 63"/>
          <p:cNvSpPr>
            <a:spLocks noChangeShapeType="1"/>
          </p:cNvSpPr>
          <p:nvPr/>
        </p:nvSpPr>
        <p:spPr bwMode="auto">
          <a:xfrm>
            <a:off x="4724400" y="2438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7632" name="Line 64"/>
          <p:cNvSpPr>
            <a:spLocks noChangeShapeType="1"/>
          </p:cNvSpPr>
          <p:nvPr/>
        </p:nvSpPr>
        <p:spPr bwMode="auto">
          <a:xfrm>
            <a:off x="5257800" y="2438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7633" name="Line 65"/>
          <p:cNvSpPr>
            <a:spLocks noChangeShapeType="1"/>
          </p:cNvSpPr>
          <p:nvPr/>
        </p:nvSpPr>
        <p:spPr bwMode="auto">
          <a:xfrm>
            <a:off x="5791200" y="2438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7634" name="Line 66"/>
          <p:cNvSpPr>
            <a:spLocks noChangeShapeType="1"/>
          </p:cNvSpPr>
          <p:nvPr/>
        </p:nvSpPr>
        <p:spPr bwMode="auto">
          <a:xfrm>
            <a:off x="6324600" y="2438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77635" name="Line 67"/>
          <p:cNvSpPr>
            <a:spLocks noChangeShapeType="1"/>
          </p:cNvSpPr>
          <p:nvPr/>
        </p:nvSpPr>
        <p:spPr bwMode="auto">
          <a:xfrm>
            <a:off x="6858000" y="2438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8315" name="Object 27"/>
          <p:cNvGraphicFramePr>
            <a:graphicFrameLocks noChangeAspect="1"/>
          </p:cNvGraphicFramePr>
          <p:nvPr/>
        </p:nvGraphicFramePr>
        <p:xfrm>
          <a:off x="4889500" y="2590800"/>
          <a:ext cx="239713" cy="279400"/>
        </p:xfrm>
        <a:graphic>
          <a:graphicData uri="http://schemas.openxmlformats.org/presentationml/2006/ole">
            <p:oleObj spid="_x0000_s908315" name="Equation" r:id="rId30" imgW="241200" imgH="279360" progId="Equation.3">
              <p:embed/>
            </p:oleObj>
          </a:graphicData>
        </a:graphic>
      </p:graphicFrame>
      <p:graphicFrame>
        <p:nvGraphicFramePr>
          <p:cNvPr id="908316" name="Object 28"/>
          <p:cNvGraphicFramePr>
            <a:graphicFrameLocks noChangeAspect="1"/>
          </p:cNvGraphicFramePr>
          <p:nvPr/>
        </p:nvGraphicFramePr>
        <p:xfrm>
          <a:off x="5410200" y="2514600"/>
          <a:ext cx="252413" cy="392113"/>
        </p:xfrm>
        <a:graphic>
          <a:graphicData uri="http://schemas.openxmlformats.org/presentationml/2006/ole">
            <p:oleObj spid="_x0000_s908316" name="Equation" r:id="rId31" imgW="253800" imgH="393480" progId="Equation.3">
              <p:embed/>
            </p:oleObj>
          </a:graphicData>
        </a:graphic>
      </p:graphicFrame>
      <p:graphicFrame>
        <p:nvGraphicFramePr>
          <p:cNvPr id="908317" name="Object 29"/>
          <p:cNvGraphicFramePr>
            <a:graphicFrameLocks noChangeAspect="1"/>
          </p:cNvGraphicFramePr>
          <p:nvPr/>
        </p:nvGraphicFramePr>
        <p:xfrm>
          <a:off x="5949950" y="2570163"/>
          <a:ext cx="239713" cy="279400"/>
        </p:xfrm>
        <a:graphic>
          <a:graphicData uri="http://schemas.openxmlformats.org/presentationml/2006/ole">
            <p:oleObj spid="_x0000_s908317" name="Equation" r:id="rId32" imgW="241200" imgH="279360" progId="Equation.3">
              <p:embed/>
            </p:oleObj>
          </a:graphicData>
        </a:graphic>
      </p:graphicFrame>
      <p:sp>
        <p:nvSpPr>
          <p:cNvPr id="877639" name="Line 71"/>
          <p:cNvSpPr>
            <a:spLocks noChangeShapeType="1"/>
          </p:cNvSpPr>
          <p:nvPr/>
        </p:nvSpPr>
        <p:spPr bwMode="auto">
          <a:xfrm flipV="1">
            <a:off x="5486400" y="2971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77640" name="Line 72"/>
          <p:cNvSpPr>
            <a:spLocks noChangeShapeType="1"/>
          </p:cNvSpPr>
          <p:nvPr/>
        </p:nvSpPr>
        <p:spPr bwMode="auto">
          <a:xfrm>
            <a:off x="4191000" y="2438400"/>
            <a:ext cx="158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08318" name="Object 30"/>
          <p:cNvGraphicFramePr>
            <a:graphicFrameLocks noChangeAspect="1"/>
          </p:cNvGraphicFramePr>
          <p:nvPr/>
        </p:nvGraphicFramePr>
        <p:xfrm>
          <a:off x="4343400" y="2514600"/>
          <a:ext cx="252413" cy="368300"/>
        </p:xfrm>
        <a:graphic>
          <a:graphicData uri="http://schemas.openxmlformats.org/presentationml/2006/ole">
            <p:oleObj spid="_x0000_s908318" name="Equation" r:id="rId33" imgW="253800" imgH="368280" progId="Equation.3">
              <p:embed/>
            </p:oleObj>
          </a:graphicData>
        </a:graphic>
      </p:graphicFrame>
      <p:graphicFrame>
        <p:nvGraphicFramePr>
          <p:cNvPr id="908319" name="Object 31"/>
          <p:cNvGraphicFramePr>
            <a:graphicFrameLocks noChangeAspect="1"/>
          </p:cNvGraphicFramePr>
          <p:nvPr/>
        </p:nvGraphicFramePr>
        <p:xfrm>
          <a:off x="6477000" y="2514600"/>
          <a:ext cx="252413" cy="368300"/>
        </p:xfrm>
        <a:graphic>
          <a:graphicData uri="http://schemas.openxmlformats.org/presentationml/2006/ole">
            <p:oleObj spid="_x0000_s908319" name="Equation" r:id="rId34" imgW="253800" imgH="368280" progId="Equation.3">
              <p:embed/>
            </p:oleObj>
          </a:graphicData>
        </a:graphic>
      </p:graphicFrame>
      <p:graphicFrame>
        <p:nvGraphicFramePr>
          <p:cNvPr id="908320" name="Object 32"/>
          <p:cNvGraphicFramePr>
            <a:graphicFrameLocks noChangeAspect="1"/>
          </p:cNvGraphicFramePr>
          <p:nvPr/>
        </p:nvGraphicFramePr>
        <p:xfrm>
          <a:off x="5334000" y="3200400"/>
          <a:ext cx="430213" cy="531813"/>
        </p:xfrm>
        <a:graphic>
          <a:graphicData uri="http://schemas.openxmlformats.org/presentationml/2006/ole">
            <p:oleObj spid="_x0000_s908320" name="Equation" r:id="rId35" imgW="431640" imgH="533160" progId="Equation.3">
              <p:embed/>
            </p:oleObj>
          </a:graphicData>
        </a:graphic>
      </p:graphicFrame>
      <p:sp>
        <p:nvSpPr>
          <p:cNvPr id="877644" name="Text Box 76"/>
          <p:cNvSpPr txBox="1">
            <a:spLocks noChangeArrowheads="1"/>
          </p:cNvSpPr>
          <p:nvPr/>
        </p:nvSpPr>
        <p:spPr bwMode="auto">
          <a:xfrm>
            <a:off x="7350125" y="2362200"/>
            <a:ext cx="1793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Choice 2</a:t>
            </a:r>
          </a:p>
        </p:txBody>
      </p:sp>
      <p:graphicFrame>
        <p:nvGraphicFramePr>
          <p:cNvPr id="908321" name="Object 33"/>
          <p:cNvGraphicFramePr>
            <a:graphicFrameLocks noChangeAspect="1"/>
          </p:cNvGraphicFramePr>
          <p:nvPr/>
        </p:nvGraphicFramePr>
        <p:xfrm>
          <a:off x="2825750" y="5770563"/>
          <a:ext cx="239713" cy="279400"/>
        </p:xfrm>
        <a:graphic>
          <a:graphicData uri="http://schemas.openxmlformats.org/presentationml/2006/ole">
            <p:oleObj spid="_x0000_s908321" name="Equation" r:id="rId36" imgW="241200" imgH="279360" progId="Equation.3">
              <p:embed/>
            </p:oleObj>
          </a:graphicData>
        </a:graphic>
      </p:graphicFrame>
      <p:graphicFrame>
        <p:nvGraphicFramePr>
          <p:cNvPr id="908322" name="Object 34"/>
          <p:cNvGraphicFramePr>
            <a:graphicFrameLocks noChangeAspect="1"/>
          </p:cNvGraphicFramePr>
          <p:nvPr/>
        </p:nvGraphicFramePr>
        <p:xfrm>
          <a:off x="3352800" y="5715000"/>
          <a:ext cx="252413" cy="392113"/>
        </p:xfrm>
        <a:graphic>
          <a:graphicData uri="http://schemas.openxmlformats.org/presentationml/2006/ole">
            <p:oleObj spid="_x0000_s908322" name="Equation" r:id="rId37" imgW="253800" imgH="393480" progId="Equation.3">
              <p:embed/>
            </p:oleObj>
          </a:graphicData>
        </a:graphic>
      </p:graphicFrame>
      <p:graphicFrame>
        <p:nvGraphicFramePr>
          <p:cNvPr id="908323" name="Object 35"/>
          <p:cNvGraphicFramePr>
            <a:graphicFrameLocks noChangeAspect="1"/>
          </p:cNvGraphicFramePr>
          <p:nvPr/>
        </p:nvGraphicFramePr>
        <p:xfrm>
          <a:off x="3968750" y="5770563"/>
          <a:ext cx="239713" cy="279400"/>
        </p:xfrm>
        <a:graphic>
          <a:graphicData uri="http://schemas.openxmlformats.org/presentationml/2006/ole">
            <p:oleObj spid="_x0000_s908323" name="Equation" r:id="rId38" imgW="241200" imgH="279360" progId="Equation.3">
              <p:embed/>
            </p:oleObj>
          </a:graphicData>
        </a:graphic>
      </p:graphicFrame>
      <p:graphicFrame>
        <p:nvGraphicFramePr>
          <p:cNvPr id="908324" name="Object 36"/>
          <p:cNvGraphicFramePr>
            <a:graphicFrameLocks noChangeAspect="1"/>
          </p:cNvGraphicFramePr>
          <p:nvPr/>
        </p:nvGraphicFramePr>
        <p:xfrm>
          <a:off x="3352800" y="5943600"/>
          <a:ext cx="430213" cy="531813"/>
        </p:xfrm>
        <a:graphic>
          <a:graphicData uri="http://schemas.openxmlformats.org/presentationml/2006/ole">
            <p:oleObj spid="_x0000_s908324" name="Equation" r:id="rId39" imgW="431640" imgH="533160" progId="Equation.3">
              <p:embed/>
            </p:oleObj>
          </a:graphicData>
        </a:graphic>
      </p:graphicFrame>
      <p:graphicFrame>
        <p:nvGraphicFramePr>
          <p:cNvPr id="908325" name="Object 37"/>
          <p:cNvGraphicFramePr>
            <a:graphicFrameLocks noChangeAspect="1"/>
          </p:cNvGraphicFramePr>
          <p:nvPr/>
        </p:nvGraphicFramePr>
        <p:xfrm>
          <a:off x="4572000" y="6096000"/>
          <a:ext cx="252413" cy="381000"/>
        </p:xfrm>
        <a:graphic>
          <a:graphicData uri="http://schemas.openxmlformats.org/presentationml/2006/ole">
            <p:oleObj spid="_x0000_s908325" name="Equation" r:id="rId40" imgW="253800" imgH="380880" progId="Equation.3">
              <p:embed/>
            </p:oleObj>
          </a:graphicData>
        </a:graphic>
      </p:graphicFrame>
      <p:graphicFrame>
        <p:nvGraphicFramePr>
          <p:cNvPr id="908326" name="Object 38"/>
          <p:cNvGraphicFramePr>
            <a:graphicFrameLocks noChangeAspect="1"/>
          </p:cNvGraphicFramePr>
          <p:nvPr/>
        </p:nvGraphicFramePr>
        <p:xfrm>
          <a:off x="1676400" y="6096000"/>
          <a:ext cx="252413" cy="381000"/>
        </p:xfrm>
        <a:graphic>
          <a:graphicData uri="http://schemas.openxmlformats.org/presentationml/2006/ole">
            <p:oleObj spid="_x0000_s908326" name="Equation" r:id="rId41" imgW="253800" imgH="380880" progId="Equation.3">
              <p:embed/>
            </p:oleObj>
          </a:graphicData>
        </a:graphic>
      </p:graphicFrame>
      <p:sp>
        <p:nvSpPr>
          <p:cNvPr id="877651" name="Text Box 83"/>
          <p:cNvSpPr txBox="1">
            <a:spLocks noChangeArrowheads="1"/>
          </p:cNvSpPr>
          <p:nvPr/>
        </p:nvSpPr>
        <p:spPr bwMode="auto">
          <a:xfrm>
            <a:off x="6019800" y="5791200"/>
            <a:ext cx="2890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Computation 2</a:t>
            </a:r>
          </a:p>
        </p:txBody>
      </p:sp>
      <p:sp>
        <p:nvSpPr>
          <p:cNvPr id="877652" name="Text Box 84"/>
          <p:cNvSpPr txBox="1">
            <a:spLocks noChangeArrowheads="1"/>
          </p:cNvSpPr>
          <p:nvPr/>
        </p:nvSpPr>
        <p:spPr bwMode="auto">
          <a:xfrm>
            <a:off x="2286000" y="0"/>
            <a:ext cx="5172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CC"/>
                </a:solidFill>
              </a:rPr>
              <a:t>NonDeterministic machine</a:t>
            </a:r>
          </a:p>
        </p:txBody>
      </p:sp>
      <p:sp>
        <p:nvSpPr>
          <p:cNvPr id="877653" name="Text Box 85"/>
          <p:cNvSpPr txBox="1">
            <a:spLocks noChangeArrowheads="1"/>
          </p:cNvSpPr>
          <p:nvPr/>
        </p:nvSpPr>
        <p:spPr bwMode="auto">
          <a:xfrm>
            <a:off x="2667000" y="3657600"/>
            <a:ext cx="4421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CC"/>
                </a:solidFill>
              </a:rPr>
              <a:t>Deterministic machine</a:t>
            </a:r>
          </a:p>
        </p:txBody>
      </p:sp>
      <p:sp>
        <p:nvSpPr>
          <p:cNvPr id="877654" name="Text Box 86"/>
          <p:cNvSpPr txBox="1">
            <a:spLocks noChangeArrowheads="1"/>
          </p:cNvSpPr>
          <p:nvPr/>
        </p:nvSpPr>
        <p:spPr bwMode="auto">
          <a:xfrm>
            <a:off x="4953000" y="4572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CC33"/>
                </a:solidFill>
              </a:rPr>
              <a:t>Time 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26DEFC-7220-48ED-9BFC-648EE66CA072}" type="slidenum">
              <a:rPr lang="en-US" altLang="en-US"/>
              <a:pPr/>
              <a:t>69</a:t>
            </a:fld>
            <a:endParaRPr lang="en-US" altLang="en-US"/>
          </a:p>
        </p:txBody>
      </p:sp>
      <p:sp>
        <p:nvSpPr>
          <p:cNvPr id="878594" name="Text Box 2"/>
          <p:cNvSpPr txBox="1">
            <a:spLocks noChangeArrowheads="1"/>
          </p:cNvSpPr>
          <p:nvPr/>
        </p:nvSpPr>
        <p:spPr bwMode="auto">
          <a:xfrm>
            <a:off x="533400" y="1828800"/>
            <a:ext cx="77470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Repeat</a:t>
            </a:r>
          </a:p>
          <a:p>
            <a:pPr lvl="1">
              <a:buFontTx/>
              <a:buChar char="•"/>
            </a:pPr>
            <a:r>
              <a:rPr lang="en-US"/>
              <a:t> Execute a step in each computation:</a:t>
            </a:r>
          </a:p>
        </p:txBody>
      </p:sp>
      <p:sp>
        <p:nvSpPr>
          <p:cNvPr id="878595" name="Text Box 3"/>
          <p:cNvSpPr txBox="1">
            <a:spLocks noChangeArrowheads="1"/>
          </p:cNvSpPr>
          <p:nvPr/>
        </p:nvSpPr>
        <p:spPr bwMode="auto">
          <a:xfrm>
            <a:off x="990600" y="3429000"/>
            <a:ext cx="7499350" cy="23320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If there are two or more choices </a:t>
            </a:r>
          </a:p>
          <a:p>
            <a:r>
              <a:rPr lang="en-US"/>
              <a:t>  in current computation:</a:t>
            </a:r>
          </a:p>
          <a:p>
            <a:r>
              <a:rPr lang="en-US"/>
              <a:t>       </a:t>
            </a:r>
            <a:r>
              <a:rPr lang="en-US">
                <a:solidFill>
                  <a:srgbClr val="FF3399"/>
                </a:solidFill>
              </a:rPr>
              <a:t>1. Replicate configuration</a:t>
            </a:r>
          </a:p>
          <a:p>
            <a:r>
              <a:rPr lang="en-US">
                <a:solidFill>
                  <a:srgbClr val="FF3399"/>
                </a:solidFill>
              </a:rPr>
              <a:t>       2. Change the state in the replica</a:t>
            </a: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A8FCD0-8719-4C24-864B-DDF565706E90}" type="slidenum">
              <a:rPr lang="en-US" altLang="en-US"/>
              <a:pPr/>
              <a:t>70</a:t>
            </a:fld>
            <a:endParaRPr lang="en-US" altLang="en-US"/>
          </a:p>
        </p:txBody>
      </p:sp>
      <p:sp>
        <p:nvSpPr>
          <p:cNvPr id="879618" name="Text Box 2"/>
          <p:cNvSpPr txBox="1">
            <a:spLocks noChangeArrowheads="1"/>
          </p:cNvSpPr>
          <p:nvPr/>
        </p:nvSpPr>
        <p:spPr bwMode="auto">
          <a:xfrm>
            <a:off x="457200" y="685800"/>
            <a:ext cx="7883890" cy="1766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Theorem:  </a:t>
            </a:r>
            <a:r>
              <a:rPr lang="en-US" dirty="0" smtClean="0"/>
              <a:t>Non-Deterministic </a:t>
            </a:r>
            <a:r>
              <a:rPr lang="en-US" dirty="0"/>
              <a:t>Machines</a:t>
            </a:r>
          </a:p>
          <a:p>
            <a:r>
              <a:rPr lang="en-US" dirty="0"/>
              <a:t>                  have the same power </a:t>
            </a:r>
            <a:r>
              <a:rPr lang="en-US" dirty="0" smtClean="0"/>
              <a:t>as </a:t>
            </a:r>
            <a:endParaRPr lang="en-US" dirty="0"/>
          </a:p>
          <a:p>
            <a:r>
              <a:rPr lang="en-US" dirty="0"/>
              <a:t>                  Deterministic machines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7AEC17A-38E8-403A-98C1-1CD88E4508CB}" type="slidenum">
              <a:rPr lang="en-US" altLang="en-US"/>
              <a:pPr/>
              <a:t>71</a:t>
            </a:fld>
            <a:endParaRPr lang="en-US" altLang="en-US"/>
          </a:p>
        </p:txBody>
      </p:sp>
      <p:sp>
        <p:nvSpPr>
          <p:cNvPr id="880642" name="Text Box 2"/>
          <p:cNvSpPr txBox="1">
            <a:spLocks noChangeArrowheads="1"/>
          </p:cNvSpPr>
          <p:nvPr/>
        </p:nvSpPr>
        <p:spPr bwMode="auto">
          <a:xfrm>
            <a:off x="381000" y="381000"/>
            <a:ext cx="8534400" cy="275152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Remark: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	</a:t>
            </a:r>
            <a:r>
              <a:rPr lang="en-US" dirty="0" smtClean="0"/>
              <a:t>The </a:t>
            </a:r>
            <a:r>
              <a:rPr lang="en-US" dirty="0"/>
              <a:t>simulation in the Deterministic </a:t>
            </a:r>
            <a:r>
              <a:rPr lang="en-US" dirty="0" smtClean="0"/>
              <a:t>	Turing Machine takes </a:t>
            </a:r>
            <a:r>
              <a:rPr lang="en-US" dirty="0"/>
              <a:t>time exponential </a:t>
            </a:r>
            <a:r>
              <a:rPr lang="en-US" dirty="0" smtClean="0"/>
              <a:t>	time compared to </a:t>
            </a:r>
            <a:r>
              <a:rPr lang="en-US" dirty="0"/>
              <a:t>the </a:t>
            </a:r>
            <a:endParaRPr lang="en-US" dirty="0" smtClean="0"/>
          </a:p>
          <a:p>
            <a:r>
              <a:rPr lang="en-US" dirty="0" smtClean="0"/>
              <a:t>	Non-Deterministic Turing Machine.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Office\Templates\class.pot</Template>
  <TotalTime>7200</TotalTime>
  <Words>1209</Words>
  <Application>Microsoft Office PowerPoint</Application>
  <PresentationFormat>On-screen Show (4:3)</PresentationFormat>
  <Paragraphs>431</Paragraphs>
  <Slides>71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3" baseType="lpstr">
      <vt:lpstr>class</vt:lpstr>
      <vt:lpstr>Equation</vt:lpstr>
      <vt:lpstr>Turing’s Thesis</vt:lpstr>
      <vt:lpstr>Slide 2</vt:lpstr>
      <vt:lpstr>Slide 3</vt:lpstr>
      <vt:lpstr>Slide 4</vt:lpstr>
      <vt:lpstr>Slide 5</vt:lpstr>
      <vt:lpstr>Some Variations of the Turing Machine</vt:lpstr>
      <vt:lpstr>Slide 7</vt:lpstr>
      <vt:lpstr>Variations of the Standard Model</vt:lpstr>
      <vt:lpstr>Slide 9</vt:lpstr>
      <vt:lpstr>Slide 10</vt:lpstr>
      <vt:lpstr>Slide 11</vt:lpstr>
      <vt:lpstr>Slide 12</vt:lpstr>
      <vt:lpstr>Slide 13</vt:lpstr>
      <vt:lpstr>Slide 14</vt:lpstr>
      <vt:lpstr>Turing Machines with Stay-Option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Semi-Infinite Tape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The Off-Line Machine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Multitape Turing Machines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MultiDimensional Turing Machines</vt:lpstr>
      <vt:lpstr>Slide 54</vt:lpstr>
      <vt:lpstr>Slide 55</vt:lpstr>
      <vt:lpstr>Slide 56</vt:lpstr>
      <vt:lpstr>Slide 57</vt:lpstr>
      <vt:lpstr>Slide 58</vt:lpstr>
      <vt:lpstr>NonDeterministic Turing Machines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 and Finite Automata</dc:title>
  <dc:creator>Costas Busch</dc:creator>
  <cp:lastModifiedBy>mnaidjate</cp:lastModifiedBy>
  <cp:revision>1554</cp:revision>
  <cp:lastPrinted>2000-11-02T16:11:14Z</cp:lastPrinted>
  <dcterms:created xsi:type="dcterms:W3CDTF">2000-08-31T01:12:33Z</dcterms:created>
  <dcterms:modified xsi:type="dcterms:W3CDTF">2014-01-11T19:58:08Z</dcterms:modified>
</cp:coreProperties>
</file>