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10"/>
  </p:notesMasterIdLst>
  <p:handoutMasterIdLst>
    <p:handoutMasterId r:id="rId111"/>
  </p:handout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361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1" r:id="rId24"/>
    <p:sldId id="282" r:id="rId25"/>
    <p:sldId id="283" r:id="rId26"/>
    <p:sldId id="284" r:id="rId27"/>
    <p:sldId id="320" r:id="rId28"/>
    <p:sldId id="285" r:id="rId29"/>
    <p:sldId id="321" r:id="rId30"/>
    <p:sldId id="287" r:id="rId31"/>
    <p:sldId id="289" r:id="rId32"/>
    <p:sldId id="290" r:id="rId33"/>
    <p:sldId id="322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23" r:id="rId51"/>
    <p:sldId id="307" r:id="rId52"/>
    <p:sldId id="308" r:id="rId53"/>
    <p:sldId id="310" r:id="rId54"/>
    <p:sldId id="324" r:id="rId55"/>
    <p:sldId id="309" r:id="rId56"/>
    <p:sldId id="362" r:id="rId57"/>
    <p:sldId id="311" r:id="rId58"/>
    <p:sldId id="313" r:id="rId59"/>
    <p:sldId id="314" r:id="rId60"/>
    <p:sldId id="315" r:id="rId61"/>
    <p:sldId id="317" r:id="rId62"/>
    <p:sldId id="316" r:id="rId63"/>
    <p:sldId id="319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352" r:id="rId92"/>
    <p:sldId id="353" r:id="rId93"/>
    <p:sldId id="354" r:id="rId94"/>
    <p:sldId id="355" r:id="rId95"/>
    <p:sldId id="356" r:id="rId96"/>
    <p:sldId id="357" r:id="rId97"/>
    <p:sldId id="358" r:id="rId98"/>
    <p:sldId id="359" r:id="rId99"/>
    <p:sldId id="360" r:id="rId100"/>
    <p:sldId id="363" r:id="rId101"/>
    <p:sldId id="365" r:id="rId102"/>
    <p:sldId id="364" r:id="rId103"/>
    <p:sldId id="366" r:id="rId104"/>
    <p:sldId id="370" r:id="rId105"/>
    <p:sldId id="371" r:id="rId106"/>
    <p:sldId id="372" r:id="rId107"/>
    <p:sldId id="373" r:id="rId108"/>
    <p:sldId id="374" r:id="rId109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9" autoAdjust="0"/>
    <p:restoredTop sz="90947" autoAdjust="0"/>
  </p:normalViewPr>
  <p:slideViewPr>
    <p:cSldViewPr>
      <p:cViewPr varScale="1">
        <p:scale>
          <a:sx n="66" d="100"/>
          <a:sy n="66" d="100"/>
        </p:scale>
        <p:origin x="137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3276" y="-108"/>
      </p:cViewPr>
      <p:guideLst>
        <p:guide orient="horz" pos="2959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notesMaster" Target="notesMasters/notesMaster1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9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1.wmf"/><Relationship Id="rId2" Type="http://schemas.openxmlformats.org/officeDocument/2006/relationships/image" Target="../media/image18.wmf"/><Relationship Id="rId1" Type="http://schemas.openxmlformats.org/officeDocument/2006/relationships/image" Target="../media/image15.wmf"/><Relationship Id="rId6" Type="http://schemas.openxmlformats.org/officeDocument/2006/relationships/image" Target="../media/image24.wmf"/><Relationship Id="rId5" Type="http://schemas.openxmlformats.org/officeDocument/2006/relationships/image" Target="../media/image16.wmf"/><Relationship Id="rId10" Type="http://schemas.openxmlformats.org/officeDocument/2006/relationships/image" Target="../media/image27.wmf"/><Relationship Id="rId4" Type="http://schemas.openxmlformats.org/officeDocument/2006/relationships/image" Target="../media/image17.wmf"/><Relationship Id="rId9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21.w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6.wmf"/><Relationship Id="rId1" Type="http://schemas.openxmlformats.org/officeDocument/2006/relationships/image" Target="../media/image29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6.wmf"/><Relationship Id="rId7" Type="http://schemas.openxmlformats.org/officeDocument/2006/relationships/image" Target="../media/image21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19.wmf"/><Relationship Id="rId5" Type="http://schemas.openxmlformats.org/officeDocument/2006/relationships/image" Target="../media/image16.wmf"/><Relationship Id="rId4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19.wmf"/><Relationship Id="rId7" Type="http://schemas.openxmlformats.org/officeDocument/2006/relationships/image" Target="../media/image36.wmf"/><Relationship Id="rId2" Type="http://schemas.openxmlformats.org/officeDocument/2006/relationships/image" Target="../media/image16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10" Type="http://schemas.openxmlformats.org/officeDocument/2006/relationships/image" Target="../media/image40.wmf"/><Relationship Id="rId4" Type="http://schemas.openxmlformats.org/officeDocument/2006/relationships/image" Target="../media/image21.wmf"/><Relationship Id="rId9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19.wmf"/><Relationship Id="rId7" Type="http://schemas.openxmlformats.org/officeDocument/2006/relationships/image" Target="../media/image41.wmf"/><Relationship Id="rId2" Type="http://schemas.openxmlformats.org/officeDocument/2006/relationships/image" Target="../media/image16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10" Type="http://schemas.openxmlformats.org/officeDocument/2006/relationships/image" Target="../media/image43.wmf"/><Relationship Id="rId4" Type="http://schemas.openxmlformats.org/officeDocument/2006/relationships/image" Target="../media/image21.wmf"/><Relationship Id="rId9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21.wmf"/><Relationship Id="rId3" Type="http://schemas.openxmlformats.org/officeDocument/2006/relationships/image" Target="../media/image15.wmf"/><Relationship Id="rId7" Type="http://schemas.openxmlformats.org/officeDocument/2006/relationships/image" Target="../media/image30.wmf"/><Relationship Id="rId12" Type="http://schemas.openxmlformats.org/officeDocument/2006/relationships/image" Target="../media/image19.wmf"/><Relationship Id="rId2" Type="http://schemas.openxmlformats.org/officeDocument/2006/relationships/image" Target="../media/image29.wmf"/><Relationship Id="rId16" Type="http://schemas.openxmlformats.org/officeDocument/2006/relationships/image" Target="../media/image40.wmf"/><Relationship Id="rId1" Type="http://schemas.openxmlformats.org/officeDocument/2006/relationships/image" Target="../media/image28.wmf"/><Relationship Id="rId6" Type="http://schemas.openxmlformats.org/officeDocument/2006/relationships/image" Target="../media/image16.wmf"/><Relationship Id="rId11" Type="http://schemas.openxmlformats.org/officeDocument/2006/relationships/image" Target="../media/image46.wmf"/><Relationship Id="rId5" Type="http://schemas.openxmlformats.org/officeDocument/2006/relationships/image" Target="../media/image17.wmf"/><Relationship Id="rId15" Type="http://schemas.openxmlformats.org/officeDocument/2006/relationships/image" Target="../media/image37.wmf"/><Relationship Id="rId10" Type="http://schemas.openxmlformats.org/officeDocument/2006/relationships/image" Target="../media/image45.wmf"/><Relationship Id="rId4" Type="http://schemas.openxmlformats.org/officeDocument/2006/relationships/image" Target="../media/image18.wmf"/><Relationship Id="rId9" Type="http://schemas.openxmlformats.org/officeDocument/2006/relationships/image" Target="../media/image44.wmf"/><Relationship Id="rId14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35.wmf"/><Relationship Id="rId7" Type="http://schemas.openxmlformats.org/officeDocument/2006/relationships/image" Target="../media/image4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6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36.wmf"/><Relationship Id="rId7" Type="http://schemas.openxmlformats.org/officeDocument/2006/relationships/image" Target="../media/image16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29.wmf"/><Relationship Id="rId11" Type="http://schemas.openxmlformats.org/officeDocument/2006/relationships/image" Target="../media/image52.wmf"/><Relationship Id="rId5" Type="http://schemas.openxmlformats.org/officeDocument/2006/relationships/image" Target="../media/image51.wmf"/><Relationship Id="rId10" Type="http://schemas.openxmlformats.org/officeDocument/2006/relationships/image" Target="../media/image39.wmf"/><Relationship Id="rId4" Type="http://schemas.openxmlformats.org/officeDocument/2006/relationships/image" Target="../media/image49.wmf"/><Relationship Id="rId9" Type="http://schemas.openxmlformats.org/officeDocument/2006/relationships/image" Target="../media/image2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15.wmf"/><Relationship Id="rId7" Type="http://schemas.openxmlformats.org/officeDocument/2006/relationships/image" Target="../media/image37.wmf"/><Relationship Id="rId12" Type="http://schemas.openxmlformats.org/officeDocument/2006/relationships/image" Target="../media/image48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16.wmf"/><Relationship Id="rId11" Type="http://schemas.openxmlformats.org/officeDocument/2006/relationships/image" Target="../media/image47.wmf"/><Relationship Id="rId5" Type="http://schemas.openxmlformats.org/officeDocument/2006/relationships/image" Target="../media/image17.wmf"/><Relationship Id="rId10" Type="http://schemas.openxmlformats.org/officeDocument/2006/relationships/image" Target="../media/image35.wmf"/><Relationship Id="rId4" Type="http://schemas.openxmlformats.org/officeDocument/2006/relationships/image" Target="../media/image18.wmf"/><Relationship Id="rId9" Type="http://schemas.openxmlformats.org/officeDocument/2006/relationships/image" Target="../media/image3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15.wmf"/><Relationship Id="rId7" Type="http://schemas.openxmlformats.org/officeDocument/2006/relationships/image" Target="../media/image6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1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15.wmf"/><Relationship Id="rId7" Type="http://schemas.openxmlformats.org/officeDocument/2006/relationships/image" Target="../media/image55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58.wmf"/><Relationship Id="rId5" Type="http://schemas.openxmlformats.org/officeDocument/2006/relationships/image" Target="../media/image54.wmf"/><Relationship Id="rId4" Type="http://schemas.openxmlformats.org/officeDocument/2006/relationships/image" Target="../media/image16.wmf"/><Relationship Id="rId9" Type="http://schemas.openxmlformats.org/officeDocument/2006/relationships/image" Target="../media/image5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16.wmf"/><Relationship Id="rId1" Type="http://schemas.openxmlformats.org/officeDocument/2006/relationships/image" Target="../media/image29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16.wmf"/><Relationship Id="rId1" Type="http://schemas.openxmlformats.org/officeDocument/2006/relationships/image" Target="../media/image29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15.wmf"/><Relationship Id="rId7" Type="http://schemas.openxmlformats.org/officeDocument/2006/relationships/image" Target="../media/image55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54.wmf"/><Relationship Id="rId5" Type="http://schemas.openxmlformats.org/officeDocument/2006/relationships/image" Target="../media/image62.wmf"/><Relationship Id="rId4" Type="http://schemas.openxmlformats.org/officeDocument/2006/relationships/image" Target="../media/image16.wmf"/><Relationship Id="rId9" Type="http://schemas.openxmlformats.org/officeDocument/2006/relationships/image" Target="../media/image57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16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38.wmf"/><Relationship Id="rId5" Type="http://schemas.openxmlformats.org/officeDocument/2006/relationships/image" Target="../media/image29.wmf"/><Relationship Id="rId4" Type="http://schemas.openxmlformats.org/officeDocument/2006/relationships/image" Target="../media/image61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56.wmf"/><Relationship Id="rId7" Type="http://schemas.openxmlformats.org/officeDocument/2006/relationships/image" Target="../media/image38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10" Type="http://schemas.openxmlformats.org/officeDocument/2006/relationships/image" Target="../media/image16.wmf"/><Relationship Id="rId4" Type="http://schemas.openxmlformats.org/officeDocument/2006/relationships/image" Target="../media/image57.wmf"/><Relationship Id="rId9" Type="http://schemas.openxmlformats.org/officeDocument/2006/relationships/image" Target="../media/image5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1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38.wmf"/><Relationship Id="rId7" Type="http://schemas.openxmlformats.org/officeDocument/2006/relationships/image" Target="../media/image58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16.wmf"/><Relationship Id="rId11" Type="http://schemas.openxmlformats.org/officeDocument/2006/relationships/image" Target="../media/image63.wmf"/><Relationship Id="rId5" Type="http://schemas.openxmlformats.org/officeDocument/2006/relationships/image" Target="../media/image54.wmf"/><Relationship Id="rId10" Type="http://schemas.openxmlformats.org/officeDocument/2006/relationships/image" Target="../media/image57.wmf"/><Relationship Id="rId4" Type="http://schemas.openxmlformats.org/officeDocument/2006/relationships/image" Target="../media/image15.wmf"/><Relationship Id="rId9" Type="http://schemas.openxmlformats.org/officeDocument/2006/relationships/image" Target="../media/image5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38.wmf"/><Relationship Id="rId7" Type="http://schemas.openxmlformats.org/officeDocument/2006/relationships/image" Target="../media/image58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16.wmf"/><Relationship Id="rId11" Type="http://schemas.openxmlformats.org/officeDocument/2006/relationships/image" Target="../media/image63.wmf"/><Relationship Id="rId5" Type="http://schemas.openxmlformats.org/officeDocument/2006/relationships/image" Target="../media/image54.wmf"/><Relationship Id="rId10" Type="http://schemas.openxmlformats.org/officeDocument/2006/relationships/image" Target="../media/image57.wmf"/><Relationship Id="rId4" Type="http://schemas.openxmlformats.org/officeDocument/2006/relationships/image" Target="../media/image15.wmf"/><Relationship Id="rId9" Type="http://schemas.openxmlformats.org/officeDocument/2006/relationships/image" Target="../media/image5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16.wmf"/><Relationship Id="rId7" Type="http://schemas.openxmlformats.org/officeDocument/2006/relationships/image" Target="../media/image61.wmf"/><Relationship Id="rId2" Type="http://schemas.openxmlformats.org/officeDocument/2006/relationships/image" Target="../media/image42.wmf"/><Relationship Id="rId1" Type="http://schemas.openxmlformats.org/officeDocument/2006/relationships/image" Target="../media/image29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16.wmf"/><Relationship Id="rId5" Type="http://schemas.openxmlformats.org/officeDocument/2006/relationships/image" Target="../media/image54.wmf"/><Relationship Id="rId4" Type="http://schemas.openxmlformats.org/officeDocument/2006/relationships/image" Target="../media/image15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image" Target="../media/image3.wmf"/><Relationship Id="rId3" Type="http://schemas.openxmlformats.org/officeDocument/2006/relationships/image" Target="../media/image57.wmf"/><Relationship Id="rId7" Type="http://schemas.openxmlformats.org/officeDocument/2006/relationships/image" Target="../media/image68.wmf"/><Relationship Id="rId12" Type="http://schemas.openxmlformats.org/officeDocument/2006/relationships/image" Target="../media/image73.wmf"/><Relationship Id="rId2" Type="http://schemas.openxmlformats.org/officeDocument/2006/relationships/image" Target="../media/image54.wmf"/><Relationship Id="rId16" Type="http://schemas.openxmlformats.org/officeDocument/2006/relationships/image" Target="../media/image56.wmf"/><Relationship Id="rId1" Type="http://schemas.openxmlformats.org/officeDocument/2006/relationships/image" Target="../media/image66.wmf"/><Relationship Id="rId6" Type="http://schemas.openxmlformats.org/officeDocument/2006/relationships/image" Target="../media/image67.wmf"/><Relationship Id="rId11" Type="http://schemas.openxmlformats.org/officeDocument/2006/relationships/image" Target="../media/image72.wmf"/><Relationship Id="rId5" Type="http://schemas.openxmlformats.org/officeDocument/2006/relationships/image" Target="../media/image47.wmf"/><Relationship Id="rId15" Type="http://schemas.openxmlformats.org/officeDocument/2006/relationships/image" Target="../media/image75.wmf"/><Relationship Id="rId10" Type="http://schemas.openxmlformats.org/officeDocument/2006/relationships/image" Target="../media/image71.wmf"/><Relationship Id="rId4" Type="http://schemas.openxmlformats.org/officeDocument/2006/relationships/image" Target="../media/image40.wmf"/><Relationship Id="rId9" Type="http://schemas.openxmlformats.org/officeDocument/2006/relationships/image" Target="../media/image70.wmf"/><Relationship Id="rId14" Type="http://schemas.openxmlformats.org/officeDocument/2006/relationships/image" Target="../media/image74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74.wmf"/><Relationship Id="rId18" Type="http://schemas.openxmlformats.org/officeDocument/2006/relationships/image" Target="../media/image38.wmf"/><Relationship Id="rId3" Type="http://schemas.openxmlformats.org/officeDocument/2006/relationships/image" Target="../media/image40.wmf"/><Relationship Id="rId21" Type="http://schemas.openxmlformats.org/officeDocument/2006/relationships/image" Target="../media/image16.wmf"/><Relationship Id="rId7" Type="http://schemas.openxmlformats.org/officeDocument/2006/relationships/image" Target="../media/image69.wmf"/><Relationship Id="rId12" Type="http://schemas.openxmlformats.org/officeDocument/2006/relationships/image" Target="../media/image3.wmf"/><Relationship Id="rId17" Type="http://schemas.openxmlformats.org/officeDocument/2006/relationships/image" Target="../media/image29.wmf"/><Relationship Id="rId2" Type="http://schemas.openxmlformats.org/officeDocument/2006/relationships/image" Target="../media/image57.wmf"/><Relationship Id="rId16" Type="http://schemas.openxmlformats.org/officeDocument/2006/relationships/image" Target="../media/image28.wmf"/><Relationship Id="rId20" Type="http://schemas.openxmlformats.org/officeDocument/2006/relationships/image" Target="../media/image58.wmf"/><Relationship Id="rId1" Type="http://schemas.openxmlformats.org/officeDocument/2006/relationships/image" Target="../media/image54.wmf"/><Relationship Id="rId6" Type="http://schemas.openxmlformats.org/officeDocument/2006/relationships/image" Target="../media/image68.wmf"/><Relationship Id="rId11" Type="http://schemas.openxmlformats.org/officeDocument/2006/relationships/image" Target="../media/image73.wmf"/><Relationship Id="rId5" Type="http://schemas.openxmlformats.org/officeDocument/2006/relationships/image" Target="../media/image67.wmf"/><Relationship Id="rId15" Type="http://schemas.openxmlformats.org/officeDocument/2006/relationships/image" Target="../media/image56.wmf"/><Relationship Id="rId10" Type="http://schemas.openxmlformats.org/officeDocument/2006/relationships/image" Target="../media/image72.wmf"/><Relationship Id="rId19" Type="http://schemas.openxmlformats.org/officeDocument/2006/relationships/image" Target="../media/image15.wmf"/><Relationship Id="rId4" Type="http://schemas.openxmlformats.org/officeDocument/2006/relationships/image" Target="../media/image47.wmf"/><Relationship Id="rId9" Type="http://schemas.openxmlformats.org/officeDocument/2006/relationships/image" Target="../media/image71.wmf"/><Relationship Id="rId14" Type="http://schemas.openxmlformats.org/officeDocument/2006/relationships/image" Target="../media/image75.wmf"/><Relationship Id="rId22" Type="http://schemas.openxmlformats.org/officeDocument/2006/relationships/image" Target="../media/image42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18" Type="http://schemas.openxmlformats.org/officeDocument/2006/relationships/image" Target="../media/image16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3.wmf"/><Relationship Id="rId2" Type="http://schemas.openxmlformats.org/officeDocument/2006/relationships/image" Target="../media/image61.wmf"/><Relationship Id="rId16" Type="http://schemas.openxmlformats.org/officeDocument/2006/relationships/image" Target="../media/image42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18" Type="http://schemas.openxmlformats.org/officeDocument/2006/relationships/image" Target="../media/image16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42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18" Type="http://schemas.openxmlformats.org/officeDocument/2006/relationships/image" Target="../media/image16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5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19" Type="http://schemas.openxmlformats.org/officeDocument/2006/relationships/image" Target="../media/image42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18" Type="http://schemas.openxmlformats.org/officeDocument/2006/relationships/image" Target="../media/image16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19" Type="http://schemas.openxmlformats.org/officeDocument/2006/relationships/image" Target="../media/image42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74.wmf"/><Relationship Id="rId18" Type="http://schemas.openxmlformats.org/officeDocument/2006/relationships/image" Target="../media/image85.wmf"/><Relationship Id="rId3" Type="http://schemas.openxmlformats.org/officeDocument/2006/relationships/image" Target="../media/image40.wmf"/><Relationship Id="rId21" Type="http://schemas.openxmlformats.org/officeDocument/2006/relationships/image" Target="../media/image15.wmf"/><Relationship Id="rId7" Type="http://schemas.openxmlformats.org/officeDocument/2006/relationships/image" Target="../media/image69.wmf"/><Relationship Id="rId12" Type="http://schemas.openxmlformats.org/officeDocument/2006/relationships/image" Target="../media/image3.wmf"/><Relationship Id="rId17" Type="http://schemas.openxmlformats.org/officeDocument/2006/relationships/image" Target="../media/image29.wmf"/><Relationship Id="rId2" Type="http://schemas.openxmlformats.org/officeDocument/2006/relationships/image" Target="../media/image57.wmf"/><Relationship Id="rId16" Type="http://schemas.openxmlformats.org/officeDocument/2006/relationships/image" Target="../media/image28.wmf"/><Relationship Id="rId20" Type="http://schemas.openxmlformats.org/officeDocument/2006/relationships/image" Target="../media/image58.wmf"/><Relationship Id="rId1" Type="http://schemas.openxmlformats.org/officeDocument/2006/relationships/image" Target="../media/image54.wmf"/><Relationship Id="rId6" Type="http://schemas.openxmlformats.org/officeDocument/2006/relationships/image" Target="../media/image68.wmf"/><Relationship Id="rId11" Type="http://schemas.openxmlformats.org/officeDocument/2006/relationships/image" Target="../media/image73.wmf"/><Relationship Id="rId5" Type="http://schemas.openxmlformats.org/officeDocument/2006/relationships/image" Target="../media/image67.wmf"/><Relationship Id="rId15" Type="http://schemas.openxmlformats.org/officeDocument/2006/relationships/image" Target="../media/image56.wmf"/><Relationship Id="rId10" Type="http://schemas.openxmlformats.org/officeDocument/2006/relationships/image" Target="../media/image72.wmf"/><Relationship Id="rId19" Type="http://schemas.openxmlformats.org/officeDocument/2006/relationships/image" Target="../media/image83.wmf"/><Relationship Id="rId4" Type="http://schemas.openxmlformats.org/officeDocument/2006/relationships/image" Target="../media/image47.wmf"/><Relationship Id="rId9" Type="http://schemas.openxmlformats.org/officeDocument/2006/relationships/image" Target="../media/image71.wmf"/><Relationship Id="rId14" Type="http://schemas.openxmlformats.org/officeDocument/2006/relationships/image" Target="../media/image75.wmf"/><Relationship Id="rId22" Type="http://schemas.openxmlformats.org/officeDocument/2006/relationships/image" Target="../media/image3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18" Type="http://schemas.openxmlformats.org/officeDocument/2006/relationships/image" Target="../media/image42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18" Type="http://schemas.openxmlformats.org/officeDocument/2006/relationships/image" Target="../media/image42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image" Target="../media/image74.wmf"/><Relationship Id="rId18" Type="http://schemas.openxmlformats.org/officeDocument/2006/relationships/image" Target="../media/image85.wmf"/><Relationship Id="rId3" Type="http://schemas.openxmlformats.org/officeDocument/2006/relationships/image" Target="../media/image40.wmf"/><Relationship Id="rId21" Type="http://schemas.openxmlformats.org/officeDocument/2006/relationships/image" Target="../media/image84.wmf"/><Relationship Id="rId7" Type="http://schemas.openxmlformats.org/officeDocument/2006/relationships/image" Target="../media/image69.wmf"/><Relationship Id="rId12" Type="http://schemas.openxmlformats.org/officeDocument/2006/relationships/image" Target="../media/image3.wmf"/><Relationship Id="rId17" Type="http://schemas.openxmlformats.org/officeDocument/2006/relationships/image" Target="../media/image29.wmf"/><Relationship Id="rId2" Type="http://schemas.openxmlformats.org/officeDocument/2006/relationships/image" Target="../media/image57.wmf"/><Relationship Id="rId16" Type="http://schemas.openxmlformats.org/officeDocument/2006/relationships/image" Target="../media/image28.wmf"/><Relationship Id="rId20" Type="http://schemas.openxmlformats.org/officeDocument/2006/relationships/image" Target="../media/image58.wmf"/><Relationship Id="rId1" Type="http://schemas.openxmlformats.org/officeDocument/2006/relationships/image" Target="../media/image54.wmf"/><Relationship Id="rId6" Type="http://schemas.openxmlformats.org/officeDocument/2006/relationships/image" Target="../media/image68.wmf"/><Relationship Id="rId11" Type="http://schemas.openxmlformats.org/officeDocument/2006/relationships/image" Target="../media/image73.wmf"/><Relationship Id="rId5" Type="http://schemas.openxmlformats.org/officeDocument/2006/relationships/image" Target="../media/image67.wmf"/><Relationship Id="rId15" Type="http://schemas.openxmlformats.org/officeDocument/2006/relationships/image" Target="../media/image56.wmf"/><Relationship Id="rId10" Type="http://schemas.openxmlformats.org/officeDocument/2006/relationships/image" Target="../media/image72.wmf"/><Relationship Id="rId19" Type="http://schemas.openxmlformats.org/officeDocument/2006/relationships/image" Target="../media/image83.wmf"/><Relationship Id="rId4" Type="http://schemas.openxmlformats.org/officeDocument/2006/relationships/image" Target="../media/image47.wmf"/><Relationship Id="rId9" Type="http://schemas.openxmlformats.org/officeDocument/2006/relationships/image" Target="../media/image71.wmf"/><Relationship Id="rId14" Type="http://schemas.openxmlformats.org/officeDocument/2006/relationships/image" Target="../media/image75.wmf"/><Relationship Id="rId22" Type="http://schemas.openxmlformats.org/officeDocument/2006/relationships/image" Target="../media/image86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2.wmf"/><Relationship Id="rId3" Type="http://schemas.openxmlformats.org/officeDocument/2006/relationships/image" Target="../media/image43.wmf"/><Relationship Id="rId7" Type="http://schemas.openxmlformats.org/officeDocument/2006/relationships/image" Target="../media/image74.wmf"/><Relationship Id="rId12" Type="http://schemas.openxmlformats.org/officeDocument/2006/relationships/image" Target="../media/image10.wmf"/><Relationship Id="rId17" Type="http://schemas.openxmlformats.org/officeDocument/2006/relationships/image" Target="../media/image84.wmf"/><Relationship Id="rId2" Type="http://schemas.openxmlformats.org/officeDocument/2006/relationships/image" Target="../media/image61.wmf"/><Relationship Id="rId16" Type="http://schemas.openxmlformats.org/officeDocument/2006/relationships/image" Target="../media/image86.wmf"/><Relationship Id="rId1" Type="http://schemas.openxmlformats.org/officeDocument/2006/relationships/image" Target="../media/image58.wmf"/><Relationship Id="rId6" Type="http://schemas.openxmlformats.org/officeDocument/2006/relationships/image" Target="../media/image77.wmf"/><Relationship Id="rId11" Type="http://schemas.openxmlformats.org/officeDocument/2006/relationships/image" Target="../media/image81.wmf"/><Relationship Id="rId5" Type="http://schemas.openxmlformats.org/officeDocument/2006/relationships/image" Target="../media/image76.wmf"/><Relationship Id="rId15" Type="http://schemas.openxmlformats.org/officeDocument/2006/relationships/image" Target="../media/image29.wmf"/><Relationship Id="rId10" Type="http://schemas.openxmlformats.org/officeDocument/2006/relationships/image" Target="../media/image80.wmf"/><Relationship Id="rId4" Type="http://schemas.openxmlformats.org/officeDocument/2006/relationships/image" Target="../media/image49.wmf"/><Relationship Id="rId9" Type="http://schemas.openxmlformats.org/officeDocument/2006/relationships/image" Target="../media/image79.wmf"/><Relationship Id="rId14" Type="http://schemas.openxmlformats.org/officeDocument/2006/relationships/image" Target="../media/image60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66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88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90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91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38.wmf"/><Relationship Id="rId7" Type="http://schemas.openxmlformats.org/officeDocument/2006/relationships/image" Target="../media/image17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16.wmf"/><Relationship Id="rId5" Type="http://schemas.openxmlformats.org/officeDocument/2006/relationships/image" Target="../media/image57.wmf"/><Relationship Id="rId4" Type="http://schemas.openxmlformats.org/officeDocument/2006/relationships/image" Target="../media/image15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83.wmf"/><Relationship Id="rId7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29.wmf"/><Relationship Id="rId6" Type="http://schemas.openxmlformats.org/officeDocument/2006/relationships/image" Target="../media/image42.wmf"/><Relationship Id="rId5" Type="http://schemas.openxmlformats.org/officeDocument/2006/relationships/image" Target="../media/image16.wmf"/><Relationship Id="rId10" Type="http://schemas.openxmlformats.org/officeDocument/2006/relationships/image" Target="../media/image93.wmf"/><Relationship Id="rId4" Type="http://schemas.openxmlformats.org/officeDocument/2006/relationships/image" Target="../media/image40.wmf"/><Relationship Id="rId9" Type="http://schemas.openxmlformats.org/officeDocument/2006/relationships/image" Target="../media/image54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image" Target="../media/image94.wmf"/><Relationship Id="rId3" Type="http://schemas.openxmlformats.org/officeDocument/2006/relationships/image" Target="../media/image85.wmf"/><Relationship Id="rId7" Type="http://schemas.openxmlformats.org/officeDocument/2006/relationships/image" Target="../media/image38.wmf"/><Relationship Id="rId12" Type="http://schemas.openxmlformats.org/officeDocument/2006/relationships/image" Target="../media/image42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15.wmf"/><Relationship Id="rId11" Type="http://schemas.openxmlformats.org/officeDocument/2006/relationships/image" Target="../media/image16.wmf"/><Relationship Id="rId5" Type="http://schemas.openxmlformats.org/officeDocument/2006/relationships/image" Target="../media/image40.wmf"/><Relationship Id="rId15" Type="http://schemas.openxmlformats.org/officeDocument/2006/relationships/image" Target="../media/image61.wmf"/><Relationship Id="rId10" Type="http://schemas.openxmlformats.org/officeDocument/2006/relationships/image" Target="../media/image54.wmf"/><Relationship Id="rId4" Type="http://schemas.openxmlformats.org/officeDocument/2006/relationships/image" Target="../media/image83.wmf"/><Relationship Id="rId9" Type="http://schemas.openxmlformats.org/officeDocument/2006/relationships/image" Target="../media/image84.wmf"/><Relationship Id="rId14" Type="http://schemas.openxmlformats.org/officeDocument/2006/relationships/image" Target="../media/image57.w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29.wmf"/><Relationship Id="rId7" Type="http://schemas.openxmlformats.org/officeDocument/2006/relationships/image" Target="../media/image15.wmf"/><Relationship Id="rId2" Type="http://schemas.openxmlformats.org/officeDocument/2006/relationships/image" Target="../media/image28.wmf"/><Relationship Id="rId1" Type="http://schemas.openxmlformats.org/officeDocument/2006/relationships/image" Target="../media/image96.wmf"/><Relationship Id="rId6" Type="http://schemas.openxmlformats.org/officeDocument/2006/relationships/image" Target="../media/image54.wmf"/><Relationship Id="rId5" Type="http://schemas.openxmlformats.org/officeDocument/2006/relationships/image" Target="../media/image97.wmf"/><Relationship Id="rId4" Type="http://schemas.openxmlformats.org/officeDocument/2006/relationships/image" Target="../media/image38.wmf"/><Relationship Id="rId9" Type="http://schemas.openxmlformats.org/officeDocument/2006/relationships/image" Target="../media/image98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5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3.wmf"/><Relationship Id="rId7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27.wmf"/><Relationship Id="rId6" Type="http://schemas.openxmlformats.org/officeDocument/2006/relationships/image" Target="../media/image29.wmf"/><Relationship Id="rId5" Type="http://schemas.openxmlformats.org/officeDocument/2006/relationships/image" Target="../media/image54.wmf"/><Relationship Id="rId4" Type="http://schemas.openxmlformats.org/officeDocument/2006/relationships/image" Target="../media/image28.wmf"/><Relationship Id="rId9" Type="http://schemas.openxmlformats.org/officeDocument/2006/relationships/image" Target="../media/image111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3.wmf"/><Relationship Id="rId1" Type="http://schemas.openxmlformats.org/officeDocument/2006/relationships/image" Target="../media/image112.wmf"/><Relationship Id="rId5" Type="http://schemas.openxmlformats.org/officeDocument/2006/relationships/image" Target="../media/image103.wmf"/><Relationship Id="rId4" Type="http://schemas.openxmlformats.org/officeDocument/2006/relationships/image" Target="../media/image108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07.wmf"/><Relationship Id="rId4" Type="http://schemas.openxmlformats.org/officeDocument/2006/relationships/image" Target="../media/image115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54.wmf"/><Relationship Id="rId7" Type="http://schemas.openxmlformats.org/officeDocument/2006/relationships/image" Target="../media/image119.wmf"/><Relationship Id="rId12" Type="http://schemas.openxmlformats.org/officeDocument/2006/relationships/image" Target="../media/image124.wmf"/><Relationship Id="rId2" Type="http://schemas.openxmlformats.org/officeDocument/2006/relationships/image" Target="../media/image116.wmf"/><Relationship Id="rId1" Type="http://schemas.openxmlformats.org/officeDocument/2006/relationships/image" Target="../media/image28.wmf"/><Relationship Id="rId6" Type="http://schemas.openxmlformats.org/officeDocument/2006/relationships/image" Target="../media/image29.wmf"/><Relationship Id="rId11" Type="http://schemas.openxmlformats.org/officeDocument/2006/relationships/image" Target="../media/image123.wmf"/><Relationship Id="rId5" Type="http://schemas.openxmlformats.org/officeDocument/2006/relationships/image" Target="../media/image118.wmf"/><Relationship Id="rId10" Type="http://schemas.openxmlformats.org/officeDocument/2006/relationships/image" Target="../media/image122.wmf"/><Relationship Id="rId4" Type="http://schemas.openxmlformats.org/officeDocument/2006/relationships/image" Target="../media/image117.wmf"/><Relationship Id="rId9" Type="http://schemas.openxmlformats.org/officeDocument/2006/relationships/image" Target="../media/image121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8.wmf"/><Relationship Id="rId7" Type="http://schemas.openxmlformats.org/officeDocument/2006/relationships/image" Target="../media/image127.wmf"/><Relationship Id="rId2" Type="http://schemas.openxmlformats.org/officeDocument/2006/relationships/image" Target="../media/image125.wmf"/><Relationship Id="rId1" Type="http://schemas.openxmlformats.org/officeDocument/2006/relationships/image" Target="../media/image29.wmf"/><Relationship Id="rId6" Type="http://schemas.openxmlformats.org/officeDocument/2006/relationships/image" Target="../media/image126.wmf"/><Relationship Id="rId5" Type="http://schemas.openxmlformats.org/officeDocument/2006/relationships/image" Target="../media/image120.wmf"/><Relationship Id="rId10" Type="http://schemas.openxmlformats.org/officeDocument/2006/relationships/image" Target="../media/image128.wmf"/><Relationship Id="rId4" Type="http://schemas.openxmlformats.org/officeDocument/2006/relationships/image" Target="../media/image119.wmf"/><Relationship Id="rId9" Type="http://schemas.openxmlformats.org/officeDocument/2006/relationships/image" Target="../media/image110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5.wmf"/><Relationship Id="rId1" Type="http://schemas.openxmlformats.org/officeDocument/2006/relationships/image" Target="../media/image29.wmf"/><Relationship Id="rId6" Type="http://schemas.openxmlformats.org/officeDocument/2006/relationships/image" Target="../media/image124.wmf"/><Relationship Id="rId5" Type="http://schemas.openxmlformats.org/officeDocument/2006/relationships/image" Target="../media/image130.wmf"/><Relationship Id="rId4" Type="http://schemas.openxmlformats.org/officeDocument/2006/relationships/image" Target="../media/image119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107.wmf"/><Relationship Id="rId3" Type="http://schemas.openxmlformats.org/officeDocument/2006/relationships/image" Target="../media/image40.wmf"/><Relationship Id="rId7" Type="http://schemas.openxmlformats.org/officeDocument/2006/relationships/image" Target="../media/image132.wmf"/><Relationship Id="rId12" Type="http://schemas.openxmlformats.org/officeDocument/2006/relationships/image" Target="../media/image136.wmf"/><Relationship Id="rId2" Type="http://schemas.openxmlformats.org/officeDocument/2006/relationships/image" Target="../media/image57.wmf"/><Relationship Id="rId1" Type="http://schemas.openxmlformats.org/officeDocument/2006/relationships/image" Target="../media/image58.wmf"/><Relationship Id="rId6" Type="http://schemas.openxmlformats.org/officeDocument/2006/relationships/image" Target="../media/image131.wmf"/><Relationship Id="rId11" Type="http://schemas.openxmlformats.org/officeDocument/2006/relationships/image" Target="../media/image75.wmf"/><Relationship Id="rId5" Type="http://schemas.openxmlformats.org/officeDocument/2006/relationships/image" Target="../media/image56.wmf"/><Relationship Id="rId10" Type="http://schemas.openxmlformats.org/officeDocument/2006/relationships/image" Target="../media/image135.wmf"/><Relationship Id="rId4" Type="http://schemas.openxmlformats.org/officeDocument/2006/relationships/image" Target="../media/image47.wmf"/><Relationship Id="rId9" Type="http://schemas.openxmlformats.org/officeDocument/2006/relationships/image" Target="../media/image134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125.wmf"/><Relationship Id="rId3" Type="http://schemas.openxmlformats.org/officeDocument/2006/relationships/image" Target="../media/image28.wmf"/><Relationship Id="rId7" Type="http://schemas.openxmlformats.org/officeDocument/2006/relationships/image" Target="../media/image118.wmf"/><Relationship Id="rId12" Type="http://schemas.openxmlformats.org/officeDocument/2006/relationships/image" Target="../media/image140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6" Type="http://schemas.openxmlformats.org/officeDocument/2006/relationships/image" Target="../media/image117.wmf"/><Relationship Id="rId11" Type="http://schemas.openxmlformats.org/officeDocument/2006/relationships/image" Target="../media/image139.wmf"/><Relationship Id="rId5" Type="http://schemas.openxmlformats.org/officeDocument/2006/relationships/image" Target="../media/image54.wmf"/><Relationship Id="rId15" Type="http://schemas.openxmlformats.org/officeDocument/2006/relationships/image" Target="../media/image141.wmf"/><Relationship Id="rId10" Type="http://schemas.openxmlformats.org/officeDocument/2006/relationships/image" Target="../media/image120.wmf"/><Relationship Id="rId4" Type="http://schemas.openxmlformats.org/officeDocument/2006/relationships/image" Target="../media/image116.wmf"/><Relationship Id="rId9" Type="http://schemas.openxmlformats.org/officeDocument/2006/relationships/image" Target="../media/image119.wmf"/><Relationship Id="rId14" Type="http://schemas.openxmlformats.org/officeDocument/2006/relationships/image" Target="../media/image75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image" Target="../media/image134.wmf"/><Relationship Id="rId3" Type="http://schemas.openxmlformats.org/officeDocument/2006/relationships/image" Target="../media/image58.wmf"/><Relationship Id="rId7" Type="http://schemas.openxmlformats.org/officeDocument/2006/relationships/image" Target="../media/image40.wmf"/><Relationship Id="rId12" Type="http://schemas.openxmlformats.org/officeDocument/2006/relationships/image" Target="../media/image133.wmf"/><Relationship Id="rId2" Type="http://schemas.openxmlformats.org/officeDocument/2006/relationships/image" Target="../media/image125.wmf"/><Relationship Id="rId16" Type="http://schemas.openxmlformats.org/officeDocument/2006/relationships/image" Target="../media/image136.wmf"/><Relationship Id="rId1" Type="http://schemas.openxmlformats.org/officeDocument/2006/relationships/image" Target="../media/image29.wmf"/><Relationship Id="rId6" Type="http://schemas.openxmlformats.org/officeDocument/2006/relationships/image" Target="../media/image57.wmf"/><Relationship Id="rId11" Type="http://schemas.openxmlformats.org/officeDocument/2006/relationships/image" Target="../media/image132.wmf"/><Relationship Id="rId5" Type="http://schemas.openxmlformats.org/officeDocument/2006/relationships/image" Target="../media/image120.wmf"/><Relationship Id="rId15" Type="http://schemas.openxmlformats.org/officeDocument/2006/relationships/image" Target="../media/image82.wmf"/><Relationship Id="rId10" Type="http://schemas.openxmlformats.org/officeDocument/2006/relationships/image" Target="../media/image131.wmf"/><Relationship Id="rId4" Type="http://schemas.openxmlformats.org/officeDocument/2006/relationships/image" Target="../media/image119.wmf"/><Relationship Id="rId9" Type="http://schemas.openxmlformats.org/officeDocument/2006/relationships/image" Target="../media/image56.wmf"/><Relationship Id="rId14" Type="http://schemas.openxmlformats.org/officeDocument/2006/relationships/image" Target="../media/image135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image" Target="../media/image125.wmf"/><Relationship Id="rId3" Type="http://schemas.openxmlformats.org/officeDocument/2006/relationships/image" Target="../media/image61.wmf"/><Relationship Id="rId7" Type="http://schemas.openxmlformats.org/officeDocument/2006/relationships/image" Target="../media/image142.wmf"/><Relationship Id="rId12" Type="http://schemas.openxmlformats.org/officeDocument/2006/relationships/image" Target="../media/image82.wmf"/><Relationship Id="rId2" Type="http://schemas.openxmlformats.org/officeDocument/2006/relationships/image" Target="../media/image58.wmf"/><Relationship Id="rId1" Type="http://schemas.openxmlformats.org/officeDocument/2006/relationships/image" Target="../media/image29.wmf"/><Relationship Id="rId6" Type="http://schemas.openxmlformats.org/officeDocument/2006/relationships/image" Target="../media/image60.wmf"/><Relationship Id="rId11" Type="http://schemas.openxmlformats.org/officeDocument/2006/relationships/image" Target="../media/image136.wmf"/><Relationship Id="rId5" Type="http://schemas.openxmlformats.org/officeDocument/2006/relationships/image" Target="../media/image49.wmf"/><Relationship Id="rId15" Type="http://schemas.openxmlformats.org/officeDocument/2006/relationships/image" Target="../media/image120.wmf"/><Relationship Id="rId10" Type="http://schemas.openxmlformats.org/officeDocument/2006/relationships/image" Target="../media/image145.wmf"/><Relationship Id="rId4" Type="http://schemas.openxmlformats.org/officeDocument/2006/relationships/image" Target="../media/image43.wmf"/><Relationship Id="rId9" Type="http://schemas.openxmlformats.org/officeDocument/2006/relationships/image" Target="../media/image144.wmf"/><Relationship Id="rId14" Type="http://schemas.openxmlformats.org/officeDocument/2006/relationships/image" Target="../media/image119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25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5" Type="http://schemas.openxmlformats.org/officeDocument/2006/relationships/image" Target="../media/image120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19.w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28.wmf"/><Relationship Id="rId18" Type="http://schemas.openxmlformats.org/officeDocument/2006/relationships/image" Target="../media/image119.wmf"/><Relationship Id="rId3" Type="http://schemas.openxmlformats.org/officeDocument/2006/relationships/image" Target="../media/image40.wmf"/><Relationship Id="rId7" Type="http://schemas.openxmlformats.org/officeDocument/2006/relationships/image" Target="../media/image132.wmf"/><Relationship Id="rId12" Type="http://schemas.openxmlformats.org/officeDocument/2006/relationships/image" Target="../media/image136.wmf"/><Relationship Id="rId17" Type="http://schemas.openxmlformats.org/officeDocument/2006/relationships/image" Target="../media/image29.wmf"/><Relationship Id="rId2" Type="http://schemas.openxmlformats.org/officeDocument/2006/relationships/image" Target="../media/image57.wmf"/><Relationship Id="rId16" Type="http://schemas.openxmlformats.org/officeDocument/2006/relationships/image" Target="../media/image118.wmf"/><Relationship Id="rId1" Type="http://schemas.openxmlformats.org/officeDocument/2006/relationships/image" Target="../media/image54.wmf"/><Relationship Id="rId6" Type="http://schemas.openxmlformats.org/officeDocument/2006/relationships/image" Target="../media/image131.wmf"/><Relationship Id="rId11" Type="http://schemas.openxmlformats.org/officeDocument/2006/relationships/image" Target="../media/image75.wmf"/><Relationship Id="rId5" Type="http://schemas.openxmlformats.org/officeDocument/2006/relationships/image" Target="../media/image56.wmf"/><Relationship Id="rId15" Type="http://schemas.openxmlformats.org/officeDocument/2006/relationships/image" Target="../media/image117.wmf"/><Relationship Id="rId10" Type="http://schemas.openxmlformats.org/officeDocument/2006/relationships/image" Target="../media/image135.wmf"/><Relationship Id="rId19" Type="http://schemas.openxmlformats.org/officeDocument/2006/relationships/image" Target="../media/image120.wmf"/><Relationship Id="rId4" Type="http://schemas.openxmlformats.org/officeDocument/2006/relationships/image" Target="../media/image47.wmf"/><Relationship Id="rId9" Type="http://schemas.openxmlformats.org/officeDocument/2006/relationships/image" Target="../media/image134.wmf"/><Relationship Id="rId14" Type="http://schemas.openxmlformats.org/officeDocument/2006/relationships/image" Target="../media/image61.w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5" Type="http://schemas.openxmlformats.org/officeDocument/2006/relationships/image" Target="../media/image116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7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5" Type="http://schemas.openxmlformats.org/officeDocument/2006/relationships/image" Target="../media/image125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28.wmf"/><Relationship Id="rId18" Type="http://schemas.openxmlformats.org/officeDocument/2006/relationships/image" Target="../media/image119.wmf"/><Relationship Id="rId3" Type="http://schemas.openxmlformats.org/officeDocument/2006/relationships/image" Target="../media/image40.wmf"/><Relationship Id="rId7" Type="http://schemas.openxmlformats.org/officeDocument/2006/relationships/image" Target="../media/image132.wmf"/><Relationship Id="rId12" Type="http://schemas.openxmlformats.org/officeDocument/2006/relationships/image" Target="../media/image136.wmf"/><Relationship Id="rId17" Type="http://schemas.openxmlformats.org/officeDocument/2006/relationships/image" Target="../media/image118.wmf"/><Relationship Id="rId2" Type="http://schemas.openxmlformats.org/officeDocument/2006/relationships/image" Target="../media/image57.wmf"/><Relationship Id="rId16" Type="http://schemas.openxmlformats.org/officeDocument/2006/relationships/image" Target="../media/image117.wmf"/><Relationship Id="rId20" Type="http://schemas.openxmlformats.org/officeDocument/2006/relationships/image" Target="../media/image120.wmf"/><Relationship Id="rId1" Type="http://schemas.openxmlformats.org/officeDocument/2006/relationships/image" Target="../media/image54.wmf"/><Relationship Id="rId6" Type="http://schemas.openxmlformats.org/officeDocument/2006/relationships/image" Target="../media/image131.wmf"/><Relationship Id="rId11" Type="http://schemas.openxmlformats.org/officeDocument/2006/relationships/image" Target="../media/image75.wmf"/><Relationship Id="rId5" Type="http://schemas.openxmlformats.org/officeDocument/2006/relationships/image" Target="../media/image56.wmf"/><Relationship Id="rId15" Type="http://schemas.openxmlformats.org/officeDocument/2006/relationships/image" Target="../media/image29.wmf"/><Relationship Id="rId10" Type="http://schemas.openxmlformats.org/officeDocument/2006/relationships/image" Target="../media/image135.wmf"/><Relationship Id="rId19" Type="http://schemas.openxmlformats.org/officeDocument/2006/relationships/image" Target="../media/image116.wmf"/><Relationship Id="rId4" Type="http://schemas.openxmlformats.org/officeDocument/2006/relationships/image" Target="../media/image47.wmf"/><Relationship Id="rId9" Type="http://schemas.openxmlformats.org/officeDocument/2006/relationships/image" Target="../media/image134.wmf"/><Relationship Id="rId14" Type="http://schemas.openxmlformats.org/officeDocument/2006/relationships/image" Target="../media/image49.wmf"/></Relationships>
</file>

<file path=ppt/drawings/_rels/vmlDrawing7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5" Type="http://schemas.openxmlformats.org/officeDocument/2006/relationships/image" Target="../media/image125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5" Type="http://schemas.openxmlformats.org/officeDocument/2006/relationships/image" Target="../media/image125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7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19.wmf"/><Relationship Id="rId3" Type="http://schemas.openxmlformats.org/officeDocument/2006/relationships/image" Target="../media/image43.wmf"/><Relationship Id="rId7" Type="http://schemas.openxmlformats.org/officeDocument/2006/relationships/image" Target="../media/image143.wmf"/><Relationship Id="rId12" Type="http://schemas.openxmlformats.org/officeDocument/2006/relationships/image" Target="../media/image29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42.wmf"/><Relationship Id="rId11" Type="http://schemas.openxmlformats.org/officeDocument/2006/relationships/image" Target="../media/image82.wmf"/><Relationship Id="rId5" Type="http://schemas.openxmlformats.org/officeDocument/2006/relationships/image" Target="../media/image60.wmf"/><Relationship Id="rId15" Type="http://schemas.openxmlformats.org/officeDocument/2006/relationships/image" Target="../media/image125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5.wmf"/><Relationship Id="rId14" Type="http://schemas.openxmlformats.org/officeDocument/2006/relationships/image" Target="../media/image120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39.wmf"/><Relationship Id="rId1" Type="http://schemas.openxmlformats.org/officeDocument/2006/relationships/image" Target="../media/image146.wmf"/><Relationship Id="rId4" Type="http://schemas.openxmlformats.org/officeDocument/2006/relationships/image" Target="../media/image148.wmf"/></Relationships>
</file>

<file path=ppt/drawings/_rels/vmlDrawing7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49.wmf"/><Relationship Id="rId2" Type="http://schemas.openxmlformats.org/officeDocument/2006/relationships/image" Target="../media/image58.wmf"/><Relationship Id="rId1" Type="http://schemas.openxmlformats.org/officeDocument/2006/relationships/image" Target="../media/image29.wmf"/><Relationship Id="rId6" Type="http://schemas.openxmlformats.org/officeDocument/2006/relationships/image" Target="../media/image110.wmf"/><Relationship Id="rId5" Type="http://schemas.openxmlformats.org/officeDocument/2006/relationships/image" Target="../media/image123.wmf"/><Relationship Id="rId4" Type="http://schemas.openxmlformats.org/officeDocument/2006/relationships/image" Target="../media/image121.w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0.wmf"/></Relationships>
</file>

<file path=ppt/drawings/_rels/vmlDrawing8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43.wmf"/><Relationship Id="rId7" Type="http://schemas.openxmlformats.org/officeDocument/2006/relationships/image" Target="../media/image60.wmf"/><Relationship Id="rId12" Type="http://schemas.openxmlformats.org/officeDocument/2006/relationships/image" Target="../media/image150.wmf"/><Relationship Id="rId2" Type="http://schemas.openxmlformats.org/officeDocument/2006/relationships/image" Target="../media/image61.wmf"/><Relationship Id="rId1" Type="http://schemas.openxmlformats.org/officeDocument/2006/relationships/image" Target="../media/image58.wmf"/><Relationship Id="rId6" Type="http://schemas.openxmlformats.org/officeDocument/2006/relationships/image" Target="../media/image152.wmf"/><Relationship Id="rId11" Type="http://schemas.openxmlformats.org/officeDocument/2006/relationships/image" Target="../media/image144.wmf"/><Relationship Id="rId5" Type="http://schemas.openxmlformats.org/officeDocument/2006/relationships/image" Target="../media/image151.wmf"/><Relationship Id="rId10" Type="http://schemas.openxmlformats.org/officeDocument/2006/relationships/image" Target="../media/image136.wmf"/><Relationship Id="rId4" Type="http://schemas.openxmlformats.org/officeDocument/2006/relationships/image" Target="../media/image49.wmf"/><Relationship Id="rId9" Type="http://schemas.openxmlformats.org/officeDocument/2006/relationships/image" Target="../media/image143.wmf"/></Relationships>
</file>

<file path=ppt/drawings/_rels/vmlDrawing8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image" Target="../media/image58.wmf"/><Relationship Id="rId18" Type="http://schemas.openxmlformats.org/officeDocument/2006/relationships/image" Target="../media/image118.wmf"/><Relationship Id="rId3" Type="http://schemas.openxmlformats.org/officeDocument/2006/relationships/image" Target="../media/image40.wmf"/><Relationship Id="rId7" Type="http://schemas.openxmlformats.org/officeDocument/2006/relationships/image" Target="../media/image56.wmf"/><Relationship Id="rId12" Type="http://schemas.openxmlformats.org/officeDocument/2006/relationships/image" Target="../media/image28.wmf"/><Relationship Id="rId17" Type="http://schemas.openxmlformats.org/officeDocument/2006/relationships/image" Target="../media/image49.wmf"/><Relationship Id="rId2" Type="http://schemas.openxmlformats.org/officeDocument/2006/relationships/image" Target="../media/image57.wmf"/><Relationship Id="rId16" Type="http://schemas.openxmlformats.org/officeDocument/2006/relationships/image" Target="../media/image119.wmf"/><Relationship Id="rId1" Type="http://schemas.openxmlformats.org/officeDocument/2006/relationships/image" Target="../media/image54.wmf"/><Relationship Id="rId6" Type="http://schemas.openxmlformats.org/officeDocument/2006/relationships/image" Target="../media/image152.wmf"/><Relationship Id="rId11" Type="http://schemas.openxmlformats.org/officeDocument/2006/relationships/image" Target="../media/image133.wmf"/><Relationship Id="rId5" Type="http://schemas.openxmlformats.org/officeDocument/2006/relationships/image" Target="../media/image151.wmf"/><Relationship Id="rId15" Type="http://schemas.openxmlformats.org/officeDocument/2006/relationships/image" Target="../media/image29.wmf"/><Relationship Id="rId10" Type="http://schemas.openxmlformats.org/officeDocument/2006/relationships/image" Target="../media/image135.wmf"/><Relationship Id="rId19" Type="http://schemas.openxmlformats.org/officeDocument/2006/relationships/image" Target="../media/image120.wmf"/><Relationship Id="rId4" Type="http://schemas.openxmlformats.org/officeDocument/2006/relationships/image" Target="../media/image47.wmf"/><Relationship Id="rId9" Type="http://schemas.openxmlformats.org/officeDocument/2006/relationships/image" Target="../media/image132.wmf"/><Relationship Id="rId14" Type="http://schemas.openxmlformats.org/officeDocument/2006/relationships/image" Target="../media/image117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8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13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8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8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7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/Relationships>
</file>

<file path=ppt/drawings/_rels/vmlDrawing8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39A8CABC-FC21-4FBC-98DD-EF775C7B08E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A4576FD2-CF16-4746-8603-036F288A1F5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1F23424-E26A-4665-9A30-3F207D60F7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2B726B-6D70-4FA7-B718-ADB245AB6A0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F93FDF0-B337-4993-AB03-776516C6E60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16A5BE-1416-4B35-935B-0053E742A7E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35E961-6703-4C95-A90F-5CBD0BA1543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2D0FA0-7E41-47B2-BE27-419A2BFE295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E9BDC3-1CF1-462C-B055-589A8687DA4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CFF758-3593-484D-B3E1-35C6F819F32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F9C550-CD28-4CE8-A8B6-FFBF1857529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ED19D9-E769-4560-A4C6-9E7B1179E82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2D287A6-1A71-47DA-9199-67D11135C3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FBD479BA-6EFE-48E2-AAAE-651B35810D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23.bin"/><Relationship Id="rId3" Type="http://schemas.openxmlformats.org/officeDocument/2006/relationships/oleObject" Target="../embeddings/oleObject15.bin"/><Relationship Id="rId21" Type="http://schemas.openxmlformats.org/officeDocument/2006/relationships/image" Target="../media/image23.wmf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20.wmf"/><Relationship Id="rId10" Type="http://schemas.openxmlformats.org/officeDocument/2006/relationships/image" Target="../media/image18.wmf"/><Relationship Id="rId19" Type="http://schemas.openxmlformats.org/officeDocument/2006/relationships/image" Target="../media/image22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Relationship Id="rId14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17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15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4.wmf"/><Relationship Id="rId22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19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oleObject" Target="../embeddings/oleObject41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43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image" Target="../media/image16.wmf"/><Relationship Id="rId5" Type="http://schemas.openxmlformats.org/officeDocument/2006/relationships/oleObject" Target="../embeddings/oleObject36.bin"/><Relationship Id="rId15" Type="http://schemas.openxmlformats.org/officeDocument/2006/relationships/image" Target="../media/image21.wmf"/><Relationship Id="rId10" Type="http://schemas.openxmlformats.org/officeDocument/2006/relationships/oleObject" Target="../embeddings/oleObject40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9.bin"/><Relationship Id="rId14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16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2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3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19.wmf"/><Relationship Id="rId3" Type="http://schemas.openxmlformats.org/officeDocument/2006/relationships/oleObject" Target="../embeddings/oleObject59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1.bin"/><Relationship Id="rId12" Type="http://schemas.openxmlformats.org/officeDocument/2006/relationships/oleObject" Target="../embeddings/oleObject64.bin"/><Relationship Id="rId17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7.bin"/><Relationship Id="rId23" Type="http://schemas.openxmlformats.org/officeDocument/2006/relationships/image" Target="../media/image37.wmf"/><Relationship Id="rId10" Type="http://schemas.openxmlformats.org/officeDocument/2006/relationships/image" Target="../media/image29.wmf"/><Relationship Id="rId19" Type="http://schemas.openxmlformats.org/officeDocument/2006/relationships/oleObject" Target="../embeddings/oleObject69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62.bin"/><Relationship Id="rId14" Type="http://schemas.openxmlformats.org/officeDocument/2006/relationships/oleObject" Target="../embeddings/oleObject66.bin"/><Relationship Id="rId22" Type="http://schemas.openxmlformats.org/officeDocument/2006/relationships/oleObject" Target="../embeddings/oleObject7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oleObject" Target="../embeddings/oleObject79.bin"/><Relationship Id="rId18" Type="http://schemas.openxmlformats.org/officeDocument/2006/relationships/oleObject" Target="../embeddings/oleObject82.bin"/><Relationship Id="rId26" Type="http://schemas.openxmlformats.org/officeDocument/2006/relationships/oleObject" Target="../embeddings/oleObject88.bin"/><Relationship Id="rId3" Type="http://schemas.openxmlformats.org/officeDocument/2006/relationships/oleObject" Target="../embeddings/oleObject72.bin"/><Relationship Id="rId21" Type="http://schemas.openxmlformats.org/officeDocument/2006/relationships/image" Target="../media/image36.wmf"/><Relationship Id="rId34" Type="http://schemas.openxmlformats.org/officeDocument/2006/relationships/oleObject" Target="../embeddings/oleObject94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19.wmf"/><Relationship Id="rId17" Type="http://schemas.openxmlformats.org/officeDocument/2006/relationships/image" Target="../media/image33.wmf"/><Relationship Id="rId25" Type="http://schemas.openxmlformats.org/officeDocument/2006/relationships/oleObject" Target="../embeddings/oleObject87.bin"/><Relationship Id="rId33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1.bin"/><Relationship Id="rId20" Type="http://schemas.openxmlformats.org/officeDocument/2006/relationships/oleObject" Target="../embeddings/oleObject83.bin"/><Relationship Id="rId29" Type="http://schemas.openxmlformats.org/officeDocument/2006/relationships/oleObject" Target="../embeddings/oleObject91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4.bin"/><Relationship Id="rId11" Type="http://schemas.openxmlformats.org/officeDocument/2006/relationships/oleObject" Target="../embeddings/oleObject78.bin"/><Relationship Id="rId24" Type="http://schemas.openxmlformats.org/officeDocument/2006/relationships/oleObject" Target="../embeddings/oleObject86.bin"/><Relationship Id="rId32" Type="http://schemas.openxmlformats.org/officeDocument/2006/relationships/oleObject" Target="../embeddings/oleObject93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5.bin"/><Relationship Id="rId28" Type="http://schemas.openxmlformats.org/officeDocument/2006/relationships/oleObject" Target="../embeddings/oleObject90.bin"/><Relationship Id="rId10" Type="http://schemas.openxmlformats.org/officeDocument/2006/relationships/image" Target="../media/image16.wmf"/><Relationship Id="rId19" Type="http://schemas.openxmlformats.org/officeDocument/2006/relationships/image" Target="../media/image34.wmf"/><Relationship Id="rId31" Type="http://schemas.openxmlformats.org/officeDocument/2006/relationships/image" Target="../media/image38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21.wmf"/><Relationship Id="rId22" Type="http://schemas.openxmlformats.org/officeDocument/2006/relationships/oleObject" Target="../embeddings/oleObject84.bin"/><Relationship Id="rId27" Type="http://schemas.openxmlformats.org/officeDocument/2006/relationships/oleObject" Target="../embeddings/oleObject89.bin"/><Relationship Id="rId30" Type="http://schemas.openxmlformats.org/officeDocument/2006/relationships/oleObject" Target="../embeddings/oleObject92.bin"/><Relationship Id="rId35" Type="http://schemas.openxmlformats.org/officeDocument/2006/relationships/image" Target="../media/image4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oleObject" Target="../embeddings/oleObject102.bin"/><Relationship Id="rId18" Type="http://schemas.openxmlformats.org/officeDocument/2006/relationships/oleObject" Target="../embeddings/oleObject105.bin"/><Relationship Id="rId26" Type="http://schemas.openxmlformats.org/officeDocument/2006/relationships/oleObject" Target="../embeddings/oleObject111.bin"/><Relationship Id="rId3" Type="http://schemas.openxmlformats.org/officeDocument/2006/relationships/oleObject" Target="../embeddings/oleObject95.bin"/><Relationship Id="rId21" Type="http://schemas.openxmlformats.org/officeDocument/2006/relationships/image" Target="../media/image41.wmf"/><Relationship Id="rId34" Type="http://schemas.openxmlformats.org/officeDocument/2006/relationships/oleObject" Target="../embeddings/oleObject117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9.wmf"/><Relationship Id="rId17" Type="http://schemas.openxmlformats.org/officeDocument/2006/relationships/image" Target="../media/image33.wmf"/><Relationship Id="rId25" Type="http://schemas.openxmlformats.org/officeDocument/2006/relationships/oleObject" Target="../embeddings/oleObject110.bin"/><Relationship Id="rId33" Type="http://schemas.openxmlformats.org/officeDocument/2006/relationships/image" Target="../media/image3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6.bin"/><Relationship Id="rId29" Type="http://schemas.openxmlformats.org/officeDocument/2006/relationships/oleObject" Target="../embeddings/oleObject114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7.bin"/><Relationship Id="rId11" Type="http://schemas.openxmlformats.org/officeDocument/2006/relationships/oleObject" Target="../embeddings/oleObject101.bin"/><Relationship Id="rId24" Type="http://schemas.openxmlformats.org/officeDocument/2006/relationships/oleObject" Target="../embeddings/oleObject109.bin"/><Relationship Id="rId32" Type="http://schemas.openxmlformats.org/officeDocument/2006/relationships/oleObject" Target="../embeddings/oleObject116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3.bin"/><Relationship Id="rId23" Type="http://schemas.openxmlformats.org/officeDocument/2006/relationships/oleObject" Target="../embeddings/oleObject108.bin"/><Relationship Id="rId28" Type="http://schemas.openxmlformats.org/officeDocument/2006/relationships/oleObject" Target="../embeddings/oleObject113.bin"/><Relationship Id="rId10" Type="http://schemas.openxmlformats.org/officeDocument/2006/relationships/image" Target="../media/image16.wmf"/><Relationship Id="rId19" Type="http://schemas.openxmlformats.org/officeDocument/2006/relationships/image" Target="../media/image34.wmf"/><Relationship Id="rId31" Type="http://schemas.openxmlformats.org/officeDocument/2006/relationships/image" Target="../media/image4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21.wmf"/><Relationship Id="rId22" Type="http://schemas.openxmlformats.org/officeDocument/2006/relationships/oleObject" Target="../embeddings/oleObject107.bin"/><Relationship Id="rId27" Type="http://schemas.openxmlformats.org/officeDocument/2006/relationships/oleObject" Target="../embeddings/oleObject112.bin"/><Relationship Id="rId30" Type="http://schemas.openxmlformats.org/officeDocument/2006/relationships/oleObject" Target="../embeddings/oleObject115.bin"/><Relationship Id="rId35" Type="http://schemas.openxmlformats.org/officeDocument/2006/relationships/image" Target="../media/image4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127.bin"/><Relationship Id="rId26" Type="http://schemas.openxmlformats.org/officeDocument/2006/relationships/oleObject" Target="../embeddings/oleObject132.bin"/><Relationship Id="rId39" Type="http://schemas.openxmlformats.org/officeDocument/2006/relationships/image" Target="../media/image37.wmf"/><Relationship Id="rId3" Type="http://schemas.openxmlformats.org/officeDocument/2006/relationships/oleObject" Target="../embeddings/oleObject118.bin"/><Relationship Id="rId21" Type="http://schemas.openxmlformats.org/officeDocument/2006/relationships/image" Target="../media/image31.wmf"/><Relationship Id="rId34" Type="http://schemas.openxmlformats.org/officeDocument/2006/relationships/oleObject" Target="../embeddings/oleObject137.bin"/><Relationship Id="rId7" Type="http://schemas.openxmlformats.org/officeDocument/2006/relationships/oleObject" Target="../embeddings/oleObject120.bin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6.wmf"/><Relationship Id="rId25" Type="http://schemas.openxmlformats.org/officeDocument/2006/relationships/oleObject" Target="../embeddings/oleObject131.bin"/><Relationship Id="rId33" Type="http://schemas.openxmlformats.org/officeDocument/2006/relationships/image" Target="../media/image19.wmf"/><Relationship Id="rId38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29" Type="http://schemas.openxmlformats.org/officeDocument/2006/relationships/image" Target="../media/image45.wmf"/><Relationship Id="rId41" Type="http://schemas.openxmlformats.org/officeDocument/2006/relationships/image" Target="../media/image4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wmf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130.bin"/><Relationship Id="rId32" Type="http://schemas.openxmlformats.org/officeDocument/2006/relationships/oleObject" Target="../embeddings/oleObject136.bin"/><Relationship Id="rId37" Type="http://schemas.openxmlformats.org/officeDocument/2006/relationships/image" Target="../media/image38.wmf"/><Relationship Id="rId40" Type="http://schemas.openxmlformats.org/officeDocument/2006/relationships/oleObject" Target="../embeddings/oleObject140.bin"/><Relationship Id="rId5" Type="http://schemas.openxmlformats.org/officeDocument/2006/relationships/oleObject" Target="../embeddings/oleObject119.bin"/><Relationship Id="rId15" Type="http://schemas.openxmlformats.org/officeDocument/2006/relationships/image" Target="../media/image17.wmf"/><Relationship Id="rId23" Type="http://schemas.openxmlformats.org/officeDocument/2006/relationships/image" Target="../media/image44.wmf"/><Relationship Id="rId28" Type="http://schemas.openxmlformats.org/officeDocument/2006/relationships/oleObject" Target="../embeddings/oleObject134.bin"/><Relationship Id="rId36" Type="http://schemas.openxmlformats.org/officeDocument/2006/relationships/oleObject" Target="../embeddings/oleObject138.bin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30.wmf"/><Relationship Id="rId31" Type="http://schemas.openxmlformats.org/officeDocument/2006/relationships/image" Target="../media/image46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22.bin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Relationship Id="rId27" Type="http://schemas.openxmlformats.org/officeDocument/2006/relationships/oleObject" Target="../embeddings/oleObject133.bin"/><Relationship Id="rId30" Type="http://schemas.openxmlformats.org/officeDocument/2006/relationships/oleObject" Target="../embeddings/oleObject135.bin"/><Relationship Id="rId35" Type="http://schemas.openxmlformats.org/officeDocument/2006/relationships/image" Target="../media/image21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49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149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6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44.bin"/><Relationship Id="rId14" Type="http://schemas.openxmlformats.org/officeDocument/2006/relationships/oleObject" Target="../embeddings/oleObject14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156.bin"/><Relationship Id="rId18" Type="http://schemas.openxmlformats.org/officeDocument/2006/relationships/oleObject" Target="../embeddings/oleObject160.bin"/><Relationship Id="rId26" Type="http://schemas.openxmlformats.org/officeDocument/2006/relationships/oleObject" Target="../embeddings/oleObject165.bin"/><Relationship Id="rId3" Type="http://schemas.openxmlformats.org/officeDocument/2006/relationships/oleObject" Target="../embeddings/oleObject151.bin"/><Relationship Id="rId21" Type="http://schemas.openxmlformats.org/officeDocument/2006/relationships/oleObject" Target="../embeddings/oleObject162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159.bin"/><Relationship Id="rId25" Type="http://schemas.openxmlformats.org/officeDocument/2006/relationships/oleObject" Target="../embeddings/oleObject164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58.bin"/><Relationship Id="rId20" Type="http://schemas.openxmlformats.org/officeDocument/2006/relationships/image" Target="../media/image16.wmf"/><Relationship Id="rId29" Type="http://schemas.openxmlformats.org/officeDocument/2006/relationships/image" Target="../media/image5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55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152.bin"/><Relationship Id="rId15" Type="http://schemas.openxmlformats.org/officeDocument/2006/relationships/oleObject" Target="../embeddings/oleObject157.bin"/><Relationship Id="rId23" Type="http://schemas.openxmlformats.org/officeDocument/2006/relationships/oleObject" Target="../embeddings/oleObject163.bin"/><Relationship Id="rId28" Type="http://schemas.openxmlformats.org/officeDocument/2006/relationships/oleObject" Target="../embeddings/oleObject166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61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154.bin"/><Relationship Id="rId14" Type="http://schemas.openxmlformats.org/officeDocument/2006/relationships/image" Target="../media/image29.wmf"/><Relationship Id="rId22" Type="http://schemas.openxmlformats.org/officeDocument/2006/relationships/image" Target="../media/image19.wmf"/><Relationship Id="rId27" Type="http://schemas.openxmlformats.org/officeDocument/2006/relationships/image" Target="../media/image39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18.wmf"/><Relationship Id="rId18" Type="http://schemas.openxmlformats.org/officeDocument/2006/relationships/oleObject" Target="../embeddings/oleObject176.bin"/><Relationship Id="rId26" Type="http://schemas.openxmlformats.org/officeDocument/2006/relationships/oleObject" Target="../embeddings/oleObject180.bin"/><Relationship Id="rId3" Type="http://schemas.openxmlformats.org/officeDocument/2006/relationships/oleObject" Target="../embeddings/oleObject167.bin"/><Relationship Id="rId21" Type="http://schemas.openxmlformats.org/officeDocument/2006/relationships/image" Target="../media/image30.wmf"/><Relationship Id="rId7" Type="http://schemas.openxmlformats.org/officeDocument/2006/relationships/oleObject" Target="../embeddings/oleObject169.bin"/><Relationship Id="rId12" Type="http://schemas.openxmlformats.org/officeDocument/2006/relationships/oleObject" Target="../embeddings/oleObject173.bin"/><Relationship Id="rId17" Type="http://schemas.openxmlformats.org/officeDocument/2006/relationships/image" Target="../media/image16.wmf"/><Relationship Id="rId25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5.bin"/><Relationship Id="rId20" Type="http://schemas.openxmlformats.org/officeDocument/2006/relationships/oleObject" Target="../embeddings/oleObject177.bin"/><Relationship Id="rId29" Type="http://schemas.openxmlformats.org/officeDocument/2006/relationships/image" Target="../media/image48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wmf"/><Relationship Id="rId11" Type="http://schemas.openxmlformats.org/officeDocument/2006/relationships/image" Target="../media/image15.wmf"/><Relationship Id="rId24" Type="http://schemas.openxmlformats.org/officeDocument/2006/relationships/oleObject" Target="../embeddings/oleObject179.bin"/><Relationship Id="rId5" Type="http://schemas.openxmlformats.org/officeDocument/2006/relationships/oleObject" Target="../embeddings/oleObject168.bin"/><Relationship Id="rId15" Type="http://schemas.openxmlformats.org/officeDocument/2006/relationships/image" Target="../media/image17.wmf"/><Relationship Id="rId23" Type="http://schemas.openxmlformats.org/officeDocument/2006/relationships/image" Target="../media/image31.wmf"/><Relationship Id="rId28" Type="http://schemas.openxmlformats.org/officeDocument/2006/relationships/oleObject" Target="../embeddings/oleObject181.bin"/><Relationship Id="rId10" Type="http://schemas.openxmlformats.org/officeDocument/2006/relationships/oleObject" Target="../embeddings/oleObject172.bin"/><Relationship Id="rId19" Type="http://schemas.openxmlformats.org/officeDocument/2006/relationships/image" Target="../media/image37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71.bin"/><Relationship Id="rId14" Type="http://schemas.openxmlformats.org/officeDocument/2006/relationships/oleObject" Target="../embeddings/oleObject174.bin"/><Relationship Id="rId22" Type="http://schemas.openxmlformats.org/officeDocument/2006/relationships/oleObject" Target="../embeddings/oleObject178.bin"/><Relationship Id="rId27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190.bin"/><Relationship Id="rId5" Type="http://schemas.openxmlformats.org/officeDocument/2006/relationships/oleObject" Target="../embeddings/oleObject187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18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4.bin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59.wmf"/><Relationship Id="rId3" Type="http://schemas.openxmlformats.org/officeDocument/2006/relationships/oleObject" Target="../embeddings/oleObject191.bin"/><Relationship Id="rId21" Type="http://schemas.openxmlformats.org/officeDocument/2006/relationships/oleObject" Target="../embeddings/oleObject202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9.bin"/><Relationship Id="rId20" Type="http://schemas.openxmlformats.org/officeDocument/2006/relationships/image" Target="../media/image6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196.bin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8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201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58.wmf"/><Relationship Id="rId22" Type="http://schemas.openxmlformats.org/officeDocument/2006/relationships/image" Target="../media/image61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13" Type="http://schemas.openxmlformats.org/officeDocument/2006/relationships/oleObject" Target="../embeddings/oleObject209.bin"/><Relationship Id="rId18" Type="http://schemas.openxmlformats.org/officeDocument/2006/relationships/oleObject" Target="../embeddings/oleObject212.bin"/><Relationship Id="rId3" Type="http://schemas.openxmlformats.org/officeDocument/2006/relationships/oleObject" Target="../embeddings/oleObject203.bin"/><Relationship Id="rId21" Type="http://schemas.openxmlformats.org/officeDocument/2006/relationships/image" Target="../media/image56.wmf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16.wmf"/><Relationship Id="rId17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1.bin"/><Relationship Id="rId20" Type="http://schemas.openxmlformats.org/officeDocument/2006/relationships/oleObject" Target="../embeddings/oleObject213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08.bin"/><Relationship Id="rId5" Type="http://schemas.openxmlformats.org/officeDocument/2006/relationships/oleObject" Target="../embeddings/oleObject204.bin"/><Relationship Id="rId15" Type="http://schemas.openxmlformats.org/officeDocument/2006/relationships/oleObject" Target="../embeddings/oleObject210.bin"/><Relationship Id="rId23" Type="http://schemas.openxmlformats.org/officeDocument/2006/relationships/image" Target="../media/image57.wmf"/><Relationship Id="rId10" Type="http://schemas.openxmlformats.org/officeDocument/2006/relationships/image" Target="../media/image15.wmf"/><Relationship Id="rId19" Type="http://schemas.openxmlformats.org/officeDocument/2006/relationships/image" Target="../media/image55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54.wmf"/><Relationship Id="rId22" Type="http://schemas.openxmlformats.org/officeDocument/2006/relationships/oleObject" Target="../embeddings/oleObject21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13" Type="http://schemas.openxmlformats.org/officeDocument/2006/relationships/oleObject" Target="../embeddings/oleObject222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215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2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17.bin"/><Relationship Id="rId11" Type="http://schemas.openxmlformats.org/officeDocument/2006/relationships/oleObject" Target="../embeddings/oleObject221.bin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4.bin"/><Relationship Id="rId10" Type="http://schemas.openxmlformats.org/officeDocument/2006/relationships/oleObject" Target="../embeddings/oleObject220.bin"/><Relationship Id="rId19" Type="http://schemas.openxmlformats.org/officeDocument/2006/relationships/oleObject" Target="../embeddings/oleObject226.bin"/><Relationship Id="rId4" Type="http://schemas.openxmlformats.org/officeDocument/2006/relationships/image" Target="../media/image29.wmf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22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oleObject" Target="../embeddings/oleObject234.bin"/><Relationship Id="rId18" Type="http://schemas.openxmlformats.org/officeDocument/2006/relationships/image" Target="../media/image60.wmf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29.bin"/><Relationship Id="rId11" Type="http://schemas.openxmlformats.org/officeDocument/2006/relationships/oleObject" Target="../embeddings/oleObject233.bin"/><Relationship Id="rId5" Type="http://schemas.openxmlformats.org/officeDocument/2006/relationships/oleObject" Target="../embeddings/oleObject228.bin"/><Relationship Id="rId15" Type="http://schemas.openxmlformats.org/officeDocument/2006/relationships/oleObject" Target="../embeddings/oleObject236.bin"/><Relationship Id="rId10" Type="http://schemas.openxmlformats.org/officeDocument/2006/relationships/oleObject" Target="../embeddings/oleObject232.bin"/><Relationship Id="rId19" Type="http://schemas.openxmlformats.org/officeDocument/2006/relationships/oleObject" Target="../embeddings/oleObject238.bin"/><Relationship Id="rId4" Type="http://schemas.openxmlformats.org/officeDocument/2006/relationships/image" Target="../media/image29.wmf"/><Relationship Id="rId9" Type="http://schemas.openxmlformats.org/officeDocument/2006/relationships/image" Target="../media/image16.wmf"/><Relationship Id="rId14" Type="http://schemas.openxmlformats.org/officeDocument/2006/relationships/oleObject" Target="../embeddings/oleObject235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2.bin"/><Relationship Id="rId13" Type="http://schemas.openxmlformats.org/officeDocument/2006/relationships/oleObject" Target="../embeddings/oleObject245.bin"/><Relationship Id="rId18" Type="http://schemas.openxmlformats.org/officeDocument/2006/relationships/oleObject" Target="../embeddings/oleObject248.bin"/><Relationship Id="rId3" Type="http://schemas.openxmlformats.org/officeDocument/2006/relationships/oleObject" Target="../embeddings/oleObject239.bin"/><Relationship Id="rId21" Type="http://schemas.openxmlformats.org/officeDocument/2006/relationships/image" Target="../media/image56.wmf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16.wmf"/><Relationship Id="rId17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7.bin"/><Relationship Id="rId20" Type="http://schemas.openxmlformats.org/officeDocument/2006/relationships/oleObject" Target="../embeddings/oleObject249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6.bin"/><Relationship Id="rId23" Type="http://schemas.openxmlformats.org/officeDocument/2006/relationships/image" Target="../media/image57.wmf"/><Relationship Id="rId10" Type="http://schemas.openxmlformats.org/officeDocument/2006/relationships/image" Target="../media/image15.wmf"/><Relationship Id="rId19" Type="http://schemas.openxmlformats.org/officeDocument/2006/relationships/image" Target="../media/image55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62.wmf"/><Relationship Id="rId22" Type="http://schemas.openxmlformats.org/officeDocument/2006/relationships/oleObject" Target="../embeddings/oleObject250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256.bin"/><Relationship Id="rId18" Type="http://schemas.openxmlformats.org/officeDocument/2006/relationships/oleObject" Target="../embeddings/oleObject260.bin"/><Relationship Id="rId3" Type="http://schemas.openxmlformats.org/officeDocument/2006/relationships/oleObject" Target="../embeddings/oleObject251.bin"/><Relationship Id="rId21" Type="http://schemas.openxmlformats.org/officeDocument/2006/relationships/oleObject" Target="../embeddings/oleObject262.bin"/><Relationship Id="rId7" Type="http://schemas.openxmlformats.org/officeDocument/2006/relationships/oleObject" Target="../embeddings/oleObject253.bin"/><Relationship Id="rId12" Type="http://schemas.openxmlformats.org/officeDocument/2006/relationships/image" Target="../media/image29.wmf"/><Relationship Id="rId17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9.bin"/><Relationship Id="rId20" Type="http://schemas.openxmlformats.org/officeDocument/2006/relationships/oleObject" Target="../embeddings/oleObject261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255.bin"/><Relationship Id="rId5" Type="http://schemas.openxmlformats.org/officeDocument/2006/relationships/oleObject" Target="../embeddings/oleObject252.bin"/><Relationship Id="rId15" Type="http://schemas.openxmlformats.org/officeDocument/2006/relationships/oleObject" Target="../embeddings/oleObject258.bin"/><Relationship Id="rId10" Type="http://schemas.openxmlformats.org/officeDocument/2006/relationships/image" Target="../media/image61.wmf"/><Relationship Id="rId19" Type="http://schemas.openxmlformats.org/officeDocument/2006/relationships/image" Target="../media/image16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254.bin"/><Relationship Id="rId14" Type="http://schemas.openxmlformats.org/officeDocument/2006/relationships/oleObject" Target="../embeddings/oleObject25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268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263.bin"/><Relationship Id="rId21" Type="http://schemas.openxmlformats.org/officeDocument/2006/relationships/oleObject" Target="../embeddings/oleObject273.bin"/><Relationship Id="rId7" Type="http://schemas.openxmlformats.org/officeDocument/2006/relationships/oleObject" Target="../embeddings/oleObject265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0.bin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267.bin"/><Relationship Id="rId24" Type="http://schemas.openxmlformats.org/officeDocument/2006/relationships/image" Target="../media/image16.wmf"/><Relationship Id="rId5" Type="http://schemas.openxmlformats.org/officeDocument/2006/relationships/oleObject" Target="../embeddings/oleObject264.bin"/><Relationship Id="rId15" Type="http://schemas.openxmlformats.org/officeDocument/2006/relationships/oleObject" Target="../embeddings/oleObject269.bin"/><Relationship Id="rId23" Type="http://schemas.openxmlformats.org/officeDocument/2006/relationships/oleObject" Target="../embeddings/oleObject274.bin"/><Relationship Id="rId10" Type="http://schemas.openxmlformats.org/officeDocument/2006/relationships/image" Target="../media/image57.wmf"/><Relationship Id="rId19" Type="http://schemas.openxmlformats.org/officeDocument/2006/relationships/oleObject" Target="../embeddings/oleObject272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266.bin"/><Relationship Id="rId14" Type="http://schemas.openxmlformats.org/officeDocument/2006/relationships/image" Target="../media/image29.wmf"/><Relationship Id="rId22" Type="http://schemas.openxmlformats.org/officeDocument/2006/relationships/image" Target="../media/image5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280.bin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279.bin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6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13" Type="http://schemas.openxmlformats.org/officeDocument/2006/relationships/oleObject" Target="../embeddings/oleObject287.bin"/><Relationship Id="rId18" Type="http://schemas.openxmlformats.org/officeDocument/2006/relationships/image" Target="../media/image58.wmf"/><Relationship Id="rId26" Type="http://schemas.openxmlformats.org/officeDocument/2006/relationships/image" Target="../media/image63.wmf"/><Relationship Id="rId3" Type="http://schemas.openxmlformats.org/officeDocument/2006/relationships/oleObject" Target="../embeddings/oleObject281.bin"/><Relationship Id="rId21" Type="http://schemas.openxmlformats.org/officeDocument/2006/relationships/oleObject" Target="../embeddings/oleObject291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289.bin"/><Relationship Id="rId25" Type="http://schemas.openxmlformats.org/officeDocument/2006/relationships/oleObject" Target="../embeddings/oleObject2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86.bin"/><Relationship Id="rId24" Type="http://schemas.openxmlformats.org/officeDocument/2006/relationships/image" Target="../media/image57.wmf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8.bin"/><Relationship Id="rId23" Type="http://schemas.openxmlformats.org/officeDocument/2006/relationships/oleObject" Target="../embeddings/oleObject292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290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85.bin"/><Relationship Id="rId14" Type="http://schemas.openxmlformats.org/officeDocument/2006/relationships/image" Target="../media/image54.wmf"/><Relationship Id="rId22" Type="http://schemas.openxmlformats.org/officeDocument/2006/relationships/image" Target="../media/image5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7.bin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58.wmf"/><Relationship Id="rId26" Type="http://schemas.openxmlformats.org/officeDocument/2006/relationships/image" Target="../media/image63.wmf"/><Relationship Id="rId3" Type="http://schemas.openxmlformats.org/officeDocument/2006/relationships/oleObject" Target="../embeddings/oleObject294.bin"/><Relationship Id="rId21" Type="http://schemas.openxmlformats.org/officeDocument/2006/relationships/oleObject" Target="../embeddings/oleObject304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302.bin"/><Relationship Id="rId25" Type="http://schemas.openxmlformats.org/officeDocument/2006/relationships/oleObject" Target="../embeddings/oleObject30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99.bin"/><Relationship Id="rId24" Type="http://schemas.openxmlformats.org/officeDocument/2006/relationships/image" Target="../media/image57.wmf"/><Relationship Id="rId5" Type="http://schemas.openxmlformats.org/officeDocument/2006/relationships/oleObject" Target="../embeddings/oleObject295.bin"/><Relationship Id="rId15" Type="http://schemas.openxmlformats.org/officeDocument/2006/relationships/oleObject" Target="../embeddings/oleObject301.bin"/><Relationship Id="rId23" Type="http://schemas.openxmlformats.org/officeDocument/2006/relationships/oleObject" Target="../embeddings/oleObject305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303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54.wmf"/><Relationship Id="rId22" Type="http://schemas.openxmlformats.org/officeDocument/2006/relationships/image" Target="../media/image5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317.bin"/><Relationship Id="rId3" Type="http://schemas.openxmlformats.org/officeDocument/2006/relationships/oleObject" Target="../embeddings/oleObject307.bin"/><Relationship Id="rId21" Type="http://schemas.openxmlformats.org/officeDocument/2006/relationships/image" Target="../media/image61.wmf"/><Relationship Id="rId7" Type="http://schemas.openxmlformats.org/officeDocument/2006/relationships/oleObject" Target="../embeddings/oleObject310.bin"/><Relationship Id="rId12" Type="http://schemas.openxmlformats.org/officeDocument/2006/relationships/oleObject" Target="../embeddings/oleObject313.bin"/><Relationship Id="rId17" Type="http://schemas.openxmlformats.org/officeDocument/2006/relationships/image" Target="../media/image5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6.bin"/><Relationship Id="rId20" Type="http://schemas.openxmlformats.org/officeDocument/2006/relationships/oleObject" Target="../embeddings/oleObject318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09.bin"/><Relationship Id="rId11" Type="http://schemas.openxmlformats.org/officeDocument/2006/relationships/image" Target="../media/image16.wmf"/><Relationship Id="rId5" Type="http://schemas.openxmlformats.org/officeDocument/2006/relationships/oleObject" Target="../embeddings/oleObject308.bin"/><Relationship Id="rId15" Type="http://schemas.openxmlformats.org/officeDocument/2006/relationships/oleObject" Target="../embeddings/oleObject315.bin"/><Relationship Id="rId23" Type="http://schemas.openxmlformats.org/officeDocument/2006/relationships/image" Target="../media/image65.wmf"/><Relationship Id="rId10" Type="http://schemas.openxmlformats.org/officeDocument/2006/relationships/oleObject" Target="../embeddings/oleObject312.bin"/><Relationship Id="rId19" Type="http://schemas.openxmlformats.org/officeDocument/2006/relationships/image" Target="../media/image60.wmf"/><Relationship Id="rId4" Type="http://schemas.openxmlformats.org/officeDocument/2006/relationships/image" Target="../media/image29.wmf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314.bin"/><Relationship Id="rId22" Type="http://schemas.openxmlformats.org/officeDocument/2006/relationships/oleObject" Target="../embeddings/oleObject31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13" Type="http://schemas.openxmlformats.org/officeDocument/2006/relationships/oleObject" Target="../embeddings/oleObject326.bin"/><Relationship Id="rId18" Type="http://schemas.openxmlformats.org/officeDocument/2006/relationships/oleObject" Target="../embeddings/oleObject329.bin"/><Relationship Id="rId26" Type="http://schemas.openxmlformats.org/officeDocument/2006/relationships/oleObject" Target="../embeddings/oleObject335.bin"/><Relationship Id="rId39" Type="http://schemas.openxmlformats.org/officeDocument/2006/relationships/oleObject" Target="../embeddings/oleObject348.bin"/><Relationship Id="rId3" Type="http://schemas.openxmlformats.org/officeDocument/2006/relationships/oleObject" Target="../embeddings/oleObject320.bin"/><Relationship Id="rId21" Type="http://schemas.openxmlformats.org/officeDocument/2006/relationships/oleObject" Target="../embeddings/oleObject332.bin"/><Relationship Id="rId34" Type="http://schemas.openxmlformats.org/officeDocument/2006/relationships/oleObject" Target="../embeddings/oleObject343.bin"/><Relationship Id="rId42" Type="http://schemas.openxmlformats.org/officeDocument/2006/relationships/oleObject" Target="../embeddings/oleObject351.bin"/><Relationship Id="rId7" Type="http://schemas.openxmlformats.org/officeDocument/2006/relationships/oleObject" Target="../embeddings/oleObject322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328.bin"/><Relationship Id="rId25" Type="http://schemas.openxmlformats.org/officeDocument/2006/relationships/image" Target="../media/image58.wmf"/><Relationship Id="rId33" Type="http://schemas.openxmlformats.org/officeDocument/2006/relationships/oleObject" Target="../embeddings/oleObject342.bin"/><Relationship Id="rId38" Type="http://schemas.openxmlformats.org/officeDocument/2006/relationships/oleObject" Target="../embeddings/oleObject3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oleObject" Target="../embeddings/oleObject331.bin"/><Relationship Id="rId29" Type="http://schemas.openxmlformats.org/officeDocument/2006/relationships/oleObject" Target="../embeddings/oleObject338.bin"/><Relationship Id="rId41" Type="http://schemas.openxmlformats.org/officeDocument/2006/relationships/oleObject" Target="../embeddings/oleObject350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5.bin"/><Relationship Id="rId24" Type="http://schemas.openxmlformats.org/officeDocument/2006/relationships/oleObject" Target="../embeddings/oleObject334.bin"/><Relationship Id="rId32" Type="http://schemas.openxmlformats.org/officeDocument/2006/relationships/oleObject" Target="../embeddings/oleObject341.bin"/><Relationship Id="rId37" Type="http://schemas.openxmlformats.org/officeDocument/2006/relationships/oleObject" Target="../embeddings/oleObject346.bin"/><Relationship Id="rId40" Type="http://schemas.openxmlformats.org/officeDocument/2006/relationships/oleObject" Target="../embeddings/oleObject349.bin"/><Relationship Id="rId5" Type="http://schemas.openxmlformats.org/officeDocument/2006/relationships/oleObject" Target="../embeddings/oleObject321.bin"/><Relationship Id="rId15" Type="http://schemas.openxmlformats.org/officeDocument/2006/relationships/oleObject" Target="../embeddings/oleObject327.bin"/><Relationship Id="rId23" Type="http://schemas.openxmlformats.org/officeDocument/2006/relationships/oleObject" Target="../embeddings/oleObject333.bin"/><Relationship Id="rId28" Type="http://schemas.openxmlformats.org/officeDocument/2006/relationships/oleObject" Target="../embeddings/oleObject337.bin"/><Relationship Id="rId36" Type="http://schemas.openxmlformats.org/officeDocument/2006/relationships/oleObject" Target="../embeddings/oleObject345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330.bin"/><Relationship Id="rId31" Type="http://schemas.openxmlformats.org/officeDocument/2006/relationships/oleObject" Target="../embeddings/oleObject340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54.wmf"/><Relationship Id="rId22" Type="http://schemas.openxmlformats.org/officeDocument/2006/relationships/image" Target="../media/image42.wmf"/><Relationship Id="rId27" Type="http://schemas.openxmlformats.org/officeDocument/2006/relationships/oleObject" Target="../embeddings/oleObject336.bin"/><Relationship Id="rId30" Type="http://schemas.openxmlformats.org/officeDocument/2006/relationships/oleObject" Target="../embeddings/oleObject339.bin"/><Relationship Id="rId35" Type="http://schemas.openxmlformats.org/officeDocument/2006/relationships/oleObject" Target="../embeddings/oleObject344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357.bin"/><Relationship Id="rId18" Type="http://schemas.openxmlformats.org/officeDocument/2006/relationships/image" Target="../media/image69.wmf"/><Relationship Id="rId26" Type="http://schemas.openxmlformats.org/officeDocument/2006/relationships/image" Target="../media/image73.wmf"/><Relationship Id="rId3" Type="http://schemas.openxmlformats.org/officeDocument/2006/relationships/oleObject" Target="../embeddings/oleObject352.bin"/><Relationship Id="rId21" Type="http://schemas.openxmlformats.org/officeDocument/2006/relationships/oleObject" Target="../embeddings/oleObject361.bin"/><Relationship Id="rId34" Type="http://schemas.openxmlformats.org/officeDocument/2006/relationships/oleObject" Target="../embeddings/oleObject368.bin"/><Relationship Id="rId7" Type="http://schemas.openxmlformats.org/officeDocument/2006/relationships/oleObject" Target="../embeddings/oleObject354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359.bin"/><Relationship Id="rId25" Type="http://schemas.openxmlformats.org/officeDocument/2006/relationships/oleObject" Target="../embeddings/oleObject363.bin"/><Relationship Id="rId33" Type="http://schemas.openxmlformats.org/officeDocument/2006/relationships/image" Target="../media/image75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29" Type="http://schemas.openxmlformats.org/officeDocument/2006/relationships/oleObject" Target="../embeddings/oleObject365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356.bin"/><Relationship Id="rId24" Type="http://schemas.openxmlformats.org/officeDocument/2006/relationships/image" Target="../media/image72.wmf"/><Relationship Id="rId32" Type="http://schemas.openxmlformats.org/officeDocument/2006/relationships/oleObject" Target="../embeddings/oleObject367.bin"/><Relationship Id="rId5" Type="http://schemas.openxmlformats.org/officeDocument/2006/relationships/oleObject" Target="../embeddings/oleObject353.bin"/><Relationship Id="rId15" Type="http://schemas.openxmlformats.org/officeDocument/2006/relationships/oleObject" Target="../embeddings/oleObject358.bin"/><Relationship Id="rId23" Type="http://schemas.openxmlformats.org/officeDocument/2006/relationships/oleObject" Target="../embeddings/oleObject362.bin"/><Relationship Id="rId28" Type="http://schemas.openxmlformats.org/officeDocument/2006/relationships/image" Target="../media/image3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360.bin"/><Relationship Id="rId31" Type="http://schemas.openxmlformats.org/officeDocument/2006/relationships/oleObject" Target="../embeddings/oleObject366.bin"/><Relationship Id="rId4" Type="http://schemas.openxmlformats.org/officeDocument/2006/relationships/image" Target="../media/image66.wmf"/><Relationship Id="rId9" Type="http://schemas.openxmlformats.org/officeDocument/2006/relationships/oleObject" Target="../embeddings/oleObject355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Relationship Id="rId27" Type="http://schemas.openxmlformats.org/officeDocument/2006/relationships/oleObject" Target="../embeddings/oleObject364.bin"/><Relationship Id="rId30" Type="http://schemas.openxmlformats.org/officeDocument/2006/relationships/image" Target="../media/image74.wmf"/><Relationship Id="rId35" Type="http://schemas.openxmlformats.org/officeDocument/2006/relationships/image" Target="../media/image5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74.bin"/><Relationship Id="rId18" Type="http://schemas.openxmlformats.org/officeDocument/2006/relationships/image" Target="../media/image70.wmf"/><Relationship Id="rId26" Type="http://schemas.openxmlformats.org/officeDocument/2006/relationships/image" Target="../media/image3.wmf"/><Relationship Id="rId39" Type="http://schemas.openxmlformats.org/officeDocument/2006/relationships/image" Target="../media/image38.wmf"/><Relationship Id="rId3" Type="http://schemas.openxmlformats.org/officeDocument/2006/relationships/oleObject" Target="../embeddings/oleObject369.bin"/><Relationship Id="rId21" Type="http://schemas.openxmlformats.org/officeDocument/2006/relationships/oleObject" Target="../embeddings/oleObject378.bin"/><Relationship Id="rId34" Type="http://schemas.openxmlformats.org/officeDocument/2006/relationships/oleObject" Target="../embeddings/oleObject385.bin"/><Relationship Id="rId42" Type="http://schemas.openxmlformats.org/officeDocument/2006/relationships/oleObject" Target="../embeddings/oleObject389.bin"/><Relationship Id="rId47" Type="http://schemas.openxmlformats.org/officeDocument/2006/relationships/image" Target="../media/image42.wmf"/><Relationship Id="rId7" Type="http://schemas.openxmlformats.org/officeDocument/2006/relationships/oleObject" Target="../embeddings/oleObject371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376.bin"/><Relationship Id="rId25" Type="http://schemas.openxmlformats.org/officeDocument/2006/relationships/oleObject" Target="../embeddings/oleObject380.bin"/><Relationship Id="rId33" Type="http://schemas.openxmlformats.org/officeDocument/2006/relationships/image" Target="../media/image56.wmf"/><Relationship Id="rId38" Type="http://schemas.openxmlformats.org/officeDocument/2006/relationships/oleObject" Target="../embeddings/oleObject387.bin"/><Relationship Id="rId46" Type="http://schemas.openxmlformats.org/officeDocument/2006/relationships/oleObject" Target="../embeddings/oleObject39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29" Type="http://schemas.openxmlformats.org/officeDocument/2006/relationships/oleObject" Target="../embeddings/oleObject382.bin"/><Relationship Id="rId41" Type="http://schemas.openxmlformats.org/officeDocument/2006/relationships/image" Target="../media/image15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373.bin"/><Relationship Id="rId24" Type="http://schemas.openxmlformats.org/officeDocument/2006/relationships/image" Target="../media/image73.wmf"/><Relationship Id="rId32" Type="http://schemas.openxmlformats.org/officeDocument/2006/relationships/oleObject" Target="../embeddings/oleObject384.bin"/><Relationship Id="rId37" Type="http://schemas.openxmlformats.org/officeDocument/2006/relationships/image" Target="../media/image29.wmf"/><Relationship Id="rId40" Type="http://schemas.openxmlformats.org/officeDocument/2006/relationships/oleObject" Target="../embeddings/oleObject388.bin"/><Relationship Id="rId45" Type="http://schemas.openxmlformats.org/officeDocument/2006/relationships/image" Target="../media/image16.wmf"/><Relationship Id="rId5" Type="http://schemas.openxmlformats.org/officeDocument/2006/relationships/oleObject" Target="../embeddings/oleObject370.bin"/><Relationship Id="rId15" Type="http://schemas.openxmlformats.org/officeDocument/2006/relationships/oleObject" Target="../embeddings/oleObject375.bin"/><Relationship Id="rId23" Type="http://schemas.openxmlformats.org/officeDocument/2006/relationships/oleObject" Target="../embeddings/oleObject379.bin"/><Relationship Id="rId28" Type="http://schemas.openxmlformats.org/officeDocument/2006/relationships/image" Target="../media/image74.wmf"/><Relationship Id="rId36" Type="http://schemas.openxmlformats.org/officeDocument/2006/relationships/oleObject" Target="../embeddings/oleObject386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377.bin"/><Relationship Id="rId31" Type="http://schemas.openxmlformats.org/officeDocument/2006/relationships/image" Target="../media/image75.wmf"/><Relationship Id="rId44" Type="http://schemas.openxmlformats.org/officeDocument/2006/relationships/oleObject" Target="../embeddings/oleObject390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372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Relationship Id="rId27" Type="http://schemas.openxmlformats.org/officeDocument/2006/relationships/oleObject" Target="../embeddings/oleObject381.bin"/><Relationship Id="rId30" Type="http://schemas.openxmlformats.org/officeDocument/2006/relationships/oleObject" Target="../embeddings/oleObject383.bin"/><Relationship Id="rId35" Type="http://schemas.openxmlformats.org/officeDocument/2006/relationships/image" Target="../media/image28.wmf"/><Relationship Id="rId43" Type="http://schemas.openxmlformats.org/officeDocument/2006/relationships/image" Target="../media/image58.wmf"/><Relationship Id="rId48" Type="http://schemas.openxmlformats.org/officeDocument/2006/relationships/oleObject" Target="../embeddings/oleObject39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398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3.wmf"/><Relationship Id="rId3" Type="http://schemas.openxmlformats.org/officeDocument/2006/relationships/oleObject" Target="../embeddings/oleObject393.bin"/><Relationship Id="rId21" Type="http://schemas.openxmlformats.org/officeDocument/2006/relationships/oleObject" Target="../embeddings/oleObject402.bin"/><Relationship Id="rId34" Type="http://schemas.openxmlformats.org/officeDocument/2006/relationships/image" Target="../media/image29.wmf"/><Relationship Id="rId42" Type="http://schemas.openxmlformats.org/officeDocument/2006/relationships/image" Target="../media/image16.wmf"/><Relationship Id="rId7" Type="http://schemas.openxmlformats.org/officeDocument/2006/relationships/oleObject" Target="../embeddings/oleObject395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400.bin"/><Relationship Id="rId25" Type="http://schemas.openxmlformats.org/officeDocument/2006/relationships/oleObject" Target="../embeddings/oleObject404.bin"/><Relationship Id="rId33" Type="http://schemas.openxmlformats.org/officeDocument/2006/relationships/oleObject" Target="../embeddings/oleObject409.bin"/><Relationship Id="rId38" Type="http://schemas.openxmlformats.org/officeDocument/2006/relationships/oleObject" Target="../embeddings/oleObject4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407.bin"/><Relationship Id="rId41" Type="http://schemas.openxmlformats.org/officeDocument/2006/relationships/oleObject" Target="../embeddings/oleObject414.bin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397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42.wmf"/><Relationship Id="rId40" Type="http://schemas.openxmlformats.org/officeDocument/2006/relationships/oleObject" Target="../embeddings/oleObject413.bin"/><Relationship Id="rId5" Type="http://schemas.openxmlformats.org/officeDocument/2006/relationships/oleObject" Target="../embeddings/oleObject394.bin"/><Relationship Id="rId15" Type="http://schemas.openxmlformats.org/officeDocument/2006/relationships/oleObject" Target="../embeddings/oleObject399.bin"/><Relationship Id="rId23" Type="http://schemas.openxmlformats.org/officeDocument/2006/relationships/oleObject" Target="../embeddings/oleObject403.bin"/><Relationship Id="rId28" Type="http://schemas.openxmlformats.org/officeDocument/2006/relationships/oleObject" Target="../embeddings/oleObject406.bin"/><Relationship Id="rId36" Type="http://schemas.openxmlformats.org/officeDocument/2006/relationships/oleObject" Target="../embeddings/oleObject411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401.bin"/><Relationship Id="rId31" Type="http://schemas.openxmlformats.org/officeDocument/2006/relationships/oleObject" Target="../embeddings/oleObject408.bin"/><Relationship Id="rId44" Type="http://schemas.openxmlformats.org/officeDocument/2006/relationships/oleObject" Target="../embeddings/oleObject416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396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405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410.bin"/><Relationship Id="rId43" Type="http://schemas.openxmlformats.org/officeDocument/2006/relationships/oleObject" Target="../embeddings/oleObject41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22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417.bin"/><Relationship Id="rId21" Type="http://schemas.openxmlformats.org/officeDocument/2006/relationships/oleObject" Target="../embeddings/oleObject426.bin"/><Relationship Id="rId34" Type="http://schemas.openxmlformats.org/officeDocument/2006/relationships/image" Target="../media/image29.wmf"/><Relationship Id="rId42" Type="http://schemas.openxmlformats.org/officeDocument/2006/relationships/image" Target="../media/image16.wmf"/><Relationship Id="rId7" Type="http://schemas.openxmlformats.org/officeDocument/2006/relationships/oleObject" Target="../embeddings/oleObject419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424.bin"/><Relationship Id="rId25" Type="http://schemas.openxmlformats.org/officeDocument/2006/relationships/oleObject" Target="../embeddings/oleObject428.bin"/><Relationship Id="rId33" Type="http://schemas.openxmlformats.org/officeDocument/2006/relationships/oleObject" Target="../embeddings/oleObject433.bin"/><Relationship Id="rId38" Type="http://schemas.openxmlformats.org/officeDocument/2006/relationships/oleObject" Target="../embeddings/oleObject4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431.bin"/><Relationship Id="rId41" Type="http://schemas.openxmlformats.org/officeDocument/2006/relationships/oleObject" Target="../embeddings/oleObject438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421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42.wmf"/><Relationship Id="rId40" Type="http://schemas.openxmlformats.org/officeDocument/2006/relationships/oleObject" Target="../embeddings/oleObject437.bin"/><Relationship Id="rId5" Type="http://schemas.openxmlformats.org/officeDocument/2006/relationships/oleObject" Target="../embeddings/oleObject418.bin"/><Relationship Id="rId15" Type="http://schemas.openxmlformats.org/officeDocument/2006/relationships/oleObject" Target="../embeddings/oleObject423.bin"/><Relationship Id="rId23" Type="http://schemas.openxmlformats.org/officeDocument/2006/relationships/oleObject" Target="../embeddings/oleObject427.bin"/><Relationship Id="rId28" Type="http://schemas.openxmlformats.org/officeDocument/2006/relationships/oleObject" Target="../embeddings/oleObject430.bin"/><Relationship Id="rId36" Type="http://schemas.openxmlformats.org/officeDocument/2006/relationships/oleObject" Target="../embeddings/oleObject435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425.bin"/><Relationship Id="rId31" Type="http://schemas.openxmlformats.org/officeDocument/2006/relationships/oleObject" Target="../embeddings/oleObject432.bin"/><Relationship Id="rId44" Type="http://schemas.openxmlformats.org/officeDocument/2006/relationships/oleObject" Target="../embeddings/oleObject440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20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429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434.bin"/><Relationship Id="rId43" Type="http://schemas.openxmlformats.org/officeDocument/2006/relationships/oleObject" Target="../embeddings/oleObject43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46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441.bin"/><Relationship Id="rId21" Type="http://schemas.openxmlformats.org/officeDocument/2006/relationships/oleObject" Target="../embeddings/oleObject450.bin"/><Relationship Id="rId34" Type="http://schemas.openxmlformats.org/officeDocument/2006/relationships/image" Target="../media/image29.wmf"/><Relationship Id="rId42" Type="http://schemas.openxmlformats.org/officeDocument/2006/relationships/image" Target="../media/image16.wmf"/><Relationship Id="rId7" Type="http://schemas.openxmlformats.org/officeDocument/2006/relationships/oleObject" Target="../embeddings/oleObject443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448.bin"/><Relationship Id="rId25" Type="http://schemas.openxmlformats.org/officeDocument/2006/relationships/oleObject" Target="../embeddings/oleObject452.bin"/><Relationship Id="rId33" Type="http://schemas.openxmlformats.org/officeDocument/2006/relationships/oleObject" Target="../embeddings/oleObject457.bin"/><Relationship Id="rId38" Type="http://schemas.openxmlformats.org/officeDocument/2006/relationships/oleObject" Target="../embeddings/oleObject46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455.bin"/><Relationship Id="rId41" Type="http://schemas.openxmlformats.org/officeDocument/2006/relationships/oleObject" Target="../embeddings/oleObject462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445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5.wmf"/><Relationship Id="rId40" Type="http://schemas.openxmlformats.org/officeDocument/2006/relationships/oleObject" Target="../embeddings/oleObject461.bin"/><Relationship Id="rId45" Type="http://schemas.openxmlformats.org/officeDocument/2006/relationships/oleObject" Target="../embeddings/oleObject464.bin"/><Relationship Id="rId5" Type="http://schemas.openxmlformats.org/officeDocument/2006/relationships/oleObject" Target="../embeddings/oleObject442.bin"/><Relationship Id="rId15" Type="http://schemas.openxmlformats.org/officeDocument/2006/relationships/oleObject" Target="../embeddings/oleObject447.bin"/><Relationship Id="rId23" Type="http://schemas.openxmlformats.org/officeDocument/2006/relationships/oleObject" Target="../embeddings/oleObject451.bin"/><Relationship Id="rId28" Type="http://schemas.openxmlformats.org/officeDocument/2006/relationships/oleObject" Target="../embeddings/oleObject454.bin"/><Relationship Id="rId36" Type="http://schemas.openxmlformats.org/officeDocument/2006/relationships/oleObject" Target="../embeddings/oleObject459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449.bin"/><Relationship Id="rId31" Type="http://schemas.openxmlformats.org/officeDocument/2006/relationships/oleObject" Target="../embeddings/oleObject456.bin"/><Relationship Id="rId44" Type="http://schemas.openxmlformats.org/officeDocument/2006/relationships/image" Target="../media/image42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44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453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458.bin"/><Relationship Id="rId43" Type="http://schemas.openxmlformats.org/officeDocument/2006/relationships/oleObject" Target="../embeddings/oleObject46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70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465.bin"/><Relationship Id="rId21" Type="http://schemas.openxmlformats.org/officeDocument/2006/relationships/oleObject" Target="../embeddings/oleObject474.bin"/><Relationship Id="rId34" Type="http://schemas.openxmlformats.org/officeDocument/2006/relationships/image" Target="../media/image29.wmf"/><Relationship Id="rId42" Type="http://schemas.openxmlformats.org/officeDocument/2006/relationships/image" Target="../media/image16.wmf"/><Relationship Id="rId7" Type="http://schemas.openxmlformats.org/officeDocument/2006/relationships/oleObject" Target="../embeddings/oleObject467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472.bin"/><Relationship Id="rId25" Type="http://schemas.openxmlformats.org/officeDocument/2006/relationships/oleObject" Target="../embeddings/oleObject476.bin"/><Relationship Id="rId33" Type="http://schemas.openxmlformats.org/officeDocument/2006/relationships/oleObject" Target="../embeddings/oleObject481.bin"/><Relationship Id="rId38" Type="http://schemas.openxmlformats.org/officeDocument/2006/relationships/oleObject" Target="../embeddings/oleObject4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479.bin"/><Relationship Id="rId41" Type="http://schemas.openxmlformats.org/officeDocument/2006/relationships/oleObject" Target="../embeddings/oleObject486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469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485.bin"/><Relationship Id="rId45" Type="http://schemas.openxmlformats.org/officeDocument/2006/relationships/oleObject" Target="../embeddings/oleObject488.bin"/><Relationship Id="rId5" Type="http://schemas.openxmlformats.org/officeDocument/2006/relationships/oleObject" Target="../embeddings/oleObject466.bin"/><Relationship Id="rId15" Type="http://schemas.openxmlformats.org/officeDocument/2006/relationships/oleObject" Target="../embeddings/oleObject471.bin"/><Relationship Id="rId23" Type="http://schemas.openxmlformats.org/officeDocument/2006/relationships/oleObject" Target="../embeddings/oleObject475.bin"/><Relationship Id="rId28" Type="http://schemas.openxmlformats.org/officeDocument/2006/relationships/oleObject" Target="../embeddings/oleObject478.bin"/><Relationship Id="rId36" Type="http://schemas.openxmlformats.org/officeDocument/2006/relationships/oleObject" Target="../embeddings/oleObject483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473.bin"/><Relationship Id="rId31" Type="http://schemas.openxmlformats.org/officeDocument/2006/relationships/oleObject" Target="../embeddings/oleObject480.bin"/><Relationship Id="rId44" Type="http://schemas.openxmlformats.org/officeDocument/2006/relationships/image" Target="../media/image42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68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477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482.bin"/><Relationship Id="rId43" Type="http://schemas.openxmlformats.org/officeDocument/2006/relationships/oleObject" Target="../embeddings/oleObject487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94.bin"/><Relationship Id="rId18" Type="http://schemas.openxmlformats.org/officeDocument/2006/relationships/image" Target="../media/image70.wmf"/><Relationship Id="rId26" Type="http://schemas.openxmlformats.org/officeDocument/2006/relationships/image" Target="../media/image3.wmf"/><Relationship Id="rId39" Type="http://schemas.openxmlformats.org/officeDocument/2006/relationships/image" Target="../media/image85.wmf"/><Relationship Id="rId3" Type="http://schemas.openxmlformats.org/officeDocument/2006/relationships/oleObject" Target="../embeddings/oleObject489.bin"/><Relationship Id="rId21" Type="http://schemas.openxmlformats.org/officeDocument/2006/relationships/oleObject" Target="../embeddings/oleObject498.bin"/><Relationship Id="rId34" Type="http://schemas.openxmlformats.org/officeDocument/2006/relationships/oleObject" Target="../embeddings/oleObject505.bin"/><Relationship Id="rId42" Type="http://schemas.openxmlformats.org/officeDocument/2006/relationships/oleObject" Target="../embeddings/oleObject509.bin"/><Relationship Id="rId47" Type="http://schemas.openxmlformats.org/officeDocument/2006/relationships/image" Target="../media/image38.wmf"/><Relationship Id="rId7" Type="http://schemas.openxmlformats.org/officeDocument/2006/relationships/oleObject" Target="../embeddings/oleObject491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496.bin"/><Relationship Id="rId25" Type="http://schemas.openxmlformats.org/officeDocument/2006/relationships/oleObject" Target="../embeddings/oleObject500.bin"/><Relationship Id="rId33" Type="http://schemas.openxmlformats.org/officeDocument/2006/relationships/image" Target="../media/image56.wmf"/><Relationship Id="rId38" Type="http://schemas.openxmlformats.org/officeDocument/2006/relationships/oleObject" Target="../embeddings/oleObject507.bin"/><Relationship Id="rId46" Type="http://schemas.openxmlformats.org/officeDocument/2006/relationships/oleObject" Target="../embeddings/oleObject5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29" Type="http://schemas.openxmlformats.org/officeDocument/2006/relationships/oleObject" Target="../embeddings/oleObject502.bin"/><Relationship Id="rId41" Type="http://schemas.openxmlformats.org/officeDocument/2006/relationships/image" Target="../media/image83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493.bin"/><Relationship Id="rId24" Type="http://schemas.openxmlformats.org/officeDocument/2006/relationships/image" Target="../media/image73.wmf"/><Relationship Id="rId32" Type="http://schemas.openxmlformats.org/officeDocument/2006/relationships/oleObject" Target="../embeddings/oleObject504.bin"/><Relationship Id="rId37" Type="http://schemas.openxmlformats.org/officeDocument/2006/relationships/image" Target="../media/image29.wmf"/><Relationship Id="rId40" Type="http://schemas.openxmlformats.org/officeDocument/2006/relationships/oleObject" Target="../embeddings/oleObject508.bin"/><Relationship Id="rId45" Type="http://schemas.openxmlformats.org/officeDocument/2006/relationships/image" Target="../media/image15.wmf"/><Relationship Id="rId5" Type="http://schemas.openxmlformats.org/officeDocument/2006/relationships/oleObject" Target="../embeddings/oleObject490.bin"/><Relationship Id="rId15" Type="http://schemas.openxmlformats.org/officeDocument/2006/relationships/oleObject" Target="../embeddings/oleObject495.bin"/><Relationship Id="rId23" Type="http://schemas.openxmlformats.org/officeDocument/2006/relationships/oleObject" Target="../embeddings/oleObject499.bin"/><Relationship Id="rId28" Type="http://schemas.openxmlformats.org/officeDocument/2006/relationships/image" Target="../media/image74.wmf"/><Relationship Id="rId36" Type="http://schemas.openxmlformats.org/officeDocument/2006/relationships/oleObject" Target="../embeddings/oleObject506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497.bin"/><Relationship Id="rId31" Type="http://schemas.openxmlformats.org/officeDocument/2006/relationships/image" Target="../media/image75.wmf"/><Relationship Id="rId44" Type="http://schemas.openxmlformats.org/officeDocument/2006/relationships/oleObject" Target="../embeddings/oleObject510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492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Relationship Id="rId27" Type="http://schemas.openxmlformats.org/officeDocument/2006/relationships/oleObject" Target="../embeddings/oleObject501.bin"/><Relationship Id="rId30" Type="http://schemas.openxmlformats.org/officeDocument/2006/relationships/oleObject" Target="../embeddings/oleObject503.bin"/><Relationship Id="rId35" Type="http://schemas.openxmlformats.org/officeDocument/2006/relationships/image" Target="../media/image28.wmf"/><Relationship Id="rId43" Type="http://schemas.openxmlformats.org/officeDocument/2006/relationships/image" Target="../media/image58.wmf"/><Relationship Id="rId48" Type="http://schemas.openxmlformats.org/officeDocument/2006/relationships/oleObject" Target="../embeddings/oleObject51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18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513.bin"/><Relationship Id="rId21" Type="http://schemas.openxmlformats.org/officeDocument/2006/relationships/oleObject" Target="../embeddings/oleObject522.bin"/><Relationship Id="rId34" Type="http://schemas.openxmlformats.org/officeDocument/2006/relationships/image" Target="../media/image29.wmf"/><Relationship Id="rId42" Type="http://schemas.openxmlformats.org/officeDocument/2006/relationships/oleObject" Target="../embeddings/oleObject535.bin"/><Relationship Id="rId7" Type="http://schemas.openxmlformats.org/officeDocument/2006/relationships/oleObject" Target="../embeddings/oleObject515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520.bin"/><Relationship Id="rId25" Type="http://schemas.openxmlformats.org/officeDocument/2006/relationships/oleObject" Target="../embeddings/oleObject524.bin"/><Relationship Id="rId33" Type="http://schemas.openxmlformats.org/officeDocument/2006/relationships/oleObject" Target="../embeddings/oleObject529.bin"/><Relationship Id="rId38" Type="http://schemas.openxmlformats.org/officeDocument/2006/relationships/oleObject" Target="../embeddings/oleObject5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527.bin"/><Relationship Id="rId41" Type="http://schemas.openxmlformats.org/officeDocument/2006/relationships/oleObject" Target="../embeddings/oleObject534.bin"/><Relationship Id="rId1" Type="http://schemas.openxmlformats.org/officeDocument/2006/relationships/vmlDrawing" Target="../drawings/vmlDrawing36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17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533.bin"/><Relationship Id="rId5" Type="http://schemas.openxmlformats.org/officeDocument/2006/relationships/oleObject" Target="../embeddings/oleObject514.bin"/><Relationship Id="rId15" Type="http://schemas.openxmlformats.org/officeDocument/2006/relationships/oleObject" Target="../embeddings/oleObject519.bin"/><Relationship Id="rId23" Type="http://schemas.openxmlformats.org/officeDocument/2006/relationships/oleObject" Target="../embeddings/oleObject523.bin"/><Relationship Id="rId28" Type="http://schemas.openxmlformats.org/officeDocument/2006/relationships/oleObject" Target="../embeddings/oleObject526.bin"/><Relationship Id="rId36" Type="http://schemas.openxmlformats.org/officeDocument/2006/relationships/oleObject" Target="../embeddings/oleObject531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21.bin"/><Relationship Id="rId31" Type="http://schemas.openxmlformats.org/officeDocument/2006/relationships/oleObject" Target="../embeddings/oleObject528.bin"/><Relationship Id="rId44" Type="http://schemas.openxmlformats.org/officeDocument/2006/relationships/oleObject" Target="../embeddings/oleObject536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16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525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530.bin"/><Relationship Id="rId43" Type="http://schemas.openxmlformats.org/officeDocument/2006/relationships/image" Target="../media/image42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42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537.bin"/><Relationship Id="rId21" Type="http://schemas.openxmlformats.org/officeDocument/2006/relationships/oleObject" Target="../embeddings/oleObject546.bin"/><Relationship Id="rId34" Type="http://schemas.openxmlformats.org/officeDocument/2006/relationships/image" Target="../media/image29.wmf"/><Relationship Id="rId42" Type="http://schemas.openxmlformats.org/officeDocument/2006/relationships/oleObject" Target="../embeddings/oleObject559.bin"/><Relationship Id="rId7" Type="http://schemas.openxmlformats.org/officeDocument/2006/relationships/oleObject" Target="../embeddings/oleObject539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544.bin"/><Relationship Id="rId25" Type="http://schemas.openxmlformats.org/officeDocument/2006/relationships/oleObject" Target="../embeddings/oleObject548.bin"/><Relationship Id="rId33" Type="http://schemas.openxmlformats.org/officeDocument/2006/relationships/oleObject" Target="../embeddings/oleObject553.bin"/><Relationship Id="rId38" Type="http://schemas.openxmlformats.org/officeDocument/2006/relationships/oleObject" Target="../embeddings/oleObject55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551.bin"/><Relationship Id="rId41" Type="http://schemas.openxmlformats.org/officeDocument/2006/relationships/oleObject" Target="../embeddings/oleObject558.bin"/><Relationship Id="rId1" Type="http://schemas.openxmlformats.org/officeDocument/2006/relationships/vmlDrawing" Target="../drawings/vmlDrawing37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41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557.bin"/><Relationship Id="rId5" Type="http://schemas.openxmlformats.org/officeDocument/2006/relationships/oleObject" Target="../embeddings/oleObject538.bin"/><Relationship Id="rId15" Type="http://schemas.openxmlformats.org/officeDocument/2006/relationships/oleObject" Target="../embeddings/oleObject543.bin"/><Relationship Id="rId23" Type="http://schemas.openxmlformats.org/officeDocument/2006/relationships/oleObject" Target="../embeddings/oleObject547.bin"/><Relationship Id="rId28" Type="http://schemas.openxmlformats.org/officeDocument/2006/relationships/oleObject" Target="../embeddings/oleObject550.bin"/><Relationship Id="rId36" Type="http://schemas.openxmlformats.org/officeDocument/2006/relationships/oleObject" Target="../embeddings/oleObject555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45.bin"/><Relationship Id="rId31" Type="http://schemas.openxmlformats.org/officeDocument/2006/relationships/oleObject" Target="../embeddings/oleObject552.bin"/><Relationship Id="rId44" Type="http://schemas.openxmlformats.org/officeDocument/2006/relationships/oleObject" Target="../embeddings/oleObject560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40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549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554.bin"/><Relationship Id="rId43" Type="http://schemas.openxmlformats.org/officeDocument/2006/relationships/image" Target="../media/image42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66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561.bin"/><Relationship Id="rId21" Type="http://schemas.openxmlformats.org/officeDocument/2006/relationships/oleObject" Target="../embeddings/oleObject570.bin"/><Relationship Id="rId34" Type="http://schemas.openxmlformats.org/officeDocument/2006/relationships/image" Target="../media/image29.wmf"/><Relationship Id="rId42" Type="http://schemas.openxmlformats.org/officeDocument/2006/relationships/oleObject" Target="../embeddings/oleObject583.bin"/><Relationship Id="rId7" Type="http://schemas.openxmlformats.org/officeDocument/2006/relationships/oleObject" Target="../embeddings/oleObject563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568.bin"/><Relationship Id="rId25" Type="http://schemas.openxmlformats.org/officeDocument/2006/relationships/oleObject" Target="../embeddings/oleObject572.bin"/><Relationship Id="rId33" Type="http://schemas.openxmlformats.org/officeDocument/2006/relationships/oleObject" Target="../embeddings/oleObject577.bin"/><Relationship Id="rId38" Type="http://schemas.openxmlformats.org/officeDocument/2006/relationships/oleObject" Target="../embeddings/oleObject5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575.bin"/><Relationship Id="rId41" Type="http://schemas.openxmlformats.org/officeDocument/2006/relationships/oleObject" Target="../embeddings/oleObject582.bin"/><Relationship Id="rId1" Type="http://schemas.openxmlformats.org/officeDocument/2006/relationships/vmlDrawing" Target="../drawings/vmlDrawing38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65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581.bin"/><Relationship Id="rId5" Type="http://schemas.openxmlformats.org/officeDocument/2006/relationships/oleObject" Target="../embeddings/oleObject562.bin"/><Relationship Id="rId15" Type="http://schemas.openxmlformats.org/officeDocument/2006/relationships/oleObject" Target="../embeddings/oleObject567.bin"/><Relationship Id="rId23" Type="http://schemas.openxmlformats.org/officeDocument/2006/relationships/oleObject" Target="../embeddings/oleObject571.bin"/><Relationship Id="rId28" Type="http://schemas.openxmlformats.org/officeDocument/2006/relationships/oleObject" Target="../embeddings/oleObject574.bin"/><Relationship Id="rId36" Type="http://schemas.openxmlformats.org/officeDocument/2006/relationships/oleObject" Target="../embeddings/oleObject579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69.bin"/><Relationship Id="rId31" Type="http://schemas.openxmlformats.org/officeDocument/2006/relationships/oleObject" Target="../embeddings/oleObject576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64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573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578.bin"/><Relationship Id="rId43" Type="http://schemas.openxmlformats.org/officeDocument/2006/relationships/oleObject" Target="../embeddings/oleObject584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90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585.bin"/><Relationship Id="rId21" Type="http://schemas.openxmlformats.org/officeDocument/2006/relationships/oleObject" Target="../embeddings/oleObject594.bin"/><Relationship Id="rId34" Type="http://schemas.openxmlformats.org/officeDocument/2006/relationships/image" Target="../media/image29.wmf"/><Relationship Id="rId42" Type="http://schemas.openxmlformats.org/officeDocument/2006/relationships/oleObject" Target="../embeddings/oleObject607.bin"/><Relationship Id="rId7" Type="http://schemas.openxmlformats.org/officeDocument/2006/relationships/oleObject" Target="../embeddings/oleObject587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592.bin"/><Relationship Id="rId25" Type="http://schemas.openxmlformats.org/officeDocument/2006/relationships/oleObject" Target="../embeddings/oleObject596.bin"/><Relationship Id="rId33" Type="http://schemas.openxmlformats.org/officeDocument/2006/relationships/oleObject" Target="../embeddings/oleObject601.bin"/><Relationship Id="rId38" Type="http://schemas.openxmlformats.org/officeDocument/2006/relationships/oleObject" Target="../embeddings/oleObject60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599.bin"/><Relationship Id="rId41" Type="http://schemas.openxmlformats.org/officeDocument/2006/relationships/oleObject" Target="../embeddings/oleObject606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89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605.bin"/><Relationship Id="rId5" Type="http://schemas.openxmlformats.org/officeDocument/2006/relationships/oleObject" Target="../embeddings/oleObject586.bin"/><Relationship Id="rId15" Type="http://schemas.openxmlformats.org/officeDocument/2006/relationships/oleObject" Target="../embeddings/oleObject591.bin"/><Relationship Id="rId23" Type="http://schemas.openxmlformats.org/officeDocument/2006/relationships/oleObject" Target="../embeddings/oleObject595.bin"/><Relationship Id="rId28" Type="http://schemas.openxmlformats.org/officeDocument/2006/relationships/oleObject" Target="../embeddings/oleObject598.bin"/><Relationship Id="rId36" Type="http://schemas.openxmlformats.org/officeDocument/2006/relationships/oleObject" Target="../embeddings/oleObject603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93.bin"/><Relationship Id="rId31" Type="http://schemas.openxmlformats.org/officeDocument/2006/relationships/oleObject" Target="../embeddings/oleObject600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588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597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602.bin"/><Relationship Id="rId43" Type="http://schemas.openxmlformats.org/officeDocument/2006/relationships/oleObject" Target="../embeddings/oleObject608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614.bin"/><Relationship Id="rId18" Type="http://schemas.openxmlformats.org/officeDocument/2006/relationships/image" Target="../media/image70.wmf"/><Relationship Id="rId26" Type="http://schemas.openxmlformats.org/officeDocument/2006/relationships/image" Target="../media/image3.wmf"/><Relationship Id="rId39" Type="http://schemas.openxmlformats.org/officeDocument/2006/relationships/image" Target="../media/image85.wmf"/><Relationship Id="rId3" Type="http://schemas.openxmlformats.org/officeDocument/2006/relationships/oleObject" Target="../embeddings/oleObject609.bin"/><Relationship Id="rId21" Type="http://schemas.openxmlformats.org/officeDocument/2006/relationships/oleObject" Target="../embeddings/oleObject618.bin"/><Relationship Id="rId34" Type="http://schemas.openxmlformats.org/officeDocument/2006/relationships/oleObject" Target="../embeddings/oleObject625.bin"/><Relationship Id="rId42" Type="http://schemas.openxmlformats.org/officeDocument/2006/relationships/oleObject" Target="../embeddings/oleObject629.bin"/><Relationship Id="rId47" Type="http://schemas.openxmlformats.org/officeDocument/2006/relationships/image" Target="../media/image86.wmf"/><Relationship Id="rId7" Type="http://schemas.openxmlformats.org/officeDocument/2006/relationships/oleObject" Target="../embeddings/oleObject611.bin"/><Relationship Id="rId12" Type="http://schemas.openxmlformats.org/officeDocument/2006/relationships/image" Target="../media/image67.wmf"/><Relationship Id="rId17" Type="http://schemas.openxmlformats.org/officeDocument/2006/relationships/oleObject" Target="../embeddings/oleObject616.bin"/><Relationship Id="rId25" Type="http://schemas.openxmlformats.org/officeDocument/2006/relationships/oleObject" Target="../embeddings/oleObject620.bin"/><Relationship Id="rId33" Type="http://schemas.openxmlformats.org/officeDocument/2006/relationships/image" Target="../media/image56.wmf"/><Relationship Id="rId38" Type="http://schemas.openxmlformats.org/officeDocument/2006/relationships/oleObject" Target="../embeddings/oleObject627.bin"/><Relationship Id="rId46" Type="http://schemas.openxmlformats.org/officeDocument/2006/relationships/oleObject" Target="../embeddings/oleObject6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9.wmf"/><Relationship Id="rId20" Type="http://schemas.openxmlformats.org/officeDocument/2006/relationships/image" Target="../media/image71.wmf"/><Relationship Id="rId29" Type="http://schemas.openxmlformats.org/officeDocument/2006/relationships/oleObject" Target="../embeddings/oleObject622.bin"/><Relationship Id="rId41" Type="http://schemas.openxmlformats.org/officeDocument/2006/relationships/image" Target="../media/image83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13.bin"/><Relationship Id="rId24" Type="http://schemas.openxmlformats.org/officeDocument/2006/relationships/image" Target="../media/image73.wmf"/><Relationship Id="rId32" Type="http://schemas.openxmlformats.org/officeDocument/2006/relationships/oleObject" Target="../embeddings/oleObject624.bin"/><Relationship Id="rId37" Type="http://schemas.openxmlformats.org/officeDocument/2006/relationships/image" Target="../media/image29.wmf"/><Relationship Id="rId40" Type="http://schemas.openxmlformats.org/officeDocument/2006/relationships/oleObject" Target="../embeddings/oleObject628.bin"/><Relationship Id="rId45" Type="http://schemas.openxmlformats.org/officeDocument/2006/relationships/image" Target="../media/image84.wmf"/><Relationship Id="rId5" Type="http://schemas.openxmlformats.org/officeDocument/2006/relationships/oleObject" Target="../embeddings/oleObject610.bin"/><Relationship Id="rId15" Type="http://schemas.openxmlformats.org/officeDocument/2006/relationships/oleObject" Target="../embeddings/oleObject615.bin"/><Relationship Id="rId23" Type="http://schemas.openxmlformats.org/officeDocument/2006/relationships/oleObject" Target="../embeddings/oleObject619.bin"/><Relationship Id="rId28" Type="http://schemas.openxmlformats.org/officeDocument/2006/relationships/image" Target="../media/image74.wmf"/><Relationship Id="rId36" Type="http://schemas.openxmlformats.org/officeDocument/2006/relationships/oleObject" Target="../embeddings/oleObject626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617.bin"/><Relationship Id="rId31" Type="http://schemas.openxmlformats.org/officeDocument/2006/relationships/image" Target="../media/image75.wmf"/><Relationship Id="rId44" Type="http://schemas.openxmlformats.org/officeDocument/2006/relationships/oleObject" Target="../embeddings/oleObject630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612.bin"/><Relationship Id="rId14" Type="http://schemas.openxmlformats.org/officeDocument/2006/relationships/image" Target="../media/image68.wmf"/><Relationship Id="rId22" Type="http://schemas.openxmlformats.org/officeDocument/2006/relationships/image" Target="../media/image72.wmf"/><Relationship Id="rId27" Type="http://schemas.openxmlformats.org/officeDocument/2006/relationships/oleObject" Target="../embeddings/oleObject621.bin"/><Relationship Id="rId30" Type="http://schemas.openxmlformats.org/officeDocument/2006/relationships/oleObject" Target="../embeddings/oleObject623.bin"/><Relationship Id="rId35" Type="http://schemas.openxmlformats.org/officeDocument/2006/relationships/image" Target="../media/image28.wmf"/><Relationship Id="rId43" Type="http://schemas.openxmlformats.org/officeDocument/2006/relationships/image" Target="../media/image58.wmf"/><Relationship Id="rId48" Type="http://schemas.openxmlformats.org/officeDocument/2006/relationships/oleObject" Target="../embeddings/oleObject632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638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633.bin"/><Relationship Id="rId21" Type="http://schemas.openxmlformats.org/officeDocument/2006/relationships/oleObject" Target="../embeddings/oleObject642.bin"/><Relationship Id="rId34" Type="http://schemas.openxmlformats.org/officeDocument/2006/relationships/image" Target="../media/image29.wmf"/><Relationship Id="rId42" Type="http://schemas.openxmlformats.org/officeDocument/2006/relationships/oleObject" Target="../embeddings/oleObject655.bin"/><Relationship Id="rId7" Type="http://schemas.openxmlformats.org/officeDocument/2006/relationships/oleObject" Target="../embeddings/oleObject635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640.bin"/><Relationship Id="rId25" Type="http://schemas.openxmlformats.org/officeDocument/2006/relationships/oleObject" Target="../embeddings/oleObject644.bin"/><Relationship Id="rId33" Type="http://schemas.openxmlformats.org/officeDocument/2006/relationships/oleObject" Target="../embeddings/oleObject649.bin"/><Relationship Id="rId38" Type="http://schemas.openxmlformats.org/officeDocument/2006/relationships/oleObject" Target="../embeddings/oleObject6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647.bin"/><Relationship Id="rId41" Type="http://schemas.openxmlformats.org/officeDocument/2006/relationships/oleObject" Target="../embeddings/oleObject654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37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653.bin"/><Relationship Id="rId5" Type="http://schemas.openxmlformats.org/officeDocument/2006/relationships/oleObject" Target="../embeddings/oleObject634.bin"/><Relationship Id="rId15" Type="http://schemas.openxmlformats.org/officeDocument/2006/relationships/oleObject" Target="../embeddings/oleObject639.bin"/><Relationship Id="rId23" Type="http://schemas.openxmlformats.org/officeDocument/2006/relationships/oleObject" Target="../embeddings/oleObject643.bin"/><Relationship Id="rId28" Type="http://schemas.openxmlformats.org/officeDocument/2006/relationships/oleObject" Target="../embeddings/oleObject646.bin"/><Relationship Id="rId36" Type="http://schemas.openxmlformats.org/officeDocument/2006/relationships/oleObject" Target="../embeddings/oleObject651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641.bin"/><Relationship Id="rId31" Type="http://schemas.openxmlformats.org/officeDocument/2006/relationships/oleObject" Target="../embeddings/oleObject648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36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645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650.bin"/><Relationship Id="rId43" Type="http://schemas.openxmlformats.org/officeDocument/2006/relationships/oleObject" Target="../embeddings/oleObject656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662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657.bin"/><Relationship Id="rId21" Type="http://schemas.openxmlformats.org/officeDocument/2006/relationships/oleObject" Target="../embeddings/oleObject666.bin"/><Relationship Id="rId34" Type="http://schemas.openxmlformats.org/officeDocument/2006/relationships/image" Target="../media/image29.wmf"/><Relationship Id="rId42" Type="http://schemas.openxmlformats.org/officeDocument/2006/relationships/oleObject" Target="../embeddings/oleObject679.bin"/><Relationship Id="rId7" Type="http://schemas.openxmlformats.org/officeDocument/2006/relationships/oleObject" Target="../embeddings/oleObject659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664.bin"/><Relationship Id="rId25" Type="http://schemas.openxmlformats.org/officeDocument/2006/relationships/oleObject" Target="../embeddings/oleObject668.bin"/><Relationship Id="rId33" Type="http://schemas.openxmlformats.org/officeDocument/2006/relationships/oleObject" Target="../embeddings/oleObject673.bin"/><Relationship Id="rId38" Type="http://schemas.openxmlformats.org/officeDocument/2006/relationships/oleObject" Target="../embeddings/oleObject6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671.bin"/><Relationship Id="rId41" Type="http://schemas.openxmlformats.org/officeDocument/2006/relationships/oleObject" Target="../embeddings/oleObject678.bin"/><Relationship Id="rId1" Type="http://schemas.openxmlformats.org/officeDocument/2006/relationships/vmlDrawing" Target="../drawings/vmlDrawing42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61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677.bin"/><Relationship Id="rId5" Type="http://schemas.openxmlformats.org/officeDocument/2006/relationships/oleObject" Target="../embeddings/oleObject658.bin"/><Relationship Id="rId15" Type="http://schemas.openxmlformats.org/officeDocument/2006/relationships/oleObject" Target="../embeddings/oleObject663.bin"/><Relationship Id="rId23" Type="http://schemas.openxmlformats.org/officeDocument/2006/relationships/oleObject" Target="../embeddings/oleObject667.bin"/><Relationship Id="rId28" Type="http://schemas.openxmlformats.org/officeDocument/2006/relationships/oleObject" Target="../embeddings/oleObject670.bin"/><Relationship Id="rId36" Type="http://schemas.openxmlformats.org/officeDocument/2006/relationships/oleObject" Target="../embeddings/oleObject675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665.bin"/><Relationship Id="rId31" Type="http://schemas.openxmlformats.org/officeDocument/2006/relationships/oleObject" Target="../embeddings/oleObject672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60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669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674.bin"/><Relationship Id="rId43" Type="http://schemas.openxmlformats.org/officeDocument/2006/relationships/oleObject" Target="../embeddings/oleObject680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686.bin"/><Relationship Id="rId18" Type="http://schemas.openxmlformats.org/officeDocument/2006/relationships/image" Target="../media/image78.wmf"/><Relationship Id="rId26" Type="http://schemas.openxmlformats.org/officeDocument/2006/relationships/image" Target="../media/image10.wmf"/><Relationship Id="rId39" Type="http://schemas.openxmlformats.org/officeDocument/2006/relationships/image" Target="../media/image84.wmf"/><Relationship Id="rId3" Type="http://schemas.openxmlformats.org/officeDocument/2006/relationships/oleObject" Target="../embeddings/oleObject681.bin"/><Relationship Id="rId21" Type="http://schemas.openxmlformats.org/officeDocument/2006/relationships/oleObject" Target="../embeddings/oleObject690.bin"/><Relationship Id="rId34" Type="http://schemas.openxmlformats.org/officeDocument/2006/relationships/image" Target="../media/image29.wmf"/><Relationship Id="rId42" Type="http://schemas.openxmlformats.org/officeDocument/2006/relationships/oleObject" Target="../embeddings/oleObject703.bin"/><Relationship Id="rId7" Type="http://schemas.openxmlformats.org/officeDocument/2006/relationships/oleObject" Target="../embeddings/oleObject683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688.bin"/><Relationship Id="rId25" Type="http://schemas.openxmlformats.org/officeDocument/2006/relationships/oleObject" Target="../embeddings/oleObject692.bin"/><Relationship Id="rId33" Type="http://schemas.openxmlformats.org/officeDocument/2006/relationships/oleObject" Target="../embeddings/oleObject697.bin"/><Relationship Id="rId38" Type="http://schemas.openxmlformats.org/officeDocument/2006/relationships/oleObject" Target="../embeddings/oleObject7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695.bin"/><Relationship Id="rId41" Type="http://schemas.openxmlformats.org/officeDocument/2006/relationships/oleObject" Target="../embeddings/oleObject702.bin"/><Relationship Id="rId1" Type="http://schemas.openxmlformats.org/officeDocument/2006/relationships/vmlDrawing" Target="../drawings/vmlDrawing43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85.bin"/><Relationship Id="rId24" Type="http://schemas.openxmlformats.org/officeDocument/2006/relationships/image" Target="../media/image81.wmf"/><Relationship Id="rId32" Type="http://schemas.openxmlformats.org/officeDocument/2006/relationships/image" Target="../media/image60.wmf"/><Relationship Id="rId37" Type="http://schemas.openxmlformats.org/officeDocument/2006/relationships/image" Target="../media/image86.wmf"/><Relationship Id="rId40" Type="http://schemas.openxmlformats.org/officeDocument/2006/relationships/oleObject" Target="../embeddings/oleObject701.bin"/><Relationship Id="rId5" Type="http://schemas.openxmlformats.org/officeDocument/2006/relationships/oleObject" Target="../embeddings/oleObject682.bin"/><Relationship Id="rId15" Type="http://schemas.openxmlformats.org/officeDocument/2006/relationships/oleObject" Target="../embeddings/oleObject687.bin"/><Relationship Id="rId23" Type="http://schemas.openxmlformats.org/officeDocument/2006/relationships/oleObject" Target="../embeddings/oleObject691.bin"/><Relationship Id="rId28" Type="http://schemas.openxmlformats.org/officeDocument/2006/relationships/oleObject" Target="../embeddings/oleObject694.bin"/><Relationship Id="rId36" Type="http://schemas.openxmlformats.org/officeDocument/2006/relationships/oleObject" Target="../embeddings/oleObject699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689.bin"/><Relationship Id="rId31" Type="http://schemas.openxmlformats.org/officeDocument/2006/relationships/oleObject" Target="../embeddings/oleObject696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84.bin"/><Relationship Id="rId14" Type="http://schemas.openxmlformats.org/officeDocument/2006/relationships/image" Target="../media/image77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693.bin"/><Relationship Id="rId30" Type="http://schemas.openxmlformats.org/officeDocument/2006/relationships/image" Target="../media/image82.wmf"/><Relationship Id="rId35" Type="http://schemas.openxmlformats.org/officeDocument/2006/relationships/oleObject" Target="../embeddings/oleObject698.bin"/><Relationship Id="rId43" Type="http://schemas.openxmlformats.org/officeDocument/2006/relationships/oleObject" Target="../embeddings/oleObject704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706.bin"/><Relationship Id="rId4" Type="http://schemas.openxmlformats.org/officeDocument/2006/relationships/image" Target="../media/image66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707.bin"/><Relationship Id="rId7" Type="http://schemas.openxmlformats.org/officeDocument/2006/relationships/oleObject" Target="../embeddings/oleObject7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708.bin"/><Relationship Id="rId10" Type="http://schemas.openxmlformats.org/officeDocument/2006/relationships/image" Target="../media/image88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710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711.bin"/><Relationship Id="rId7" Type="http://schemas.openxmlformats.org/officeDocument/2006/relationships/oleObject" Target="../embeddings/oleObject7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712.bin"/><Relationship Id="rId10" Type="http://schemas.openxmlformats.org/officeDocument/2006/relationships/image" Target="../media/image90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714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716.bin"/><Relationship Id="rId4" Type="http://schemas.openxmlformats.org/officeDocument/2006/relationships/image" Target="../media/image91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0.bin"/><Relationship Id="rId13" Type="http://schemas.openxmlformats.org/officeDocument/2006/relationships/image" Target="../media/image57.wmf"/><Relationship Id="rId18" Type="http://schemas.openxmlformats.org/officeDocument/2006/relationships/oleObject" Target="../embeddings/oleObject725.bin"/><Relationship Id="rId3" Type="http://schemas.openxmlformats.org/officeDocument/2006/relationships/oleObject" Target="../embeddings/oleObject717.bin"/><Relationship Id="rId7" Type="http://schemas.openxmlformats.org/officeDocument/2006/relationships/oleObject" Target="../embeddings/oleObject719.bin"/><Relationship Id="rId12" Type="http://schemas.openxmlformats.org/officeDocument/2006/relationships/oleObject" Target="../embeddings/oleObject722.bin"/><Relationship Id="rId17" Type="http://schemas.openxmlformats.org/officeDocument/2006/relationships/image" Target="../media/image17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24.bin"/><Relationship Id="rId20" Type="http://schemas.openxmlformats.org/officeDocument/2006/relationships/image" Target="../media/image92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9.wmf"/><Relationship Id="rId11" Type="http://schemas.openxmlformats.org/officeDocument/2006/relationships/image" Target="../media/image15.wmf"/><Relationship Id="rId5" Type="http://schemas.openxmlformats.org/officeDocument/2006/relationships/oleObject" Target="../embeddings/oleObject718.bin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721.bin"/><Relationship Id="rId19" Type="http://schemas.openxmlformats.org/officeDocument/2006/relationships/oleObject" Target="../embeddings/oleObject726.bin"/><Relationship Id="rId4" Type="http://schemas.openxmlformats.org/officeDocument/2006/relationships/image" Target="../media/image28.wmf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723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0.bin"/><Relationship Id="rId13" Type="http://schemas.openxmlformats.org/officeDocument/2006/relationships/image" Target="../media/image16.wmf"/><Relationship Id="rId18" Type="http://schemas.openxmlformats.org/officeDocument/2006/relationships/oleObject" Target="../embeddings/oleObject736.bin"/><Relationship Id="rId26" Type="http://schemas.openxmlformats.org/officeDocument/2006/relationships/oleObject" Target="../embeddings/oleObject741.bin"/><Relationship Id="rId3" Type="http://schemas.openxmlformats.org/officeDocument/2006/relationships/oleObject" Target="../embeddings/oleObject727.bin"/><Relationship Id="rId21" Type="http://schemas.openxmlformats.org/officeDocument/2006/relationships/image" Target="../media/image84.wmf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732.bin"/><Relationship Id="rId17" Type="http://schemas.openxmlformats.org/officeDocument/2006/relationships/oleObject" Target="../embeddings/oleObject735.bin"/><Relationship Id="rId25" Type="http://schemas.openxmlformats.org/officeDocument/2006/relationships/oleObject" Target="../embeddings/oleObject74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34.bin"/><Relationship Id="rId20" Type="http://schemas.openxmlformats.org/officeDocument/2006/relationships/oleObject" Target="../embeddings/oleObject737.bin"/><Relationship Id="rId29" Type="http://schemas.openxmlformats.org/officeDocument/2006/relationships/image" Target="../media/image93.wmf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729.bin"/><Relationship Id="rId11" Type="http://schemas.openxmlformats.org/officeDocument/2006/relationships/image" Target="../media/image40.wmf"/><Relationship Id="rId24" Type="http://schemas.openxmlformats.org/officeDocument/2006/relationships/oleObject" Target="../embeddings/oleObject739.bin"/><Relationship Id="rId5" Type="http://schemas.openxmlformats.org/officeDocument/2006/relationships/oleObject" Target="../embeddings/oleObject728.bin"/><Relationship Id="rId15" Type="http://schemas.openxmlformats.org/officeDocument/2006/relationships/image" Target="../media/image42.wmf"/><Relationship Id="rId23" Type="http://schemas.openxmlformats.org/officeDocument/2006/relationships/image" Target="../media/image54.wmf"/><Relationship Id="rId28" Type="http://schemas.openxmlformats.org/officeDocument/2006/relationships/oleObject" Target="../embeddings/oleObject743.bin"/><Relationship Id="rId10" Type="http://schemas.openxmlformats.org/officeDocument/2006/relationships/oleObject" Target="../embeddings/oleObject731.bin"/><Relationship Id="rId19" Type="http://schemas.openxmlformats.org/officeDocument/2006/relationships/image" Target="../media/image86.wmf"/><Relationship Id="rId4" Type="http://schemas.openxmlformats.org/officeDocument/2006/relationships/image" Target="../media/image29.wmf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733.bin"/><Relationship Id="rId22" Type="http://schemas.openxmlformats.org/officeDocument/2006/relationships/oleObject" Target="../embeddings/oleObject738.bin"/><Relationship Id="rId27" Type="http://schemas.openxmlformats.org/officeDocument/2006/relationships/oleObject" Target="../embeddings/oleObject742.bin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49.bin"/><Relationship Id="rId18" Type="http://schemas.openxmlformats.org/officeDocument/2006/relationships/oleObject" Target="../embeddings/oleObject752.bin"/><Relationship Id="rId26" Type="http://schemas.openxmlformats.org/officeDocument/2006/relationships/image" Target="../media/image16.wmf"/><Relationship Id="rId39" Type="http://schemas.openxmlformats.org/officeDocument/2006/relationships/oleObject" Target="../embeddings/oleObject766.bin"/><Relationship Id="rId3" Type="http://schemas.openxmlformats.org/officeDocument/2006/relationships/oleObject" Target="../embeddings/oleObject744.bin"/><Relationship Id="rId21" Type="http://schemas.openxmlformats.org/officeDocument/2006/relationships/oleObject" Target="../embeddings/oleObject754.bin"/><Relationship Id="rId34" Type="http://schemas.openxmlformats.org/officeDocument/2006/relationships/oleObject" Target="../embeddings/oleObject762.bin"/><Relationship Id="rId42" Type="http://schemas.openxmlformats.org/officeDocument/2006/relationships/oleObject" Target="../embeddings/oleObject769.bin"/><Relationship Id="rId47" Type="http://schemas.openxmlformats.org/officeDocument/2006/relationships/oleObject" Target="../embeddings/oleObject773.bin"/><Relationship Id="rId50" Type="http://schemas.openxmlformats.org/officeDocument/2006/relationships/oleObject" Target="../embeddings/oleObject776.bin"/><Relationship Id="rId7" Type="http://schemas.openxmlformats.org/officeDocument/2006/relationships/oleObject" Target="../embeddings/oleObject746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751.bin"/><Relationship Id="rId25" Type="http://schemas.openxmlformats.org/officeDocument/2006/relationships/oleObject" Target="../embeddings/oleObject756.bin"/><Relationship Id="rId33" Type="http://schemas.openxmlformats.org/officeDocument/2006/relationships/oleObject" Target="../embeddings/oleObject761.bin"/><Relationship Id="rId38" Type="http://schemas.openxmlformats.org/officeDocument/2006/relationships/image" Target="../media/image57.wmf"/><Relationship Id="rId46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20" Type="http://schemas.openxmlformats.org/officeDocument/2006/relationships/image" Target="../media/image86.wmf"/><Relationship Id="rId29" Type="http://schemas.openxmlformats.org/officeDocument/2006/relationships/oleObject" Target="../embeddings/oleObject758.bin"/><Relationship Id="rId41" Type="http://schemas.openxmlformats.org/officeDocument/2006/relationships/oleObject" Target="../embeddings/oleObject768.bin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748.bin"/><Relationship Id="rId24" Type="http://schemas.openxmlformats.org/officeDocument/2006/relationships/image" Target="../media/image54.wmf"/><Relationship Id="rId32" Type="http://schemas.openxmlformats.org/officeDocument/2006/relationships/image" Target="../media/image94.wmf"/><Relationship Id="rId37" Type="http://schemas.openxmlformats.org/officeDocument/2006/relationships/oleObject" Target="../embeddings/oleObject765.bin"/><Relationship Id="rId40" Type="http://schemas.openxmlformats.org/officeDocument/2006/relationships/oleObject" Target="../embeddings/oleObject767.bin"/><Relationship Id="rId45" Type="http://schemas.openxmlformats.org/officeDocument/2006/relationships/oleObject" Target="../embeddings/oleObject772.bin"/><Relationship Id="rId5" Type="http://schemas.openxmlformats.org/officeDocument/2006/relationships/oleObject" Target="../embeddings/oleObject745.bin"/><Relationship Id="rId15" Type="http://schemas.openxmlformats.org/officeDocument/2006/relationships/oleObject" Target="../embeddings/oleObject750.bin"/><Relationship Id="rId23" Type="http://schemas.openxmlformats.org/officeDocument/2006/relationships/oleObject" Target="../embeddings/oleObject755.bin"/><Relationship Id="rId28" Type="http://schemas.openxmlformats.org/officeDocument/2006/relationships/image" Target="../media/image42.wmf"/><Relationship Id="rId36" Type="http://schemas.openxmlformats.org/officeDocument/2006/relationships/oleObject" Target="../embeddings/oleObject764.bin"/><Relationship Id="rId49" Type="http://schemas.openxmlformats.org/officeDocument/2006/relationships/oleObject" Target="../embeddings/oleObject775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753.bin"/><Relationship Id="rId31" Type="http://schemas.openxmlformats.org/officeDocument/2006/relationships/oleObject" Target="../embeddings/oleObject760.bin"/><Relationship Id="rId44" Type="http://schemas.openxmlformats.org/officeDocument/2006/relationships/oleObject" Target="../embeddings/oleObject771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747.bin"/><Relationship Id="rId14" Type="http://schemas.openxmlformats.org/officeDocument/2006/relationships/image" Target="../media/image15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757.bin"/><Relationship Id="rId30" Type="http://schemas.openxmlformats.org/officeDocument/2006/relationships/oleObject" Target="../embeddings/oleObject759.bin"/><Relationship Id="rId35" Type="http://schemas.openxmlformats.org/officeDocument/2006/relationships/oleObject" Target="../embeddings/oleObject763.bin"/><Relationship Id="rId43" Type="http://schemas.openxmlformats.org/officeDocument/2006/relationships/oleObject" Target="../embeddings/oleObject770.bin"/><Relationship Id="rId48" Type="http://schemas.openxmlformats.org/officeDocument/2006/relationships/oleObject" Target="../embeddings/oleObject774.bin"/><Relationship Id="rId8" Type="http://schemas.openxmlformats.org/officeDocument/2006/relationships/image" Target="../media/image85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778.bin"/><Relationship Id="rId4" Type="http://schemas.openxmlformats.org/officeDocument/2006/relationships/image" Target="../media/image94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784.bin"/><Relationship Id="rId18" Type="http://schemas.openxmlformats.org/officeDocument/2006/relationships/image" Target="../media/image42.wmf"/><Relationship Id="rId3" Type="http://schemas.openxmlformats.org/officeDocument/2006/relationships/oleObject" Target="../embeddings/oleObject779.bin"/><Relationship Id="rId21" Type="http://schemas.openxmlformats.org/officeDocument/2006/relationships/image" Target="../media/image98.wmf"/><Relationship Id="rId7" Type="http://schemas.openxmlformats.org/officeDocument/2006/relationships/oleObject" Target="../embeddings/oleObject781.bin"/><Relationship Id="rId12" Type="http://schemas.openxmlformats.org/officeDocument/2006/relationships/image" Target="../media/image97.wmf"/><Relationship Id="rId17" Type="http://schemas.openxmlformats.org/officeDocument/2006/relationships/oleObject" Target="../embeddings/oleObject7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oleObject" Target="../embeddings/oleObject788.bin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783.bin"/><Relationship Id="rId5" Type="http://schemas.openxmlformats.org/officeDocument/2006/relationships/oleObject" Target="../embeddings/oleObject780.bin"/><Relationship Id="rId15" Type="http://schemas.openxmlformats.org/officeDocument/2006/relationships/oleObject" Target="../embeddings/oleObject785.bin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787.bin"/><Relationship Id="rId4" Type="http://schemas.openxmlformats.org/officeDocument/2006/relationships/image" Target="../media/image96.wmf"/><Relationship Id="rId9" Type="http://schemas.openxmlformats.org/officeDocument/2006/relationships/oleObject" Target="../embeddings/oleObject782.bin"/><Relationship Id="rId14" Type="http://schemas.openxmlformats.org/officeDocument/2006/relationships/image" Target="../media/image54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790.bin"/><Relationship Id="rId4" Type="http://schemas.openxmlformats.org/officeDocument/2006/relationships/image" Target="../media/image99.wmf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796.bin"/><Relationship Id="rId3" Type="http://schemas.openxmlformats.org/officeDocument/2006/relationships/oleObject" Target="../embeddings/oleObject791.bin"/><Relationship Id="rId7" Type="http://schemas.openxmlformats.org/officeDocument/2006/relationships/oleObject" Target="../embeddings/oleObject793.bin"/><Relationship Id="rId12" Type="http://schemas.openxmlformats.org/officeDocument/2006/relationships/image" Target="../media/image1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795.bin"/><Relationship Id="rId5" Type="http://schemas.openxmlformats.org/officeDocument/2006/relationships/oleObject" Target="../embeddings/oleObject792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794.bin"/><Relationship Id="rId14" Type="http://schemas.openxmlformats.org/officeDocument/2006/relationships/image" Target="../media/image106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4" Type="http://schemas.openxmlformats.org/officeDocument/2006/relationships/image" Target="../media/image107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803.bin"/><Relationship Id="rId18" Type="http://schemas.openxmlformats.org/officeDocument/2006/relationships/oleObject" Target="../embeddings/oleObject806.bin"/><Relationship Id="rId3" Type="http://schemas.openxmlformats.org/officeDocument/2006/relationships/oleObject" Target="../embeddings/oleObject798.bin"/><Relationship Id="rId21" Type="http://schemas.openxmlformats.org/officeDocument/2006/relationships/oleObject" Target="../embeddings/oleObject808.bin"/><Relationship Id="rId7" Type="http://schemas.openxmlformats.org/officeDocument/2006/relationships/oleObject" Target="../embeddings/oleObject800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8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oleObject" Target="../embeddings/oleObject807.bin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802.bin"/><Relationship Id="rId5" Type="http://schemas.openxmlformats.org/officeDocument/2006/relationships/oleObject" Target="../embeddings/oleObject799.bin"/><Relationship Id="rId15" Type="http://schemas.openxmlformats.org/officeDocument/2006/relationships/oleObject" Target="../embeddings/oleObject804.bin"/><Relationship Id="rId10" Type="http://schemas.openxmlformats.org/officeDocument/2006/relationships/image" Target="../media/image28.wmf"/><Relationship Id="rId19" Type="http://schemas.openxmlformats.org/officeDocument/2006/relationships/image" Target="../media/image11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801.bin"/><Relationship Id="rId14" Type="http://schemas.openxmlformats.org/officeDocument/2006/relationships/image" Target="../media/image29.wmf"/><Relationship Id="rId22" Type="http://schemas.openxmlformats.org/officeDocument/2006/relationships/image" Target="../media/image111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809.bin"/><Relationship Id="rId7" Type="http://schemas.openxmlformats.org/officeDocument/2006/relationships/oleObject" Target="../embeddings/oleObject811.bin"/><Relationship Id="rId12" Type="http://schemas.openxmlformats.org/officeDocument/2006/relationships/image" Target="../media/image10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813.bin"/><Relationship Id="rId5" Type="http://schemas.openxmlformats.org/officeDocument/2006/relationships/oleObject" Target="../embeddings/oleObject810.bin"/><Relationship Id="rId10" Type="http://schemas.openxmlformats.org/officeDocument/2006/relationships/image" Target="../media/image108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812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oleObject" Target="../embeddings/oleObject814.bin"/><Relationship Id="rId7" Type="http://schemas.openxmlformats.org/officeDocument/2006/relationships/oleObject" Target="../embeddings/oleObject81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815.bin"/><Relationship Id="rId10" Type="http://schemas.openxmlformats.org/officeDocument/2006/relationships/image" Target="../media/image115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817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823.bin"/><Relationship Id="rId18" Type="http://schemas.openxmlformats.org/officeDocument/2006/relationships/image" Target="../media/image120.wmf"/><Relationship Id="rId26" Type="http://schemas.openxmlformats.org/officeDocument/2006/relationships/oleObject" Target="../embeddings/oleObject830.bin"/><Relationship Id="rId3" Type="http://schemas.openxmlformats.org/officeDocument/2006/relationships/oleObject" Target="../embeddings/oleObject818.bin"/><Relationship Id="rId21" Type="http://schemas.openxmlformats.org/officeDocument/2006/relationships/oleObject" Target="../embeddings/oleObject827.bin"/><Relationship Id="rId7" Type="http://schemas.openxmlformats.org/officeDocument/2006/relationships/oleObject" Target="../embeddings/oleObject820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825.bin"/><Relationship Id="rId25" Type="http://schemas.openxmlformats.org/officeDocument/2006/relationships/image" Target="../media/image12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.wmf"/><Relationship Id="rId20" Type="http://schemas.openxmlformats.org/officeDocument/2006/relationships/image" Target="../media/image121.wmf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822.bin"/><Relationship Id="rId24" Type="http://schemas.openxmlformats.org/officeDocument/2006/relationships/oleObject" Target="../embeddings/oleObject829.bin"/><Relationship Id="rId5" Type="http://schemas.openxmlformats.org/officeDocument/2006/relationships/oleObject" Target="../embeddings/oleObject819.bin"/><Relationship Id="rId15" Type="http://schemas.openxmlformats.org/officeDocument/2006/relationships/oleObject" Target="../embeddings/oleObject824.bin"/><Relationship Id="rId23" Type="http://schemas.openxmlformats.org/officeDocument/2006/relationships/oleObject" Target="../embeddings/oleObject828.bin"/><Relationship Id="rId10" Type="http://schemas.openxmlformats.org/officeDocument/2006/relationships/image" Target="../media/image117.wmf"/><Relationship Id="rId19" Type="http://schemas.openxmlformats.org/officeDocument/2006/relationships/oleObject" Target="../embeddings/oleObject826.bin"/><Relationship Id="rId4" Type="http://schemas.openxmlformats.org/officeDocument/2006/relationships/image" Target="../media/image28.wmf"/><Relationship Id="rId9" Type="http://schemas.openxmlformats.org/officeDocument/2006/relationships/oleObject" Target="../embeddings/oleObject821.bin"/><Relationship Id="rId14" Type="http://schemas.openxmlformats.org/officeDocument/2006/relationships/image" Target="../media/image29.wmf"/><Relationship Id="rId22" Type="http://schemas.openxmlformats.org/officeDocument/2006/relationships/image" Target="../media/image122.wmf"/><Relationship Id="rId27" Type="http://schemas.openxmlformats.org/officeDocument/2006/relationships/image" Target="../media/image124.w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836.bin"/><Relationship Id="rId18" Type="http://schemas.openxmlformats.org/officeDocument/2006/relationships/oleObject" Target="../embeddings/oleObject840.bin"/><Relationship Id="rId26" Type="http://schemas.openxmlformats.org/officeDocument/2006/relationships/oleObject" Target="../embeddings/oleObject846.bin"/><Relationship Id="rId3" Type="http://schemas.openxmlformats.org/officeDocument/2006/relationships/oleObject" Target="../embeddings/oleObject831.bin"/><Relationship Id="rId21" Type="http://schemas.openxmlformats.org/officeDocument/2006/relationships/oleObject" Target="../embeddings/oleObject842.bin"/><Relationship Id="rId34" Type="http://schemas.openxmlformats.org/officeDocument/2006/relationships/oleObject" Target="../embeddings/oleObject852.bin"/><Relationship Id="rId7" Type="http://schemas.openxmlformats.org/officeDocument/2006/relationships/oleObject" Target="../embeddings/oleObject833.bin"/><Relationship Id="rId12" Type="http://schemas.openxmlformats.org/officeDocument/2006/relationships/image" Target="../media/image120.wmf"/><Relationship Id="rId17" Type="http://schemas.openxmlformats.org/officeDocument/2006/relationships/image" Target="../media/image126.wmf"/><Relationship Id="rId25" Type="http://schemas.openxmlformats.org/officeDocument/2006/relationships/oleObject" Target="../embeddings/oleObject845.bin"/><Relationship Id="rId33" Type="http://schemas.openxmlformats.org/officeDocument/2006/relationships/oleObject" Target="../embeddings/oleObject85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9.bin"/><Relationship Id="rId20" Type="http://schemas.openxmlformats.org/officeDocument/2006/relationships/oleObject" Target="../embeddings/oleObject841.bin"/><Relationship Id="rId29" Type="http://schemas.openxmlformats.org/officeDocument/2006/relationships/oleObject" Target="../embeddings/oleObject848.bin"/><Relationship Id="rId1" Type="http://schemas.openxmlformats.org/officeDocument/2006/relationships/vmlDrawing" Target="../drawings/vmlDrawing60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835.bin"/><Relationship Id="rId24" Type="http://schemas.openxmlformats.org/officeDocument/2006/relationships/oleObject" Target="../embeddings/oleObject844.bin"/><Relationship Id="rId32" Type="http://schemas.openxmlformats.org/officeDocument/2006/relationships/image" Target="../media/image128.wmf"/><Relationship Id="rId5" Type="http://schemas.openxmlformats.org/officeDocument/2006/relationships/oleObject" Target="../embeddings/oleObject832.bin"/><Relationship Id="rId15" Type="http://schemas.openxmlformats.org/officeDocument/2006/relationships/oleObject" Target="../embeddings/oleObject838.bin"/><Relationship Id="rId23" Type="http://schemas.openxmlformats.org/officeDocument/2006/relationships/oleObject" Target="../embeddings/oleObject843.bin"/><Relationship Id="rId28" Type="http://schemas.openxmlformats.org/officeDocument/2006/relationships/oleObject" Target="../embeddings/oleObject847.bin"/><Relationship Id="rId10" Type="http://schemas.openxmlformats.org/officeDocument/2006/relationships/image" Target="../media/image119.wmf"/><Relationship Id="rId19" Type="http://schemas.openxmlformats.org/officeDocument/2006/relationships/image" Target="../media/image127.wmf"/><Relationship Id="rId31" Type="http://schemas.openxmlformats.org/officeDocument/2006/relationships/oleObject" Target="../embeddings/oleObject850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834.bin"/><Relationship Id="rId14" Type="http://schemas.openxmlformats.org/officeDocument/2006/relationships/oleObject" Target="../embeddings/oleObject837.bin"/><Relationship Id="rId22" Type="http://schemas.openxmlformats.org/officeDocument/2006/relationships/image" Target="../media/image124.wmf"/><Relationship Id="rId27" Type="http://schemas.openxmlformats.org/officeDocument/2006/relationships/image" Target="../media/image110.wmf"/><Relationship Id="rId30" Type="http://schemas.openxmlformats.org/officeDocument/2006/relationships/oleObject" Target="../embeddings/oleObject849.bin"/><Relationship Id="rId35" Type="http://schemas.openxmlformats.org/officeDocument/2006/relationships/oleObject" Target="../embeddings/oleObject853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oleObject" Target="../embeddings/oleObject860.bin"/><Relationship Id="rId18" Type="http://schemas.openxmlformats.org/officeDocument/2006/relationships/oleObject" Target="../embeddings/oleObject863.bin"/><Relationship Id="rId3" Type="http://schemas.openxmlformats.org/officeDocument/2006/relationships/oleObject" Target="../embeddings/oleObject854.bin"/><Relationship Id="rId7" Type="http://schemas.openxmlformats.org/officeDocument/2006/relationships/oleObject" Target="../embeddings/oleObject856.bin"/><Relationship Id="rId12" Type="http://schemas.openxmlformats.org/officeDocument/2006/relationships/oleObject" Target="../embeddings/oleObject859.bin"/><Relationship Id="rId17" Type="http://schemas.openxmlformats.org/officeDocument/2006/relationships/oleObject" Target="../embeddings/oleObject8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858.bin"/><Relationship Id="rId5" Type="http://schemas.openxmlformats.org/officeDocument/2006/relationships/oleObject" Target="../embeddings/oleObject855.bin"/><Relationship Id="rId15" Type="http://schemas.openxmlformats.org/officeDocument/2006/relationships/oleObject" Target="../embeddings/oleObject861.bin"/><Relationship Id="rId10" Type="http://schemas.openxmlformats.org/officeDocument/2006/relationships/image" Target="../media/image119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857.bin"/><Relationship Id="rId14" Type="http://schemas.openxmlformats.org/officeDocument/2006/relationships/image" Target="../media/image130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869.bin"/><Relationship Id="rId18" Type="http://schemas.openxmlformats.org/officeDocument/2006/relationships/image" Target="../media/image133.wmf"/><Relationship Id="rId26" Type="http://schemas.openxmlformats.org/officeDocument/2006/relationships/image" Target="../media/image136.wmf"/><Relationship Id="rId3" Type="http://schemas.openxmlformats.org/officeDocument/2006/relationships/oleObject" Target="../embeddings/oleObject864.bin"/><Relationship Id="rId21" Type="http://schemas.openxmlformats.org/officeDocument/2006/relationships/oleObject" Target="../embeddings/oleObject873.bin"/><Relationship Id="rId7" Type="http://schemas.openxmlformats.org/officeDocument/2006/relationships/oleObject" Target="../embeddings/oleObject866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871.bin"/><Relationship Id="rId25" Type="http://schemas.openxmlformats.org/officeDocument/2006/relationships/oleObject" Target="../embeddings/oleObject87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20" Type="http://schemas.openxmlformats.org/officeDocument/2006/relationships/image" Target="../media/image134.wmf"/><Relationship Id="rId1" Type="http://schemas.openxmlformats.org/officeDocument/2006/relationships/vmlDrawing" Target="../drawings/vmlDrawing62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868.bin"/><Relationship Id="rId24" Type="http://schemas.openxmlformats.org/officeDocument/2006/relationships/image" Target="../media/image75.wmf"/><Relationship Id="rId5" Type="http://schemas.openxmlformats.org/officeDocument/2006/relationships/oleObject" Target="../embeddings/oleObject865.bin"/><Relationship Id="rId15" Type="http://schemas.openxmlformats.org/officeDocument/2006/relationships/oleObject" Target="../embeddings/oleObject870.bin"/><Relationship Id="rId23" Type="http://schemas.openxmlformats.org/officeDocument/2006/relationships/oleObject" Target="../embeddings/oleObject874.bin"/><Relationship Id="rId28" Type="http://schemas.openxmlformats.org/officeDocument/2006/relationships/image" Target="../media/image107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872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867.bin"/><Relationship Id="rId14" Type="http://schemas.openxmlformats.org/officeDocument/2006/relationships/image" Target="../media/image131.wmf"/><Relationship Id="rId22" Type="http://schemas.openxmlformats.org/officeDocument/2006/relationships/image" Target="../media/image135.wmf"/><Relationship Id="rId27" Type="http://schemas.openxmlformats.org/officeDocument/2006/relationships/oleObject" Target="../embeddings/oleObject876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882.bin"/><Relationship Id="rId18" Type="http://schemas.openxmlformats.org/officeDocument/2006/relationships/image" Target="../media/image29.wmf"/><Relationship Id="rId26" Type="http://schemas.openxmlformats.org/officeDocument/2006/relationships/image" Target="../media/image140.wmf"/><Relationship Id="rId3" Type="http://schemas.openxmlformats.org/officeDocument/2006/relationships/oleObject" Target="../embeddings/oleObject877.bin"/><Relationship Id="rId21" Type="http://schemas.openxmlformats.org/officeDocument/2006/relationships/oleObject" Target="../embeddings/oleObject886.bin"/><Relationship Id="rId34" Type="http://schemas.openxmlformats.org/officeDocument/2006/relationships/oleObject" Target="../embeddings/oleObject894.bin"/><Relationship Id="rId7" Type="http://schemas.openxmlformats.org/officeDocument/2006/relationships/oleObject" Target="../embeddings/oleObject879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884.bin"/><Relationship Id="rId25" Type="http://schemas.openxmlformats.org/officeDocument/2006/relationships/oleObject" Target="../embeddings/oleObject888.bin"/><Relationship Id="rId33" Type="http://schemas.openxmlformats.org/officeDocument/2006/relationships/oleObject" Target="../embeddings/oleObject893.bin"/><Relationship Id="rId38" Type="http://schemas.openxmlformats.org/officeDocument/2006/relationships/image" Target="../media/image14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8.wmf"/><Relationship Id="rId20" Type="http://schemas.openxmlformats.org/officeDocument/2006/relationships/image" Target="../media/image119.wmf"/><Relationship Id="rId29" Type="http://schemas.openxmlformats.org/officeDocument/2006/relationships/image" Target="../media/image125.wmf"/><Relationship Id="rId1" Type="http://schemas.openxmlformats.org/officeDocument/2006/relationships/vmlDrawing" Target="../drawings/vmlDrawing63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881.bin"/><Relationship Id="rId24" Type="http://schemas.openxmlformats.org/officeDocument/2006/relationships/image" Target="../media/image139.wmf"/><Relationship Id="rId32" Type="http://schemas.openxmlformats.org/officeDocument/2006/relationships/oleObject" Target="../embeddings/oleObject892.bin"/><Relationship Id="rId37" Type="http://schemas.openxmlformats.org/officeDocument/2006/relationships/oleObject" Target="../embeddings/oleObject897.bin"/><Relationship Id="rId5" Type="http://schemas.openxmlformats.org/officeDocument/2006/relationships/oleObject" Target="../embeddings/oleObject878.bin"/><Relationship Id="rId15" Type="http://schemas.openxmlformats.org/officeDocument/2006/relationships/oleObject" Target="../embeddings/oleObject883.bin"/><Relationship Id="rId23" Type="http://schemas.openxmlformats.org/officeDocument/2006/relationships/oleObject" Target="../embeddings/oleObject887.bin"/><Relationship Id="rId28" Type="http://schemas.openxmlformats.org/officeDocument/2006/relationships/oleObject" Target="../embeddings/oleObject890.bin"/><Relationship Id="rId36" Type="http://schemas.openxmlformats.org/officeDocument/2006/relationships/oleObject" Target="../embeddings/oleObject896.bin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885.bin"/><Relationship Id="rId31" Type="http://schemas.openxmlformats.org/officeDocument/2006/relationships/image" Target="../media/image75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880.bin"/><Relationship Id="rId14" Type="http://schemas.openxmlformats.org/officeDocument/2006/relationships/image" Target="../media/image117.wmf"/><Relationship Id="rId22" Type="http://schemas.openxmlformats.org/officeDocument/2006/relationships/image" Target="../media/image120.wmf"/><Relationship Id="rId27" Type="http://schemas.openxmlformats.org/officeDocument/2006/relationships/oleObject" Target="../embeddings/oleObject889.bin"/><Relationship Id="rId30" Type="http://schemas.openxmlformats.org/officeDocument/2006/relationships/oleObject" Target="../embeddings/oleObject891.bin"/><Relationship Id="rId35" Type="http://schemas.openxmlformats.org/officeDocument/2006/relationships/oleObject" Target="../embeddings/oleObject895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903.bin"/><Relationship Id="rId18" Type="http://schemas.openxmlformats.org/officeDocument/2006/relationships/image" Target="../media/image40.wmf"/><Relationship Id="rId26" Type="http://schemas.openxmlformats.org/officeDocument/2006/relationships/image" Target="../media/image132.wmf"/><Relationship Id="rId3" Type="http://schemas.openxmlformats.org/officeDocument/2006/relationships/oleObject" Target="../embeddings/oleObject898.bin"/><Relationship Id="rId21" Type="http://schemas.openxmlformats.org/officeDocument/2006/relationships/oleObject" Target="../embeddings/oleObject908.bin"/><Relationship Id="rId34" Type="http://schemas.openxmlformats.org/officeDocument/2006/relationships/image" Target="../media/image82.wmf"/><Relationship Id="rId7" Type="http://schemas.openxmlformats.org/officeDocument/2006/relationships/oleObject" Target="../embeddings/oleObject900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906.bin"/><Relationship Id="rId25" Type="http://schemas.openxmlformats.org/officeDocument/2006/relationships/oleObject" Target="../embeddings/oleObject910.bin"/><Relationship Id="rId33" Type="http://schemas.openxmlformats.org/officeDocument/2006/relationships/oleObject" Target="../embeddings/oleObject914.bin"/><Relationship Id="rId38" Type="http://schemas.openxmlformats.org/officeDocument/2006/relationships/oleObject" Target="../embeddings/oleObject9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.wmf"/><Relationship Id="rId20" Type="http://schemas.openxmlformats.org/officeDocument/2006/relationships/image" Target="../media/image47.wmf"/><Relationship Id="rId29" Type="http://schemas.openxmlformats.org/officeDocument/2006/relationships/oleObject" Target="../embeddings/oleObject912.bin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902.bin"/><Relationship Id="rId24" Type="http://schemas.openxmlformats.org/officeDocument/2006/relationships/image" Target="../media/image131.wmf"/><Relationship Id="rId32" Type="http://schemas.openxmlformats.org/officeDocument/2006/relationships/image" Target="../media/image135.wmf"/><Relationship Id="rId37" Type="http://schemas.openxmlformats.org/officeDocument/2006/relationships/oleObject" Target="../embeddings/oleObject916.bin"/><Relationship Id="rId5" Type="http://schemas.openxmlformats.org/officeDocument/2006/relationships/oleObject" Target="../embeddings/oleObject899.bin"/><Relationship Id="rId15" Type="http://schemas.openxmlformats.org/officeDocument/2006/relationships/oleObject" Target="../embeddings/oleObject905.bin"/><Relationship Id="rId23" Type="http://schemas.openxmlformats.org/officeDocument/2006/relationships/oleObject" Target="../embeddings/oleObject909.bin"/><Relationship Id="rId28" Type="http://schemas.openxmlformats.org/officeDocument/2006/relationships/image" Target="../media/image133.wmf"/><Relationship Id="rId36" Type="http://schemas.openxmlformats.org/officeDocument/2006/relationships/image" Target="../media/image136.wmf"/><Relationship Id="rId10" Type="http://schemas.openxmlformats.org/officeDocument/2006/relationships/image" Target="../media/image119.wmf"/><Relationship Id="rId19" Type="http://schemas.openxmlformats.org/officeDocument/2006/relationships/oleObject" Target="../embeddings/oleObject907.bin"/><Relationship Id="rId31" Type="http://schemas.openxmlformats.org/officeDocument/2006/relationships/oleObject" Target="../embeddings/oleObject913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901.bin"/><Relationship Id="rId14" Type="http://schemas.openxmlformats.org/officeDocument/2006/relationships/oleObject" Target="../embeddings/oleObject904.bin"/><Relationship Id="rId22" Type="http://schemas.openxmlformats.org/officeDocument/2006/relationships/image" Target="../media/image56.wmf"/><Relationship Id="rId27" Type="http://schemas.openxmlformats.org/officeDocument/2006/relationships/oleObject" Target="../embeddings/oleObject911.bin"/><Relationship Id="rId30" Type="http://schemas.openxmlformats.org/officeDocument/2006/relationships/image" Target="../media/image134.wmf"/><Relationship Id="rId35" Type="http://schemas.openxmlformats.org/officeDocument/2006/relationships/oleObject" Target="../embeddings/oleObject915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1.bin"/><Relationship Id="rId13" Type="http://schemas.openxmlformats.org/officeDocument/2006/relationships/oleObject" Target="../embeddings/oleObject924.bin"/><Relationship Id="rId18" Type="http://schemas.openxmlformats.org/officeDocument/2006/relationships/image" Target="../media/image142.wmf"/><Relationship Id="rId26" Type="http://schemas.openxmlformats.org/officeDocument/2006/relationships/image" Target="../media/image136.wmf"/><Relationship Id="rId3" Type="http://schemas.openxmlformats.org/officeDocument/2006/relationships/oleObject" Target="../embeddings/oleObject918.bin"/><Relationship Id="rId21" Type="http://schemas.openxmlformats.org/officeDocument/2006/relationships/oleObject" Target="../embeddings/oleObject928.bin"/><Relationship Id="rId34" Type="http://schemas.openxmlformats.org/officeDocument/2006/relationships/oleObject" Target="../embeddings/oleObject935.bin"/><Relationship Id="rId7" Type="http://schemas.openxmlformats.org/officeDocument/2006/relationships/oleObject" Target="../embeddings/oleObject920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926.bin"/><Relationship Id="rId25" Type="http://schemas.openxmlformats.org/officeDocument/2006/relationships/oleObject" Target="../embeddings/oleObject930.bin"/><Relationship Id="rId33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.wmf"/><Relationship Id="rId20" Type="http://schemas.openxmlformats.org/officeDocument/2006/relationships/image" Target="../media/image143.wmf"/><Relationship Id="rId29" Type="http://schemas.openxmlformats.org/officeDocument/2006/relationships/oleObject" Target="../embeddings/oleObject932.bin"/><Relationship Id="rId1" Type="http://schemas.openxmlformats.org/officeDocument/2006/relationships/vmlDrawing" Target="../drawings/vmlDrawing65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923.bin"/><Relationship Id="rId24" Type="http://schemas.openxmlformats.org/officeDocument/2006/relationships/image" Target="../media/image145.wmf"/><Relationship Id="rId32" Type="http://schemas.openxmlformats.org/officeDocument/2006/relationships/oleObject" Target="../embeddings/oleObject934.bin"/><Relationship Id="rId37" Type="http://schemas.openxmlformats.org/officeDocument/2006/relationships/oleObject" Target="../embeddings/oleObject937.bin"/><Relationship Id="rId5" Type="http://schemas.openxmlformats.org/officeDocument/2006/relationships/oleObject" Target="../embeddings/oleObject919.bin"/><Relationship Id="rId15" Type="http://schemas.openxmlformats.org/officeDocument/2006/relationships/oleObject" Target="../embeddings/oleObject925.bin"/><Relationship Id="rId23" Type="http://schemas.openxmlformats.org/officeDocument/2006/relationships/oleObject" Target="../embeddings/oleObject929.bin"/><Relationship Id="rId28" Type="http://schemas.openxmlformats.org/officeDocument/2006/relationships/image" Target="../media/image82.wmf"/><Relationship Id="rId36" Type="http://schemas.openxmlformats.org/officeDocument/2006/relationships/oleObject" Target="../embeddings/oleObject936.bin"/><Relationship Id="rId10" Type="http://schemas.openxmlformats.org/officeDocument/2006/relationships/image" Target="../media/image61.wmf"/><Relationship Id="rId19" Type="http://schemas.openxmlformats.org/officeDocument/2006/relationships/oleObject" Target="../embeddings/oleObject927.bin"/><Relationship Id="rId31" Type="http://schemas.openxmlformats.org/officeDocument/2006/relationships/image" Target="../media/image125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922.bin"/><Relationship Id="rId14" Type="http://schemas.openxmlformats.org/officeDocument/2006/relationships/image" Target="../media/image49.wmf"/><Relationship Id="rId22" Type="http://schemas.openxmlformats.org/officeDocument/2006/relationships/image" Target="../media/image144.wmf"/><Relationship Id="rId27" Type="http://schemas.openxmlformats.org/officeDocument/2006/relationships/oleObject" Target="../embeddings/oleObject931.bin"/><Relationship Id="rId30" Type="http://schemas.openxmlformats.org/officeDocument/2006/relationships/oleObject" Target="../embeddings/oleObject933.bin"/><Relationship Id="rId35" Type="http://schemas.openxmlformats.org/officeDocument/2006/relationships/image" Target="../media/image120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94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950.bin"/><Relationship Id="rId3" Type="http://schemas.openxmlformats.org/officeDocument/2006/relationships/oleObject" Target="../embeddings/oleObject938.bin"/><Relationship Id="rId21" Type="http://schemas.openxmlformats.org/officeDocument/2006/relationships/oleObject" Target="../embeddings/oleObject947.bin"/><Relationship Id="rId34" Type="http://schemas.openxmlformats.org/officeDocument/2006/relationships/image" Target="../media/image120.wmf"/><Relationship Id="rId7" Type="http://schemas.openxmlformats.org/officeDocument/2006/relationships/oleObject" Target="../embeddings/oleObject94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945.bin"/><Relationship Id="rId25" Type="http://schemas.openxmlformats.org/officeDocument/2006/relationships/oleObject" Target="../embeddings/oleObject949.bin"/><Relationship Id="rId33" Type="http://schemas.openxmlformats.org/officeDocument/2006/relationships/oleObject" Target="../embeddings/oleObject9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image" Target="../media/image125.wmf"/><Relationship Id="rId1" Type="http://schemas.openxmlformats.org/officeDocument/2006/relationships/vmlDrawing" Target="../drawings/vmlDrawing66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942.bin"/><Relationship Id="rId24" Type="http://schemas.openxmlformats.org/officeDocument/2006/relationships/image" Target="../media/image82.wmf"/><Relationship Id="rId32" Type="http://schemas.openxmlformats.org/officeDocument/2006/relationships/image" Target="../media/image119.wmf"/><Relationship Id="rId37" Type="http://schemas.openxmlformats.org/officeDocument/2006/relationships/oleObject" Target="../embeddings/oleObject957.bin"/><Relationship Id="rId5" Type="http://schemas.openxmlformats.org/officeDocument/2006/relationships/oleObject" Target="../embeddings/oleObject939.bin"/><Relationship Id="rId15" Type="http://schemas.openxmlformats.org/officeDocument/2006/relationships/oleObject" Target="../embeddings/oleObject944.bin"/><Relationship Id="rId23" Type="http://schemas.openxmlformats.org/officeDocument/2006/relationships/oleObject" Target="../embeddings/oleObject948.bin"/><Relationship Id="rId28" Type="http://schemas.openxmlformats.org/officeDocument/2006/relationships/oleObject" Target="../embeddings/oleObject951.bin"/><Relationship Id="rId36" Type="http://schemas.openxmlformats.org/officeDocument/2006/relationships/oleObject" Target="../embeddings/oleObject956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946.bin"/><Relationship Id="rId31" Type="http://schemas.openxmlformats.org/officeDocument/2006/relationships/oleObject" Target="../embeddings/oleObject953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94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952.bin"/><Relationship Id="rId35" Type="http://schemas.openxmlformats.org/officeDocument/2006/relationships/oleObject" Target="../embeddings/oleObject955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96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970.bin"/><Relationship Id="rId3" Type="http://schemas.openxmlformats.org/officeDocument/2006/relationships/oleObject" Target="../embeddings/oleObject958.bin"/><Relationship Id="rId21" Type="http://schemas.openxmlformats.org/officeDocument/2006/relationships/oleObject" Target="../embeddings/oleObject967.bin"/><Relationship Id="rId34" Type="http://schemas.openxmlformats.org/officeDocument/2006/relationships/oleObject" Target="../embeddings/oleObject975.bin"/><Relationship Id="rId7" Type="http://schemas.openxmlformats.org/officeDocument/2006/relationships/oleObject" Target="../embeddings/oleObject96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965.bin"/><Relationship Id="rId25" Type="http://schemas.openxmlformats.org/officeDocument/2006/relationships/oleObject" Target="../embeddings/oleObject969.bin"/><Relationship Id="rId33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972.bin"/><Relationship Id="rId1" Type="http://schemas.openxmlformats.org/officeDocument/2006/relationships/vmlDrawing" Target="../drawings/vmlDrawing67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962.bin"/><Relationship Id="rId24" Type="http://schemas.openxmlformats.org/officeDocument/2006/relationships/image" Target="../media/image82.wmf"/><Relationship Id="rId32" Type="http://schemas.openxmlformats.org/officeDocument/2006/relationships/oleObject" Target="../embeddings/oleObject974.bin"/><Relationship Id="rId5" Type="http://schemas.openxmlformats.org/officeDocument/2006/relationships/oleObject" Target="../embeddings/oleObject959.bin"/><Relationship Id="rId15" Type="http://schemas.openxmlformats.org/officeDocument/2006/relationships/oleObject" Target="../embeddings/oleObject964.bin"/><Relationship Id="rId23" Type="http://schemas.openxmlformats.org/officeDocument/2006/relationships/oleObject" Target="../embeddings/oleObject968.bin"/><Relationship Id="rId28" Type="http://schemas.openxmlformats.org/officeDocument/2006/relationships/oleObject" Target="../embeddings/oleObject971.bin"/><Relationship Id="rId36" Type="http://schemas.openxmlformats.org/officeDocument/2006/relationships/oleObject" Target="../embeddings/oleObject977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966.bin"/><Relationship Id="rId31" Type="http://schemas.openxmlformats.org/officeDocument/2006/relationships/image" Target="../media/image119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96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973.bin"/><Relationship Id="rId35" Type="http://schemas.openxmlformats.org/officeDocument/2006/relationships/oleObject" Target="../embeddings/oleObject976.bin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983.bin"/><Relationship Id="rId18" Type="http://schemas.openxmlformats.org/officeDocument/2006/relationships/image" Target="../media/image133.wmf"/><Relationship Id="rId26" Type="http://schemas.openxmlformats.org/officeDocument/2006/relationships/image" Target="../media/image136.wmf"/><Relationship Id="rId39" Type="http://schemas.openxmlformats.org/officeDocument/2006/relationships/oleObject" Target="../embeddings/oleObject996.bin"/><Relationship Id="rId3" Type="http://schemas.openxmlformats.org/officeDocument/2006/relationships/oleObject" Target="../embeddings/oleObject978.bin"/><Relationship Id="rId21" Type="http://schemas.openxmlformats.org/officeDocument/2006/relationships/oleObject" Target="../embeddings/oleObject987.bin"/><Relationship Id="rId34" Type="http://schemas.openxmlformats.org/officeDocument/2006/relationships/image" Target="../media/image118.wmf"/><Relationship Id="rId7" Type="http://schemas.openxmlformats.org/officeDocument/2006/relationships/oleObject" Target="../embeddings/oleObject980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985.bin"/><Relationship Id="rId25" Type="http://schemas.openxmlformats.org/officeDocument/2006/relationships/oleObject" Target="../embeddings/oleObject989.bin"/><Relationship Id="rId33" Type="http://schemas.openxmlformats.org/officeDocument/2006/relationships/oleObject" Target="../embeddings/oleObject993.bin"/><Relationship Id="rId38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20" Type="http://schemas.openxmlformats.org/officeDocument/2006/relationships/image" Target="../media/image134.wmf"/><Relationship Id="rId29" Type="http://schemas.openxmlformats.org/officeDocument/2006/relationships/oleObject" Target="../embeddings/oleObject991.bin"/><Relationship Id="rId41" Type="http://schemas.openxmlformats.org/officeDocument/2006/relationships/oleObject" Target="../embeddings/oleObject997.bin"/><Relationship Id="rId1" Type="http://schemas.openxmlformats.org/officeDocument/2006/relationships/vmlDrawing" Target="../drawings/vmlDrawing68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982.bin"/><Relationship Id="rId24" Type="http://schemas.openxmlformats.org/officeDocument/2006/relationships/image" Target="../media/image75.wmf"/><Relationship Id="rId32" Type="http://schemas.openxmlformats.org/officeDocument/2006/relationships/image" Target="../media/image117.wmf"/><Relationship Id="rId37" Type="http://schemas.openxmlformats.org/officeDocument/2006/relationships/oleObject" Target="../embeddings/oleObject995.bin"/><Relationship Id="rId40" Type="http://schemas.openxmlformats.org/officeDocument/2006/relationships/image" Target="../media/image120.wmf"/><Relationship Id="rId5" Type="http://schemas.openxmlformats.org/officeDocument/2006/relationships/oleObject" Target="../embeddings/oleObject979.bin"/><Relationship Id="rId15" Type="http://schemas.openxmlformats.org/officeDocument/2006/relationships/oleObject" Target="../embeddings/oleObject984.bin"/><Relationship Id="rId23" Type="http://schemas.openxmlformats.org/officeDocument/2006/relationships/oleObject" Target="../embeddings/oleObject988.bin"/><Relationship Id="rId28" Type="http://schemas.openxmlformats.org/officeDocument/2006/relationships/image" Target="../media/image28.wmf"/><Relationship Id="rId36" Type="http://schemas.openxmlformats.org/officeDocument/2006/relationships/image" Target="../media/image29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986.bin"/><Relationship Id="rId31" Type="http://schemas.openxmlformats.org/officeDocument/2006/relationships/oleObject" Target="../embeddings/oleObject992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981.bin"/><Relationship Id="rId14" Type="http://schemas.openxmlformats.org/officeDocument/2006/relationships/image" Target="../media/image131.wmf"/><Relationship Id="rId22" Type="http://schemas.openxmlformats.org/officeDocument/2006/relationships/image" Target="../media/image135.wmf"/><Relationship Id="rId27" Type="http://schemas.openxmlformats.org/officeDocument/2006/relationships/oleObject" Target="../embeddings/oleObject990.bin"/><Relationship Id="rId30" Type="http://schemas.openxmlformats.org/officeDocument/2006/relationships/image" Target="../media/image61.wmf"/><Relationship Id="rId35" Type="http://schemas.openxmlformats.org/officeDocument/2006/relationships/oleObject" Target="../embeddings/oleObject994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00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1010.bin"/><Relationship Id="rId3" Type="http://schemas.openxmlformats.org/officeDocument/2006/relationships/oleObject" Target="../embeddings/oleObject998.bin"/><Relationship Id="rId21" Type="http://schemas.openxmlformats.org/officeDocument/2006/relationships/oleObject" Target="../embeddings/oleObject1007.bin"/><Relationship Id="rId34" Type="http://schemas.openxmlformats.org/officeDocument/2006/relationships/oleObject" Target="../embeddings/oleObject1015.bin"/><Relationship Id="rId7" Type="http://schemas.openxmlformats.org/officeDocument/2006/relationships/oleObject" Target="../embeddings/oleObject100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1005.bin"/><Relationship Id="rId25" Type="http://schemas.openxmlformats.org/officeDocument/2006/relationships/oleObject" Target="../embeddings/oleObject1009.bin"/><Relationship Id="rId33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012.bin"/><Relationship Id="rId1" Type="http://schemas.openxmlformats.org/officeDocument/2006/relationships/vmlDrawing" Target="../drawings/vmlDrawing69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002.bin"/><Relationship Id="rId24" Type="http://schemas.openxmlformats.org/officeDocument/2006/relationships/image" Target="../media/image82.wmf"/><Relationship Id="rId32" Type="http://schemas.openxmlformats.org/officeDocument/2006/relationships/oleObject" Target="../embeddings/oleObject1014.bin"/><Relationship Id="rId5" Type="http://schemas.openxmlformats.org/officeDocument/2006/relationships/oleObject" Target="../embeddings/oleObject999.bin"/><Relationship Id="rId15" Type="http://schemas.openxmlformats.org/officeDocument/2006/relationships/oleObject" Target="../embeddings/oleObject1004.bin"/><Relationship Id="rId23" Type="http://schemas.openxmlformats.org/officeDocument/2006/relationships/oleObject" Target="../embeddings/oleObject1008.bin"/><Relationship Id="rId28" Type="http://schemas.openxmlformats.org/officeDocument/2006/relationships/oleObject" Target="../embeddings/oleObject1011.bin"/><Relationship Id="rId36" Type="http://schemas.openxmlformats.org/officeDocument/2006/relationships/oleObject" Target="../embeddings/oleObject1017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006.bin"/><Relationship Id="rId31" Type="http://schemas.openxmlformats.org/officeDocument/2006/relationships/image" Target="../media/image119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00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1013.bin"/><Relationship Id="rId35" Type="http://schemas.openxmlformats.org/officeDocument/2006/relationships/oleObject" Target="../embeddings/oleObject1016.bin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02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1030.bin"/><Relationship Id="rId3" Type="http://schemas.openxmlformats.org/officeDocument/2006/relationships/oleObject" Target="../embeddings/oleObject1018.bin"/><Relationship Id="rId21" Type="http://schemas.openxmlformats.org/officeDocument/2006/relationships/oleObject" Target="../embeddings/oleObject1027.bin"/><Relationship Id="rId34" Type="http://schemas.openxmlformats.org/officeDocument/2006/relationships/oleObject" Target="../embeddings/oleObject1035.bin"/><Relationship Id="rId7" Type="http://schemas.openxmlformats.org/officeDocument/2006/relationships/oleObject" Target="../embeddings/oleObject102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1025.bin"/><Relationship Id="rId25" Type="http://schemas.openxmlformats.org/officeDocument/2006/relationships/oleObject" Target="../embeddings/oleObject1029.bin"/><Relationship Id="rId33" Type="http://schemas.openxmlformats.org/officeDocument/2006/relationships/oleObject" Target="../embeddings/oleObject10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032.bin"/><Relationship Id="rId1" Type="http://schemas.openxmlformats.org/officeDocument/2006/relationships/vmlDrawing" Target="../drawings/vmlDrawing70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022.bin"/><Relationship Id="rId24" Type="http://schemas.openxmlformats.org/officeDocument/2006/relationships/image" Target="../media/image82.wmf"/><Relationship Id="rId32" Type="http://schemas.openxmlformats.org/officeDocument/2006/relationships/image" Target="../media/image120.wmf"/><Relationship Id="rId5" Type="http://schemas.openxmlformats.org/officeDocument/2006/relationships/oleObject" Target="../embeddings/oleObject1019.bin"/><Relationship Id="rId15" Type="http://schemas.openxmlformats.org/officeDocument/2006/relationships/oleObject" Target="../embeddings/oleObject1024.bin"/><Relationship Id="rId23" Type="http://schemas.openxmlformats.org/officeDocument/2006/relationships/oleObject" Target="../embeddings/oleObject1028.bin"/><Relationship Id="rId28" Type="http://schemas.openxmlformats.org/officeDocument/2006/relationships/oleObject" Target="../embeddings/oleObject1031.bin"/><Relationship Id="rId36" Type="http://schemas.openxmlformats.org/officeDocument/2006/relationships/oleObject" Target="../embeddings/oleObject1037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026.bin"/><Relationship Id="rId31" Type="http://schemas.openxmlformats.org/officeDocument/2006/relationships/oleObject" Target="../embeddings/oleObject1033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02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image" Target="../media/image119.wmf"/><Relationship Id="rId35" Type="http://schemas.openxmlformats.org/officeDocument/2006/relationships/oleObject" Target="../embeddings/oleObject1036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04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1050.bin"/><Relationship Id="rId3" Type="http://schemas.openxmlformats.org/officeDocument/2006/relationships/oleObject" Target="../embeddings/oleObject1038.bin"/><Relationship Id="rId21" Type="http://schemas.openxmlformats.org/officeDocument/2006/relationships/oleObject" Target="../embeddings/oleObject1047.bin"/><Relationship Id="rId34" Type="http://schemas.openxmlformats.org/officeDocument/2006/relationships/oleObject" Target="../embeddings/oleObject1055.bin"/><Relationship Id="rId7" Type="http://schemas.openxmlformats.org/officeDocument/2006/relationships/oleObject" Target="../embeddings/oleObject104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1045.bin"/><Relationship Id="rId25" Type="http://schemas.openxmlformats.org/officeDocument/2006/relationships/oleObject" Target="../embeddings/oleObject1049.bin"/><Relationship Id="rId33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052.bin"/><Relationship Id="rId1" Type="http://schemas.openxmlformats.org/officeDocument/2006/relationships/vmlDrawing" Target="../drawings/vmlDrawing71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042.bin"/><Relationship Id="rId24" Type="http://schemas.openxmlformats.org/officeDocument/2006/relationships/image" Target="../media/image82.wmf"/><Relationship Id="rId32" Type="http://schemas.openxmlformats.org/officeDocument/2006/relationships/oleObject" Target="../embeddings/oleObject1054.bin"/><Relationship Id="rId37" Type="http://schemas.openxmlformats.org/officeDocument/2006/relationships/oleObject" Target="../embeddings/oleObject1057.bin"/><Relationship Id="rId5" Type="http://schemas.openxmlformats.org/officeDocument/2006/relationships/oleObject" Target="../embeddings/oleObject1039.bin"/><Relationship Id="rId15" Type="http://schemas.openxmlformats.org/officeDocument/2006/relationships/oleObject" Target="../embeddings/oleObject1044.bin"/><Relationship Id="rId23" Type="http://schemas.openxmlformats.org/officeDocument/2006/relationships/oleObject" Target="../embeddings/oleObject1048.bin"/><Relationship Id="rId28" Type="http://schemas.openxmlformats.org/officeDocument/2006/relationships/oleObject" Target="../embeddings/oleObject1051.bin"/><Relationship Id="rId36" Type="http://schemas.openxmlformats.org/officeDocument/2006/relationships/image" Target="../media/image116.wmf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046.bin"/><Relationship Id="rId31" Type="http://schemas.openxmlformats.org/officeDocument/2006/relationships/image" Target="../media/image119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04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1053.bin"/><Relationship Id="rId35" Type="http://schemas.openxmlformats.org/officeDocument/2006/relationships/oleObject" Target="../embeddings/oleObject1056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06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1070.bin"/><Relationship Id="rId3" Type="http://schemas.openxmlformats.org/officeDocument/2006/relationships/oleObject" Target="../embeddings/oleObject1058.bin"/><Relationship Id="rId21" Type="http://schemas.openxmlformats.org/officeDocument/2006/relationships/oleObject" Target="../embeddings/oleObject1067.bin"/><Relationship Id="rId34" Type="http://schemas.openxmlformats.org/officeDocument/2006/relationships/oleObject" Target="../embeddings/oleObject1075.bin"/><Relationship Id="rId7" Type="http://schemas.openxmlformats.org/officeDocument/2006/relationships/oleObject" Target="../embeddings/oleObject106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1065.bin"/><Relationship Id="rId25" Type="http://schemas.openxmlformats.org/officeDocument/2006/relationships/oleObject" Target="../embeddings/oleObject1069.bin"/><Relationship Id="rId33" Type="http://schemas.openxmlformats.org/officeDocument/2006/relationships/oleObject" Target="../embeddings/oleObject10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072.bin"/><Relationship Id="rId1" Type="http://schemas.openxmlformats.org/officeDocument/2006/relationships/vmlDrawing" Target="../drawings/vmlDrawing72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062.bin"/><Relationship Id="rId24" Type="http://schemas.openxmlformats.org/officeDocument/2006/relationships/image" Target="../media/image82.wmf"/><Relationship Id="rId32" Type="http://schemas.openxmlformats.org/officeDocument/2006/relationships/image" Target="../media/image120.wmf"/><Relationship Id="rId37" Type="http://schemas.openxmlformats.org/officeDocument/2006/relationships/oleObject" Target="../embeddings/oleObject1077.bin"/><Relationship Id="rId5" Type="http://schemas.openxmlformats.org/officeDocument/2006/relationships/oleObject" Target="../embeddings/oleObject1059.bin"/><Relationship Id="rId15" Type="http://schemas.openxmlformats.org/officeDocument/2006/relationships/oleObject" Target="../embeddings/oleObject1064.bin"/><Relationship Id="rId23" Type="http://schemas.openxmlformats.org/officeDocument/2006/relationships/oleObject" Target="../embeddings/oleObject1068.bin"/><Relationship Id="rId28" Type="http://schemas.openxmlformats.org/officeDocument/2006/relationships/oleObject" Target="../embeddings/oleObject1071.bin"/><Relationship Id="rId36" Type="http://schemas.openxmlformats.org/officeDocument/2006/relationships/image" Target="../media/image125.wmf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066.bin"/><Relationship Id="rId31" Type="http://schemas.openxmlformats.org/officeDocument/2006/relationships/oleObject" Target="../embeddings/oleObject1073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06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image" Target="../media/image119.wmf"/><Relationship Id="rId35" Type="http://schemas.openxmlformats.org/officeDocument/2006/relationships/oleObject" Target="../embeddings/oleObject1076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1083.bin"/><Relationship Id="rId18" Type="http://schemas.openxmlformats.org/officeDocument/2006/relationships/image" Target="../media/image133.wmf"/><Relationship Id="rId26" Type="http://schemas.openxmlformats.org/officeDocument/2006/relationships/image" Target="../media/image136.wmf"/><Relationship Id="rId39" Type="http://schemas.openxmlformats.org/officeDocument/2006/relationships/oleObject" Target="../embeddings/oleObject1096.bin"/><Relationship Id="rId3" Type="http://schemas.openxmlformats.org/officeDocument/2006/relationships/oleObject" Target="../embeddings/oleObject1078.bin"/><Relationship Id="rId21" Type="http://schemas.openxmlformats.org/officeDocument/2006/relationships/oleObject" Target="../embeddings/oleObject1087.bin"/><Relationship Id="rId34" Type="http://schemas.openxmlformats.org/officeDocument/2006/relationships/image" Target="../media/image117.wmf"/><Relationship Id="rId42" Type="http://schemas.openxmlformats.org/officeDocument/2006/relationships/image" Target="../media/image120.wmf"/><Relationship Id="rId7" Type="http://schemas.openxmlformats.org/officeDocument/2006/relationships/oleObject" Target="../embeddings/oleObject1080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1085.bin"/><Relationship Id="rId25" Type="http://schemas.openxmlformats.org/officeDocument/2006/relationships/oleObject" Target="../embeddings/oleObject1089.bin"/><Relationship Id="rId33" Type="http://schemas.openxmlformats.org/officeDocument/2006/relationships/oleObject" Target="../embeddings/oleObject1093.bin"/><Relationship Id="rId38" Type="http://schemas.openxmlformats.org/officeDocument/2006/relationships/image" Target="../media/image11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20" Type="http://schemas.openxmlformats.org/officeDocument/2006/relationships/image" Target="../media/image134.wmf"/><Relationship Id="rId29" Type="http://schemas.openxmlformats.org/officeDocument/2006/relationships/oleObject" Target="../embeddings/oleObject1091.bin"/><Relationship Id="rId41" Type="http://schemas.openxmlformats.org/officeDocument/2006/relationships/oleObject" Target="../embeddings/oleObject1097.bin"/><Relationship Id="rId1" Type="http://schemas.openxmlformats.org/officeDocument/2006/relationships/vmlDrawing" Target="../drawings/vmlDrawing73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1082.bin"/><Relationship Id="rId24" Type="http://schemas.openxmlformats.org/officeDocument/2006/relationships/image" Target="../media/image75.wmf"/><Relationship Id="rId32" Type="http://schemas.openxmlformats.org/officeDocument/2006/relationships/image" Target="../media/image29.wmf"/><Relationship Id="rId37" Type="http://schemas.openxmlformats.org/officeDocument/2006/relationships/oleObject" Target="../embeddings/oleObject1095.bin"/><Relationship Id="rId40" Type="http://schemas.openxmlformats.org/officeDocument/2006/relationships/image" Target="../media/image116.wmf"/><Relationship Id="rId5" Type="http://schemas.openxmlformats.org/officeDocument/2006/relationships/oleObject" Target="../embeddings/oleObject1079.bin"/><Relationship Id="rId15" Type="http://schemas.openxmlformats.org/officeDocument/2006/relationships/oleObject" Target="../embeddings/oleObject1084.bin"/><Relationship Id="rId23" Type="http://schemas.openxmlformats.org/officeDocument/2006/relationships/oleObject" Target="../embeddings/oleObject1088.bin"/><Relationship Id="rId28" Type="http://schemas.openxmlformats.org/officeDocument/2006/relationships/image" Target="../media/image28.wmf"/><Relationship Id="rId36" Type="http://schemas.openxmlformats.org/officeDocument/2006/relationships/image" Target="../media/image118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1086.bin"/><Relationship Id="rId31" Type="http://schemas.openxmlformats.org/officeDocument/2006/relationships/oleObject" Target="../embeddings/oleObject1092.bin"/><Relationship Id="rId4" Type="http://schemas.openxmlformats.org/officeDocument/2006/relationships/image" Target="../media/image54.wmf"/><Relationship Id="rId9" Type="http://schemas.openxmlformats.org/officeDocument/2006/relationships/oleObject" Target="../embeddings/oleObject1081.bin"/><Relationship Id="rId14" Type="http://schemas.openxmlformats.org/officeDocument/2006/relationships/image" Target="../media/image131.wmf"/><Relationship Id="rId22" Type="http://schemas.openxmlformats.org/officeDocument/2006/relationships/image" Target="../media/image135.wmf"/><Relationship Id="rId27" Type="http://schemas.openxmlformats.org/officeDocument/2006/relationships/oleObject" Target="../embeddings/oleObject1090.bin"/><Relationship Id="rId30" Type="http://schemas.openxmlformats.org/officeDocument/2006/relationships/image" Target="../media/image49.wmf"/><Relationship Id="rId35" Type="http://schemas.openxmlformats.org/officeDocument/2006/relationships/oleObject" Target="../embeddings/oleObject1094.bin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10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1110.bin"/><Relationship Id="rId3" Type="http://schemas.openxmlformats.org/officeDocument/2006/relationships/oleObject" Target="../embeddings/oleObject1098.bin"/><Relationship Id="rId21" Type="http://schemas.openxmlformats.org/officeDocument/2006/relationships/oleObject" Target="../embeddings/oleObject1107.bin"/><Relationship Id="rId34" Type="http://schemas.openxmlformats.org/officeDocument/2006/relationships/oleObject" Target="../embeddings/oleObject1115.bin"/><Relationship Id="rId7" Type="http://schemas.openxmlformats.org/officeDocument/2006/relationships/oleObject" Target="../embeddings/oleObject110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1105.bin"/><Relationship Id="rId25" Type="http://schemas.openxmlformats.org/officeDocument/2006/relationships/oleObject" Target="../embeddings/oleObject1109.bin"/><Relationship Id="rId33" Type="http://schemas.openxmlformats.org/officeDocument/2006/relationships/oleObject" Target="../embeddings/oleObject11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112.bin"/><Relationship Id="rId1" Type="http://schemas.openxmlformats.org/officeDocument/2006/relationships/vmlDrawing" Target="../drawings/vmlDrawing74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102.bin"/><Relationship Id="rId24" Type="http://schemas.openxmlformats.org/officeDocument/2006/relationships/image" Target="../media/image82.wmf"/><Relationship Id="rId32" Type="http://schemas.openxmlformats.org/officeDocument/2006/relationships/image" Target="../media/image120.wmf"/><Relationship Id="rId37" Type="http://schemas.openxmlformats.org/officeDocument/2006/relationships/oleObject" Target="../embeddings/oleObject1117.bin"/><Relationship Id="rId5" Type="http://schemas.openxmlformats.org/officeDocument/2006/relationships/oleObject" Target="../embeddings/oleObject1099.bin"/><Relationship Id="rId15" Type="http://schemas.openxmlformats.org/officeDocument/2006/relationships/oleObject" Target="../embeddings/oleObject1104.bin"/><Relationship Id="rId23" Type="http://schemas.openxmlformats.org/officeDocument/2006/relationships/oleObject" Target="../embeddings/oleObject1108.bin"/><Relationship Id="rId28" Type="http://schemas.openxmlformats.org/officeDocument/2006/relationships/oleObject" Target="../embeddings/oleObject1111.bin"/><Relationship Id="rId36" Type="http://schemas.openxmlformats.org/officeDocument/2006/relationships/image" Target="../media/image125.wmf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106.bin"/><Relationship Id="rId31" Type="http://schemas.openxmlformats.org/officeDocument/2006/relationships/oleObject" Target="../embeddings/oleObject1113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10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image" Target="../media/image119.wmf"/><Relationship Id="rId35" Type="http://schemas.openxmlformats.org/officeDocument/2006/relationships/oleObject" Target="../embeddings/oleObject1116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12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1130.bin"/><Relationship Id="rId3" Type="http://schemas.openxmlformats.org/officeDocument/2006/relationships/oleObject" Target="../embeddings/oleObject1118.bin"/><Relationship Id="rId21" Type="http://schemas.openxmlformats.org/officeDocument/2006/relationships/oleObject" Target="../embeddings/oleObject1127.bin"/><Relationship Id="rId34" Type="http://schemas.openxmlformats.org/officeDocument/2006/relationships/oleObject" Target="../embeddings/oleObject1135.bin"/><Relationship Id="rId7" Type="http://schemas.openxmlformats.org/officeDocument/2006/relationships/oleObject" Target="../embeddings/oleObject112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1125.bin"/><Relationship Id="rId25" Type="http://schemas.openxmlformats.org/officeDocument/2006/relationships/oleObject" Target="../embeddings/oleObject1129.bin"/><Relationship Id="rId33" Type="http://schemas.openxmlformats.org/officeDocument/2006/relationships/image" Target="../media/image12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132.bin"/><Relationship Id="rId1" Type="http://schemas.openxmlformats.org/officeDocument/2006/relationships/vmlDrawing" Target="../drawings/vmlDrawing75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122.bin"/><Relationship Id="rId24" Type="http://schemas.openxmlformats.org/officeDocument/2006/relationships/image" Target="../media/image82.wmf"/><Relationship Id="rId32" Type="http://schemas.openxmlformats.org/officeDocument/2006/relationships/oleObject" Target="../embeddings/oleObject1134.bin"/><Relationship Id="rId37" Type="http://schemas.openxmlformats.org/officeDocument/2006/relationships/oleObject" Target="../embeddings/oleObject1137.bin"/><Relationship Id="rId5" Type="http://schemas.openxmlformats.org/officeDocument/2006/relationships/oleObject" Target="../embeddings/oleObject1119.bin"/><Relationship Id="rId15" Type="http://schemas.openxmlformats.org/officeDocument/2006/relationships/oleObject" Target="../embeddings/oleObject1124.bin"/><Relationship Id="rId23" Type="http://schemas.openxmlformats.org/officeDocument/2006/relationships/oleObject" Target="../embeddings/oleObject1128.bin"/><Relationship Id="rId28" Type="http://schemas.openxmlformats.org/officeDocument/2006/relationships/oleObject" Target="../embeddings/oleObject1131.bin"/><Relationship Id="rId36" Type="http://schemas.openxmlformats.org/officeDocument/2006/relationships/image" Target="../media/image125.wmf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126.bin"/><Relationship Id="rId31" Type="http://schemas.openxmlformats.org/officeDocument/2006/relationships/image" Target="../media/image119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12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oleObject" Target="../embeddings/oleObject1133.bin"/><Relationship Id="rId35" Type="http://schemas.openxmlformats.org/officeDocument/2006/relationships/oleObject" Target="../embeddings/oleObject1136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143.bin"/><Relationship Id="rId18" Type="http://schemas.openxmlformats.org/officeDocument/2006/relationships/image" Target="../media/image144.wmf"/><Relationship Id="rId26" Type="http://schemas.openxmlformats.org/officeDocument/2006/relationships/oleObject" Target="../embeddings/oleObject1150.bin"/><Relationship Id="rId3" Type="http://schemas.openxmlformats.org/officeDocument/2006/relationships/oleObject" Target="../embeddings/oleObject1138.bin"/><Relationship Id="rId21" Type="http://schemas.openxmlformats.org/officeDocument/2006/relationships/oleObject" Target="../embeddings/oleObject1147.bin"/><Relationship Id="rId34" Type="http://schemas.openxmlformats.org/officeDocument/2006/relationships/oleObject" Target="../embeddings/oleObject1155.bin"/><Relationship Id="rId7" Type="http://schemas.openxmlformats.org/officeDocument/2006/relationships/oleObject" Target="../embeddings/oleObject1140.bin"/><Relationship Id="rId12" Type="http://schemas.openxmlformats.org/officeDocument/2006/relationships/image" Target="../media/image60.wmf"/><Relationship Id="rId17" Type="http://schemas.openxmlformats.org/officeDocument/2006/relationships/oleObject" Target="../embeddings/oleObject1145.bin"/><Relationship Id="rId25" Type="http://schemas.openxmlformats.org/officeDocument/2006/relationships/oleObject" Target="../embeddings/oleObject1149.bin"/><Relationship Id="rId33" Type="http://schemas.openxmlformats.org/officeDocument/2006/relationships/oleObject" Target="../embeddings/oleObject11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29" Type="http://schemas.openxmlformats.org/officeDocument/2006/relationships/oleObject" Target="../embeddings/oleObject1152.bin"/><Relationship Id="rId1" Type="http://schemas.openxmlformats.org/officeDocument/2006/relationships/vmlDrawing" Target="../drawings/vmlDrawing76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142.bin"/><Relationship Id="rId24" Type="http://schemas.openxmlformats.org/officeDocument/2006/relationships/image" Target="../media/image82.wmf"/><Relationship Id="rId32" Type="http://schemas.openxmlformats.org/officeDocument/2006/relationships/image" Target="../media/image120.wmf"/><Relationship Id="rId37" Type="http://schemas.openxmlformats.org/officeDocument/2006/relationships/oleObject" Target="../embeddings/oleObject1157.bin"/><Relationship Id="rId5" Type="http://schemas.openxmlformats.org/officeDocument/2006/relationships/oleObject" Target="../embeddings/oleObject1139.bin"/><Relationship Id="rId15" Type="http://schemas.openxmlformats.org/officeDocument/2006/relationships/oleObject" Target="../embeddings/oleObject1144.bin"/><Relationship Id="rId23" Type="http://schemas.openxmlformats.org/officeDocument/2006/relationships/oleObject" Target="../embeddings/oleObject1148.bin"/><Relationship Id="rId28" Type="http://schemas.openxmlformats.org/officeDocument/2006/relationships/oleObject" Target="../embeddings/oleObject1151.bin"/><Relationship Id="rId36" Type="http://schemas.openxmlformats.org/officeDocument/2006/relationships/image" Target="../media/image125.wmf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146.bin"/><Relationship Id="rId31" Type="http://schemas.openxmlformats.org/officeDocument/2006/relationships/oleObject" Target="../embeddings/oleObject1153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141.bin"/><Relationship Id="rId14" Type="http://schemas.openxmlformats.org/officeDocument/2006/relationships/image" Target="../media/image142.wmf"/><Relationship Id="rId22" Type="http://schemas.openxmlformats.org/officeDocument/2006/relationships/image" Target="../media/image136.wmf"/><Relationship Id="rId27" Type="http://schemas.openxmlformats.org/officeDocument/2006/relationships/image" Target="../media/image29.wmf"/><Relationship Id="rId30" Type="http://schemas.openxmlformats.org/officeDocument/2006/relationships/image" Target="../media/image119.wmf"/><Relationship Id="rId35" Type="http://schemas.openxmlformats.org/officeDocument/2006/relationships/oleObject" Target="../embeddings/oleObject1156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oleObject" Target="../embeddings/oleObject1158.bin"/><Relationship Id="rId7" Type="http://schemas.openxmlformats.org/officeDocument/2006/relationships/oleObject" Target="../embeddings/oleObject116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159.bin"/><Relationship Id="rId10" Type="http://schemas.openxmlformats.org/officeDocument/2006/relationships/image" Target="../media/image148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161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168.bin"/><Relationship Id="rId18" Type="http://schemas.openxmlformats.org/officeDocument/2006/relationships/oleObject" Target="../embeddings/oleObject1172.bin"/><Relationship Id="rId26" Type="http://schemas.openxmlformats.org/officeDocument/2006/relationships/image" Target="../media/image124.wmf"/><Relationship Id="rId3" Type="http://schemas.openxmlformats.org/officeDocument/2006/relationships/oleObject" Target="../embeddings/oleObject1162.bin"/><Relationship Id="rId21" Type="http://schemas.openxmlformats.org/officeDocument/2006/relationships/oleObject" Target="../embeddings/oleObject1174.bin"/><Relationship Id="rId7" Type="http://schemas.openxmlformats.org/officeDocument/2006/relationships/oleObject" Target="../embeddings/oleObject1164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171.bin"/><Relationship Id="rId25" Type="http://schemas.openxmlformats.org/officeDocument/2006/relationships/oleObject" Target="../embeddings/oleObject117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70.bin"/><Relationship Id="rId20" Type="http://schemas.openxmlformats.org/officeDocument/2006/relationships/oleObject" Target="../embeddings/oleObject1173.bin"/><Relationship Id="rId1" Type="http://schemas.openxmlformats.org/officeDocument/2006/relationships/vmlDrawing" Target="../drawings/vmlDrawing78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1167.bin"/><Relationship Id="rId24" Type="http://schemas.openxmlformats.org/officeDocument/2006/relationships/image" Target="../media/image149.wmf"/><Relationship Id="rId5" Type="http://schemas.openxmlformats.org/officeDocument/2006/relationships/oleObject" Target="../embeddings/oleObject1163.bin"/><Relationship Id="rId15" Type="http://schemas.openxmlformats.org/officeDocument/2006/relationships/image" Target="../media/image123.wmf"/><Relationship Id="rId23" Type="http://schemas.openxmlformats.org/officeDocument/2006/relationships/oleObject" Target="../embeddings/oleObject1176.bin"/><Relationship Id="rId28" Type="http://schemas.openxmlformats.org/officeDocument/2006/relationships/oleObject" Target="../embeddings/oleObject1179.bin"/><Relationship Id="rId10" Type="http://schemas.openxmlformats.org/officeDocument/2006/relationships/oleObject" Target="../embeddings/oleObject1166.bin"/><Relationship Id="rId19" Type="http://schemas.openxmlformats.org/officeDocument/2006/relationships/image" Target="../media/image110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165.bin"/><Relationship Id="rId14" Type="http://schemas.openxmlformats.org/officeDocument/2006/relationships/oleObject" Target="../embeddings/oleObject1169.bin"/><Relationship Id="rId22" Type="http://schemas.openxmlformats.org/officeDocument/2006/relationships/oleObject" Target="../embeddings/oleObject1175.bin"/><Relationship Id="rId27" Type="http://schemas.openxmlformats.org/officeDocument/2006/relationships/oleObject" Target="../embeddings/oleObject1178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4" Type="http://schemas.openxmlformats.org/officeDocument/2006/relationships/image" Target="../media/image150.wmf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1186.bin"/><Relationship Id="rId18" Type="http://schemas.openxmlformats.org/officeDocument/2006/relationships/image" Target="../media/image153.wmf"/><Relationship Id="rId26" Type="http://schemas.openxmlformats.org/officeDocument/2006/relationships/image" Target="../media/image150.wmf"/><Relationship Id="rId3" Type="http://schemas.openxmlformats.org/officeDocument/2006/relationships/oleObject" Target="../embeddings/oleObject1181.bin"/><Relationship Id="rId21" Type="http://schemas.openxmlformats.org/officeDocument/2006/relationships/oleObject" Target="../embeddings/oleObject1190.bin"/><Relationship Id="rId7" Type="http://schemas.openxmlformats.org/officeDocument/2006/relationships/oleObject" Target="../embeddings/oleObject1183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188.bin"/><Relationship Id="rId25" Type="http://schemas.openxmlformats.org/officeDocument/2006/relationships/oleObject" Target="../embeddings/oleObject11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.wmf"/><Relationship Id="rId20" Type="http://schemas.openxmlformats.org/officeDocument/2006/relationships/image" Target="../media/image143.wmf"/><Relationship Id="rId1" Type="http://schemas.openxmlformats.org/officeDocument/2006/relationships/vmlDrawing" Target="../drawings/vmlDrawing80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1185.bin"/><Relationship Id="rId24" Type="http://schemas.openxmlformats.org/officeDocument/2006/relationships/image" Target="../media/image144.wmf"/><Relationship Id="rId5" Type="http://schemas.openxmlformats.org/officeDocument/2006/relationships/oleObject" Target="../embeddings/oleObject1182.bin"/><Relationship Id="rId15" Type="http://schemas.openxmlformats.org/officeDocument/2006/relationships/oleObject" Target="../embeddings/oleObject1187.bin"/><Relationship Id="rId23" Type="http://schemas.openxmlformats.org/officeDocument/2006/relationships/oleObject" Target="../embeddings/oleObject1191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1189.bin"/><Relationship Id="rId4" Type="http://schemas.openxmlformats.org/officeDocument/2006/relationships/image" Target="../media/image58.wmf"/><Relationship Id="rId9" Type="http://schemas.openxmlformats.org/officeDocument/2006/relationships/oleObject" Target="../embeddings/oleObject1184.bin"/><Relationship Id="rId14" Type="http://schemas.openxmlformats.org/officeDocument/2006/relationships/image" Target="../media/image152.wmf"/><Relationship Id="rId22" Type="http://schemas.openxmlformats.org/officeDocument/2006/relationships/image" Target="../media/image136.w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1198.bin"/><Relationship Id="rId18" Type="http://schemas.openxmlformats.org/officeDocument/2006/relationships/image" Target="../media/image153.wmf"/><Relationship Id="rId26" Type="http://schemas.openxmlformats.org/officeDocument/2006/relationships/image" Target="../media/image28.wmf"/><Relationship Id="rId39" Type="http://schemas.openxmlformats.org/officeDocument/2006/relationships/oleObject" Target="../embeddings/oleObject1212.bin"/><Relationship Id="rId3" Type="http://schemas.openxmlformats.org/officeDocument/2006/relationships/oleObject" Target="../embeddings/oleObject1193.bin"/><Relationship Id="rId21" Type="http://schemas.openxmlformats.org/officeDocument/2006/relationships/oleObject" Target="../embeddings/oleObject1202.bin"/><Relationship Id="rId34" Type="http://schemas.openxmlformats.org/officeDocument/2006/relationships/image" Target="../media/image119.wmf"/><Relationship Id="rId42" Type="http://schemas.openxmlformats.org/officeDocument/2006/relationships/oleObject" Target="../embeddings/oleObject1214.bin"/><Relationship Id="rId7" Type="http://schemas.openxmlformats.org/officeDocument/2006/relationships/oleObject" Target="../embeddings/oleObject1195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200.bin"/><Relationship Id="rId25" Type="http://schemas.openxmlformats.org/officeDocument/2006/relationships/oleObject" Target="../embeddings/oleObject1204.bin"/><Relationship Id="rId33" Type="http://schemas.openxmlformats.org/officeDocument/2006/relationships/oleObject" Target="../embeddings/oleObject1208.bin"/><Relationship Id="rId38" Type="http://schemas.openxmlformats.org/officeDocument/2006/relationships/oleObject" Target="../embeddings/oleObject121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206.bin"/><Relationship Id="rId41" Type="http://schemas.openxmlformats.org/officeDocument/2006/relationships/image" Target="../media/image118.wmf"/><Relationship Id="rId1" Type="http://schemas.openxmlformats.org/officeDocument/2006/relationships/vmlDrawing" Target="../drawings/vmlDrawing81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1197.bin"/><Relationship Id="rId24" Type="http://schemas.openxmlformats.org/officeDocument/2006/relationships/image" Target="../media/image133.wmf"/><Relationship Id="rId32" Type="http://schemas.openxmlformats.org/officeDocument/2006/relationships/image" Target="../media/image29.wmf"/><Relationship Id="rId37" Type="http://schemas.openxmlformats.org/officeDocument/2006/relationships/image" Target="../media/image49.wmf"/><Relationship Id="rId40" Type="http://schemas.openxmlformats.org/officeDocument/2006/relationships/oleObject" Target="../embeddings/oleObject1213.bin"/><Relationship Id="rId5" Type="http://schemas.openxmlformats.org/officeDocument/2006/relationships/oleObject" Target="../embeddings/oleObject1194.bin"/><Relationship Id="rId15" Type="http://schemas.openxmlformats.org/officeDocument/2006/relationships/oleObject" Target="../embeddings/oleObject1199.bin"/><Relationship Id="rId23" Type="http://schemas.openxmlformats.org/officeDocument/2006/relationships/oleObject" Target="../embeddings/oleObject1203.bin"/><Relationship Id="rId28" Type="http://schemas.openxmlformats.org/officeDocument/2006/relationships/image" Target="../media/image58.wmf"/><Relationship Id="rId36" Type="http://schemas.openxmlformats.org/officeDocument/2006/relationships/oleObject" Target="../embeddings/oleObject1210.bin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1201.bin"/><Relationship Id="rId31" Type="http://schemas.openxmlformats.org/officeDocument/2006/relationships/oleObject" Target="../embeddings/oleObject1207.bin"/><Relationship Id="rId44" Type="http://schemas.openxmlformats.org/officeDocument/2006/relationships/image" Target="../media/image120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1196.bin"/><Relationship Id="rId14" Type="http://schemas.openxmlformats.org/officeDocument/2006/relationships/image" Target="../media/image152.wmf"/><Relationship Id="rId22" Type="http://schemas.openxmlformats.org/officeDocument/2006/relationships/image" Target="../media/image135.wmf"/><Relationship Id="rId27" Type="http://schemas.openxmlformats.org/officeDocument/2006/relationships/oleObject" Target="../embeddings/oleObject1205.bin"/><Relationship Id="rId30" Type="http://schemas.openxmlformats.org/officeDocument/2006/relationships/image" Target="../media/image117.wmf"/><Relationship Id="rId35" Type="http://schemas.openxmlformats.org/officeDocument/2006/relationships/oleObject" Target="../embeddings/oleObject1209.bin"/><Relationship Id="rId43" Type="http://schemas.openxmlformats.org/officeDocument/2006/relationships/oleObject" Target="../embeddings/oleObject1215.bin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216.bin"/><Relationship Id="rId7" Type="http://schemas.openxmlformats.org/officeDocument/2006/relationships/oleObject" Target="../embeddings/oleObject1218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220.bin"/><Relationship Id="rId5" Type="http://schemas.openxmlformats.org/officeDocument/2006/relationships/oleObject" Target="../embeddings/oleObject1217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219.bin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1227.bin"/><Relationship Id="rId3" Type="http://schemas.openxmlformats.org/officeDocument/2006/relationships/oleObject" Target="../embeddings/oleObject1221.bin"/><Relationship Id="rId7" Type="http://schemas.openxmlformats.org/officeDocument/2006/relationships/oleObject" Target="../embeddings/oleObject1223.bin"/><Relationship Id="rId12" Type="http://schemas.openxmlformats.org/officeDocument/2006/relationships/oleObject" Target="../embeddings/oleObject12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3.wmf"/><Relationship Id="rId1" Type="http://schemas.openxmlformats.org/officeDocument/2006/relationships/vmlDrawing" Target="../drawings/vmlDrawing83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225.bin"/><Relationship Id="rId5" Type="http://schemas.openxmlformats.org/officeDocument/2006/relationships/oleObject" Target="../embeddings/oleObject1222.bin"/><Relationship Id="rId15" Type="http://schemas.openxmlformats.org/officeDocument/2006/relationships/oleObject" Target="../embeddings/oleObject1228.bin"/><Relationship Id="rId10" Type="http://schemas.openxmlformats.org/officeDocument/2006/relationships/image" Target="../media/image161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24.bin"/><Relationship Id="rId14" Type="http://schemas.openxmlformats.org/officeDocument/2006/relationships/image" Target="../media/image162.wm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image" Target="../media/image165.wmf"/><Relationship Id="rId3" Type="http://schemas.openxmlformats.org/officeDocument/2006/relationships/oleObject" Target="../embeddings/oleObject1229.bin"/><Relationship Id="rId7" Type="http://schemas.openxmlformats.org/officeDocument/2006/relationships/oleObject" Target="../embeddings/oleObject1231.bin"/><Relationship Id="rId12" Type="http://schemas.openxmlformats.org/officeDocument/2006/relationships/oleObject" Target="../embeddings/oleObject12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140.wmf"/><Relationship Id="rId11" Type="http://schemas.openxmlformats.org/officeDocument/2006/relationships/oleObject" Target="../embeddings/oleObject1233.bin"/><Relationship Id="rId5" Type="http://schemas.openxmlformats.org/officeDocument/2006/relationships/oleObject" Target="../embeddings/oleObject1230.bin"/><Relationship Id="rId15" Type="http://schemas.openxmlformats.org/officeDocument/2006/relationships/image" Target="../media/image166.wmf"/><Relationship Id="rId10" Type="http://schemas.openxmlformats.org/officeDocument/2006/relationships/image" Target="../media/image164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232.bin"/><Relationship Id="rId14" Type="http://schemas.openxmlformats.org/officeDocument/2006/relationships/oleObject" Target="../embeddings/oleObject1235.bin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oleObject" Target="../embeddings/oleObject1241.bin"/><Relationship Id="rId18" Type="http://schemas.openxmlformats.org/officeDocument/2006/relationships/image" Target="../media/image174.wmf"/><Relationship Id="rId3" Type="http://schemas.openxmlformats.org/officeDocument/2006/relationships/oleObject" Target="../embeddings/oleObject1236.bin"/><Relationship Id="rId21" Type="http://schemas.openxmlformats.org/officeDocument/2006/relationships/oleObject" Target="../embeddings/oleObject1245.bin"/><Relationship Id="rId7" Type="http://schemas.openxmlformats.org/officeDocument/2006/relationships/oleObject" Target="../embeddings/oleObject1238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2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1" Type="http://schemas.openxmlformats.org/officeDocument/2006/relationships/vmlDrawing" Target="../drawings/vmlDrawing85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240.bin"/><Relationship Id="rId24" Type="http://schemas.openxmlformats.org/officeDocument/2006/relationships/image" Target="../media/image177.wmf"/><Relationship Id="rId5" Type="http://schemas.openxmlformats.org/officeDocument/2006/relationships/oleObject" Target="../embeddings/oleObject1237.bin"/><Relationship Id="rId15" Type="http://schemas.openxmlformats.org/officeDocument/2006/relationships/oleObject" Target="../embeddings/oleObject1242.bin"/><Relationship Id="rId23" Type="http://schemas.openxmlformats.org/officeDocument/2006/relationships/oleObject" Target="../embeddings/oleObject1246.bin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1244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239.bin"/><Relationship Id="rId14" Type="http://schemas.openxmlformats.org/officeDocument/2006/relationships/image" Target="../media/image172.wmf"/><Relationship Id="rId22" Type="http://schemas.openxmlformats.org/officeDocument/2006/relationships/image" Target="../media/image176.wmf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6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248.bin"/><Relationship Id="rId4" Type="http://schemas.openxmlformats.org/officeDocument/2006/relationships/image" Target="../media/image101.wmf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 dirty="0"/>
              <a:t>Turing Machines</a:t>
            </a:r>
          </a:p>
        </p:txBody>
      </p:sp>
      <p:sp>
        <p:nvSpPr>
          <p:cNvPr id="70144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EC492B-ACE2-4644-B1CB-2E0CDE6D420D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Language Hierarchy</a:t>
            </a:r>
          </a:p>
        </p:txBody>
      </p:sp>
      <p:sp>
        <p:nvSpPr>
          <p:cNvPr id="704516" name="Oval 4"/>
          <p:cNvSpPr>
            <a:spLocks noChangeArrowheads="1"/>
          </p:cNvSpPr>
          <p:nvPr/>
        </p:nvSpPr>
        <p:spPr bwMode="auto">
          <a:xfrm>
            <a:off x="1828800" y="4343400"/>
            <a:ext cx="5334000" cy="1600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04519" name="Object 7"/>
          <p:cNvGraphicFramePr>
            <a:graphicFrameLocks noChangeAspect="1"/>
          </p:cNvGraphicFramePr>
          <p:nvPr/>
        </p:nvGraphicFramePr>
        <p:xfrm>
          <a:off x="3136900" y="5251450"/>
          <a:ext cx="571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66" name="Equation" r:id="rId3" imgW="571320" imgH="431640" progId="Equation.3">
                  <p:embed/>
                </p:oleObj>
              </mc:Choice>
              <mc:Fallback>
                <p:oleObj name="Equation" r:id="rId3" imgW="57132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5251450"/>
                        <a:ext cx="5715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4520" name="Text Box 8"/>
          <p:cNvSpPr txBox="1">
            <a:spLocks noChangeArrowheads="1"/>
          </p:cNvSpPr>
          <p:nvPr/>
        </p:nvSpPr>
        <p:spPr bwMode="auto">
          <a:xfrm>
            <a:off x="2743200" y="4572000"/>
            <a:ext cx="3641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 Languages</a:t>
            </a:r>
          </a:p>
        </p:txBody>
      </p:sp>
      <p:sp>
        <p:nvSpPr>
          <p:cNvPr id="704521" name="Oval 9"/>
          <p:cNvSpPr>
            <a:spLocks noChangeArrowheads="1"/>
          </p:cNvSpPr>
          <p:nvPr/>
        </p:nvSpPr>
        <p:spPr bwMode="auto">
          <a:xfrm>
            <a:off x="990600" y="2590800"/>
            <a:ext cx="7315200" cy="3810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4522" name="Text Box 10"/>
          <p:cNvSpPr txBox="1">
            <a:spLocks noChangeArrowheads="1"/>
          </p:cNvSpPr>
          <p:nvPr/>
        </p:nvSpPr>
        <p:spPr bwMode="auto">
          <a:xfrm>
            <a:off x="2362200" y="2971800"/>
            <a:ext cx="479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Context-Free Languages</a:t>
            </a:r>
          </a:p>
        </p:txBody>
      </p:sp>
      <p:graphicFrame>
        <p:nvGraphicFramePr>
          <p:cNvPr id="704523" name="Object 11"/>
          <p:cNvGraphicFramePr>
            <a:graphicFrameLocks noChangeAspect="1"/>
          </p:cNvGraphicFramePr>
          <p:nvPr/>
        </p:nvGraphicFramePr>
        <p:xfrm>
          <a:off x="2851150" y="3486150"/>
          <a:ext cx="1016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67" name="Equation" r:id="rId5" imgW="1015920" imgH="609480" progId="Equation.3">
                  <p:embed/>
                </p:oleObj>
              </mc:Choice>
              <mc:Fallback>
                <p:oleObj name="Equation" r:id="rId5" imgW="1015920" imgH="6094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486150"/>
                        <a:ext cx="10160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25" name="Object 13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68" name="Equation" r:id="rId7" imgW="228600" imgH="520560" progId="Equation.3">
                  <p:embed/>
                </p:oleObj>
              </mc:Choice>
              <mc:Fallback>
                <p:oleObj name="Equation" r:id="rId7" imgW="228600" imgH="5205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26" name="Object 14"/>
          <p:cNvGraphicFramePr>
            <a:graphicFrameLocks noChangeAspect="1"/>
          </p:cNvGraphicFramePr>
          <p:nvPr/>
        </p:nvGraphicFramePr>
        <p:xfrm>
          <a:off x="5441950" y="3562350"/>
          <a:ext cx="1003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69" name="Equation" r:id="rId9" imgW="1002960" imgH="609480" progId="Equation.3">
                  <p:embed/>
                </p:oleObj>
              </mc:Choice>
              <mc:Fallback>
                <p:oleObj name="Equation" r:id="rId9" imgW="1002960" imgH="6094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3562350"/>
                        <a:ext cx="10033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27" name="Object 15"/>
          <p:cNvGraphicFramePr>
            <a:graphicFrameLocks noChangeAspect="1"/>
          </p:cNvGraphicFramePr>
          <p:nvPr/>
        </p:nvGraphicFramePr>
        <p:xfrm>
          <a:off x="1600200" y="1885950"/>
          <a:ext cx="1498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70" name="Equation" r:id="rId11" imgW="1498320" imgH="609480" progId="Equation.3">
                  <p:embed/>
                </p:oleObj>
              </mc:Choice>
              <mc:Fallback>
                <p:oleObj name="Equation" r:id="rId11" imgW="1498320" imgH="609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85950"/>
                        <a:ext cx="1498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4528" name="Object 16"/>
          <p:cNvGraphicFramePr>
            <a:graphicFrameLocks noChangeAspect="1"/>
          </p:cNvGraphicFramePr>
          <p:nvPr/>
        </p:nvGraphicFramePr>
        <p:xfrm>
          <a:off x="5607050" y="1968500"/>
          <a:ext cx="711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71" name="Equation" r:id="rId13" imgW="711000" imgH="304560" progId="Equation.3">
                  <p:embed/>
                </p:oleObj>
              </mc:Choice>
              <mc:Fallback>
                <p:oleObj name="Equation" r:id="rId13" imgW="711000" imgH="3045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1968500"/>
                        <a:ext cx="7112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4529" name="Text Box 17"/>
          <p:cNvSpPr txBox="1">
            <a:spLocks noChangeArrowheads="1"/>
          </p:cNvSpPr>
          <p:nvPr/>
        </p:nvSpPr>
        <p:spPr bwMode="auto">
          <a:xfrm>
            <a:off x="3200400" y="1931988"/>
            <a:ext cx="44291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?</a:t>
            </a:r>
          </a:p>
        </p:txBody>
      </p:sp>
      <p:graphicFrame>
        <p:nvGraphicFramePr>
          <p:cNvPr id="704530" name="Object 18"/>
          <p:cNvGraphicFramePr>
            <a:graphicFrameLocks noChangeAspect="1"/>
          </p:cNvGraphicFramePr>
          <p:nvPr/>
        </p:nvGraphicFramePr>
        <p:xfrm>
          <a:off x="4521200" y="5391150"/>
          <a:ext cx="1181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4572" name="Equation" r:id="rId15" imgW="1180800" imgH="431640" progId="Equation.3">
                  <p:embed/>
                </p:oleObj>
              </mc:Choice>
              <mc:Fallback>
                <p:oleObj name="Equation" r:id="rId15" imgW="1180800" imgH="43164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5391150"/>
                        <a:ext cx="11811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4531" name="Text Box 19"/>
          <p:cNvSpPr txBox="1">
            <a:spLocks noChangeArrowheads="1"/>
          </p:cNvSpPr>
          <p:nvPr/>
        </p:nvSpPr>
        <p:spPr bwMode="auto">
          <a:xfrm>
            <a:off x="6400800" y="1779588"/>
            <a:ext cx="44291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53EA7-18F5-45B4-B710-2A789DF2B3F7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05538" name="Oval 2"/>
          <p:cNvSpPr>
            <a:spLocks noChangeArrowheads="1"/>
          </p:cNvSpPr>
          <p:nvPr/>
        </p:nvSpPr>
        <p:spPr bwMode="auto">
          <a:xfrm>
            <a:off x="1828800" y="4343400"/>
            <a:ext cx="5334000" cy="1600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05539" name="Object 3"/>
          <p:cNvGraphicFramePr>
            <a:graphicFrameLocks noChangeAspect="1"/>
          </p:cNvGraphicFramePr>
          <p:nvPr/>
        </p:nvGraphicFramePr>
        <p:xfrm>
          <a:off x="3136900" y="5251450"/>
          <a:ext cx="571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85" name="Equation" r:id="rId3" imgW="571320" imgH="431640" progId="Equation.3">
                  <p:embed/>
                </p:oleObj>
              </mc:Choice>
              <mc:Fallback>
                <p:oleObj name="Equation" r:id="rId3" imgW="57132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5251450"/>
                        <a:ext cx="5715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5540" name="Text Box 4"/>
          <p:cNvSpPr txBox="1">
            <a:spLocks noChangeArrowheads="1"/>
          </p:cNvSpPr>
          <p:nvPr/>
        </p:nvSpPr>
        <p:spPr bwMode="auto">
          <a:xfrm>
            <a:off x="2743200" y="4572000"/>
            <a:ext cx="3641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 Languages</a:t>
            </a:r>
          </a:p>
        </p:txBody>
      </p:sp>
      <p:sp>
        <p:nvSpPr>
          <p:cNvPr id="705541" name="Oval 5"/>
          <p:cNvSpPr>
            <a:spLocks noChangeArrowheads="1"/>
          </p:cNvSpPr>
          <p:nvPr/>
        </p:nvSpPr>
        <p:spPr bwMode="auto">
          <a:xfrm>
            <a:off x="990600" y="2590800"/>
            <a:ext cx="7315200" cy="3810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5542" name="Text Box 6"/>
          <p:cNvSpPr txBox="1">
            <a:spLocks noChangeArrowheads="1"/>
          </p:cNvSpPr>
          <p:nvPr/>
        </p:nvSpPr>
        <p:spPr bwMode="auto">
          <a:xfrm>
            <a:off x="2362200" y="2971800"/>
            <a:ext cx="479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Context-Free Languages</a:t>
            </a:r>
          </a:p>
        </p:txBody>
      </p:sp>
      <p:graphicFrame>
        <p:nvGraphicFramePr>
          <p:cNvPr id="705543" name="Object 7"/>
          <p:cNvGraphicFramePr>
            <a:graphicFrameLocks noChangeAspect="1"/>
          </p:cNvGraphicFramePr>
          <p:nvPr/>
        </p:nvGraphicFramePr>
        <p:xfrm>
          <a:off x="2851150" y="3486150"/>
          <a:ext cx="1016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86" name="Equation" r:id="rId5" imgW="1015920" imgH="609480" progId="Equation.3">
                  <p:embed/>
                </p:oleObj>
              </mc:Choice>
              <mc:Fallback>
                <p:oleObj name="Equation" r:id="rId5" imgW="1015920" imgH="609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486150"/>
                        <a:ext cx="10160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4" name="Object 8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87" name="Equation" r:id="rId7" imgW="228600" imgH="520560" progId="Equation.3">
                  <p:embed/>
                </p:oleObj>
              </mc:Choice>
              <mc:Fallback>
                <p:oleObj name="Equation" r:id="rId7" imgW="22860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5" name="Object 9"/>
          <p:cNvGraphicFramePr>
            <a:graphicFrameLocks noChangeAspect="1"/>
          </p:cNvGraphicFramePr>
          <p:nvPr/>
        </p:nvGraphicFramePr>
        <p:xfrm>
          <a:off x="5441950" y="3562350"/>
          <a:ext cx="1003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88" name="Equation" r:id="rId9" imgW="1002960" imgH="609480" progId="Equation.3">
                  <p:embed/>
                </p:oleObj>
              </mc:Choice>
              <mc:Fallback>
                <p:oleObj name="Equation" r:id="rId9" imgW="1002960" imgH="609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3562350"/>
                        <a:ext cx="10033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6" name="Object 10"/>
          <p:cNvGraphicFramePr>
            <a:graphicFrameLocks noChangeAspect="1"/>
          </p:cNvGraphicFramePr>
          <p:nvPr/>
        </p:nvGraphicFramePr>
        <p:xfrm>
          <a:off x="1600200" y="1885950"/>
          <a:ext cx="1498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89" name="Equation" r:id="rId11" imgW="1498320" imgH="609480" progId="Equation.3">
                  <p:embed/>
                </p:oleObj>
              </mc:Choice>
              <mc:Fallback>
                <p:oleObj name="Equation" r:id="rId11" imgW="1498320" imgH="609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85950"/>
                        <a:ext cx="1498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7" name="Object 11"/>
          <p:cNvGraphicFramePr>
            <a:graphicFrameLocks noChangeAspect="1"/>
          </p:cNvGraphicFramePr>
          <p:nvPr/>
        </p:nvGraphicFramePr>
        <p:xfrm>
          <a:off x="5607050" y="1968500"/>
          <a:ext cx="711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90" name="Equation" r:id="rId13" imgW="711000" imgH="304560" progId="Equation.3">
                  <p:embed/>
                </p:oleObj>
              </mc:Choice>
              <mc:Fallback>
                <p:oleObj name="Equation" r:id="rId13" imgW="711000" imgH="3045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1968500"/>
                        <a:ext cx="7112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5549" name="Object 13"/>
          <p:cNvGraphicFramePr>
            <a:graphicFrameLocks noChangeAspect="1"/>
          </p:cNvGraphicFramePr>
          <p:nvPr/>
        </p:nvGraphicFramePr>
        <p:xfrm>
          <a:off x="4521200" y="5391150"/>
          <a:ext cx="1181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5591" name="Equation" r:id="rId15" imgW="1180800" imgH="431640" progId="Equation.3">
                  <p:embed/>
                </p:oleObj>
              </mc:Choice>
              <mc:Fallback>
                <p:oleObj name="Equation" r:id="rId15" imgW="1180800" imgH="4316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5391150"/>
                        <a:ext cx="11811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5551" name="Oval 15"/>
          <p:cNvSpPr>
            <a:spLocks noChangeArrowheads="1"/>
          </p:cNvSpPr>
          <p:nvPr/>
        </p:nvSpPr>
        <p:spPr bwMode="auto">
          <a:xfrm>
            <a:off x="228600" y="228600"/>
            <a:ext cx="8915400" cy="6324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5552" name="Text Box 16"/>
          <p:cNvSpPr txBox="1">
            <a:spLocks noChangeArrowheads="1"/>
          </p:cNvSpPr>
          <p:nvPr/>
        </p:nvSpPr>
        <p:spPr bwMode="auto">
          <a:xfrm>
            <a:off x="2362200" y="533400"/>
            <a:ext cx="45164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 accepted by</a:t>
            </a:r>
          </a:p>
          <a:p>
            <a:r>
              <a:rPr lang="en-US" b="1">
                <a:solidFill>
                  <a:srgbClr val="FF0000"/>
                </a:solidFill>
              </a:rPr>
              <a:t>Turing Machines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93E54F-4255-41A0-A550-95C82CC8B7D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Turing Machine</a:t>
            </a:r>
          </a:p>
        </p:txBody>
      </p:sp>
      <p:sp>
        <p:nvSpPr>
          <p:cNvPr id="706563" name="Rectangle 3"/>
          <p:cNvSpPr>
            <a:spLocks noChangeArrowheads="1"/>
          </p:cNvSpPr>
          <p:nvPr/>
        </p:nvSpPr>
        <p:spPr bwMode="auto">
          <a:xfrm>
            <a:off x="838200" y="3733800"/>
            <a:ext cx="5486400" cy="2667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64" name="Oval 4"/>
          <p:cNvSpPr>
            <a:spLocks noChangeArrowheads="1"/>
          </p:cNvSpPr>
          <p:nvPr/>
        </p:nvSpPr>
        <p:spPr bwMode="auto">
          <a:xfrm>
            <a:off x="1371600" y="4038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65" name="Oval 5"/>
          <p:cNvSpPr>
            <a:spLocks noChangeArrowheads="1"/>
          </p:cNvSpPr>
          <p:nvPr/>
        </p:nvSpPr>
        <p:spPr bwMode="auto">
          <a:xfrm>
            <a:off x="2895600" y="4038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66" name="Oval 6"/>
          <p:cNvSpPr>
            <a:spLocks noChangeArrowheads="1"/>
          </p:cNvSpPr>
          <p:nvPr/>
        </p:nvSpPr>
        <p:spPr bwMode="auto">
          <a:xfrm>
            <a:off x="3429000" y="525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67" name="Oval 7"/>
          <p:cNvSpPr>
            <a:spLocks noChangeArrowheads="1"/>
          </p:cNvSpPr>
          <p:nvPr/>
        </p:nvSpPr>
        <p:spPr bwMode="auto">
          <a:xfrm>
            <a:off x="4267200" y="4419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68" name="Oval 8"/>
          <p:cNvSpPr>
            <a:spLocks noChangeArrowheads="1"/>
          </p:cNvSpPr>
          <p:nvPr/>
        </p:nvSpPr>
        <p:spPr bwMode="auto">
          <a:xfrm>
            <a:off x="4876800" y="5638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69" name="Oval 9"/>
          <p:cNvSpPr>
            <a:spLocks noChangeArrowheads="1"/>
          </p:cNvSpPr>
          <p:nvPr/>
        </p:nvSpPr>
        <p:spPr bwMode="auto">
          <a:xfrm>
            <a:off x="1905000" y="5410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70" name="Oval 10"/>
          <p:cNvSpPr>
            <a:spLocks noChangeArrowheads="1"/>
          </p:cNvSpPr>
          <p:nvPr/>
        </p:nvSpPr>
        <p:spPr bwMode="auto">
          <a:xfrm>
            <a:off x="4191000" y="4343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71" name="Oval 11"/>
          <p:cNvSpPr>
            <a:spLocks noChangeArrowheads="1"/>
          </p:cNvSpPr>
          <p:nvPr/>
        </p:nvSpPr>
        <p:spPr bwMode="auto">
          <a:xfrm>
            <a:off x="4800600" y="55626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72" name="Line 12"/>
          <p:cNvSpPr>
            <a:spLocks noChangeShapeType="1"/>
          </p:cNvSpPr>
          <p:nvPr/>
        </p:nvSpPr>
        <p:spPr bwMode="auto">
          <a:xfrm>
            <a:off x="914400" y="4343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73" name="Line 13"/>
          <p:cNvSpPr>
            <a:spLocks noChangeShapeType="1"/>
          </p:cNvSpPr>
          <p:nvPr/>
        </p:nvSpPr>
        <p:spPr bwMode="auto">
          <a:xfrm>
            <a:off x="1981200" y="4343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74" name="Line 14"/>
          <p:cNvSpPr>
            <a:spLocks noChangeShapeType="1"/>
          </p:cNvSpPr>
          <p:nvPr/>
        </p:nvSpPr>
        <p:spPr bwMode="auto">
          <a:xfrm>
            <a:off x="3276600" y="45720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75" name="Line 15"/>
          <p:cNvSpPr>
            <a:spLocks noChangeShapeType="1"/>
          </p:cNvSpPr>
          <p:nvPr/>
        </p:nvSpPr>
        <p:spPr bwMode="auto">
          <a:xfrm flipV="1">
            <a:off x="3962400" y="4953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76" name="Line 16"/>
          <p:cNvSpPr>
            <a:spLocks noChangeShapeType="1"/>
          </p:cNvSpPr>
          <p:nvPr/>
        </p:nvSpPr>
        <p:spPr bwMode="auto">
          <a:xfrm>
            <a:off x="1752600" y="4572000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77" name="Freeform 17"/>
          <p:cNvSpPr>
            <a:spLocks/>
          </p:cNvSpPr>
          <p:nvPr/>
        </p:nvSpPr>
        <p:spPr bwMode="auto">
          <a:xfrm>
            <a:off x="2362200" y="5943600"/>
            <a:ext cx="2438400" cy="33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72" y="192"/>
              </a:cxn>
              <a:cxn ang="0">
                <a:pos x="1536" y="96"/>
              </a:cxn>
            </a:cxnLst>
            <a:rect l="0" t="0" r="r" b="b"/>
            <a:pathLst>
              <a:path w="1536" h="208">
                <a:moveTo>
                  <a:pt x="0" y="0"/>
                </a:moveTo>
                <a:cubicBezTo>
                  <a:pt x="208" y="88"/>
                  <a:pt x="416" y="176"/>
                  <a:pt x="672" y="192"/>
                </a:cubicBezTo>
                <a:cubicBezTo>
                  <a:pt x="928" y="208"/>
                  <a:pt x="1232" y="152"/>
                  <a:pt x="1536" y="9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78" name="Line 18"/>
          <p:cNvSpPr>
            <a:spLocks noChangeShapeType="1"/>
          </p:cNvSpPr>
          <p:nvPr/>
        </p:nvSpPr>
        <p:spPr bwMode="auto">
          <a:xfrm flipV="1">
            <a:off x="2514600" y="5562600"/>
            <a:ext cx="914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82" name="Line 22"/>
          <p:cNvSpPr>
            <a:spLocks noChangeShapeType="1"/>
          </p:cNvSpPr>
          <p:nvPr/>
        </p:nvSpPr>
        <p:spPr bwMode="auto">
          <a:xfrm>
            <a:off x="381000" y="1371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83" name="Line 23"/>
          <p:cNvSpPr>
            <a:spLocks noChangeShapeType="1"/>
          </p:cNvSpPr>
          <p:nvPr/>
        </p:nvSpPr>
        <p:spPr bwMode="auto">
          <a:xfrm>
            <a:off x="381000" y="2057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586" name="Line 26"/>
          <p:cNvSpPr>
            <a:spLocks noChangeShapeType="1"/>
          </p:cNvSpPr>
          <p:nvPr/>
        </p:nvSpPr>
        <p:spPr bwMode="auto">
          <a:xfrm>
            <a:off x="17526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87" name="Line 27"/>
          <p:cNvSpPr>
            <a:spLocks noChangeShapeType="1"/>
          </p:cNvSpPr>
          <p:nvPr/>
        </p:nvSpPr>
        <p:spPr bwMode="auto">
          <a:xfrm>
            <a:off x="23622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88" name="Line 28"/>
          <p:cNvSpPr>
            <a:spLocks noChangeShapeType="1"/>
          </p:cNvSpPr>
          <p:nvPr/>
        </p:nvSpPr>
        <p:spPr bwMode="auto">
          <a:xfrm>
            <a:off x="29718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89" name="Line 29"/>
          <p:cNvSpPr>
            <a:spLocks noChangeShapeType="1"/>
          </p:cNvSpPr>
          <p:nvPr/>
        </p:nvSpPr>
        <p:spPr bwMode="auto">
          <a:xfrm>
            <a:off x="35814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90" name="Line 30"/>
          <p:cNvSpPr>
            <a:spLocks noChangeShapeType="1"/>
          </p:cNvSpPr>
          <p:nvPr/>
        </p:nvSpPr>
        <p:spPr bwMode="auto">
          <a:xfrm>
            <a:off x="41910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91" name="Line 31"/>
          <p:cNvSpPr>
            <a:spLocks noChangeShapeType="1"/>
          </p:cNvSpPr>
          <p:nvPr/>
        </p:nvSpPr>
        <p:spPr bwMode="auto">
          <a:xfrm>
            <a:off x="48006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92" name="Line 32"/>
          <p:cNvSpPr>
            <a:spLocks noChangeShapeType="1"/>
          </p:cNvSpPr>
          <p:nvPr/>
        </p:nvSpPr>
        <p:spPr bwMode="auto">
          <a:xfrm>
            <a:off x="54102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93" name="Line 33"/>
          <p:cNvSpPr>
            <a:spLocks noChangeShapeType="1"/>
          </p:cNvSpPr>
          <p:nvPr/>
        </p:nvSpPr>
        <p:spPr bwMode="auto">
          <a:xfrm>
            <a:off x="60198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94" name="Line 34"/>
          <p:cNvSpPr>
            <a:spLocks noChangeShapeType="1"/>
          </p:cNvSpPr>
          <p:nvPr/>
        </p:nvSpPr>
        <p:spPr bwMode="auto">
          <a:xfrm>
            <a:off x="66294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95" name="Line 35"/>
          <p:cNvSpPr>
            <a:spLocks noChangeShapeType="1"/>
          </p:cNvSpPr>
          <p:nvPr/>
        </p:nvSpPr>
        <p:spPr bwMode="auto">
          <a:xfrm>
            <a:off x="72390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6596" name="Text Box 36"/>
          <p:cNvSpPr txBox="1">
            <a:spLocks noChangeArrowheads="1"/>
          </p:cNvSpPr>
          <p:nvPr/>
        </p:nvSpPr>
        <p:spPr bwMode="auto">
          <a:xfrm>
            <a:off x="7772400" y="1295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06597" name="Text Box 37"/>
          <p:cNvSpPr txBox="1">
            <a:spLocks noChangeArrowheads="1"/>
          </p:cNvSpPr>
          <p:nvPr/>
        </p:nvSpPr>
        <p:spPr bwMode="auto">
          <a:xfrm>
            <a:off x="685800" y="1295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06598" name="Text Box 38"/>
          <p:cNvSpPr txBox="1">
            <a:spLocks noChangeArrowheads="1"/>
          </p:cNvSpPr>
          <p:nvPr/>
        </p:nvSpPr>
        <p:spPr bwMode="auto">
          <a:xfrm>
            <a:off x="609600" y="7620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Tape</a:t>
            </a:r>
          </a:p>
        </p:txBody>
      </p:sp>
      <p:sp>
        <p:nvSpPr>
          <p:cNvPr id="706600" name="Line 40"/>
          <p:cNvSpPr>
            <a:spLocks noChangeShapeType="1"/>
          </p:cNvSpPr>
          <p:nvPr/>
        </p:nvSpPr>
        <p:spPr bwMode="auto">
          <a:xfrm flipV="1">
            <a:off x="5715000" y="2057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6601" name="Text Box 41"/>
          <p:cNvSpPr txBox="1">
            <a:spLocks noChangeArrowheads="1"/>
          </p:cNvSpPr>
          <p:nvPr/>
        </p:nvSpPr>
        <p:spPr bwMode="auto">
          <a:xfrm>
            <a:off x="4191000" y="2590800"/>
            <a:ext cx="3449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Read-Write head</a:t>
            </a:r>
          </a:p>
        </p:txBody>
      </p:sp>
      <p:sp>
        <p:nvSpPr>
          <p:cNvPr id="706602" name="Text Box 42"/>
          <p:cNvSpPr txBox="1">
            <a:spLocks noChangeArrowheads="1"/>
          </p:cNvSpPr>
          <p:nvPr/>
        </p:nvSpPr>
        <p:spPr bwMode="auto">
          <a:xfrm>
            <a:off x="762000" y="3200400"/>
            <a:ext cx="263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Control Unit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6584D5-8C71-4405-A8CF-A6033225B73A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Tape</a:t>
            </a:r>
          </a:p>
        </p:txBody>
      </p:sp>
      <p:sp>
        <p:nvSpPr>
          <p:cNvPr id="708611" name="Line 3"/>
          <p:cNvSpPr>
            <a:spLocks noChangeShapeType="1"/>
          </p:cNvSpPr>
          <p:nvPr/>
        </p:nvSpPr>
        <p:spPr bwMode="auto">
          <a:xfrm>
            <a:off x="381000" y="2057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8612" name="Line 4"/>
          <p:cNvSpPr>
            <a:spLocks noChangeShapeType="1"/>
          </p:cNvSpPr>
          <p:nvPr/>
        </p:nvSpPr>
        <p:spPr bwMode="auto">
          <a:xfrm>
            <a:off x="381000" y="2743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8613" name="Line 5"/>
          <p:cNvSpPr>
            <a:spLocks noChangeShapeType="1"/>
          </p:cNvSpPr>
          <p:nvPr/>
        </p:nvSpPr>
        <p:spPr bwMode="auto">
          <a:xfrm>
            <a:off x="17526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14" name="Line 6"/>
          <p:cNvSpPr>
            <a:spLocks noChangeShapeType="1"/>
          </p:cNvSpPr>
          <p:nvPr/>
        </p:nvSpPr>
        <p:spPr bwMode="auto">
          <a:xfrm>
            <a:off x="23622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15" name="Line 7"/>
          <p:cNvSpPr>
            <a:spLocks noChangeShapeType="1"/>
          </p:cNvSpPr>
          <p:nvPr/>
        </p:nvSpPr>
        <p:spPr bwMode="auto">
          <a:xfrm>
            <a:off x="29718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16" name="Line 8"/>
          <p:cNvSpPr>
            <a:spLocks noChangeShapeType="1"/>
          </p:cNvSpPr>
          <p:nvPr/>
        </p:nvSpPr>
        <p:spPr bwMode="auto">
          <a:xfrm>
            <a:off x="35814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17" name="Line 9"/>
          <p:cNvSpPr>
            <a:spLocks noChangeShapeType="1"/>
          </p:cNvSpPr>
          <p:nvPr/>
        </p:nvSpPr>
        <p:spPr bwMode="auto">
          <a:xfrm>
            <a:off x="41910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18" name="Line 10"/>
          <p:cNvSpPr>
            <a:spLocks noChangeShapeType="1"/>
          </p:cNvSpPr>
          <p:nvPr/>
        </p:nvSpPr>
        <p:spPr bwMode="auto">
          <a:xfrm>
            <a:off x="48006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19" name="Line 11"/>
          <p:cNvSpPr>
            <a:spLocks noChangeShapeType="1"/>
          </p:cNvSpPr>
          <p:nvPr/>
        </p:nvSpPr>
        <p:spPr bwMode="auto">
          <a:xfrm>
            <a:off x="54102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20" name="Line 12"/>
          <p:cNvSpPr>
            <a:spLocks noChangeShapeType="1"/>
          </p:cNvSpPr>
          <p:nvPr/>
        </p:nvSpPr>
        <p:spPr bwMode="auto">
          <a:xfrm>
            <a:off x="60198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21" name="Line 13"/>
          <p:cNvSpPr>
            <a:spLocks noChangeShapeType="1"/>
          </p:cNvSpPr>
          <p:nvPr/>
        </p:nvSpPr>
        <p:spPr bwMode="auto">
          <a:xfrm>
            <a:off x="66294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22" name="Line 14"/>
          <p:cNvSpPr>
            <a:spLocks noChangeShapeType="1"/>
          </p:cNvSpPr>
          <p:nvPr/>
        </p:nvSpPr>
        <p:spPr bwMode="auto">
          <a:xfrm>
            <a:off x="72390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8623" name="Text Box 15"/>
          <p:cNvSpPr txBox="1">
            <a:spLocks noChangeArrowheads="1"/>
          </p:cNvSpPr>
          <p:nvPr/>
        </p:nvSpPr>
        <p:spPr bwMode="auto">
          <a:xfrm>
            <a:off x="7772400" y="1981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08624" name="Text Box 16"/>
          <p:cNvSpPr txBox="1">
            <a:spLocks noChangeArrowheads="1"/>
          </p:cNvSpPr>
          <p:nvPr/>
        </p:nvSpPr>
        <p:spPr bwMode="auto">
          <a:xfrm>
            <a:off x="685800" y="1981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08626" name="Line 18"/>
          <p:cNvSpPr>
            <a:spLocks noChangeShapeType="1"/>
          </p:cNvSpPr>
          <p:nvPr/>
        </p:nvSpPr>
        <p:spPr bwMode="auto">
          <a:xfrm flipV="1">
            <a:off x="44196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8627" name="Text Box 19"/>
          <p:cNvSpPr txBox="1">
            <a:spLocks noChangeArrowheads="1"/>
          </p:cNvSpPr>
          <p:nvPr/>
        </p:nvSpPr>
        <p:spPr bwMode="auto">
          <a:xfrm>
            <a:off x="2895600" y="3352800"/>
            <a:ext cx="3449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Read-Write head</a:t>
            </a:r>
          </a:p>
        </p:txBody>
      </p:sp>
      <p:sp>
        <p:nvSpPr>
          <p:cNvPr id="708629" name="Text Box 21"/>
          <p:cNvSpPr txBox="1">
            <a:spLocks noChangeArrowheads="1"/>
          </p:cNvSpPr>
          <p:nvPr/>
        </p:nvSpPr>
        <p:spPr bwMode="auto">
          <a:xfrm>
            <a:off x="1752600" y="1295400"/>
            <a:ext cx="6184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boundaries -- infinite length</a:t>
            </a:r>
          </a:p>
        </p:txBody>
      </p:sp>
      <p:sp>
        <p:nvSpPr>
          <p:cNvPr id="708634" name="Text Box 26"/>
          <p:cNvSpPr txBox="1">
            <a:spLocks noChangeArrowheads="1"/>
          </p:cNvSpPr>
          <p:nvPr/>
        </p:nvSpPr>
        <p:spPr bwMode="auto">
          <a:xfrm>
            <a:off x="1600200" y="5410200"/>
            <a:ext cx="5970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 The head moves Left or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7E133E-AF69-479B-B3DC-835393E9008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712707" name="Line 3"/>
          <p:cNvSpPr>
            <a:spLocks noChangeShapeType="1"/>
          </p:cNvSpPr>
          <p:nvPr/>
        </p:nvSpPr>
        <p:spPr bwMode="auto">
          <a:xfrm>
            <a:off x="381000" y="609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2708" name="Line 4"/>
          <p:cNvSpPr>
            <a:spLocks noChangeShapeType="1"/>
          </p:cNvSpPr>
          <p:nvPr/>
        </p:nvSpPr>
        <p:spPr bwMode="auto">
          <a:xfrm>
            <a:off x="381000" y="1295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2709" name="Line 5"/>
          <p:cNvSpPr>
            <a:spLocks noChangeShapeType="1"/>
          </p:cNvSpPr>
          <p:nvPr/>
        </p:nvSpPr>
        <p:spPr bwMode="auto">
          <a:xfrm>
            <a:off x="175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0" name="Line 6"/>
          <p:cNvSpPr>
            <a:spLocks noChangeShapeType="1"/>
          </p:cNvSpPr>
          <p:nvPr/>
        </p:nvSpPr>
        <p:spPr bwMode="auto">
          <a:xfrm>
            <a:off x="236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1" name="Line 7"/>
          <p:cNvSpPr>
            <a:spLocks noChangeShapeType="1"/>
          </p:cNvSpPr>
          <p:nvPr/>
        </p:nvSpPr>
        <p:spPr bwMode="auto">
          <a:xfrm>
            <a:off x="297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2" name="Line 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3" name="Line 9"/>
          <p:cNvSpPr>
            <a:spLocks noChangeShapeType="1"/>
          </p:cNvSpPr>
          <p:nvPr/>
        </p:nvSpPr>
        <p:spPr bwMode="auto">
          <a:xfrm>
            <a:off x="4191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4" name="Line 10"/>
          <p:cNvSpPr>
            <a:spLocks noChangeShapeType="1"/>
          </p:cNvSpPr>
          <p:nvPr/>
        </p:nvSpPr>
        <p:spPr bwMode="auto">
          <a:xfrm>
            <a:off x="4800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5" name="Line 11"/>
          <p:cNvSpPr>
            <a:spLocks noChangeShapeType="1"/>
          </p:cNvSpPr>
          <p:nvPr/>
        </p:nvSpPr>
        <p:spPr bwMode="auto">
          <a:xfrm>
            <a:off x="5410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6" name="Line 12"/>
          <p:cNvSpPr>
            <a:spLocks noChangeShapeType="1"/>
          </p:cNvSpPr>
          <p:nvPr/>
        </p:nvSpPr>
        <p:spPr bwMode="auto">
          <a:xfrm>
            <a:off x="6019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7" name="Line 13"/>
          <p:cNvSpPr>
            <a:spLocks noChangeShapeType="1"/>
          </p:cNvSpPr>
          <p:nvPr/>
        </p:nvSpPr>
        <p:spPr bwMode="auto">
          <a:xfrm>
            <a:off x="6629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8" name="Line 14"/>
          <p:cNvSpPr>
            <a:spLocks noChangeShapeType="1"/>
          </p:cNvSpPr>
          <p:nvPr/>
        </p:nvSpPr>
        <p:spPr bwMode="auto">
          <a:xfrm>
            <a:off x="723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2719" name="Text Box 15"/>
          <p:cNvSpPr txBox="1">
            <a:spLocks noChangeArrowheads="1"/>
          </p:cNvSpPr>
          <p:nvPr/>
        </p:nvSpPr>
        <p:spPr bwMode="auto">
          <a:xfrm>
            <a:off x="7772400" y="533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2720" name="Text Box 16"/>
          <p:cNvSpPr txBox="1">
            <a:spLocks noChangeArrowheads="1"/>
          </p:cNvSpPr>
          <p:nvPr/>
        </p:nvSpPr>
        <p:spPr bwMode="auto">
          <a:xfrm>
            <a:off x="685800" y="533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2721" name="Line 17"/>
          <p:cNvSpPr>
            <a:spLocks noChangeShapeType="1"/>
          </p:cNvSpPr>
          <p:nvPr/>
        </p:nvSpPr>
        <p:spPr bwMode="auto">
          <a:xfrm flipV="1">
            <a:off x="4419600" y="1295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2722" name="Text Box 18"/>
          <p:cNvSpPr txBox="1">
            <a:spLocks noChangeArrowheads="1"/>
          </p:cNvSpPr>
          <p:nvPr/>
        </p:nvSpPr>
        <p:spPr bwMode="auto">
          <a:xfrm>
            <a:off x="2895600" y="1905000"/>
            <a:ext cx="3449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Read-Write head</a:t>
            </a:r>
          </a:p>
        </p:txBody>
      </p:sp>
      <p:sp>
        <p:nvSpPr>
          <p:cNvPr id="712725" name="Text Box 21"/>
          <p:cNvSpPr txBox="1">
            <a:spLocks noChangeArrowheads="1"/>
          </p:cNvSpPr>
          <p:nvPr/>
        </p:nvSpPr>
        <p:spPr bwMode="auto">
          <a:xfrm>
            <a:off x="441325" y="3225800"/>
            <a:ext cx="6437313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head at each time step:</a:t>
            </a:r>
          </a:p>
          <a:p>
            <a:endParaRPr lang="en-US"/>
          </a:p>
          <a:p>
            <a:r>
              <a:rPr lang="en-US"/>
              <a:t>                </a:t>
            </a:r>
            <a:r>
              <a:rPr lang="en-US">
                <a:solidFill>
                  <a:srgbClr val="FF0000"/>
                </a:solidFill>
              </a:rPr>
              <a:t>1.</a:t>
            </a:r>
            <a:r>
              <a:rPr lang="en-US"/>
              <a:t> Reads a symbol</a:t>
            </a:r>
          </a:p>
          <a:p>
            <a:r>
              <a:rPr lang="en-US"/>
              <a:t>                </a:t>
            </a:r>
            <a:r>
              <a:rPr lang="en-US">
                <a:solidFill>
                  <a:srgbClr val="FF0000"/>
                </a:solidFill>
              </a:rPr>
              <a:t>2.</a:t>
            </a:r>
            <a:r>
              <a:rPr lang="en-US"/>
              <a:t> Writes a symbol</a:t>
            </a:r>
          </a:p>
          <a:p>
            <a:r>
              <a:rPr lang="en-US"/>
              <a:t>                </a:t>
            </a:r>
            <a:r>
              <a:rPr lang="en-US">
                <a:solidFill>
                  <a:srgbClr val="FF0000"/>
                </a:solidFill>
              </a:rPr>
              <a:t>3.</a:t>
            </a:r>
            <a:r>
              <a:rPr lang="en-US"/>
              <a:t> Moves Left or 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D7E4E6-3F5C-4C49-870C-B01BE4852DAB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13730" name="Line 2"/>
          <p:cNvSpPr>
            <a:spLocks noChangeShapeType="1"/>
          </p:cNvSpPr>
          <p:nvPr/>
        </p:nvSpPr>
        <p:spPr bwMode="auto">
          <a:xfrm>
            <a:off x="304800" y="1066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1" name="Line 3"/>
          <p:cNvSpPr>
            <a:spLocks noChangeShapeType="1"/>
          </p:cNvSpPr>
          <p:nvPr/>
        </p:nvSpPr>
        <p:spPr bwMode="auto">
          <a:xfrm>
            <a:off x="304800" y="1752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32" name="Line 4"/>
          <p:cNvSpPr>
            <a:spLocks noChangeShapeType="1"/>
          </p:cNvSpPr>
          <p:nvPr/>
        </p:nvSpPr>
        <p:spPr bwMode="auto">
          <a:xfrm>
            <a:off x="1676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33" name="Line 5"/>
          <p:cNvSpPr>
            <a:spLocks noChangeShapeType="1"/>
          </p:cNvSpPr>
          <p:nvPr/>
        </p:nvSpPr>
        <p:spPr bwMode="auto">
          <a:xfrm>
            <a:off x="22860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34" name="Line 6"/>
          <p:cNvSpPr>
            <a:spLocks noChangeShapeType="1"/>
          </p:cNvSpPr>
          <p:nvPr/>
        </p:nvSpPr>
        <p:spPr bwMode="auto">
          <a:xfrm>
            <a:off x="28956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35" name="Line 7"/>
          <p:cNvSpPr>
            <a:spLocks noChangeShapeType="1"/>
          </p:cNvSpPr>
          <p:nvPr/>
        </p:nvSpPr>
        <p:spPr bwMode="auto">
          <a:xfrm>
            <a:off x="35052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36" name="Line 8"/>
          <p:cNvSpPr>
            <a:spLocks noChangeShapeType="1"/>
          </p:cNvSpPr>
          <p:nvPr/>
        </p:nvSpPr>
        <p:spPr bwMode="auto">
          <a:xfrm>
            <a:off x="41148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37" name="Line 9"/>
          <p:cNvSpPr>
            <a:spLocks noChangeShapeType="1"/>
          </p:cNvSpPr>
          <p:nvPr/>
        </p:nvSpPr>
        <p:spPr bwMode="auto">
          <a:xfrm>
            <a:off x="4724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38" name="Line 10"/>
          <p:cNvSpPr>
            <a:spLocks noChangeShapeType="1"/>
          </p:cNvSpPr>
          <p:nvPr/>
        </p:nvSpPr>
        <p:spPr bwMode="auto">
          <a:xfrm>
            <a:off x="53340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39" name="Line 11"/>
          <p:cNvSpPr>
            <a:spLocks noChangeShapeType="1"/>
          </p:cNvSpPr>
          <p:nvPr/>
        </p:nvSpPr>
        <p:spPr bwMode="auto">
          <a:xfrm>
            <a:off x="59436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40" name="Line 12"/>
          <p:cNvSpPr>
            <a:spLocks noChangeShapeType="1"/>
          </p:cNvSpPr>
          <p:nvPr/>
        </p:nvSpPr>
        <p:spPr bwMode="auto">
          <a:xfrm>
            <a:off x="65532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41" name="Line 13"/>
          <p:cNvSpPr>
            <a:spLocks noChangeShapeType="1"/>
          </p:cNvSpPr>
          <p:nvPr/>
        </p:nvSpPr>
        <p:spPr bwMode="auto">
          <a:xfrm>
            <a:off x="71628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42" name="Text Box 14"/>
          <p:cNvSpPr txBox="1">
            <a:spLocks noChangeArrowheads="1"/>
          </p:cNvSpPr>
          <p:nvPr/>
        </p:nvSpPr>
        <p:spPr bwMode="auto">
          <a:xfrm>
            <a:off x="7696200" y="990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3743" name="Text Box 15"/>
          <p:cNvSpPr txBox="1">
            <a:spLocks noChangeArrowheads="1"/>
          </p:cNvSpPr>
          <p:nvPr/>
        </p:nvSpPr>
        <p:spPr bwMode="auto">
          <a:xfrm>
            <a:off x="609600" y="990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3744" name="Line 16"/>
          <p:cNvSpPr>
            <a:spLocks noChangeShapeType="1"/>
          </p:cNvSpPr>
          <p:nvPr/>
        </p:nvSpPr>
        <p:spPr bwMode="auto">
          <a:xfrm flipV="1">
            <a:off x="44196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46" name="Text Box 18"/>
          <p:cNvSpPr txBox="1">
            <a:spLocks noChangeArrowheads="1"/>
          </p:cNvSpPr>
          <p:nvPr/>
        </p:nvSpPr>
        <p:spPr bwMode="auto">
          <a:xfrm>
            <a:off x="212725" y="-508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713747" name="Text Box 19"/>
          <p:cNvSpPr txBox="1">
            <a:spLocks noChangeArrowheads="1"/>
          </p:cNvSpPr>
          <p:nvPr/>
        </p:nvSpPr>
        <p:spPr bwMode="auto">
          <a:xfrm>
            <a:off x="3429000" y="4572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0</a:t>
            </a:r>
          </a:p>
        </p:txBody>
      </p:sp>
      <p:sp>
        <p:nvSpPr>
          <p:cNvPr id="713752" name="Line 24"/>
          <p:cNvSpPr>
            <a:spLocks noChangeShapeType="1"/>
          </p:cNvSpPr>
          <p:nvPr/>
        </p:nvSpPr>
        <p:spPr bwMode="auto">
          <a:xfrm>
            <a:off x="381000" y="3505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53" name="Line 25"/>
          <p:cNvSpPr>
            <a:spLocks noChangeShapeType="1"/>
          </p:cNvSpPr>
          <p:nvPr/>
        </p:nvSpPr>
        <p:spPr bwMode="auto">
          <a:xfrm>
            <a:off x="381000" y="4191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54" name="Line 26"/>
          <p:cNvSpPr>
            <a:spLocks noChangeShapeType="1"/>
          </p:cNvSpPr>
          <p:nvPr/>
        </p:nvSpPr>
        <p:spPr bwMode="auto">
          <a:xfrm>
            <a:off x="1752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55" name="Line 27"/>
          <p:cNvSpPr>
            <a:spLocks noChangeShapeType="1"/>
          </p:cNvSpPr>
          <p:nvPr/>
        </p:nvSpPr>
        <p:spPr bwMode="auto">
          <a:xfrm>
            <a:off x="2362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56" name="Line 28"/>
          <p:cNvSpPr>
            <a:spLocks noChangeShapeType="1"/>
          </p:cNvSpPr>
          <p:nvPr/>
        </p:nvSpPr>
        <p:spPr bwMode="auto">
          <a:xfrm>
            <a:off x="2971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57" name="Line 29"/>
          <p:cNvSpPr>
            <a:spLocks noChangeShapeType="1"/>
          </p:cNvSpPr>
          <p:nvPr/>
        </p:nvSpPr>
        <p:spPr bwMode="auto">
          <a:xfrm>
            <a:off x="35814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58" name="Line 30"/>
          <p:cNvSpPr>
            <a:spLocks noChangeShapeType="1"/>
          </p:cNvSpPr>
          <p:nvPr/>
        </p:nvSpPr>
        <p:spPr bwMode="auto">
          <a:xfrm>
            <a:off x="4191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59" name="Line 31"/>
          <p:cNvSpPr>
            <a:spLocks noChangeShapeType="1"/>
          </p:cNvSpPr>
          <p:nvPr/>
        </p:nvSpPr>
        <p:spPr bwMode="auto">
          <a:xfrm>
            <a:off x="4800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60" name="Line 32"/>
          <p:cNvSpPr>
            <a:spLocks noChangeShapeType="1"/>
          </p:cNvSpPr>
          <p:nvPr/>
        </p:nvSpPr>
        <p:spPr bwMode="auto">
          <a:xfrm>
            <a:off x="5410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61" name="Line 33"/>
          <p:cNvSpPr>
            <a:spLocks noChangeShapeType="1"/>
          </p:cNvSpPr>
          <p:nvPr/>
        </p:nvSpPr>
        <p:spPr bwMode="auto">
          <a:xfrm>
            <a:off x="6019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62" name="Line 34"/>
          <p:cNvSpPr>
            <a:spLocks noChangeShapeType="1"/>
          </p:cNvSpPr>
          <p:nvPr/>
        </p:nvSpPr>
        <p:spPr bwMode="auto">
          <a:xfrm>
            <a:off x="66294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63" name="Line 35"/>
          <p:cNvSpPr>
            <a:spLocks noChangeShapeType="1"/>
          </p:cNvSpPr>
          <p:nvPr/>
        </p:nvSpPr>
        <p:spPr bwMode="auto">
          <a:xfrm>
            <a:off x="7239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3764" name="Text Box 36"/>
          <p:cNvSpPr txBox="1">
            <a:spLocks noChangeArrowheads="1"/>
          </p:cNvSpPr>
          <p:nvPr/>
        </p:nvSpPr>
        <p:spPr bwMode="auto">
          <a:xfrm>
            <a:off x="7772400" y="3429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3765" name="Text Box 37"/>
          <p:cNvSpPr txBox="1">
            <a:spLocks noChangeArrowheads="1"/>
          </p:cNvSpPr>
          <p:nvPr/>
        </p:nvSpPr>
        <p:spPr bwMode="auto">
          <a:xfrm>
            <a:off x="685800" y="3429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3766" name="Line 38"/>
          <p:cNvSpPr>
            <a:spLocks noChangeShapeType="1"/>
          </p:cNvSpPr>
          <p:nvPr/>
        </p:nvSpPr>
        <p:spPr bwMode="auto">
          <a:xfrm flipV="1">
            <a:off x="38862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3767" name="Text Box 39"/>
          <p:cNvSpPr txBox="1">
            <a:spLocks noChangeArrowheads="1"/>
          </p:cNvSpPr>
          <p:nvPr/>
        </p:nvSpPr>
        <p:spPr bwMode="auto">
          <a:xfrm>
            <a:off x="3505200" y="28956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sp>
        <p:nvSpPr>
          <p:cNvPr id="713772" name="Text Box 44"/>
          <p:cNvSpPr txBox="1">
            <a:spLocks noChangeArrowheads="1"/>
          </p:cNvSpPr>
          <p:nvPr/>
        </p:nvSpPr>
        <p:spPr bwMode="auto">
          <a:xfrm>
            <a:off x="381000" y="4648200"/>
            <a:ext cx="1712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1.</a:t>
            </a:r>
            <a:r>
              <a:rPr lang="en-US"/>
              <a:t> Reads</a:t>
            </a:r>
          </a:p>
        </p:txBody>
      </p:sp>
      <p:sp>
        <p:nvSpPr>
          <p:cNvPr id="713773" name="Text Box 45"/>
          <p:cNvSpPr txBox="1">
            <a:spLocks noChangeArrowheads="1"/>
          </p:cNvSpPr>
          <p:nvPr/>
        </p:nvSpPr>
        <p:spPr bwMode="auto">
          <a:xfrm>
            <a:off x="304800" y="5334000"/>
            <a:ext cx="2122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2.</a:t>
            </a:r>
            <a:r>
              <a:rPr lang="en-US"/>
              <a:t> Writes </a:t>
            </a:r>
          </a:p>
        </p:txBody>
      </p:sp>
      <p:graphicFrame>
        <p:nvGraphicFramePr>
          <p:cNvPr id="713774" name="Object 46"/>
          <p:cNvGraphicFramePr>
            <a:graphicFrameLocks noChangeAspect="1"/>
          </p:cNvGraphicFramePr>
          <p:nvPr/>
        </p:nvGraphicFramePr>
        <p:xfrm>
          <a:off x="3124200" y="1295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36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95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76" name="Object 48"/>
          <p:cNvGraphicFramePr>
            <a:graphicFrameLocks noChangeAspect="1"/>
          </p:cNvGraphicFramePr>
          <p:nvPr/>
        </p:nvGraphicFramePr>
        <p:xfrm>
          <a:off x="4343400" y="1295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37" name="Equation" r:id="rId5" imgW="266400" imgH="279360" progId="Equation.3">
                  <p:embed/>
                </p:oleObj>
              </mc:Choice>
              <mc:Fallback>
                <p:oleObj name="Equation" r:id="rId5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295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77" name="Object 49"/>
          <p:cNvGraphicFramePr>
            <a:graphicFrameLocks noChangeAspect="1"/>
          </p:cNvGraphicFramePr>
          <p:nvPr/>
        </p:nvGraphicFramePr>
        <p:xfrm>
          <a:off x="4953000" y="1295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38" name="Equation" r:id="rId7" imgW="241200" imgH="279360" progId="Equation.3">
                  <p:embed/>
                </p:oleObj>
              </mc:Choice>
              <mc:Fallback>
                <p:oleObj name="Equation" r:id="rId7" imgW="241200" imgH="27936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954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78" name="Object 50"/>
          <p:cNvGraphicFramePr>
            <a:graphicFrameLocks noChangeAspect="1"/>
          </p:cNvGraphicFramePr>
          <p:nvPr/>
        </p:nvGraphicFramePr>
        <p:xfrm>
          <a:off x="3733800" y="12192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39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192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79" name="Object 51"/>
          <p:cNvGraphicFramePr>
            <a:graphicFrameLocks noChangeAspect="1"/>
          </p:cNvGraphicFramePr>
          <p:nvPr/>
        </p:nvGraphicFramePr>
        <p:xfrm>
          <a:off x="3124200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40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80" name="Object 52"/>
          <p:cNvGraphicFramePr>
            <a:graphicFrameLocks noChangeAspect="1"/>
          </p:cNvGraphicFramePr>
          <p:nvPr/>
        </p:nvGraphicFramePr>
        <p:xfrm>
          <a:off x="3810000" y="3657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41" name="Equation" r:id="rId12" imgW="253800" imgH="393480" progId="Equation.3">
                  <p:embed/>
                </p:oleObj>
              </mc:Choice>
              <mc:Fallback>
                <p:oleObj name="Equation" r:id="rId12" imgW="253800" imgH="39348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6576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81" name="Object 53"/>
          <p:cNvGraphicFramePr>
            <a:graphicFrameLocks noChangeAspect="1"/>
          </p:cNvGraphicFramePr>
          <p:nvPr/>
        </p:nvGraphicFramePr>
        <p:xfrm>
          <a:off x="4343400" y="3678238"/>
          <a:ext cx="2651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42" name="Equation" r:id="rId14" imgW="266400" imgH="393480" progId="Equation.3">
                  <p:embed/>
                </p:oleObj>
              </mc:Choice>
              <mc:Fallback>
                <p:oleObj name="Equation" r:id="rId14" imgW="266400" imgH="39348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678238"/>
                        <a:ext cx="2651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83" name="Object 55"/>
          <p:cNvGraphicFramePr>
            <a:graphicFrameLocks noChangeAspect="1"/>
          </p:cNvGraphicFramePr>
          <p:nvPr/>
        </p:nvGraphicFramePr>
        <p:xfrm>
          <a:off x="4953000" y="3733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43" name="Equation" r:id="rId16" imgW="241200" imgH="279360" progId="Equation.3">
                  <p:embed/>
                </p:oleObj>
              </mc:Choice>
              <mc:Fallback>
                <p:oleObj name="Equation" r:id="rId16" imgW="241200" imgH="27936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7338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84" name="Object 56"/>
          <p:cNvGraphicFramePr>
            <a:graphicFrameLocks noChangeAspect="1"/>
          </p:cNvGraphicFramePr>
          <p:nvPr/>
        </p:nvGraphicFramePr>
        <p:xfrm>
          <a:off x="2214563" y="4762500"/>
          <a:ext cx="2889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44" name="Equation" r:id="rId18" imgW="291960" imgH="304560" progId="Equation.3">
                  <p:embed/>
                </p:oleObj>
              </mc:Choice>
              <mc:Fallback>
                <p:oleObj name="Equation" r:id="rId18" imgW="291960" imgH="30456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762500"/>
                        <a:ext cx="288925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85" name="Object 57"/>
          <p:cNvGraphicFramePr>
            <a:graphicFrameLocks noChangeAspect="1"/>
          </p:cNvGraphicFramePr>
          <p:nvPr/>
        </p:nvGraphicFramePr>
        <p:xfrm>
          <a:off x="2501900" y="5391150"/>
          <a:ext cx="2905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3845" name="Equation" r:id="rId20" imgW="291960" imgH="431640" progId="Equation.3">
                  <p:embed/>
                </p:oleObj>
              </mc:Choice>
              <mc:Fallback>
                <p:oleObj name="Equation" r:id="rId20" imgW="291960" imgH="431640" progId="Equation.3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5391150"/>
                        <a:ext cx="290513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3786" name="Text Box 58"/>
          <p:cNvSpPr txBox="1">
            <a:spLocks noChangeArrowheads="1"/>
          </p:cNvSpPr>
          <p:nvPr/>
        </p:nvSpPr>
        <p:spPr bwMode="auto">
          <a:xfrm>
            <a:off x="304800" y="6019800"/>
            <a:ext cx="2814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3.</a:t>
            </a:r>
            <a:r>
              <a:rPr lang="en-US"/>
              <a:t> Moves Left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7FA647-D8FA-4B58-BAD5-8058A4E00A36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14754" name="Line 2"/>
          <p:cNvSpPr>
            <a:spLocks noChangeShapeType="1"/>
          </p:cNvSpPr>
          <p:nvPr/>
        </p:nvSpPr>
        <p:spPr bwMode="auto">
          <a:xfrm>
            <a:off x="381000" y="838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4755" name="Line 3"/>
          <p:cNvSpPr>
            <a:spLocks noChangeShapeType="1"/>
          </p:cNvSpPr>
          <p:nvPr/>
        </p:nvSpPr>
        <p:spPr bwMode="auto">
          <a:xfrm>
            <a:off x="381000" y="1524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4756" name="Line 4"/>
          <p:cNvSpPr>
            <a:spLocks noChangeShapeType="1"/>
          </p:cNvSpPr>
          <p:nvPr/>
        </p:nvSpPr>
        <p:spPr bwMode="auto">
          <a:xfrm>
            <a:off x="17526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57" name="Line 5"/>
          <p:cNvSpPr>
            <a:spLocks noChangeShapeType="1"/>
          </p:cNvSpPr>
          <p:nvPr/>
        </p:nvSpPr>
        <p:spPr bwMode="auto">
          <a:xfrm>
            <a:off x="23622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58" name="Line 6"/>
          <p:cNvSpPr>
            <a:spLocks noChangeShapeType="1"/>
          </p:cNvSpPr>
          <p:nvPr/>
        </p:nvSpPr>
        <p:spPr bwMode="auto">
          <a:xfrm>
            <a:off x="29718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59" name="Line 7"/>
          <p:cNvSpPr>
            <a:spLocks noChangeShapeType="1"/>
          </p:cNvSpPr>
          <p:nvPr/>
        </p:nvSpPr>
        <p:spPr bwMode="auto">
          <a:xfrm>
            <a:off x="35814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60" name="Line 8"/>
          <p:cNvSpPr>
            <a:spLocks noChangeShapeType="1"/>
          </p:cNvSpPr>
          <p:nvPr/>
        </p:nvSpPr>
        <p:spPr bwMode="auto">
          <a:xfrm>
            <a:off x="41910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61" name="Line 9"/>
          <p:cNvSpPr>
            <a:spLocks noChangeShapeType="1"/>
          </p:cNvSpPr>
          <p:nvPr/>
        </p:nvSpPr>
        <p:spPr bwMode="auto">
          <a:xfrm>
            <a:off x="48006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62" name="Line 10"/>
          <p:cNvSpPr>
            <a:spLocks noChangeShapeType="1"/>
          </p:cNvSpPr>
          <p:nvPr/>
        </p:nvSpPr>
        <p:spPr bwMode="auto">
          <a:xfrm>
            <a:off x="54102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63" name="Line 11"/>
          <p:cNvSpPr>
            <a:spLocks noChangeShapeType="1"/>
          </p:cNvSpPr>
          <p:nvPr/>
        </p:nvSpPr>
        <p:spPr bwMode="auto">
          <a:xfrm>
            <a:off x="60198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64" name="Line 12"/>
          <p:cNvSpPr>
            <a:spLocks noChangeShapeType="1"/>
          </p:cNvSpPr>
          <p:nvPr/>
        </p:nvSpPr>
        <p:spPr bwMode="auto">
          <a:xfrm>
            <a:off x="66294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65" name="Line 13"/>
          <p:cNvSpPr>
            <a:spLocks noChangeShapeType="1"/>
          </p:cNvSpPr>
          <p:nvPr/>
        </p:nvSpPr>
        <p:spPr bwMode="auto">
          <a:xfrm>
            <a:off x="72390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66" name="Text Box 14"/>
          <p:cNvSpPr txBox="1">
            <a:spLocks noChangeArrowheads="1"/>
          </p:cNvSpPr>
          <p:nvPr/>
        </p:nvSpPr>
        <p:spPr bwMode="auto">
          <a:xfrm>
            <a:off x="7772400" y="762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4767" name="Text Box 15"/>
          <p:cNvSpPr txBox="1">
            <a:spLocks noChangeArrowheads="1"/>
          </p:cNvSpPr>
          <p:nvPr/>
        </p:nvSpPr>
        <p:spPr bwMode="auto">
          <a:xfrm>
            <a:off x="685800" y="762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4768" name="Line 16"/>
          <p:cNvSpPr>
            <a:spLocks noChangeShapeType="1"/>
          </p:cNvSpPr>
          <p:nvPr/>
        </p:nvSpPr>
        <p:spPr bwMode="auto">
          <a:xfrm flipV="1">
            <a:off x="38862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4769" name="Text Box 17"/>
          <p:cNvSpPr txBox="1">
            <a:spLocks noChangeArrowheads="1"/>
          </p:cNvSpPr>
          <p:nvPr/>
        </p:nvSpPr>
        <p:spPr bwMode="auto">
          <a:xfrm>
            <a:off x="3505200" y="2286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714770" name="Object 18"/>
          <p:cNvGraphicFramePr>
            <a:graphicFrameLocks noChangeAspect="1"/>
          </p:cNvGraphicFramePr>
          <p:nvPr/>
        </p:nvGraphicFramePr>
        <p:xfrm>
          <a:off x="3124200" y="106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48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0668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71" name="Object 19"/>
          <p:cNvGraphicFramePr>
            <a:graphicFrameLocks noChangeAspect="1"/>
          </p:cNvGraphicFramePr>
          <p:nvPr/>
        </p:nvGraphicFramePr>
        <p:xfrm>
          <a:off x="3810000" y="990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49" name="Equation" r:id="rId5" imgW="253800" imgH="393480" progId="Equation.3">
                  <p:embed/>
                </p:oleObj>
              </mc:Choice>
              <mc:Fallback>
                <p:oleObj name="Equation" r:id="rId5" imgW="253800" imgH="3934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9906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72" name="Object 20"/>
          <p:cNvGraphicFramePr>
            <a:graphicFrameLocks noChangeAspect="1"/>
          </p:cNvGraphicFramePr>
          <p:nvPr/>
        </p:nvGraphicFramePr>
        <p:xfrm>
          <a:off x="4343400" y="1011238"/>
          <a:ext cx="2651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0" name="Equation" r:id="rId7" imgW="266400" imgH="393480" progId="Equation.3">
                  <p:embed/>
                </p:oleObj>
              </mc:Choice>
              <mc:Fallback>
                <p:oleObj name="Equation" r:id="rId7" imgW="266400" imgH="3934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011238"/>
                        <a:ext cx="2651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73" name="Object 21"/>
          <p:cNvGraphicFramePr>
            <a:graphicFrameLocks noChangeAspect="1"/>
          </p:cNvGraphicFramePr>
          <p:nvPr/>
        </p:nvGraphicFramePr>
        <p:xfrm>
          <a:off x="4953000" y="1066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1" name="Equation" r:id="rId9" imgW="241200" imgH="279360" progId="Equation.3">
                  <p:embed/>
                </p:oleObj>
              </mc:Choice>
              <mc:Fallback>
                <p:oleObj name="Equation" r:id="rId9" imgW="241200" imgH="2793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0668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74" name="Line 22"/>
          <p:cNvSpPr>
            <a:spLocks noChangeShapeType="1"/>
          </p:cNvSpPr>
          <p:nvPr/>
        </p:nvSpPr>
        <p:spPr bwMode="auto">
          <a:xfrm>
            <a:off x="304800" y="3352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4775" name="Line 23"/>
          <p:cNvSpPr>
            <a:spLocks noChangeShapeType="1"/>
          </p:cNvSpPr>
          <p:nvPr/>
        </p:nvSpPr>
        <p:spPr bwMode="auto">
          <a:xfrm>
            <a:off x="304800" y="4038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4776" name="Line 24"/>
          <p:cNvSpPr>
            <a:spLocks noChangeShapeType="1"/>
          </p:cNvSpPr>
          <p:nvPr/>
        </p:nvSpPr>
        <p:spPr bwMode="auto">
          <a:xfrm>
            <a:off x="16764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77" name="Line 25"/>
          <p:cNvSpPr>
            <a:spLocks noChangeShapeType="1"/>
          </p:cNvSpPr>
          <p:nvPr/>
        </p:nvSpPr>
        <p:spPr bwMode="auto">
          <a:xfrm>
            <a:off x="2286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78" name="Line 26"/>
          <p:cNvSpPr>
            <a:spLocks noChangeShapeType="1"/>
          </p:cNvSpPr>
          <p:nvPr/>
        </p:nvSpPr>
        <p:spPr bwMode="auto">
          <a:xfrm>
            <a:off x="28956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79" name="Line 27"/>
          <p:cNvSpPr>
            <a:spLocks noChangeShapeType="1"/>
          </p:cNvSpPr>
          <p:nvPr/>
        </p:nvSpPr>
        <p:spPr bwMode="auto">
          <a:xfrm>
            <a:off x="35052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80" name="Line 28"/>
          <p:cNvSpPr>
            <a:spLocks noChangeShapeType="1"/>
          </p:cNvSpPr>
          <p:nvPr/>
        </p:nvSpPr>
        <p:spPr bwMode="auto">
          <a:xfrm>
            <a:off x="41148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81" name="Line 29"/>
          <p:cNvSpPr>
            <a:spLocks noChangeShapeType="1"/>
          </p:cNvSpPr>
          <p:nvPr/>
        </p:nvSpPr>
        <p:spPr bwMode="auto">
          <a:xfrm>
            <a:off x="47244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82" name="Line 30"/>
          <p:cNvSpPr>
            <a:spLocks noChangeShapeType="1"/>
          </p:cNvSpPr>
          <p:nvPr/>
        </p:nvSpPr>
        <p:spPr bwMode="auto">
          <a:xfrm>
            <a:off x="5334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83" name="Line 31"/>
          <p:cNvSpPr>
            <a:spLocks noChangeShapeType="1"/>
          </p:cNvSpPr>
          <p:nvPr/>
        </p:nvSpPr>
        <p:spPr bwMode="auto">
          <a:xfrm>
            <a:off x="59436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84" name="Line 32"/>
          <p:cNvSpPr>
            <a:spLocks noChangeShapeType="1"/>
          </p:cNvSpPr>
          <p:nvPr/>
        </p:nvSpPr>
        <p:spPr bwMode="auto">
          <a:xfrm>
            <a:off x="65532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85" name="Line 33"/>
          <p:cNvSpPr>
            <a:spLocks noChangeShapeType="1"/>
          </p:cNvSpPr>
          <p:nvPr/>
        </p:nvSpPr>
        <p:spPr bwMode="auto">
          <a:xfrm>
            <a:off x="71628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4786" name="Text Box 34"/>
          <p:cNvSpPr txBox="1">
            <a:spLocks noChangeArrowheads="1"/>
          </p:cNvSpPr>
          <p:nvPr/>
        </p:nvSpPr>
        <p:spPr bwMode="auto">
          <a:xfrm>
            <a:off x="7696200" y="3276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4787" name="Text Box 35"/>
          <p:cNvSpPr txBox="1">
            <a:spLocks noChangeArrowheads="1"/>
          </p:cNvSpPr>
          <p:nvPr/>
        </p:nvSpPr>
        <p:spPr bwMode="auto">
          <a:xfrm>
            <a:off x="609600" y="3276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4788" name="Line 36"/>
          <p:cNvSpPr>
            <a:spLocks noChangeShapeType="1"/>
          </p:cNvSpPr>
          <p:nvPr/>
        </p:nvSpPr>
        <p:spPr bwMode="auto">
          <a:xfrm flipV="1">
            <a:off x="4419600" y="4038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4789" name="Text Box 37"/>
          <p:cNvSpPr txBox="1">
            <a:spLocks noChangeArrowheads="1"/>
          </p:cNvSpPr>
          <p:nvPr/>
        </p:nvSpPr>
        <p:spPr bwMode="auto">
          <a:xfrm>
            <a:off x="3429000" y="27432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714790" name="Object 38"/>
          <p:cNvGraphicFramePr>
            <a:graphicFrameLocks noChangeAspect="1"/>
          </p:cNvGraphicFramePr>
          <p:nvPr/>
        </p:nvGraphicFramePr>
        <p:xfrm>
          <a:off x="3124200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2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91" name="Object 39"/>
          <p:cNvGraphicFramePr>
            <a:graphicFrameLocks noChangeAspect="1"/>
          </p:cNvGraphicFramePr>
          <p:nvPr/>
        </p:nvGraphicFramePr>
        <p:xfrm>
          <a:off x="4343400" y="3525838"/>
          <a:ext cx="2651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3" name="Equation" r:id="rId13" imgW="266400" imgH="393480" progId="Equation.3">
                  <p:embed/>
                </p:oleObj>
              </mc:Choice>
              <mc:Fallback>
                <p:oleObj name="Equation" r:id="rId13" imgW="266400" imgH="39348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25838"/>
                        <a:ext cx="2651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92" name="Object 40"/>
          <p:cNvGraphicFramePr>
            <a:graphicFrameLocks noChangeAspect="1"/>
          </p:cNvGraphicFramePr>
          <p:nvPr/>
        </p:nvGraphicFramePr>
        <p:xfrm>
          <a:off x="4953000" y="3581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4" name="Equation" r:id="rId15" imgW="241200" imgH="279360" progId="Equation.3">
                  <p:embed/>
                </p:oleObj>
              </mc:Choice>
              <mc:Fallback>
                <p:oleObj name="Equation" r:id="rId15" imgW="241200" imgH="27936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5814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93" name="Object 41"/>
          <p:cNvGraphicFramePr>
            <a:graphicFrameLocks noChangeAspect="1"/>
          </p:cNvGraphicFramePr>
          <p:nvPr/>
        </p:nvGraphicFramePr>
        <p:xfrm>
          <a:off x="3683000" y="3460750"/>
          <a:ext cx="3540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5" name="Equation" r:id="rId17" imgW="355320" imgH="482400" progId="Equation.3">
                  <p:embed/>
                </p:oleObj>
              </mc:Choice>
              <mc:Fallback>
                <p:oleObj name="Equation" r:id="rId17" imgW="355320" imgH="48240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3460750"/>
                        <a:ext cx="354013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94" name="Text Box 42"/>
          <p:cNvSpPr txBox="1">
            <a:spLocks noChangeArrowheads="1"/>
          </p:cNvSpPr>
          <p:nvPr/>
        </p:nvSpPr>
        <p:spPr bwMode="auto">
          <a:xfrm>
            <a:off x="381000" y="4648200"/>
            <a:ext cx="1712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1.</a:t>
            </a:r>
            <a:r>
              <a:rPr lang="en-US"/>
              <a:t> Reads</a:t>
            </a:r>
          </a:p>
        </p:txBody>
      </p:sp>
      <p:sp>
        <p:nvSpPr>
          <p:cNvPr id="714795" name="Text Box 43"/>
          <p:cNvSpPr txBox="1">
            <a:spLocks noChangeArrowheads="1"/>
          </p:cNvSpPr>
          <p:nvPr/>
        </p:nvSpPr>
        <p:spPr bwMode="auto">
          <a:xfrm>
            <a:off x="304800" y="5334000"/>
            <a:ext cx="2122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2.</a:t>
            </a:r>
            <a:r>
              <a:rPr lang="en-US"/>
              <a:t> Writes </a:t>
            </a:r>
          </a:p>
        </p:txBody>
      </p:sp>
      <p:graphicFrame>
        <p:nvGraphicFramePr>
          <p:cNvPr id="714796" name="Object 44"/>
          <p:cNvGraphicFramePr>
            <a:graphicFrameLocks noChangeAspect="1"/>
          </p:cNvGraphicFramePr>
          <p:nvPr/>
        </p:nvGraphicFramePr>
        <p:xfrm>
          <a:off x="2225675" y="4700588"/>
          <a:ext cx="2651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6" name="Equation" r:id="rId19" imgW="266400" imgH="431640" progId="Equation.3">
                  <p:embed/>
                </p:oleObj>
              </mc:Choice>
              <mc:Fallback>
                <p:oleObj name="Equation" r:id="rId19" imgW="266400" imgH="43164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4700588"/>
                        <a:ext cx="265113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97" name="Object 45"/>
          <p:cNvGraphicFramePr>
            <a:graphicFrameLocks noChangeAspect="1"/>
          </p:cNvGraphicFramePr>
          <p:nvPr/>
        </p:nvGraphicFramePr>
        <p:xfrm>
          <a:off x="2457450" y="5340350"/>
          <a:ext cx="3794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4857" name="Equation" r:id="rId21" imgW="380880" imgH="533160" progId="Equation.3">
                  <p:embed/>
                </p:oleObj>
              </mc:Choice>
              <mc:Fallback>
                <p:oleObj name="Equation" r:id="rId21" imgW="380880" imgH="53316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5340350"/>
                        <a:ext cx="3794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4798" name="Text Box 46"/>
          <p:cNvSpPr txBox="1">
            <a:spLocks noChangeArrowheads="1"/>
          </p:cNvSpPr>
          <p:nvPr/>
        </p:nvSpPr>
        <p:spPr bwMode="auto">
          <a:xfrm>
            <a:off x="304800" y="6019800"/>
            <a:ext cx="2982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3.</a:t>
            </a:r>
            <a:r>
              <a:rPr lang="en-US"/>
              <a:t> Moves Right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C51B94-6E33-4656-A8AC-751A7DDE0E2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Input String</a:t>
            </a:r>
          </a:p>
        </p:txBody>
      </p:sp>
      <p:sp>
        <p:nvSpPr>
          <p:cNvPr id="715779" name="Line 3"/>
          <p:cNvSpPr>
            <a:spLocks noChangeShapeType="1"/>
          </p:cNvSpPr>
          <p:nvPr/>
        </p:nvSpPr>
        <p:spPr bwMode="auto">
          <a:xfrm>
            <a:off x="304800" y="2895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5780" name="Line 4"/>
          <p:cNvSpPr>
            <a:spLocks noChangeShapeType="1"/>
          </p:cNvSpPr>
          <p:nvPr/>
        </p:nvSpPr>
        <p:spPr bwMode="auto">
          <a:xfrm>
            <a:off x="304800" y="3581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5781" name="Line 5"/>
          <p:cNvSpPr>
            <a:spLocks noChangeShapeType="1"/>
          </p:cNvSpPr>
          <p:nvPr/>
        </p:nvSpPr>
        <p:spPr bwMode="auto">
          <a:xfrm>
            <a:off x="16764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2" name="Line 6"/>
          <p:cNvSpPr>
            <a:spLocks noChangeShapeType="1"/>
          </p:cNvSpPr>
          <p:nvPr/>
        </p:nvSpPr>
        <p:spPr bwMode="auto">
          <a:xfrm>
            <a:off x="22860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3" name="Line 7"/>
          <p:cNvSpPr>
            <a:spLocks noChangeShapeType="1"/>
          </p:cNvSpPr>
          <p:nvPr/>
        </p:nvSpPr>
        <p:spPr bwMode="auto">
          <a:xfrm>
            <a:off x="28956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4" name="Line 8"/>
          <p:cNvSpPr>
            <a:spLocks noChangeShapeType="1"/>
          </p:cNvSpPr>
          <p:nvPr/>
        </p:nvSpPr>
        <p:spPr bwMode="auto">
          <a:xfrm>
            <a:off x="35052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5" name="Line 9"/>
          <p:cNvSpPr>
            <a:spLocks noChangeShapeType="1"/>
          </p:cNvSpPr>
          <p:nvPr/>
        </p:nvSpPr>
        <p:spPr bwMode="auto">
          <a:xfrm>
            <a:off x="41148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6" name="Line 10"/>
          <p:cNvSpPr>
            <a:spLocks noChangeShapeType="1"/>
          </p:cNvSpPr>
          <p:nvPr/>
        </p:nvSpPr>
        <p:spPr bwMode="auto">
          <a:xfrm>
            <a:off x="47244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7" name="Line 11"/>
          <p:cNvSpPr>
            <a:spLocks noChangeShapeType="1"/>
          </p:cNvSpPr>
          <p:nvPr/>
        </p:nvSpPr>
        <p:spPr bwMode="auto">
          <a:xfrm>
            <a:off x="53340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8" name="Line 12"/>
          <p:cNvSpPr>
            <a:spLocks noChangeShapeType="1"/>
          </p:cNvSpPr>
          <p:nvPr/>
        </p:nvSpPr>
        <p:spPr bwMode="auto">
          <a:xfrm>
            <a:off x="59436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89" name="Line 13"/>
          <p:cNvSpPr>
            <a:spLocks noChangeShapeType="1"/>
          </p:cNvSpPr>
          <p:nvPr/>
        </p:nvSpPr>
        <p:spPr bwMode="auto">
          <a:xfrm>
            <a:off x="65532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90" name="Line 14"/>
          <p:cNvSpPr>
            <a:spLocks noChangeShapeType="1"/>
          </p:cNvSpPr>
          <p:nvPr/>
        </p:nvSpPr>
        <p:spPr bwMode="auto">
          <a:xfrm>
            <a:off x="71628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791" name="Text Box 15"/>
          <p:cNvSpPr txBox="1">
            <a:spLocks noChangeArrowheads="1"/>
          </p:cNvSpPr>
          <p:nvPr/>
        </p:nvSpPr>
        <p:spPr bwMode="auto">
          <a:xfrm>
            <a:off x="7696200" y="2819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5792" name="Text Box 16"/>
          <p:cNvSpPr txBox="1">
            <a:spLocks noChangeArrowheads="1"/>
          </p:cNvSpPr>
          <p:nvPr/>
        </p:nvSpPr>
        <p:spPr bwMode="auto">
          <a:xfrm>
            <a:off x="609600" y="2819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5793" name="Line 17"/>
          <p:cNvSpPr>
            <a:spLocks noChangeShapeType="1"/>
          </p:cNvSpPr>
          <p:nvPr/>
        </p:nvSpPr>
        <p:spPr bwMode="auto">
          <a:xfrm flipV="1">
            <a:off x="3124200" y="3581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5795" name="Object 19"/>
          <p:cNvGraphicFramePr>
            <a:graphicFrameLocks noChangeAspect="1"/>
          </p:cNvGraphicFramePr>
          <p:nvPr/>
        </p:nvGraphicFramePr>
        <p:xfrm>
          <a:off x="18796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796" name="Object 20"/>
          <p:cNvGraphicFramePr>
            <a:graphicFrameLocks noChangeAspect="1"/>
          </p:cNvGraphicFramePr>
          <p:nvPr/>
        </p:nvGraphicFramePr>
        <p:xfrm>
          <a:off x="2489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3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797" name="Object 21"/>
          <p:cNvGraphicFramePr>
            <a:graphicFrameLocks noChangeAspect="1"/>
          </p:cNvGraphicFramePr>
          <p:nvPr/>
        </p:nvGraphicFramePr>
        <p:xfrm>
          <a:off x="60706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4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798" name="Object 22"/>
          <p:cNvGraphicFramePr>
            <a:graphicFrameLocks noChangeAspect="1"/>
          </p:cNvGraphicFramePr>
          <p:nvPr/>
        </p:nvGraphicFramePr>
        <p:xfrm>
          <a:off x="6680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5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5799" name="Line 23"/>
          <p:cNvSpPr>
            <a:spLocks noChangeShapeType="1"/>
          </p:cNvSpPr>
          <p:nvPr/>
        </p:nvSpPr>
        <p:spPr bwMode="auto">
          <a:xfrm flipH="1">
            <a:off x="6858000" y="2286000"/>
            <a:ext cx="762000" cy="533400"/>
          </a:xfrm>
          <a:prstGeom prst="line">
            <a:avLst/>
          </a:prstGeom>
          <a:noFill/>
          <a:ln w="9525">
            <a:solidFill>
              <a:srgbClr val="339933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800" name="Text Box 24"/>
          <p:cNvSpPr txBox="1">
            <a:spLocks noChangeArrowheads="1"/>
          </p:cNvSpPr>
          <p:nvPr/>
        </p:nvSpPr>
        <p:spPr bwMode="auto">
          <a:xfrm>
            <a:off x="6538913" y="1752600"/>
            <a:ext cx="2605087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Blank symbol</a:t>
            </a:r>
          </a:p>
        </p:txBody>
      </p:sp>
      <p:sp>
        <p:nvSpPr>
          <p:cNvPr id="715801" name="Text Box 25"/>
          <p:cNvSpPr txBox="1">
            <a:spLocks noChangeArrowheads="1"/>
          </p:cNvSpPr>
          <p:nvPr/>
        </p:nvSpPr>
        <p:spPr bwMode="auto">
          <a:xfrm>
            <a:off x="2667000" y="4038600"/>
            <a:ext cx="1087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head</a:t>
            </a:r>
          </a:p>
        </p:txBody>
      </p:sp>
      <p:graphicFrame>
        <p:nvGraphicFramePr>
          <p:cNvPr id="715802" name="Object 26"/>
          <p:cNvGraphicFramePr>
            <a:graphicFrameLocks noChangeAspect="1"/>
          </p:cNvGraphicFramePr>
          <p:nvPr/>
        </p:nvGraphicFramePr>
        <p:xfrm>
          <a:off x="5537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6" name="Equation" r:id="rId9" imgW="253800" imgH="368280" progId="Equation.3">
                  <p:embed/>
                </p:oleObj>
              </mc:Choice>
              <mc:Fallback>
                <p:oleObj name="Equation" r:id="rId9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803" name="Object 27"/>
          <p:cNvGraphicFramePr>
            <a:graphicFrameLocks noChangeAspect="1"/>
          </p:cNvGraphicFramePr>
          <p:nvPr/>
        </p:nvGraphicFramePr>
        <p:xfrm>
          <a:off x="3048000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7"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804" name="Object 28"/>
          <p:cNvGraphicFramePr>
            <a:graphicFrameLocks noChangeAspect="1"/>
          </p:cNvGraphicFramePr>
          <p:nvPr/>
        </p:nvGraphicFramePr>
        <p:xfrm>
          <a:off x="3733800" y="3048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8" name="Equation" r:id="rId12" imgW="253800" imgH="393480" progId="Equation.3">
                  <p:embed/>
                </p:oleObj>
              </mc:Choice>
              <mc:Fallback>
                <p:oleObj name="Equation" r:id="rId12" imgW="253800" imgH="3934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048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805" name="Object 29"/>
          <p:cNvGraphicFramePr>
            <a:graphicFrameLocks noChangeAspect="1"/>
          </p:cNvGraphicFramePr>
          <p:nvPr/>
        </p:nvGraphicFramePr>
        <p:xfrm>
          <a:off x="4876800" y="31242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59" name="Equation" r:id="rId14" imgW="241200" imgH="279360" progId="Equation.3">
                  <p:embed/>
                </p:oleObj>
              </mc:Choice>
              <mc:Fallback>
                <p:oleObj name="Equation" r:id="rId14" imgW="241200" imgH="27936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1242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5806" name="Object 30"/>
          <p:cNvGraphicFramePr>
            <a:graphicFrameLocks noChangeAspect="1"/>
          </p:cNvGraphicFramePr>
          <p:nvPr/>
        </p:nvGraphicFramePr>
        <p:xfrm>
          <a:off x="4343400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5860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5807" name="Text Box 31"/>
          <p:cNvSpPr txBox="1">
            <a:spLocks noChangeArrowheads="1"/>
          </p:cNvSpPr>
          <p:nvPr/>
        </p:nvSpPr>
        <p:spPr bwMode="auto">
          <a:xfrm>
            <a:off x="365125" y="5054600"/>
            <a:ext cx="71405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Head starts at the leftmost position</a:t>
            </a:r>
          </a:p>
          <a:p>
            <a:r>
              <a:rPr lang="en-US"/>
              <a:t>of the input string</a:t>
            </a:r>
          </a:p>
        </p:txBody>
      </p:sp>
      <p:sp>
        <p:nvSpPr>
          <p:cNvPr id="715809" name="AutoShape 33"/>
          <p:cNvSpPr>
            <a:spLocks/>
          </p:cNvSpPr>
          <p:nvPr/>
        </p:nvSpPr>
        <p:spPr bwMode="auto">
          <a:xfrm rot="-5388379">
            <a:off x="3846513" y="1333500"/>
            <a:ext cx="533400" cy="2438400"/>
          </a:xfrm>
          <a:prstGeom prst="rightBrace">
            <a:avLst>
              <a:gd name="adj1" fmla="val 38095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5810" name="Text Box 34"/>
          <p:cNvSpPr txBox="1">
            <a:spLocks noChangeArrowheads="1"/>
          </p:cNvSpPr>
          <p:nvPr/>
        </p:nvSpPr>
        <p:spPr bwMode="auto">
          <a:xfrm>
            <a:off x="2895600" y="1676400"/>
            <a:ext cx="2490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 string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B7CEE4-AE06-42C1-A678-2F399654619D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826370" name="Text Box 2"/>
          <p:cNvSpPr txBox="1">
            <a:spLocks noChangeArrowheads="1"/>
          </p:cNvSpPr>
          <p:nvPr/>
        </p:nvSpPr>
        <p:spPr bwMode="auto">
          <a:xfrm>
            <a:off x="1812925" y="46736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826371" name="Line 3"/>
          <p:cNvSpPr>
            <a:spLocks noChangeShapeType="1"/>
          </p:cNvSpPr>
          <p:nvPr/>
        </p:nvSpPr>
        <p:spPr bwMode="auto">
          <a:xfrm>
            <a:off x="304800" y="2895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6372" name="Line 4"/>
          <p:cNvSpPr>
            <a:spLocks noChangeShapeType="1"/>
          </p:cNvSpPr>
          <p:nvPr/>
        </p:nvSpPr>
        <p:spPr bwMode="auto">
          <a:xfrm>
            <a:off x="304800" y="3581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6373" name="Line 5"/>
          <p:cNvSpPr>
            <a:spLocks noChangeShapeType="1"/>
          </p:cNvSpPr>
          <p:nvPr/>
        </p:nvSpPr>
        <p:spPr bwMode="auto">
          <a:xfrm>
            <a:off x="16764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4" name="Line 6"/>
          <p:cNvSpPr>
            <a:spLocks noChangeShapeType="1"/>
          </p:cNvSpPr>
          <p:nvPr/>
        </p:nvSpPr>
        <p:spPr bwMode="auto">
          <a:xfrm>
            <a:off x="22860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5" name="Line 7"/>
          <p:cNvSpPr>
            <a:spLocks noChangeShapeType="1"/>
          </p:cNvSpPr>
          <p:nvPr/>
        </p:nvSpPr>
        <p:spPr bwMode="auto">
          <a:xfrm>
            <a:off x="28956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6" name="Line 8"/>
          <p:cNvSpPr>
            <a:spLocks noChangeShapeType="1"/>
          </p:cNvSpPr>
          <p:nvPr/>
        </p:nvSpPr>
        <p:spPr bwMode="auto">
          <a:xfrm>
            <a:off x="35052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7" name="Line 9"/>
          <p:cNvSpPr>
            <a:spLocks noChangeShapeType="1"/>
          </p:cNvSpPr>
          <p:nvPr/>
        </p:nvSpPr>
        <p:spPr bwMode="auto">
          <a:xfrm>
            <a:off x="41148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8" name="Line 10"/>
          <p:cNvSpPr>
            <a:spLocks noChangeShapeType="1"/>
          </p:cNvSpPr>
          <p:nvPr/>
        </p:nvSpPr>
        <p:spPr bwMode="auto">
          <a:xfrm>
            <a:off x="47244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79" name="Line 11"/>
          <p:cNvSpPr>
            <a:spLocks noChangeShapeType="1"/>
          </p:cNvSpPr>
          <p:nvPr/>
        </p:nvSpPr>
        <p:spPr bwMode="auto">
          <a:xfrm>
            <a:off x="53340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80" name="Line 12"/>
          <p:cNvSpPr>
            <a:spLocks noChangeShapeType="1"/>
          </p:cNvSpPr>
          <p:nvPr/>
        </p:nvSpPr>
        <p:spPr bwMode="auto">
          <a:xfrm>
            <a:off x="59436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81" name="Line 13"/>
          <p:cNvSpPr>
            <a:spLocks noChangeShapeType="1"/>
          </p:cNvSpPr>
          <p:nvPr/>
        </p:nvSpPr>
        <p:spPr bwMode="auto">
          <a:xfrm>
            <a:off x="65532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82" name="Line 14"/>
          <p:cNvSpPr>
            <a:spLocks noChangeShapeType="1"/>
          </p:cNvSpPr>
          <p:nvPr/>
        </p:nvSpPr>
        <p:spPr bwMode="auto">
          <a:xfrm>
            <a:off x="71628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83" name="Text Box 15"/>
          <p:cNvSpPr txBox="1">
            <a:spLocks noChangeArrowheads="1"/>
          </p:cNvSpPr>
          <p:nvPr/>
        </p:nvSpPr>
        <p:spPr bwMode="auto">
          <a:xfrm>
            <a:off x="7696200" y="2819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826384" name="Text Box 16"/>
          <p:cNvSpPr txBox="1">
            <a:spLocks noChangeArrowheads="1"/>
          </p:cNvSpPr>
          <p:nvPr/>
        </p:nvSpPr>
        <p:spPr bwMode="auto">
          <a:xfrm>
            <a:off x="609600" y="28194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826385" name="Line 17"/>
          <p:cNvSpPr>
            <a:spLocks noChangeShapeType="1"/>
          </p:cNvSpPr>
          <p:nvPr/>
        </p:nvSpPr>
        <p:spPr bwMode="auto">
          <a:xfrm flipV="1">
            <a:off x="3124200" y="3581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6386" name="Object 18"/>
          <p:cNvGraphicFramePr>
            <a:graphicFrameLocks noChangeAspect="1"/>
          </p:cNvGraphicFramePr>
          <p:nvPr/>
        </p:nvGraphicFramePr>
        <p:xfrm>
          <a:off x="18796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43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87" name="Object 19"/>
          <p:cNvGraphicFramePr>
            <a:graphicFrameLocks noChangeAspect="1"/>
          </p:cNvGraphicFramePr>
          <p:nvPr/>
        </p:nvGraphicFramePr>
        <p:xfrm>
          <a:off x="2489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44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88" name="Object 20"/>
          <p:cNvGraphicFramePr>
            <a:graphicFrameLocks noChangeAspect="1"/>
          </p:cNvGraphicFramePr>
          <p:nvPr/>
        </p:nvGraphicFramePr>
        <p:xfrm>
          <a:off x="60706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45" name="Equation" r:id="rId6" imgW="253800" imgH="368280" progId="Equation.3">
                  <p:embed/>
                </p:oleObj>
              </mc:Choice>
              <mc:Fallback>
                <p:oleObj name="Equation" r:id="rId6" imgW="25380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89" name="Object 21"/>
          <p:cNvGraphicFramePr>
            <a:graphicFrameLocks noChangeAspect="1"/>
          </p:cNvGraphicFramePr>
          <p:nvPr/>
        </p:nvGraphicFramePr>
        <p:xfrm>
          <a:off x="6680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46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90" name="Line 22"/>
          <p:cNvSpPr>
            <a:spLocks noChangeShapeType="1"/>
          </p:cNvSpPr>
          <p:nvPr/>
        </p:nvSpPr>
        <p:spPr bwMode="auto">
          <a:xfrm flipH="1">
            <a:off x="6858000" y="2286000"/>
            <a:ext cx="762000" cy="533400"/>
          </a:xfrm>
          <a:prstGeom prst="line">
            <a:avLst/>
          </a:prstGeom>
          <a:noFill/>
          <a:ln w="9525">
            <a:solidFill>
              <a:srgbClr val="339933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91" name="Text Box 23"/>
          <p:cNvSpPr txBox="1">
            <a:spLocks noChangeArrowheads="1"/>
          </p:cNvSpPr>
          <p:nvPr/>
        </p:nvSpPr>
        <p:spPr bwMode="auto">
          <a:xfrm>
            <a:off x="6538913" y="1752600"/>
            <a:ext cx="2605087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Blank symbol</a:t>
            </a:r>
          </a:p>
        </p:txBody>
      </p:sp>
      <p:sp>
        <p:nvSpPr>
          <p:cNvPr id="826392" name="Text Box 24"/>
          <p:cNvSpPr txBox="1">
            <a:spLocks noChangeArrowheads="1"/>
          </p:cNvSpPr>
          <p:nvPr/>
        </p:nvSpPr>
        <p:spPr bwMode="auto">
          <a:xfrm>
            <a:off x="2667000" y="4038600"/>
            <a:ext cx="1087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head</a:t>
            </a:r>
          </a:p>
        </p:txBody>
      </p:sp>
      <p:graphicFrame>
        <p:nvGraphicFramePr>
          <p:cNvPr id="826393" name="Object 25"/>
          <p:cNvGraphicFramePr>
            <a:graphicFrameLocks noChangeAspect="1"/>
          </p:cNvGraphicFramePr>
          <p:nvPr/>
        </p:nvGraphicFramePr>
        <p:xfrm>
          <a:off x="5537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47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4" name="Object 26"/>
          <p:cNvGraphicFramePr>
            <a:graphicFrameLocks noChangeAspect="1"/>
          </p:cNvGraphicFramePr>
          <p:nvPr/>
        </p:nvGraphicFramePr>
        <p:xfrm>
          <a:off x="3048000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48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5" name="Object 27"/>
          <p:cNvGraphicFramePr>
            <a:graphicFrameLocks noChangeAspect="1"/>
          </p:cNvGraphicFramePr>
          <p:nvPr/>
        </p:nvGraphicFramePr>
        <p:xfrm>
          <a:off x="3733800" y="3048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49" name="Equation" r:id="rId11" imgW="253800" imgH="393480" progId="Equation.3">
                  <p:embed/>
                </p:oleObj>
              </mc:Choice>
              <mc:Fallback>
                <p:oleObj name="Equation" r:id="rId11" imgW="253800" imgH="3934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048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6" name="Object 28"/>
          <p:cNvGraphicFramePr>
            <a:graphicFrameLocks noChangeAspect="1"/>
          </p:cNvGraphicFramePr>
          <p:nvPr/>
        </p:nvGraphicFramePr>
        <p:xfrm>
          <a:off x="4876800" y="31242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50" name="Equation" r:id="rId13" imgW="241200" imgH="279360" progId="Equation.3">
                  <p:embed/>
                </p:oleObj>
              </mc:Choice>
              <mc:Fallback>
                <p:oleObj name="Equation" r:id="rId13" imgW="2412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1242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6397" name="Object 29"/>
          <p:cNvGraphicFramePr>
            <a:graphicFrameLocks noChangeAspect="1"/>
          </p:cNvGraphicFramePr>
          <p:nvPr/>
        </p:nvGraphicFramePr>
        <p:xfrm>
          <a:off x="4343400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51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398" name="AutoShape 30"/>
          <p:cNvSpPr>
            <a:spLocks/>
          </p:cNvSpPr>
          <p:nvPr/>
        </p:nvSpPr>
        <p:spPr bwMode="auto">
          <a:xfrm rot="-5388379">
            <a:off x="3846513" y="1333500"/>
            <a:ext cx="533400" cy="2438400"/>
          </a:xfrm>
          <a:prstGeom prst="rightBrace">
            <a:avLst>
              <a:gd name="adj1" fmla="val 38095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6399" name="Text Box 31"/>
          <p:cNvSpPr txBox="1">
            <a:spLocks noChangeArrowheads="1"/>
          </p:cNvSpPr>
          <p:nvPr/>
        </p:nvSpPr>
        <p:spPr bwMode="auto">
          <a:xfrm>
            <a:off x="2895600" y="1676400"/>
            <a:ext cx="2490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 string</a:t>
            </a:r>
          </a:p>
        </p:txBody>
      </p:sp>
      <p:sp>
        <p:nvSpPr>
          <p:cNvPr id="826400" name="Text Box 32"/>
          <p:cNvSpPr txBox="1">
            <a:spLocks noChangeArrowheads="1"/>
          </p:cNvSpPr>
          <p:nvPr/>
        </p:nvSpPr>
        <p:spPr bwMode="auto">
          <a:xfrm>
            <a:off x="533400" y="5410200"/>
            <a:ext cx="7826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Remark:  the input string is never empty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09EDA4-C8E0-46F9-BD3D-AB403C57681E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States &amp; Transitions</a:t>
            </a:r>
          </a:p>
        </p:txBody>
      </p:sp>
      <p:sp>
        <p:nvSpPr>
          <p:cNvPr id="716803" name="Oval 3"/>
          <p:cNvSpPr>
            <a:spLocks noChangeArrowheads="1"/>
          </p:cNvSpPr>
          <p:nvPr/>
        </p:nvSpPr>
        <p:spPr bwMode="auto">
          <a:xfrm>
            <a:off x="24384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6804" name="Oval 4"/>
          <p:cNvSpPr>
            <a:spLocks noChangeArrowheads="1"/>
          </p:cNvSpPr>
          <p:nvPr/>
        </p:nvSpPr>
        <p:spPr bwMode="auto">
          <a:xfrm>
            <a:off x="56388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6805" name="Line 5"/>
          <p:cNvSpPr>
            <a:spLocks noChangeShapeType="1"/>
          </p:cNvSpPr>
          <p:nvPr/>
        </p:nvSpPr>
        <p:spPr bwMode="auto">
          <a:xfrm>
            <a:off x="3276600" y="35814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6806" name="Object 6"/>
          <p:cNvGraphicFramePr>
            <a:graphicFrameLocks noChangeAspect="1"/>
          </p:cNvGraphicFramePr>
          <p:nvPr/>
        </p:nvGraphicFramePr>
        <p:xfrm>
          <a:off x="2697163" y="3281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7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281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07" name="Object 7"/>
          <p:cNvGraphicFramePr>
            <a:graphicFrameLocks noChangeAspect="1"/>
          </p:cNvGraphicFramePr>
          <p:nvPr/>
        </p:nvGraphicFramePr>
        <p:xfrm>
          <a:off x="5867400" y="3276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8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2766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08" name="Object 8"/>
          <p:cNvGraphicFramePr>
            <a:graphicFrameLocks noChangeAspect="1"/>
          </p:cNvGraphicFramePr>
          <p:nvPr/>
        </p:nvGraphicFramePr>
        <p:xfrm>
          <a:off x="3733800" y="3124200"/>
          <a:ext cx="1562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9" name="Equation" r:id="rId7" imgW="1562040" imgH="469800" progId="Equation.3">
                  <p:embed/>
                </p:oleObj>
              </mc:Choice>
              <mc:Fallback>
                <p:oleObj name="Equation" r:id="rId7" imgW="1562040" imgH="4698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124200"/>
                        <a:ext cx="15621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15" name="Line 15"/>
          <p:cNvSpPr>
            <a:spLocks noChangeShapeType="1"/>
          </p:cNvSpPr>
          <p:nvPr/>
        </p:nvSpPr>
        <p:spPr bwMode="auto">
          <a:xfrm>
            <a:off x="2667000" y="2057400"/>
            <a:ext cx="11430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6816" name="Line 16"/>
          <p:cNvSpPr>
            <a:spLocks noChangeShapeType="1"/>
          </p:cNvSpPr>
          <p:nvPr/>
        </p:nvSpPr>
        <p:spPr bwMode="auto">
          <a:xfrm>
            <a:off x="4572000" y="1905000"/>
            <a:ext cx="7620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6817" name="Text Box 17"/>
          <p:cNvSpPr txBox="1">
            <a:spLocks noChangeArrowheads="1"/>
          </p:cNvSpPr>
          <p:nvPr/>
        </p:nvSpPr>
        <p:spPr bwMode="auto">
          <a:xfrm>
            <a:off x="1981200" y="1447800"/>
            <a:ext cx="110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Read</a:t>
            </a:r>
          </a:p>
        </p:txBody>
      </p:sp>
      <p:sp>
        <p:nvSpPr>
          <p:cNvPr id="716818" name="Text Box 18"/>
          <p:cNvSpPr txBox="1">
            <a:spLocks noChangeArrowheads="1"/>
          </p:cNvSpPr>
          <p:nvPr/>
        </p:nvSpPr>
        <p:spPr bwMode="auto">
          <a:xfrm>
            <a:off x="3962400" y="1295400"/>
            <a:ext cx="1330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Write</a:t>
            </a:r>
          </a:p>
        </p:txBody>
      </p:sp>
      <p:sp>
        <p:nvSpPr>
          <p:cNvPr id="716819" name="Line 19"/>
          <p:cNvSpPr>
            <a:spLocks noChangeShapeType="1"/>
          </p:cNvSpPr>
          <p:nvPr/>
        </p:nvSpPr>
        <p:spPr bwMode="auto">
          <a:xfrm flipH="1">
            <a:off x="5334000" y="2133600"/>
            <a:ext cx="8382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6820" name="Text Box 20"/>
          <p:cNvSpPr txBox="1">
            <a:spLocks noChangeArrowheads="1"/>
          </p:cNvSpPr>
          <p:nvPr/>
        </p:nvSpPr>
        <p:spPr bwMode="auto">
          <a:xfrm>
            <a:off x="6324600" y="1524000"/>
            <a:ext cx="2144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Move Left</a:t>
            </a:r>
          </a:p>
        </p:txBody>
      </p:sp>
      <p:sp>
        <p:nvSpPr>
          <p:cNvPr id="716821" name="Oval 21"/>
          <p:cNvSpPr>
            <a:spLocks noChangeArrowheads="1"/>
          </p:cNvSpPr>
          <p:nvPr/>
        </p:nvSpPr>
        <p:spPr bwMode="auto">
          <a:xfrm>
            <a:off x="2438400" y="5638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6822" name="Oval 22"/>
          <p:cNvSpPr>
            <a:spLocks noChangeArrowheads="1"/>
          </p:cNvSpPr>
          <p:nvPr/>
        </p:nvSpPr>
        <p:spPr bwMode="auto">
          <a:xfrm>
            <a:off x="5638800" y="5638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6823" name="Line 23"/>
          <p:cNvSpPr>
            <a:spLocks noChangeShapeType="1"/>
          </p:cNvSpPr>
          <p:nvPr/>
        </p:nvSpPr>
        <p:spPr bwMode="auto">
          <a:xfrm>
            <a:off x="3276600" y="60198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6824" name="Object 24"/>
          <p:cNvGraphicFramePr>
            <a:graphicFrameLocks noChangeAspect="1"/>
          </p:cNvGraphicFramePr>
          <p:nvPr/>
        </p:nvGraphicFramePr>
        <p:xfrm>
          <a:off x="2697163" y="5719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60" name="Equation" r:id="rId9" imgW="380880" imgH="520560" progId="Equation.3">
                  <p:embed/>
                </p:oleObj>
              </mc:Choice>
              <mc:Fallback>
                <p:oleObj name="Equation" r:id="rId9" imgW="380880" imgH="5205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7197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25" name="Object 25"/>
          <p:cNvGraphicFramePr>
            <a:graphicFrameLocks noChangeAspect="1"/>
          </p:cNvGraphicFramePr>
          <p:nvPr/>
        </p:nvGraphicFramePr>
        <p:xfrm>
          <a:off x="5867400" y="57150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61" name="Equation" r:id="rId11" imgW="444240" imgH="520560" progId="Equation.3">
                  <p:embed/>
                </p:oleObj>
              </mc:Choice>
              <mc:Fallback>
                <p:oleObj name="Equation" r:id="rId11" imgW="444240" imgH="5205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7150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26" name="Object 26"/>
          <p:cNvGraphicFramePr>
            <a:graphicFrameLocks noChangeAspect="1"/>
          </p:cNvGraphicFramePr>
          <p:nvPr/>
        </p:nvGraphicFramePr>
        <p:xfrm>
          <a:off x="3657600" y="55626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62" name="Equation" r:id="rId13" imgW="1587240" imgH="469800" progId="Equation.3">
                  <p:embed/>
                </p:oleObj>
              </mc:Choice>
              <mc:Fallback>
                <p:oleObj name="Equation" r:id="rId13" imgW="1587240" imgH="46980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5626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27" name="Line 27"/>
          <p:cNvSpPr>
            <a:spLocks noChangeShapeType="1"/>
          </p:cNvSpPr>
          <p:nvPr/>
        </p:nvSpPr>
        <p:spPr bwMode="auto">
          <a:xfrm flipH="1">
            <a:off x="5257800" y="5105400"/>
            <a:ext cx="9144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6829" name="Text Box 29"/>
          <p:cNvSpPr txBox="1">
            <a:spLocks noChangeArrowheads="1"/>
          </p:cNvSpPr>
          <p:nvPr/>
        </p:nvSpPr>
        <p:spPr bwMode="auto">
          <a:xfrm>
            <a:off x="6248400" y="4572000"/>
            <a:ext cx="2312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Move Right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F6DE38-FB07-4561-B19F-24350C81E503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717826" name="Text Box 2"/>
          <p:cNvSpPr txBox="1">
            <a:spLocks noChangeArrowheads="1"/>
          </p:cNvSpPr>
          <p:nvPr/>
        </p:nvSpPr>
        <p:spPr bwMode="auto">
          <a:xfrm>
            <a:off x="0" y="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717854" name="Oval 30"/>
          <p:cNvSpPr>
            <a:spLocks noChangeArrowheads="1"/>
          </p:cNvSpPr>
          <p:nvPr/>
        </p:nvSpPr>
        <p:spPr bwMode="auto">
          <a:xfrm>
            <a:off x="1066800" y="54102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855" name="Oval 31"/>
          <p:cNvSpPr>
            <a:spLocks noChangeArrowheads="1"/>
          </p:cNvSpPr>
          <p:nvPr/>
        </p:nvSpPr>
        <p:spPr bwMode="auto">
          <a:xfrm>
            <a:off x="4267200" y="54102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856" name="Line 32"/>
          <p:cNvSpPr>
            <a:spLocks noChangeShapeType="1"/>
          </p:cNvSpPr>
          <p:nvPr/>
        </p:nvSpPr>
        <p:spPr bwMode="auto">
          <a:xfrm>
            <a:off x="1905000" y="5791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7857" name="Object 33"/>
          <p:cNvGraphicFramePr>
            <a:graphicFrameLocks noChangeAspect="1"/>
          </p:cNvGraphicFramePr>
          <p:nvPr/>
        </p:nvGraphicFramePr>
        <p:xfrm>
          <a:off x="1325563" y="5491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16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54911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58" name="Object 34"/>
          <p:cNvGraphicFramePr>
            <a:graphicFrameLocks noChangeAspect="1"/>
          </p:cNvGraphicFramePr>
          <p:nvPr/>
        </p:nvGraphicFramePr>
        <p:xfrm>
          <a:off x="4495800" y="548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17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486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59" name="Object 35"/>
          <p:cNvGraphicFramePr>
            <a:graphicFrameLocks noChangeAspect="1"/>
          </p:cNvGraphicFramePr>
          <p:nvPr/>
        </p:nvGraphicFramePr>
        <p:xfrm>
          <a:off x="2286000" y="53340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18" name="Equation" r:id="rId7" imgW="1587240" imgH="469800" progId="Equation.3">
                  <p:embed/>
                </p:oleObj>
              </mc:Choice>
              <mc:Fallback>
                <p:oleObj name="Equation" r:id="rId7" imgW="1587240" imgH="4698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3340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88" name="Line 64"/>
          <p:cNvSpPr>
            <a:spLocks noChangeShapeType="1"/>
          </p:cNvSpPr>
          <p:nvPr/>
        </p:nvSpPr>
        <p:spPr bwMode="auto">
          <a:xfrm>
            <a:off x="381000" y="1447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889" name="Line 65"/>
          <p:cNvSpPr>
            <a:spLocks noChangeShapeType="1"/>
          </p:cNvSpPr>
          <p:nvPr/>
        </p:nvSpPr>
        <p:spPr bwMode="auto">
          <a:xfrm>
            <a:off x="381000" y="2133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7890" name="Line 66"/>
          <p:cNvSpPr>
            <a:spLocks noChangeShapeType="1"/>
          </p:cNvSpPr>
          <p:nvPr/>
        </p:nvSpPr>
        <p:spPr bwMode="auto">
          <a:xfrm>
            <a:off x="1752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1" name="Line 67"/>
          <p:cNvSpPr>
            <a:spLocks noChangeShapeType="1"/>
          </p:cNvSpPr>
          <p:nvPr/>
        </p:nvSpPr>
        <p:spPr bwMode="auto">
          <a:xfrm>
            <a:off x="2362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2" name="Line 68"/>
          <p:cNvSpPr>
            <a:spLocks noChangeShapeType="1"/>
          </p:cNvSpPr>
          <p:nvPr/>
        </p:nvSpPr>
        <p:spPr bwMode="auto">
          <a:xfrm>
            <a:off x="2971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3" name="Line 69"/>
          <p:cNvSpPr>
            <a:spLocks noChangeShapeType="1"/>
          </p:cNvSpPr>
          <p:nvPr/>
        </p:nvSpPr>
        <p:spPr bwMode="auto">
          <a:xfrm>
            <a:off x="3581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4" name="Line 70"/>
          <p:cNvSpPr>
            <a:spLocks noChangeShapeType="1"/>
          </p:cNvSpPr>
          <p:nvPr/>
        </p:nvSpPr>
        <p:spPr bwMode="auto">
          <a:xfrm>
            <a:off x="4191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5" name="Line 71"/>
          <p:cNvSpPr>
            <a:spLocks noChangeShapeType="1"/>
          </p:cNvSpPr>
          <p:nvPr/>
        </p:nvSpPr>
        <p:spPr bwMode="auto">
          <a:xfrm>
            <a:off x="4800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6" name="Line 72"/>
          <p:cNvSpPr>
            <a:spLocks noChangeShapeType="1"/>
          </p:cNvSpPr>
          <p:nvPr/>
        </p:nvSpPr>
        <p:spPr bwMode="auto">
          <a:xfrm>
            <a:off x="5410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7" name="Line 73"/>
          <p:cNvSpPr>
            <a:spLocks noChangeShapeType="1"/>
          </p:cNvSpPr>
          <p:nvPr/>
        </p:nvSpPr>
        <p:spPr bwMode="auto">
          <a:xfrm>
            <a:off x="6019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8" name="Line 74"/>
          <p:cNvSpPr>
            <a:spLocks noChangeShapeType="1"/>
          </p:cNvSpPr>
          <p:nvPr/>
        </p:nvSpPr>
        <p:spPr bwMode="auto">
          <a:xfrm>
            <a:off x="6629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899" name="Line 75"/>
          <p:cNvSpPr>
            <a:spLocks noChangeShapeType="1"/>
          </p:cNvSpPr>
          <p:nvPr/>
        </p:nvSpPr>
        <p:spPr bwMode="auto">
          <a:xfrm>
            <a:off x="7239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7900" name="Text Box 76"/>
          <p:cNvSpPr txBox="1">
            <a:spLocks noChangeArrowheads="1"/>
          </p:cNvSpPr>
          <p:nvPr/>
        </p:nvSpPr>
        <p:spPr bwMode="auto">
          <a:xfrm>
            <a:off x="7772400" y="1371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7901" name="Text Box 77"/>
          <p:cNvSpPr txBox="1">
            <a:spLocks noChangeArrowheads="1"/>
          </p:cNvSpPr>
          <p:nvPr/>
        </p:nvSpPr>
        <p:spPr bwMode="auto">
          <a:xfrm>
            <a:off x="685800" y="1371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7902" name="Line 78"/>
          <p:cNvSpPr>
            <a:spLocks noChangeShapeType="1"/>
          </p:cNvSpPr>
          <p:nvPr/>
        </p:nvSpPr>
        <p:spPr bwMode="auto">
          <a:xfrm flipV="1">
            <a:off x="4495800" y="2133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7903" name="Object 79"/>
          <p:cNvGraphicFramePr>
            <a:graphicFrameLocks noChangeAspect="1"/>
          </p:cNvGraphicFramePr>
          <p:nvPr/>
        </p:nvGraphicFramePr>
        <p:xfrm>
          <a:off x="19558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19" name="Equation" r:id="rId9" imgW="253800" imgH="368280" progId="Equation.3">
                  <p:embed/>
                </p:oleObj>
              </mc:Choice>
              <mc:Fallback>
                <p:oleObj name="Equation" r:id="rId9" imgW="253800" imgH="368280" progId="Equation.3">
                  <p:embed/>
                  <p:pic>
                    <p:nvPicPr>
                      <p:cNvPr id="0" name="Picture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04" name="Object 80"/>
          <p:cNvGraphicFramePr>
            <a:graphicFrameLocks noChangeAspect="1"/>
          </p:cNvGraphicFramePr>
          <p:nvPr/>
        </p:nvGraphicFramePr>
        <p:xfrm>
          <a:off x="2565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0" name="Equation" r:id="rId11" imgW="253800" imgH="368280" progId="Equation.3">
                  <p:embed/>
                </p:oleObj>
              </mc:Choice>
              <mc:Fallback>
                <p:oleObj name="Equation" r:id="rId11" imgW="253800" imgH="368280" progId="Equation.3">
                  <p:embed/>
                  <p:pic>
                    <p:nvPicPr>
                      <p:cNvPr id="0" name="Picture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05" name="Object 81"/>
          <p:cNvGraphicFramePr>
            <a:graphicFrameLocks noChangeAspect="1"/>
          </p:cNvGraphicFramePr>
          <p:nvPr/>
        </p:nvGraphicFramePr>
        <p:xfrm>
          <a:off x="61468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1" name="Equation" r:id="rId12" imgW="253800" imgH="368280" progId="Equation.3">
                  <p:embed/>
                </p:oleObj>
              </mc:Choice>
              <mc:Fallback>
                <p:oleObj name="Equation" r:id="rId12" imgW="253800" imgH="368280" progId="Equation.3">
                  <p:embed/>
                  <p:pic>
                    <p:nvPicPr>
                      <p:cNvPr id="0" name="Picture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06" name="Object 82"/>
          <p:cNvGraphicFramePr>
            <a:graphicFrameLocks noChangeAspect="1"/>
          </p:cNvGraphicFramePr>
          <p:nvPr/>
        </p:nvGraphicFramePr>
        <p:xfrm>
          <a:off x="6756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2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10" name="Object 86"/>
          <p:cNvGraphicFramePr>
            <a:graphicFrameLocks noChangeAspect="1"/>
          </p:cNvGraphicFramePr>
          <p:nvPr/>
        </p:nvGraphicFramePr>
        <p:xfrm>
          <a:off x="5613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3" name="Equation" r:id="rId14" imgW="253800" imgH="368280" progId="Equation.3">
                  <p:embed/>
                </p:oleObj>
              </mc:Choice>
              <mc:Fallback>
                <p:oleObj name="Equation" r:id="rId14" imgW="253800" imgH="368280" progId="Equation.3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11" name="Object 87"/>
          <p:cNvGraphicFramePr>
            <a:graphicFrameLocks noChangeAspect="1"/>
          </p:cNvGraphicFramePr>
          <p:nvPr/>
        </p:nvGraphicFramePr>
        <p:xfrm>
          <a:off x="31242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4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12" name="Object 88"/>
          <p:cNvGraphicFramePr>
            <a:graphicFrameLocks noChangeAspect="1"/>
          </p:cNvGraphicFramePr>
          <p:nvPr/>
        </p:nvGraphicFramePr>
        <p:xfrm>
          <a:off x="3810000" y="16002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5" name="Equation" r:id="rId17" imgW="253800" imgH="393480" progId="Equation.3">
                  <p:embed/>
                </p:oleObj>
              </mc:Choice>
              <mc:Fallback>
                <p:oleObj name="Equation" r:id="rId17" imgW="253800" imgH="393480" progId="Equation.3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13" name="Object 89"/>
          <p:cNvGraphicFramePr>
            <a:graphicFrameLocks noChangeAspect="1"/>
          </p:cNvGraphicFramePr>
          <p:nvPr/>
        </p:nvGraphicFramePr>
        <p:xfrm>
          <a:off x="4953000" y="1676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6" name="Equation" r:id="rId19" imgW="241200" imgH="279360" progId="Equation.3">
                  <p:embed/>
                </p:oleObj>
              </mc:Choice>
              <mc:Fallback>
                <p:oleObj name="Equation" r:id="rId19" imgW="241200" imgH="279360" progId="Equation.3">
                  <p:embed/>
                  <p:pic>
                    <p:nvPicPr>
                      <p:cNvPr id="0" name="Picture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6764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14" name="Object 90"/>
          <p:cNvGraphicFramePr>
            <a:graphicFrameLocks noChangeAspect="1"/>
          </p:cNvGraphicFramePr>
          <p:nvPr/>
        </p:nvGraphicFramePr>
        <p:xfrm>
          <a:off x="44196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7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49" name="Text Box 125"/>
          <p:cNvSpPr txBox="1">
            <a:spLocks noChangeArrowheads="1"/>
          </p:cNvSpPr>
          <p:nvPr/>
        </p:nvSpPr>
        <p:spPr bwMode="auto">
          <a:xfrm>
            <a:off x="3886200" y="6858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717950" name="Object 126"/>
          <p:cNvGraphicFramePr>
            <a:graphicFrameLocks noChangeAspect="1"/>
          </p:cNvGraphicFramePr>
          <p:nvPr/>
        </p:nvGraphicFramePr>
        <p:xfrm>
          <a:off x="4267200" y="25908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28" name="Equation" r:id="rId22" imgW="380880" imgH="520560" progId="Equation.3">
                  <p:embed/>
                </p:oleObj>
              </mc:Choice>
              <mc:Fallback>
                <p:oleObj name="Equation" r:id="rId22" imgW="380880" imgH="520560" progId="Equation.3">
                  <p:embed/>
                  <p:pic>
                    <p:nvPicPr>
                      <p:cNvPr id="0" name="Picture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5908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51" name="Text Box 127"/>
          <p:cNvSpPr txBox="1">
            <a:spLocks noChangeArrowheads="1"/>
          </p:cNvSpPr>
          <p:nvPr/>
        </p:nvSpPr>
        <p:spPr bwMode="auto">
          <a:xfrm>
            <a:off x="3200400" y="3124200"/>
            <a:ext cx="2757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current 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9A9101-FFCF-4615-B669-215B64CC86B7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18856" name="Line 8"/>
          <p:cNvSpPr>
            <a:spLocks noChangeShapeType="1"/>
          </p:cNvSpPr>
          <p:nvPr/>
        </p:nvSpPr>
        <p:spPr bwMode="auto">
          <a:xfrm>
            <a:off x="381000" y="914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57" name="Line 9"/>
          <p:cNvSpPr>
            <a:spLocks noChangeShapeType="1"/>
          </p:cNvSpPr>
          <p:nvPr/>
        </p:nvSpPr>
        <p:spPr bwMode="auto">
          <a:xfrm>
            <a:off x="381000" y="1600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58" name="Line 10"/>
          <p:cNvSpPr>
            <a:spLocks noChangeShapeType="1"/>
          </p:cNvSpPr>
          <p:nvPr/>
        </p:nvSpPr>
        <p:spPr bwMode="auto">
          <a:xfrm>
            <a:off x="1752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59" name="Line 11"/>
          <p:cNvSpPr>
            <a:spLocks noChangeShapeType="1"/>
          </p:cNvSpPr>
          <p:nvPr/>
        </p:nvSpPr>
        <p:spPr bwMode="auto">
          <a:xfrm>
            <a:off x="2362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0" name="Line 12"/>
          <p:cNvSpPr>
            <a:spLocks noChangeShapeType="1"/>
          </p:cNvSpPr>
          <p:nvPr/>
        </p:nvSpPr>
        <p:spPr bwMode="auto">
          <a:xfrm>
            <a:off x="2971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1" name="Line 13"/>
          <p:cNvSpPr>
            <a:spLocks noChangeShapeType="1"/>
          </p:cNvSpPr>
          <p:nvPr/>
        </p:nvSpPr>
        <p:spPr bwMode="auto">
          <a:xfrm>
            <a:off x="3581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2" name="Line 14"/>
          <p:cNvSpPr>
            <a:spLocks noChangeShapeType="1"/>
          </p:cNvSpPr>
          <p:nvPr/>
        </p:nvSpPr>
        <p:spPr bwMode="auto">
          <a:xfrm>
            <a:off x="4191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3" name="Line 15"/>
          <p:cNvSpPr>
            <a:spLocks noChangeShapeType="1"/>
          </p:cNvSpPr>
          <p:nvPr/>
        </p:nvSpPr>
        <p:spPr bwMode="auto">
          <a:xfrm>
            <a:off x="4800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4" name="Line 16"/>
          <p:cNvSpPr>
            <a:spLocks noChangeShapeType="1"/>
          </p:cNvSpPr>
          <p:nvPr/>
        </p:nvSpPr>
        <p:spPr bwMode="auto">
          <a:xfrm>
            <a:off x="5410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5" name="Line 17"/>
          <p:cNvSpPr>
            <a:spLocks noChangeShapeType="1"/>
          </p:cNvSpPr>
          <p:nvPr/>
        </p:nvSpPr>
        <p:spPr bwMode="auto">
          <a:xfrm>
            <a:off x="6019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6" name="Line 18"/>
          <p:cNvSpPr>
            <a:spLocks noChangeShapeType="1"/>
          </p:cNvSpPr>
          <p:nvPr/>
        </p:nvSpPr>
        <p:spPr bwMode="auto">
          <a:xfrm>
            <a:off x="6629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7" name="Line 19"/>
          <p:cNvSpPr>
            <a:spLocks noChangeShapeType="1"/>
          </p:cNvSpPr>
          <p:nvPr/>
        </p:nvSpPr>
        <p:spPr bwMode="auto">
          <a:xfrm>
            <a:off x="7239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68" name="Text Box 20"/>
          <p:cNvSpPr txBox="1">
            <a:spLocks noChangeArrowheads="1"/>
          </p:cNvSpPr>
          <p:nvPr/>
        </p:nvSpPr>
        <p:spPr bwMode="auto">
          <a:xfrm>
            <a:off x="7772400" y="838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8869" name="Text Box 21"/>
          <p:cNvSpPr txBox="1">
            <a:spLocks noChangeArrowheads="1"/>
          </p:cNvSpPr>
          <p:nvPr/>
        </p:nvSpPr>
        <p:spPr bwMode="auto">
          <a:xfrm>
            <a:off x="685800" y="838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8870" name="Line 22"/>
          <p:cNvSpPr>
            <a:spLocks noChangeShapeType="1"/>
          </p:cNvSpPr>
          <p:nvPr/>
        </p:nvSpPr>
        <p:spPr bwMode="auto">
          <a:xfrm flipV="1">
            <a:off x="457200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8871" name="Object 23"/>
          <p:cNvGraphicFramePr>
            <a:graphicFrameLocks noChangeAspect="1"/>
          </p:cNvGraphicFramePr>
          <p:nvPr/>
        </p:nvGraphicFramePr>
        <p:xfrm>
          <a:off x="1955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2" name="Object 24"/>
          <p:cNvGraphicFramePr>
            <a:graphicFrameLocks noChangeAspect="1"/>
          </p:cNvGraphicFramePr>
          <p:nvPr/>
        </p:nvGraphicFramePr>
        <p:xfrm>
          <a:off x="2565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3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3" name="Object 25"/>
          <p:cNvGraphicFramePr>
            <a:graphicFrameLocks noChangeAspect="1"/>
          </p:cNvGraphicFramePr>
          <p:nvPr/>
        </p:nvGraphicFramePr>
        <p:xfrm>
          <a:off x="6146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4" name="Equation" r:id="rId6" imgW="253800" imgH="368280" progId="Equation.3">
                  <p:embed/>
                </p:oleObj>
              </mc:Choice>
              <mc:Fallback>
                <p:oleObj name="Equation" r:id="rId6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4" name="Object 26"/>
          <p:cNvGraphicFramePr>
            <a:graphicFrameLocks noChangeAspect="1"/>
          </p:cNvGraphicFramePr>
          <p:nvPr/>
        </p:nvGraphicFramePr>
        <p:xfrm>
          <a:off x="6756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5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5" name="Object 27"/>
          <p:cNvGraphicFramePr>
            <a:graphicFrameLocks noChangeAspect="1"/>
          </p:cNvGraphicFramePr>
          <p:nvPr/>
        </p:nvGraphicFramePr>
        <p:xfrm>
          <a:off x="5613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6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6" name="Object 28"/>
          <p:cNvGraphicFramePr>
            <a:graphicFrameLocks noChangeAspect="1"/>
          </p:cNvGraphicFramePr>
          <p:nvPr/>
        </p:nvGraphicFramePr>
        <p:xfrm>
          <a:off x="3124200" y="114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7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43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7" name="Object 29"/>
          <p:cNvGraphicFramePr>
            <a:graphicFrameLocks noChangeAspect="1"/>
          </p:cNvGraphicFramePr>
          <p:nvPr/>
        </p:nvGraphicFramePr>
        <p:xfrm>
          <a:off x="3810000" y="1066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8" name="Equation" r:id="rId11" imgW="253800" imgH="393480" progId="Equation.3">
                  <p:embed/>
                </p:oleObj>
              </mc:Choice>
              <mc:Fallback>
                <p:oleObj name="Equation" r:id="rId11" imgW="253800" imgH="3934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0668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8" name="Object 30"/>
          <p:cNvGraphicFramePr>
            <a:graphicFrameLocks noChangeAspect="1"/>
          </p:cNvGraphicFramePr>
          <p:nvPr/>
        </p:nvGraphicFramePr>
        <p:xfrm>
          <a:off x="4953000" y="1143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39" name="Equation" r:id="rId13" imgW="241200" imgH="279360" progId="Equation.3">
                  <p:embed/>
                </p:oleObj>
              </mc:Choice>
              <mc:Fallback>
                <p:oleObj name="Equation" r:id="rId13" imgW="241200" imgH="2793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430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79" name="Object 31"/>
          <p:cNvGraphicFramePr>
            <a:graphicFrameLocks noChangeAspect="1"/>
          </p:cNvGraphicFramePr>
          <p:nvPr/>
        </p:nvGraphicFramePr>
        <p:xfrm>
          <a:off x="4419600" y="114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0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43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82" name="Text Box 34"/>
          <p:cNvSpPr txBox="1">
            <a:spLocks noChangeArrowheads="1"/>
          </p:cNvSpPr>
          <p:nvPr/>
        </p:nvSpPr>
        <p:spPr bwMode="auto">
          <a:xfrm>
            <a:off x="3733800" y="3810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sp>
        <p:nvSpPr>
          <p:cNvPr id="718883" name="Oval 35"/>
          <p:cNvSpPr>
            <a:spLocks noChangeArrowheads="1"/>
          </p:cNvSpPr>
          <p:nvPr/>
        </p:nvSpPr>
        <p:spPr bwMode="auto">
          <a:xfrm>
            <a:off x="4572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84" name="Oval 36"/>
          <p:cNvSpPr>
            <a:spLocks noChangeArrowheads="1"/>
          </p:cNvSpPr>
          <p:nvPr/>
        </p:nvSpPr>
        <p:spPr bwMode="auto">
          <a:xfrm>
            <a:off x="36576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85" name="Line 37"/>
          <p:cNvSpPr>
            <a:spLocks noChangeShapeType="1"/>
          </p:cNvSpPr>
          <p:nvPr/>
        </p:nvSpPr>
        <p:spPr bwMode="auto">
          <a:xfrm>
            <a:off x="1295400" y="6096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8886" name="Object 38"/>
          <p:cNvGraphicFramePr>
            <a:graphicFrameLocks noChangeAspect="1"/>
          </p:cNvGraphicFramePr>
          <p:nvPr/>
        </p:nvGraphicFramePr>
        <p:xfrm>
          <a:off x="715963" y="5795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1" name="Equation" r:id="rId16" imgW="380880" imgH="520560" progId="Equation.3">
                  <p:embed/>
                </p:oleObj>
              </mc:Choice>
              <mc:Fallback>
                <p:oleObj name="Equation" r:id="rId16" imgW="380880" imgH="52056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5795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87" name="Object 39"/>
          <p:cNvGraphicFramePr>
            <a:graphicFrameLocks noChangeAspect="1"/>
          </p:cNvGraphicFramePr>
          <p:nvPr/>
        </p:nvGraphicFramePr>
        <p:xfrm>
          <a:off x="3886200" y="57912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2" name="Equation" r:id="rId18" imgW="444240" imgH="520560" progId="Equation.3">
                  <p:embed/>
                </p:oleObj>
              </mc:Choice>
              <mc:Fallback>
                <p:oleObj name="Equation" r:id="rId18" imgW="444240" imgH="52056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7912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88" name="Object 40"/>
          <p:cNvGraphicFramePr>
            <a:graphicFrameLocks noChangeAspect="1"/>
          </p:cNvGraphicFramePr>
          <p:nvPr/>
        </p:nvGraphicFramePr>
        <p:xfrm>
          <a:off x="1676400" y="56388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3" name="Equation" r:id="rId20" imgW="1587240" imgH="469800" progId="Equation.3">
                  <p:embed/>
                </p:oleObj>
              </mc:Choice>
              <mc:Fallback>
                <p:oleObj name="Equation" r:id="rId20" imgW="1587240" imgH="46980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6388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89" name="Line 41"/>
          <p:cNvSpPr>
            <a:spLocks noChangeShapeType="1"/>
          </p:cNvSpPr>
          <p:nvPr/>
        </p:nvSpPr>
        <p:spPr bwMode="auto">
          <a:xfrm>
            <a:off x="381000" y="3581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90" name="Line 42"/>
          <p:cNvSpPr>
            <a:spLocks noChangeShapeType="1"/>
          </p:cNvSpPr>
          <p:nvPr/>
        </p:nvSpPr>
        <p:spPr bwMode="auto">
          <a:xfrm>
            <a:off x="381000" y="4267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91" name="Line 43"/>
          <p:cNvSpPr>
            <a:spLocks noChangeShapeType="1"/>
          </p:cNvSpPr>
          <p:nvPr/>
        </p:nvSpPr>
        <p:spPr bwMode="auto">
          <a:xfrm>
            <a:off x="1752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2" name="Line 44"/>
          <p:cNvSpPr>
            <a:spLocks noChangeShapeType="1"/>
          </p:cNvSpPr>
          <p:nvPr/>
        </p:nvSpPr>
        <p:spPr bwMode="auto">
          <a:xfrm>
            <a:off x="2362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3" name="Line 45"/>
          <p:cNvSpPr>
            <a:spLocks noChangeShapeType="1"/>
          </p:cNvSpPr>
          <p:nvPr/>
        </p:nvSpPr>
        <p:spPr bwMode="auto">
          <a:xfrm>
            <a:off x="2971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4" name="Line 46"/>
          <p:cNvSpPr>
            <a:spLocks noChangeShapeType="1"/>
          </p:cNvSpPr>
          <p:nvPr/>
        </p:nvSpPr>
        <p:spPr bwMode="auto">
          <a:xfrm>
            <a:off x="3581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5" name="Line 47"/>
          <p:cNvSpPr>
            <a:spLocks noChangeShapeType="1"/>
          </p:cNvSpPr>
          <p:nvPr/>
        </p:nvSpPr>
        <p:spPr bwMode="auto">
          <a:xfrm>
            <a:off x="4191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6" name="Line 48"/>
          <p:cNvSpPr>
            <a:spLocks noChangeShapeType="1"/>
          </p:cNvSpPr>
          <p:nvPr/>
        </p:nvSpPr>
        <p:spPr bwMode="auto">
          <a:xfrm>
            <a:off x="4800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7" name="Line 49"/>
          <p:cNvSpPr>
            <a:spLocks noChangeShapeType="1"/>
          </p:cNvSpPr>
          <p:nvPr/>
        </p:nvSpPr>
        <p:spPr bwMode="auto">
          <a:xfrm>
            <a:off x="5410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8" name="Line 50"/>
          <p:cNvSpPr>
            <a:spLocks noChangeShapeType="1"/>
          </p:cNvSpPr>
          <p:nvPr/>
        </p:nvSpPr>
        <p:spPr bwMode="auto">
          <a:xfrm>
            <a:off x="6019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899" name="Line 51"/>
          <p:cNvSpPr>
            <a:spLocks noChangeShapeType="1"/>
          </p:cNvSpPr>
          <p:nvPr/>
        </p:nvSpPr>
        <p:spPr bwMode="auto">
          <a:xfrm>
            <a:off x="6629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900" name="Line 52"/>
          <p:cNvSpPr>
            <a:spLocks noChangeShapeType="1"/>
          </p:cNvSpPr>
          <p:nvPr/>
        </p:nvSpPr>
        <p:spPr bwMode="auto">
          <a:xfrm>
            <a:off x="7239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8901" name="Text Box 53"/>
          <p:cNvSpPr txBox="1">
            <a:spLocks noChangeArrowheads="1"/>
          </p:cNvSpPr>
          <p:nvPr/>
        </p:nvSpPr>
        <p:spPr bwMode="auto">
          <a:xfrm>
            <a:off x="7772400" y="3505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8902" name="Text Box 54"/>
          <p:cNvSpPr txBox="1">
            <a:spLocks noChangeArrowheads="1"/>
          </p:cNvSpPr>
          <p:nvPr/>
        </p:nvSpPr>
        <p:spPr bwMode="auto">
          <a:xfrm>
            <a:off x="685800" y="3505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18903" name="Line 55"/>
          <p:cNvSpPr>
            <a:spLocks noChangeShapeType="1"/>
          </p:cNvSpPr>
          <p:nvPr/>
        </p:nvSpPr>
        <p:spPr bwMode="auto">
          <a:xfrm flipV="1">
            <a:off x="51054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8904" name="Object 56"/>
          <p:cNvGraphicFramePr>
            <a:graphicFrameLocks noChangeAspect="1"/>
          </p:cNvGraphicFramePr>
          <p:nvPr/>
        </p:nvGraphicFramePr>
        <p:xfrm>
          <a:off x="1955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4" name="Equation" r:id="rId22" imgW="253800" imgH="368280" progId="Equation.3">
                  <p:embed/>
                </p:oleObj>
              </mc:Choice>
              <mc:Fallback>
                <p:oleObj name="Equation" r:id="rId22" imgW="253800" imgH="36828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05" name="Object 57"/>
          <p:cNvGraphicFramePr>
            <a:graphicFrameLocks noChangeAspect="1"/>
          </p:cNvGraphicFramePr>
          <p:nvPr/>
        </p:nvGraphicFramePr>
        <p:xfrm>
          <a:off x="2565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5" name="Equation" r:id="rId23" imgW="253800" imgH="368280" progId="Equation.3">
                  <p:embed/>
                </p:oleObj>
              </mc:Choice>
              <mc:Fallback>
                <p:oleObj name="Equation" r:id="rId23" imgW="253800" imgH="368280" progId="Equation.3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06" name="Object 58"/>
          <p:cNvGraphicFramePr>
            <a:graphicFrameLocks noChangeAspect="1"/>
          </p:cNvGraphicFramePr>
          <p:nvPr/>
        </p:nvGraphicFramePr>
        <p:xfrm>
          <a:off x="6146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6" name="Equation" r:id="rId24" imgW="253800" imgH="368280" progId="Equation.3">
                  <p:embed/>
                </p:oleObj>
              </mc:Choice>
              <mc:Fallback>
                <p:oleObj name="Equation" r:id="rId24" imgW="253800" imgH="368280" progId="Equation.3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07" name="Object 59"/>
          <p:cNvGraphicFramePr>
            <a:graphicFrameLocks noChangeAspect="1"/>
          </p:cNvGraphicFramePr>
          <p:nvPr/>
        </p:nvGraphicFramePr>
        <p:xfrm>
          <a:off x="6756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7" name="Equation" r:id="rId25" imgW="253800" imgH="368280" progId="Equation.3">
                  <p:embed/>
                </p:oleObj>
              </mc:Choice>
              <mc:Fallback>
                <p:oleObj name="Equation" r:id="rId25" imgW="253800" imgH="36828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08" name="Object 60"/>
          <p:cNvGraphicFramePr>
            <a:graphicFrameLocks noChangeAspect="1"/>
          </p:cNvGraphicFramePr>
          <p:nvPr/>
        </p:nvGraphicFramePr>
        <p:xfrm>
          <a:off x="5613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8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09" name="Object 61"/>
          <p:cNvGraphicFramePr>
            <a:graphicFrameLocks noChangeAspect="1"/>
          </p:cNvGraphicFramePr>
          <p:nvPr/>
        </p:nvGraphicFramePr>
        <p:xfrm>
          <a:off x="3124200" y="3810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49" name="Equation" r:id="rId27" imgW="266400" imgH="279360" progId="Equation.3">
                  <p:embed/>
                </p:oleObj>
              </mc:Choice>
              <mc:Fallback>
                <p:oleObj name="Equation" r:id="rId27" imgW="266400" imgH="27936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10" name="Object 62"/>
          <p:cNvGraphicFramePr>
            <a:graphicFrameLocks noChangeAspect="1"/>
          </p:cNvGraphicFramePr>
          <p:nvPr/>
        </p:nvGraphicFramePr>
        <p:xfrm>
          <a:off x="3810000" y="3733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0" name="Equation" r:id="rId28" imgW="253800" imgH="393480" progId="Equation.3">
                  <p:embed/>
                </p:oleObj>
              </mc:Choice>
              <mc:Fallback>
                <p:oleObj name="Equation" r:id="rId28" imgW="253800" imgH="39348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338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11" name="Object 63"/>
          <p:cNvGraphicFramePr>
            <a:graphicFrameLocks noChangeAspect="1"/>
          </p:cNvGraphicFramePr>
          <p:nvPr/>
        </p:nvGraphicFramePr>
        <p:xfrm>
          <a:off x="4953000" y="3810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1" name="Equation" r:id="rId29" imgW="241200" imgH="279360" progId="Equation.3">
                  <p:embed/>
                </p:oleObj>
              </mc:Choice>
              <mc:Fallback>
                <p:oleObj name="Equation" r:id="rId29" imgW="241200" imgH="27936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100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12" name="Object 64"/>
          <p:cNvGraphicFramePr>
            <a:graphicFrameLocks noChangeAspect="1"/>
          </p:cNvGraphicFramePr>
          <p:nvPr/>
        </p:nvGraphicFramePr>
        <p:xfrm>
          <a:off x="4425950" y="37544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2" name="Equation" r:id="rId30" imgW="253800" imgH="393480" progId="Equation.3">
                  <p:embed/>
                </p:oleObj>
              </mc:Choice>
              <mc:Fallback>
                <p:oleObj name="Equation" r:id="rId30" imgW="253800" imgH="39348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37544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14" name="Text Box 66"/>
          <p:cNvSpPr txBox="1">
            <a:spLocks noChangeArrowheads="1"/>
          </p:cNvSpPr>
          <p:nvPr/>
        </p:nvSpPr>
        <p:spPr bwMode="auto">
          <a:xfrm>
            <a:off x="3733800" y="3048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718915" name="Object 67"/>
          <p:cNvGraphicFramePr>
            <a:graphicFrameLocks noChangeAspect="1"/>
          </p:cNvGraphicFramePr>
          <p:nvPr/>
        </p:nvGraphicFramePr>
        <p:xfrm>
          <a:off x="4419600" y="2057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3" name="Equation" r:id="rId32" imgW="380880" imgH="520560" progId="Equation.3">
                  <p:embed/>
                </p:oleObj>
              </mc:Choice>
              <mc:Fallback>
                <p:oleObj name="Equation" r:id="rId32" imgW="380880" imgH="52056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16" name="Object 68"/>
          <p:cNvGraphicFramePr>
            <a:graphicFrameLocks noChangeAspect="1"/>
          </p:cNvGraphicFramePr>
          <p:nvPr/>
        </p:nvGraphicFramePr>
        <p:xfrm>
          <a:off x="4876800" y="4724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4" name="Equation" r:id="rId34" imgW="444240" imgH="520560" progId="Equation.3">
                  <p:embed/>
                </p:oleObj>
              </mc:Choice>
              <mc:Fallback>
                <p:oleObj name="Equation" r:id="rId34" imgW="444240" imgH="520560" progId="Equation.3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724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36F804-6792-4813-ABD1-EB952CDAB78B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723970" name="Line 2"/>
          <p:cNvSpPr>
            <a:spLocks noChangeShapeType="1"/>
          </p:cNvSpPr>
          <p:nvPr/>
        </p:nvSpPr>
        <p:spPr bwMode="auto">
          <a:xfrm>
            <a:off x="381000" y="914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3971" name="Line 3"/>
          <p:cNvSpPr>
            <a:spLocks noChangeShapeType="1"/>
          </p:cNvSpPr>
          <p:nvPr/>
        </p:nvSpPr>
        <p:spPr bwMode="auto">
          <a:xfrm>
            <a:off x="381000" y="1600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3972" name="Line 4"/>
          <p:cNvSpPr>
            <a:spLocks noChangeShapeType="1"/>
          </p:cNvSpPr>
          <p:nvPr/>
        </p:nvSpPr>
        <p:spPr bwMode="auto">
          <a:xfrm>
            <a:off x="1752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73" name="Line 5"/>
          <p:cNvSpPr>
            <a:spLocks noChangeShapeType="1"/>
          </p:cNvSpPr>
          <p:nvPr/>
        </p:nvSpPr>
        <p:spPr bwMode="auto">
          <a:xfrm>
            <a:off x="2362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74" name="Line 6"/>
          <p:cNvSpPr>
            <a:spLocks noChangeShapeType="1"/>
          </p:cNvSpPr>
          <p:nvPr/>
        </p:nvSpPr>
        <p:spPr bwMode="auto">
          <a:xfrm>
            <a:off x="2971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75" name="Line 7"/>
          <p:cNvSpPr>
            <a:spLocks noChangeShapeType="1"/>
          </p:cNvSpPr>
          <p:nvPr/>
        </p:nvSpPr>
        <p:spPr bwMode="auto">
          <a:xfrm>
            <a:off x="3581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76" name="Line 8"/>
          <p:cNvSpPr>
            <a:spLocks noChangeShapeType="1"/>
          </p:cNvSpPr>
          <p:nvPr/>
        </p:nvSpPr>
        <p:spPr bwMode="auto">
          <a:xfrm>
            <a:off x="4191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77" name="Line 9"/>
          <p:cNvSpPr>
            <a:spLocks noChangeShapeType="1"/>
          </p:cNvSpPr>
          <p:nvPr/>
        </p:nvSpPr>
        <p:spPr bwMode="auto">
          <a:xfrm>
            <a:off x="4800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78" name="Line 10"/>
          <p:cNvSpPr>
            <a:spLocks noChangeShapeType="1"/>
          </p:cNvSpPr>
          <p:nvPr/>
        </p:nvSpPr>
        <p:spPr bwMode="auto">
          <a:xfrm>
            <a:off x="5410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79" name="Line 11"/>
          <p:cNvSpPr>
            <a:spLocks noChangeShapeType="1"/>
          </p:cNvSpPr>
          <p:nvPr/>
        </p:nvSpPr>
        <p:spPr bwMode="auto">
          <a:xfrm>
            <a:off x="6019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80" name="Line 12"/>
          <p:cNvSpPr>
            <a:spLocks noChangeShapeType="1"/>
          </p:cNvSpPr>
          <p:nvPr/>
        </p:nvSpPr>
        <p:spPr bwMode="auto">
          <a:xfrm>
            <a:off x="6629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81" name="Line 13"/>
          <p:cNvSpPr>
            <a:spLocks noChangeShapeType="1"/>
          </p:cNvSpPr>
          <p:nvPr/>
        </p:nvSpPr>
        <p:spPr bwMode="auto">
          <a:xfrm>
            <a:off x="7239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3982" name="Text Box 14"/>
          <p:cNvSpPr txBox="1">
            <a:spLocks noChangeArrowheads="1"/>
          </p:cNvSpPr>
          <p:nvPr/>
        </p:nvSpPr>
        <p:spPr bwMode="auto">
          <a:xfrm>
            <a:off x="7772400" y="838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3983" name="Text Box 15"/>
          <p:cNvSpPr txBox="1">
            <a:spLocks noChangeArrowheads="1"/>
          </p:cNvSpPr>
          <p:nvPr/>
        </p:nvSpPr>
        <p:spPr bwMode="auto">
          <a:xfrm>
            <a:off x="685800" y="838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3984" name="Line 16"/>
          <p:cNvSpPr>
            <a:spLocks noChangeShapeType="1"/>
          </p:cNvSpPr>
          <p:nvPr/>
        </p:nvSpPr>
        <p:spPr bwMode="auto">
          <a:xfrm flipV="1">
            <a:off x="457200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3985" name="Object 17"/>
          <p:cNvGraphicFramePr>
            <a:graphicFrameLocks noChangeAspect="1"/>
          </p:cNvGraphicFramePr>
          <p:nvPr/>
        </p:nvGraphicFramePr>
        <p:xfrm>
          <a:off x="1955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3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86" name="Object 18"/>
          <p:cNvGraphicFramePr>
            <a:graphicFrameLocks noChangeAspect="1"/>
          </p:cNvGraphicFramePr>
          <p:nvPr/>
        </p:nvGraphicFramePr>
        <p:xfrm>
          <a:off x="2565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4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87" name="Object 19"/>
          <p:cNvGraphicFramePr>
            <a:graphicFrameLocks noChangeAspect="1"/>
          </p:cNvGraphicFramePr>
          <p:nvPr/>
        </p:nvGraphicFramePr>
        <p:xfrm>
          <a:off x="6146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5" name="Equation" r:id="rId6" imgW="253800" imgH="368280" progId="Equation.3">
                  <p:embed/>
                </p:oleObj>
              </mc:Choice>
              <mc:Fallback>
                <p:oleObj name="Equation" r:id="rId6" imgW="25380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88" name="Object 20"/>
          <p:cNvGraphicFramePr>
            <a:graphicFrameLocks noChangeAspect="1"/>
          </p:cNvGraphicFramePr>
          <p:nvPr/>
        </p:nvGraphicFramePr>
        <p:xfrm>
          <a:off x="6756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6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89" name="Object 21"/>
          <p:cNvGraphicFramePr>
            <a:graphicFrameLocks noChangeAspect="1"/>
          </p:cNvGraphicFramePr>
          <p:nvPr/>
        </p:nvGraphicFramePr>
        <p:xfrm>
          <a:off x="5613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7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90" name="Object 22"/>
          <p:cNvGraphicFramePr>
            <a:graphicFrameLocks noChangeAspect="1"/>
          </p:cNvGraphicFramePr>
          <p:nvPr/>
        </p:nvGraphicFramePr>
        <p:xfrm>
          <a:off x="3124200" y="114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8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43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91" name="Object 23"/>
          <p:cNvGraphicFramePr>
            <a:graphicFrameLocks noChangeAspect="1"/>
          </p:cNvGraphicFramePr>
          <p:nvPr/>
        </p:nvGraphicFramePr>
        <p:xfrm>
          <a:off x="3810000" y="1066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49" name="Equation" r:id="rId11" imgW="253800" imgH="393480" progId="Equation.3">
                  <p:embed/>
                </p:oleObj>
              </mc:Choice>
              <mc:Fallback>
                <p:oleObj name="Equation" r:id="rId11" imgW="253800" imgH="3934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0668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92" name="Object 24"/>
          <p:cNvGraphicFramePr>
            <a:graphicFrameLocks noChangeAspect="1"/>
          </p:cNvGraphicFramePr>
          <p:nvPr/>
        </p:nvGraphicFramePr>
        <p:xfrm>
          <a:off x="4953000" y="1143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0" name="Equation" r:id="rId13" imgW="241200" imgH="279360" progId="Equation.3">
                  <p:embed/>
                </p:oleObj>
              </mc:Choice>
              <mc:Fallback>
                <p:oleObj name="Equation" r:id="rId13" imgW="241200" imgH="2793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430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93" name="Object 25"/>
          <p:cNvGraphicFramePr>
            <a:graphicFrameLocks noChangeAspect="1"/>
          </p:cNvGraphicFramePr>
          <p:nvPr/>
        </p:nvGraphicFramePr>
        <p:xfrm>
          <a:off x="4419600" y="114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1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43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994" name="Text Box 26"/>
          <p:cNvSpPr txBox="1">
            <a:spLocks noChangeArrowheads="1"/>
          </p:cNvSpPr>
          <p:nvPr/>
        </p:nvSpPr>
        <p:spPr bwMode="auto">
          <a:xfrm>
            <a:off x="3733800" y="3810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sp>
        <p:nvSpPr>
          <p:cNvPr id="723995" name="Oval 27"/>
          <p:cNvSpPr>
            <a:spLocks noChangeArrowheads="1"/>
          </p:cNvSpPr>
          <p:nvPr/>
        </p:nvSpPr>
        <p:spPr bwMode="auto">
          <a:xfrm>
            <a:off x="4572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3996" name="Oval 28"/>
          <p:cNvSpPr>
            <a:spLocks noChangeArrowheads="1"/>
          </p:cNvSpPr>
          <p:nvPr/>
        </p:nvSpPr>
        <p:spPr bwMode="auto">
          <a:xfrm>
            <a:off x="36576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3997" name="Line 29"/>
          <p:cNvSpPr>
            <a:spLocks noChangeShapeType="1"/>
          </p:cNvSpPr>
          <p:nvPr/>
        </p:nvSpPr>
        <p:spPr bwMode="auto">
          <a:xfrm>
            <a:off x="1295400" y="6096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3998" name="Object 30"/>
          <p:cNvGraphicFramePr>
            <a:graphicFrameLocks noChangeAspect="1"/>
          </p:cNvGraphicFramePr>
          <p:nvPr/>
        </p:nvGraphicFramePr>
        <p:xfrm>
          <a:off x="715963" y="5795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2" name="Equation" r:id="rId16" imgW="380880" imgH="520560" progId="Equation.3">
                  <p:embed/>
                </p:oleObj>
              </mc:Choice>
              <mc:Fallback>
                <p:oleObj name="Equation" r:id="rId16" imgW="380880" imgH="5205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5795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99" name="Object 31"/>
          <p:cNvGraphicFramePr>
            <a:graphicFrameLocks noChangeAspect="1"/>
          </p:cNvGraphicFramePr>
          <p:nvPr/>
        </p:nvGraphicFramePr>
        <p:xfrm>
          <a:off x="3886200" y="57912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3" name="Equation" r:id="rId18" imgW="444240" imgH="520560" progId="Equation.3">
                  <p:embed/>
                </p:oleObj>
              </mc:Choice>
              <mc:Fallback>
                <p:oleObj name="Equation" r:id="rId18" imgW="444240" imgH="5205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7912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00" name="Object 32"/>
          <p:cNvGraphicFramePr>
            <a:graphicFrameLocks noChangeAspect="1"/>
          </p:cNvGraphicFramePr>
          <p:nvPr/>
        </p:nvGraphicFramePr>
        <p:xfrm>
          <a:off x="1689100" y="5638800"/>
          <a:ext cx="1562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4" name="Equation" r:id="rId20" imgW="1562040" imgH="469800" progId="Equation.3">
                  <p:embed/>
                </p:oleObj>
              </mc:Choice>
              <mc:Fallback>
                <p:oleObj name="Equation" r:id="rId20" imgW="1562040" imgH="4698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5638800"/>
                        <a:ext cx="15621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001" name="Line 33"/>
          <p:cNvSpPr>
            <a:spLocks noChangeShapeType="1"/>
          </p:cNvSpPr>
          <p:nvPr/>
        </p:nvSpPr>
        <p:spPr bwMode="auto">
          <a:xfrm>
            <a:off x="381000" y="3581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4002" name="Line 34"/>
          <p:cNvSpPr>
            <a:spLocks noChangeShapeType="1"/>
          </p:cNvSpPr>
          <p:nvPr/>
        </p:nvSpPr>
        <p:spPr bwMode="auto">
          <a:xfrm>
            <a:off x="381000" y="4267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4003" name="Line 35"/>
          <p:cNvSpPr>
            <a:spLocks noChangeShapeType="1"/>
          </p:cNvSpPr>
          <p:nvPr/>
        </p:nvSpPr>
        <p:spPr bwMode="auto">
          <a:xfrm>
            <a:off x="1752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04" name="Line 36"/>
          <p:cNvSpPr>
            <a:spLocks noChangeShapeType="1"/>
          </p:cNvSpPr>
          <p:nvPr/>
        </p:nvSpPr>
        <p:spPr bwMode="auto">
          <a:xfrm>
            <a:off x="2362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05" name="Line 37"/>
          <p:cNvSpPr>
            <a:spLocks noChangeShapeType="1"/>
          </p:cNvSpPr>
          <p:nvPr/>
        </p:nvSpPr>
        <p:spPr bwMode="auto">
          <a:xfrm>
            <a:off x="2971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06" name="Line 38"/>
          <p:cNvSpPr>
            <a:spLocks noChangeShapeType="1"/>
          </p:cNvSpPr>
          <p:nvPr/>
        </p:nvSpPr>
        <p:spPr bwMode="auto">
          <a:xfrm>
            <a:off x="3581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07" name="Line 39"/>
          <p:cNvSpPr>
            <a:spLocks noChangeShapeType="1"/>
          </p:cNvSpPr>
          <p:nvPr/>
        </p:nvSpPr>
        <p:spPr bwMode="auto">
          <a:xfrm>
            <a:off x="4191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08" name="Line 40"/>
          <p:cNvSpPr>
            <a:spLocks noChangeShapeType="1"/>
          </p:cNvSpPr>
          <p:nvPr/>
        </p:nvSpPr>
        <p:spPr bwMode="auto">
          <a:xfrm>
            <a:off x="4800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09" name="Line 41"/>
          <p:cNvSpPr>
            <a:spLocks noChangeShapeType="1"/>
          </p:cNvSpPr>
          <p:nvPr/>
        </p:nvSpPr>
        <p:spPr bwMode="auto">
          <a:xfrm>
            <a:off x="5410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10" name="Line 42"/>
          <p:cNvSpPr>
            <a:spLocks noChangeShapeType="1"/>
          </p:cNvSpPr>
          <p:nvPr/>
        </p:nvSpPr>
        <p:spPr bwMode="auto">
          <a:xfrm>
            <a:off x="6019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11" name="Line 43"/>
          <p:cNvSpPr>
            <a:spLocks noChangeShapeType="1"/>
          </p:cNvSpPr>
          <p:nvPr/>
        </p:nvSpPr>
        <p:spPr bwMode="auto">
          <a:xfrm>
            <a:off x="6629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12" name="Line 44"/>
          <p:cNvSpPr>
            <a:spLocks noChangeShapeType="1"/>
          </p:cNvSpPr>
          <p:nvPr/>
        </p:nvSpPr>
        <p:spPr bwMode="auto">
          <a:xfrm>
            <a:off x="7239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013" name="Text Box 45"/>
          <p:cNvSpPr txBox="1">
            <a:spLocks noChangeArrowheads="1"/>
          </p:cNvSpPr>
          <p:nvPr/>
        </p:nvSpPr>
        <p:spPr bwMode="auto">
          <a:xfrm>
            <a:off x="7772400" y="3505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4014" name="Text Box 46"/>
          <p:cNvSpPr txBox="1">
            <a:spLocks noChangeArrowheads="1"/>
          </p:cNvSpPr>
          <p:nvPr/>
        </p:nvSpPr>
        <p:spPr bwMode="auto">
          <a:xfrm>
            <a:off x="685800" y="35052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4015" name="Line 47"/>
          <p:cNvSpPr>
            <a:spLocks noChangeShapeType="1"/>
          </p:cNvSpPr>
          <p:nvPr/>
        </p:nvSpPr>
        <p:spPr bwMode="auto">
          <a:xfrm flipV="1">
            <a:off x="38862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4016" name="Object 48"/>
          <p:cNvGraphicFramePr>
            <a:graphicFrameLocks noChangeAspect="1"/>
          </p:cNvGraphicFramePr>
          <p:nvPr/>
        </p:nvGraphicFramePr>
        <p:xfrm>
          <a:off x="1955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5" name="Equation" r:id="rId22" imgW="253800" imgH="368280" progId="Equation.3">
                  <p:embed/>
                </p:oleObj>
              </mc:Choice>
              <mc:Fallback>
                <p:oleObj name="Equation" r:id="rId22" imgW="253800" imgH="36828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17" name="Object 49"/>
          <p:cNvGraphicFramePr>
            <a:graphicFrameLocks noChangeAspect="1"/>
          </p:cNvGraphicFramePr>
          <p:nvPr/>
        </p:nvGraphicFramePr>
        <p:xfrm>
          <a:off x="2565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6" name="Equation" r:id="rId23" imgW="253800" imgH="368280" progId="Equation.3">
                  <p:embed/>
                </p:oleObj>
              </mc:Choice>
              <mc:Fallback>
                <p:oleObj name="Equation" r:id="rId23" imgW="253800" imgH="3682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18" name="Object 50"/>
          <p:cNvGraphicFramePr>
            <a:graphicFrameLocks noChangeAspect="1"/>
          </p:cNvGraphicFramePr>
          <p:nvPr/>
        </p:nvGraphicFramePr>
        <p:xfrm>
          <a:off x="6146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7" name="Equation" r:id="rId24" imgW="253800" imgH="368280" progId="Equation.3">
                  <p:embed/>
                </p:oleObj>
              </mc:Choice>
              <mc:Fallback>
                <p:oleObj name="Equation" r:id="rId24" imgW="253800" imgH="36828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19" name="Object 51"/>
          <p:cNvGraphicFramePr>
            <a:graphicFrameLocks noChangeAspect="1"/>
          </p:cNvGraphicFramePr>
          <p:nvPr/>
        </p:nvGraphicFramePr>
        <p:xfrm>
          <a:off x="6756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8" name="Equation" r:id="rId25" imgW="253800" imgH="368280" progId="Equation.3">
                  <p:embed/>
                </p:oleObj>
              </mc:Choice>
              <mc:Fallback>
                <p:oleObj name="Equation" r:id="rId25" imgW="253800" imgH="36828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20" name="Object 52"/>
          <p:cNvGraphicFramePr>
            <a:graphicFrameLocks noChangeAspect="1"/>
          </p:cNvGraphicFramePr>
          <p:nvPr/>
        </p:nvGraphicFramePr>
        <p:xfrm>
          <a:off x="5613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59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21" name="Object 53"/>
          <p:cNvGraphicFramePr>
            <a:graphicFrameLocks noChangeAspect="1"/>
          </p:cNvGraphicFramePr>
          <p:nvPr/>
        </p:nvGraphicFramePr>
        <p:xfrm>
          <a:off x="3124200" y="3810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60" name="Equation" r:id="rId27" imgW="266400" imgH="279360" progId="Equation.3">
                  <p:embed/>
                </p:oleObj>
              </mc:Choice>
              <mc:Fallback>
                <p:oleObj name="Equation" r:id="rId27" imgW="266400" imgH="27936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22" name="Object 54"/>
          <p:cNvGraphicFramePr>
            <a:graphicFrameLocks noChangeAspect="1"/>
          </p:cNvGraphicFramePr>
          <p:nvPr/>
        </p:nvGraphicFramePr>
        <p:xfrm>
          <a:off x="3810000" y="3733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61" name="Equation" r:id="rId28" imgW="253800" imgH="393480" progId="Equation.3">
                  <p:embed/>
                </p:oleObj>
              </mc:Choice>
              <mc:Fallback>
                <p:oleObj name="Equation" r:id="rId28" imgW="253800" imgH="39348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338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23" name="Object 55"/>
          <p:cNvGraphicFramePr>
            <a:graphicFrameLocks noChangeAspect="1"/>
          </p:cNvGraphicFramePr>
          <p:nvPr/>
        </p:nvGraphicFramePr>
        <p:xfrm>
          <a:off x="4953000" y="3810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62" name="Equation" r:id="rId29" imgW="241200" imgH="279360" progId="Equation.3">
                  <p:embed/>
                </p:oleObj>
              </mc:Choice>
              <mc:Fallback>
                <p:oleObj name="Equation" r:id="rId29" imgW="241200" imgH="27936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100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24" name="Object 56"/>
          <p:cNvGraphicFramePr>
            <a:graphicFrameLocks noChangeAspect="1"/>
          </p:cNvGraphicFramePr>
          <p:nvPr/>
        </p:nvGraphicFramePr>
        <p:xfrm>
          <a:off x="4425950" y="37544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63" name="Equation" r:id="rId30" imgW="253800" imgH="393480" progId="Equation.3">
                  <p:embed/>
                </p:oleObj>
              </mc:Choice>
              <mc:Fallback>
                <p:oleObj name="Equation" r:id="rId30" imgW="253800" imgH="39348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37544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025" name="Text Box 57"/>
          <p:cNvSpPr txBox="1">
            <a:spLocks noChangeArrowheads="1"/>
          </p:cNvSpPr>
          <p:nvPr/>
        </p:nvSpPr>
        <p:spPr bwMode="auto">
          <a:xfrm>
            <a:off x="3733800" y="3048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724026" name="Object 58"/>
          <p:cNvGraphicFramePr>
            <a:graphicFrameLocks noChangeAspect="1"/>
          </p:cNvGraphicFramePr>
          <p:nvPr/>
        </p:nvGraphicFramePr>
        <p:xfrm>
          <a:off x="4419600" y="2057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64" name="Equation" r:id="rId32" imgW="380880" imgH="520560" progId="Equation.3">
                  <p:embed/>
                </p:oleObj>
              </mc:Choice>
              <mc:Fallback>
                <p:oleObj name="Equation" r:id="rId32" imgW="380880" imgH="520560" progId="Equation.3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027" name="Object 59"/>
          <p:cNvGraphicFramePr>
            <a:graphicFrameLocks noChangeAspect="1"/>
          </p:cNvGraphicFramePr>
          <p:nvPr/>
        </p:nvGraphicFramePr>
        <p:xfrm>
          <a:off x="3657600" y="4724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65" name="Equation" r:id="rId34" imgW="444240" imgH="520560" progId="Equation.3">
                  <p:embed/>
                </p:oleObj>
              </mc:Choice>
              <mc:Fallback>
                <p:oleObj name="Equation" r:id="rId34" imgW="444240" imgH="52056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724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4028" name="Text Box 60"/>
          <p:cNvSpPr txBox="1">
            <a:spLocks noChangeArrowheads="1"/>
          </p:cNvSpPr>
          <p:nvPr/>
        </p:nvSpPr>
        <p:spPr bwMode="auto">
          <a:xfrm>
            <a:off x="136525" y="-508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D23F65-5541-4235-936D-DCE06B1DEE8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24994" name="Line 2"/>
          <p:cNvSpPr>
            <a:spLocks noChangeShapeType="1"/>
          </p:cNvSpPr>
          <p:nvPr/>
        </p:nvSpPr>
        <p:spPr bwMode="auto">
          <a:xfrm>
            <a:off x="381000" y="965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4995" name="Line 3"/>
          <p:cNvSpPr>
            <a:spLocks noChangeShapeType="1"/>
          </p:cNvSpPr>
          <p:nvPr/>
        </p:nvSpPr>
        <p:spPr bwMode="auto">
          <a:xfrm>
            <a:off x="381000" y="1651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4996" name="Line 4"/>
          <p:cNvSpPr>
            <a:spLocks noChangeShapeType="1"/>
          </p:cNvSpPr>
          <p:nvPr/>
        </p:nvSpPr>
        <p:spPr bwMode="auto">
          <a:xfrm>
            <a:off x="17526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997" name="Line 5"/>
          <p:cNvSpPr>
            <a:spLocks noChangeShapeType="1"/>
          </p:cNvSpPr>
          <p:nvPr/>
        </p:nvSpPr>
        <p:spPr bwMode="auto">
          <a:xfrm>
            <a:off x="23622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998" name="Line 6"/>
          <p:cNvSpPr>
            <a:spLocks noChangeShapeType="1"/>
          </p:cNvSpPr>
          <p:nvPr/>
        </p:nvSpPr>
        <p:spPr bwMode="auto">
          <a:xfrm>
            <a:off x="29718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4999" name="Line 7"/>
          <p:cNvSpPr>
            <a:spLocks noChangeShapeType="1"/>
          </p:cNvSpPr>
          <p:nvPr/>
        </p:nvSpPr>
        <p:spPr bwMode="auto">
          <a:xfrm>
            <a:off x="35814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00" name="Line 8"/>
          <p:cNvSpPr>
            <a:spLocks noChangeShapeType="1"/>
          </p:cNvSpPr>
          <p:nvPr/>
        </p:nvSpPr>
        <p:spPr bwMode="auto">
          <a:xfrm>
            <a:off x="41910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01" name="Line 9"/>
          <p:cNvSpPr>
            <a:spLocks noChangeShapeType="1"/>
          </p:cNvSpPr>
          <p:nvPr/>
        </p:nvSpPr>
        <p:spPr bwMode="auto">
          <a:xfrm>
            <a:off x="48006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02" name="Line 10"/>
          <p:cNvSpPr>
            <a:spLocks noChangeShapeType="1"/>
          </p:cNvSpPr>
          <p:nvPr/>
        </p:nvSpPr>
        <p:spPr bwMode="auto">
          <a:xfrm>
            <a:off x="54102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03" name="Line 11"/>
          <p:cNvSpPr>
            <a:spLocks noChangeShapeType="1"/>
          </p:cNvSpPr>
          <p:nvPr/>
        </p:nvSpPr>
        <p:spPr bwMode="auto">
          <a:xfrm>
            <a:off x="60198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04" name="Line 12"/>
          <p:cNvSpPr>
            <a:spLocks noChangeShapeType="1"/>
          </p:cNvSpPr>
          <p:nvPr/>
        </p:nvSpPr>
        <p:spPr bwMode="auto">
          <a:xfrm>
            <a:off x="66294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05" name="Line 13"/>
          <p:cNvSpPr>
            <a:spLocks noChangeShapeType="1"/>
          </p:cNvSpPr>
          <p:nvPr/>
        </p:nvSpPr>
        <p:spPr bwMode="auto">
          <a:xfrm>
            <a:off x="72390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06" name="Text Box 14"/>
          <p:cNvSpPr txBox="1">
            <a:spLocks noChangeArrowheads="1"/>
          </p:cNvSpPr>
          <p:nvPr/>
        </p:nvSpPr>
        <p:spPr bwMode="auto">
          <a:xfrm>
            <a:off x="7772400" y="889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5007" name="Text Box 15"/>
          <p:cNvSpPr txBox="1">
            <a:spLocks noChangeArrowheads="1"/>
          </p:cNvSpPr>
          <p:nvPr/>
        </p:nvSpPr>
        <p:spPr bwMode="auto">
          <a:xfrm>
            <a:off x="685800" y="889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5008" name="Line 16"/>
          <p:cNvSpPr>
            <a:spLocks noChangeShapeType="1"/>
          </p:cNvSpPr>
          <p:nvPr/>
        </p:nvSpPr>
        <p:spPr bwMode="auto">
          <a:xfrm flipV="1">
            <a:off x="5715000" y="167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5009" name="Object 17"/>
          <p:cNvGraphicFramePr>
            <a:graphicFrameLocks noChangeAspect="1"/>
          </p:cNvGraphicFramePr>
          <p:nvPr/>
        </p:nvGraphicFramePr>
        <p:xfrm>
          <a:off x="19558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0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0" name="Object 18"/>
          <p:cNvGraphicFramePr>
            <a:graphicFrameLocks noChangeAspect="1"/>
          </p:cNvGraphicFramePr>
          <p:nvPr/>
        </p:nvGraphicFramePr>
        <p:xfrm>
          <a:off x="25654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1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1" name="Object 19"/>
          <p:cNvGraphicFramePr>
            <a:graphicFrameLocks noChangeAspect="1"/>
          </p:cNvGraphicFramePr>
          <p:nvPr/>
        </p:nvGraphicFramePr>
        <p:xfrm>
          <a:off x="61468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2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2" name="Object 20"/>
          <p:cNvGraphicFramePr>
            <a:graphicFrameLocks noChangeAspect="1"/>
          </p:cNvGraphicFramePr>
          <p:nvPr/>
        </p:nvGraphicFramePr>
        <p:xfrm>
          <a:off x="67564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3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3" name="Object 21"/>
          <p:cNvGraphicFramePr>
            <a:graphicFrameLocks noChangeAspect="1"/>
          </p:cNvGraphicFramePr>
          <p:nvPr/>
        </p:nvGraphicFramePr>
        <p:xfrm>
          <a:off x="56134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4" name="Equation" r:id="rId9" imgW="253800" imgH="368280" progId="Equation.3">
                  <p:embed/>
                </p:oleObj>
              </mc:Choice>
              <mc:Fallback>
                <p:oleObj name="Equation" r:id="rId9" imgW="25380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4" name="Object 22"/>
          <p:cNvGraphicFramePr>
            <a:graphicFrameLocks noChangeAspect="1"/>
          </p:cNvGraphicFramePr>
          <p:nvPr/>
        </p:nvGraphicFramePr>
        <p:xfrm>
          <a:off x="3124200" y="119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5"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938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5" name="Object 23"/>
          <p:cNvGraphicFramePr>
            <a:graphicFrameLocks noChangeAspect="1"/>
          </p:cNvGraphicFramePr>
          <p:nvPr/>
        </p:nvGraphicFramePr>
        <p:xfrm>
          <a:off x="3810000" y="1117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6" name="Equation" r:id="rId12" imgW="253800" imgH="393480" progId="Equation.3">
                  <p:embed/>
                </p:oleObj>
              </mc:Choice>
              <mc:Fallback>
                <p:oleObj name="Equation" r:id="rId12" imgW="253800" imgH="3934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1176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6" name="Object 24"/>
          <p:cNvGraphicFramePr>
            <a:graphicFrameLocks noChangeAspect="1"/>
          </p:cNvGraphicFramePr>
          <p:nvPr/>
        </p:nvGraphicFramePr>
        <p:xfrm>
          <a:off x="4953000" y="1193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7" name="Equation" r:id="rId14" imgW="241200" imgH="279360" progId="Equation.3">
                  <p:embed/>
                </p:oleObj>
              </mc:Choice>
              <mc:Fallback>
                <p:oleObj name="Equation" r:id="rId14" imgW="241200" imgH="2793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938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17" name="Object 25"/>
          <p:cNvGraphicFramePr>
            <a:graphicFrameLocks noChangeAspect="1"/>
          </p:cNvGraphicFramePr>
          <p:nvPr/>
        </p:nvGraphicFramePr>
        <p:xfrm>
          <a:off x="4419600" y="119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8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938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18" name="Text Box 26"/>
          <p:cNvSpPr txBox="1">
            <a:spLocks noChangeArrowheads="1"/>
          </p:cNvSpPr>
          <p:nvPr/>
        </p:nvSpPr>
        <p:spPr bwMode="auto">
          <a:xfrm>
            <a:off x="3733800" y="4318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sp>
        <p:nvSpPr>
          <p:cNvPr id="725019" name="Oval 27"/>
          <p:cNvSpPr>
            <a:spLocks noChangeArrowheads="1"/>
          </p:cNvSpPr>
          <p:nvPr/>
        </p:nvSpPr>
        <p:spPr bwMode="auto">
          <a:xfrm>
            <a:off x="457200" y="5765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5020" name="Oval 28"/>
          <p:cNvSpPr>
            <a:spLocks noChangeArrowheads="1"/>
          </p:cNvSpPr>
          <p:nvPr/>
        </p:nvSpPr>
        <p:spPr bwMode="auto">
          <a:xfrm>
            <a:off x="3657600" y="5765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5021" name="Line 29"/>
          <p:cNvSpPr>
            <a:spLocks noChangeShapeType="1"/>
          </p:cNvSpPr>
          <p:nvPr/>
        </p:nvSpPr>
        <p:spPr bwMode="auto">
          <a:xfrm>
            <a:off x="1295400" y="61468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5022" name="Object 30"/>
          <p:cNvGraphicFramePr>
            <a:graphicFrameLocks noChangeAspect="1"/>
          </p:cNvGraphicFramePr>
          <p:nvPr/>
        </p:nvGraphicFramePr>
        <p:xfrm>
          <a:off x="715963" y="5846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99" name="Equation" r:id="rId18" imgW="380880" imgH="520560" progId="Equation.3">
                  <p:embed/>
                </p:oleObj>
              </mc:Choice>
              <mc:Fallback>
                <p:oleObj name="Equation" r:id="rId18" imgW="380880" imgH="5205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58467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23" name="Object 31"/>
          <p:cNvGraphicFramePr>
            <a:graphicFrameLocks noChangeAspect="1"/>
          </p:cNvGraphicFramePr>
          <p:nvPr/>
        </p:nvGraphicFramePr>
        <p:xfrm>
          <a:off x="3886200" y="58420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0" name="Equation" r:id="rId20" imgW="444240" imgH="520560" progId="Equation.3">
                  <p:embed/>
                </p:oleObj>
              </mc:Choice>
              <mc:Fallback>
                <p:oleObj name="Equation" r:id="rId20" imgW="444240" imgH="5205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8420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24" name="Object 32"/>
          <p:cNvGraphicFramePr>
            <a:graphicFrameLocks noChangeAspect="1"/>
          </p:cNvGraphicFramePr>
          <p:nvPr/>
        </p:nvGraphicFramePr>
        <p:xfrm>
          <a:off x="1651000" y="5689600"/>
          <a:ext cx="1638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1" name="Equation" r:id="rId22" imgW="1638000" imgH="469800" progId="Equation.3">
                  <p:embed/>
                </p:oleObj>
              </mc:Choice>
              <mc:Fallback>
                <p:oleObj name="Equation" r:id="rId22" imgW="1638000" imgH="4698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5689600"/>
                        <a:ext cx="16383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25" name="Line 33"/>
          <p:cNvSpPr>
            <a:spLocks noChangeShapeType="1"/>
          </p:cNvSpPr>
          <p:nvPr/>
        </p:nvSpPr>
        <p:spPr bwMode="auto">
          <a:xfrm>
            <a:off x="381000" y="3632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5026" name="Line 34"/>
          <p:cNvSpPr>
            <a:spLocks noChangeShapeType="1"/>
          </p:cNvSpPr>
          <p:nvPr/>
        </p:nvSpPr>
        <p:spPr bwMode="auto">
          <a:xfrm>
            <a:off x="381000" y="4318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5027" name="Line 35"/>
          <p:cNvSpPr>
            <a:spLocks noChangeShapeType="1"/>
          </p:cNvSpPr>
          <p:nvPr/>
        </p:nvSpPr>
        <p:spPr bwMode="auto">
          <a:xfrm>
            <a:off x="17526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28" name="Line 36"/>
          <p:cNvSpPr>
            <a:spLocks noChangeShapeType="1"/>
          </p:cNvSpPr>
          <p:nvPr/>
        </p:nvSpPr>
        <p:spPr bwMode="auto">
          <a:xfrm>
            <a:off x="23622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29" name="Line 37"/>
          <p:cNvSpPr>
            <a:spLocks noChangeShapeType="1"/>
          </p:cNvSpPr>
          <p:nvPr/>
        </p:nvSpPr>
        <p:spPr bwMode="auto">
          <a:xfrm>
            <a:off x="29718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0" name="Line 38"/>
          <p:cNvSpPr>
            <a:spLocks noChangeShapeType="1"/>
          </p:cNvSpPr>
          <p:nvPr/>
        </p:nvSpPr>
        <p:spPr bwMode="auto">
          <a:xfrm>
            <a:off x="35814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1" name="Line 39"/>
          <p:cNvSpPr>
            <a:spLocks noChangeShapeType="1"/>
          </p:cNvSpPr>
          <p:nvPr/>
        </p:nvSpPr>
        <p:spPr bwMode="auto">
          <a:xfrm>
            <a:off x="41910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2" name="Line 40"/>
          <p:cNvSpPr>
            <a:spLocks noChangeShapeType="1"/>
          </p:cNvSpPr>
          <p:nvPr/>
        </p:nvSpPr>
        <p:spPr bwMode="auto">
          <a:xfrm>
            <a:off x="48006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3" name="Line 41"/>
          <p:cNvSpPr>
            <a:spLocks noChangeShapeType="1"/>
          </p:cNvSpPr>
          <p:nvPr/>
        </p:nvSpPr>
        <p:spPr bwMode="auto">
          <a:xfrm>
            <a:off x="54102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4" name="Line 42"/>
          <p:cNvSpPr>
            <a:spLocks noChangeShapeType="1"/>
          </p:cNvSpPr>
          <p:nvPr/>
        </p:nvSpPr>
        <p:spPr bwMode="auto">
          <a:xfrm>
            <a:off x="60198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5" name="Line 43"/>
          <p:cNvSpPr>
            <a:spLocks noChangeShapeType="1"/>
          </p:cNvSpPr>
          <p:nvPr/>
        </p:nvSpPr>
        <p:spPr bwMode="auto">
          <a:xfrm>
            <a:off x="66294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6" name="Line 44"/>
          <p:cNvSpPr>
            <a:spLocks noChangeShapeType="1"/>
          </p:cNvSpPr>
          <p:nvPr/>
        </p:nvSpPr>
        <p:spPr bwMode="auto">
          <a:xfrm>
            <a:off x="72390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5037" name="Text Box 45"/>
          <p:cNvSpPr txBox="1">
            <a:spLocks noChangeArrowheads="1"/>
          </p:cNvSpPr>
          <p:nvPr/>
        </p:nvSpPr>
        <p:spPr bwMode="auto">
          <a:xfrm>
            <a:off x="7772400" y="3556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5038" name="Text Box 46"/>
          <p:cNvSpPr txBox="1">
            <a:spLocks noChangeArrowheads="1"/>
          </p:cNvSpPr>
          <p:nvPr/>
        </p:nvSpPr>
        <p:spPr bwMode="auto">
          <a:xfrm>
            <a:off x="685800" y="35560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5039" name="Line 47"/>
          <p:cNvSpPr>
            <a:spLocks noChangeShapeType="1"/>
          </p:cNvSpPr>
          <p:nvPr/>
        </p:nvSpPr>
        <p:spPr bwMode="auto">
          <a:xfrm flipV="1">
            <a:off x="63246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5040" name="Object 48"/>
          <p:cNvGraphicFramePr>
            <a:graphicFrameLocks noChangeAspect="1"/>
          </p:cNvGraphicFramePr>
          <p:nvPr/>
        </p:nvGraphicFramePr>
        <p:xfrm>
          <a:off x="19558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2" name="Equation" r:id="rId24" imgW="253800" imgH="368280" progId="Equation.3">
                  <p:embed/>
                </p:oleObj>
              </mc:Choice>
              <mc:Fallback>
                <p:oleObj name="Equation" r:id="rId24" imgW="253800" imgH="36828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1" name="Object 49"/>
          <p:cNvGraphicFramePr>
            <a:graphicFrameLocks noChangeAspect="1"/>
          </p:cNvGraphicFramePr>
          <p:nvPr/>
        </p:nvGraphicFramePr>
        <p:xfrm>
          <a:off x="25654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3" name="Equation" r:id="rId25" imgW="253800" imgH="368280" progId="Equation.3">
                  <p:embed/>
                </p:oleObj>
              </mc:Choice>
              <mc:Fallback>
                <p:oleObj name="Equation" r:id="rId25" imgW="253800" imgH="3682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2" name="Object 50"/>
          <p:cNvGraphicFramePr>
            <a:graphicFrameLocks noChangeAspect="1"/>
          </p:cNvGraphicFramePr>
          <p:nvPr/>
        </p:nvGraphicFramePr>
        <p:xfrm>
          <a:off x="61468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4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3" name="Object 51"/>
          <p:cNvGraphicFramePr>
            <a:graphicFrameLocks noChangeAspect="1"/>
          </p:cNvGraphicFramePr>
          <p:nvPr/>
        </p:nvGraphicFramePr>
        <p:xfrm>
          <a:off x="67564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5" name="Equation" r:id="rId27" imgW="253800" imgH="368280" progId="Equation.3">
                  <p:embed/>
                </p:oleObj>
              </mc:Choice>
              <mc:Fallback>
                <p:oleObj name="Equation" r:id="rId27" imgW="253800" imgH="36828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4" name="Object 52"/>
          <p:cNvGraphicFramePr>
            <a:graphicFrameLocks noChangeAspect="1"/>
          </p:cNvGraphicFramePr>
          <p:nvPr/>
        </p:nvGraphicFramePr>
        <p:xfrm>
          <a:off x="5581650" y="3790950"/>
          <a:ext cx="3159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6" name="Equation" r:id="rId28" imgW="317160" imgH="368280" progId="Equation.3">
                  <p:embed/>
                </p:oleObj>
              </mc:Choice>
              <mc:Fallback>
                <p:oleObj name="Equation" r:id="rId28" imgW="317160" imgH="36828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3790950"/>
                        <a:ext cx="3159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365919"/>
              </p:ext>
            </p:extLst>
          </p:nvPr>
        </p:nvGraphicFramePr>
        <p:xfrm>
          <a:off x="3192463" y="3930650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7" name="Equation" r:id="rId30" imgW="126720" imgH="139680" progId="Equation.3">
                  <p:embed/>
                </p:oleObj>
              </mc:Choice>
              <mc:Fallback>
                <p:oleObj name="Equation" r:id="rId30" imgW="126720" imgH="13968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3930650"/>
                        <a:ext cx="127000" cy="139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6" name="Object 54"/>
          <p:cNvGraphicFramePr>
            <a:graphicFrameLocks noChangeAspect="1"/>
          </p:cNvGraphicFramePr>
          <p:nvPr/>
        </p:nvGraphicFramePr>
        <p:xfrm>
          <a:off x="3810000" y="3784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8" name="Equation" r:id="rId32" imgW="253800" imgH="393480" progId="Equation.3">
                  <p:embed/>
                </p:oleObj>
              </mc:Choice>
              <mc:Fallback>
                <p:oleObj name="Equation" r:id="rId32" imgW="253800" imgH="39348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846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7" name="Object 55"/>
          <p:cNvGraphicFramePr>
            <a:graphicFrameLocks noChangeAspect="1"/>
          </p:cNvGraphicFramePr>
          <p:nvPr/>
        </p:nvGraphicFramePr>
        <p:xfrm>
          <a:off x="4953000" y="3860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09" name="Equation" r:id="rId34" imgW="241200" imgH="279360" progId="Equation.3">
                  <p:embed/>
                </p:oleObj>
              </mc:Choice>
              <mc:Fallback>
                <p:oleObj name="Equation" r:id="rId34" imgW="241200" imgH="27936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608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48" name="Object 56"/>
          <p:cNvGraphicFramePr>
            <a:graphicFrameLocks noChangeAspect="1"/>
          </p:cNvGraphicFramePr>
          <p:nvPr/>
        </p:nvGraphicFramePr>
        <p:xfrm>
          <a:off x="4425950" y="38052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10" name="Equation" r:id="rId36" imgW="253800" imgH="393480" progId="Equation.3">
                  <p:embed/>
                </p:oleObj>
              </mc:Choice>
              <mc:Fallback>
                <p:oleObj name="Equation" r:id="rId36" imgW="253800" imgH="39348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38052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49" name="Text Box 57"/>
          <p:cNvSpPr txBox="1">
            <a:spLocks noChangeArrowheads="1"/>
          </p:cNvSpPr>
          <p:nvPr/>
        </p:nvSpPr>
        <p:spPr bwMode="auto">
          <a:xfrm>
            <a:off x="3733800" y="3098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725050" name="Object 58"/>
          <p:cNvGraphicFramePr>
            <a:graphicFrameLocks noChangeAspect="1"/>
          </p:cNvGraphicFramePr>
          <p:nvPr/>
        </p:nvGraphicFramePr>
        <p:xfrm>
          <a:off x="5562600" y="21336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11" name="Equation" r:id="rId38" imgW="380880" imgH="520560" progId="Equation.3">
                  <p:embed/>
                </p:oleObj>
              </mc:Choice>
              <mc:Fallback>
                <p:oleObj name="Equation" r:id="rId38" imgW="380880" imgH="520560" progId="Equation.3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336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51" name="Object 59"/>
          <p:cNvGraphicFramePr>
            <a:graphicFrameLocks noChangeAspect="1"/>
          </p:cNvGraphicFramePr>
          <p:nvPr/>
        </p:nvGraphicFramePr>
        <p:xfrm>
          <a:off x="6096000" y="4800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12" name="Equation" r:id="rId40" imgW="444240" imgH="520560" progId="Equation.3">
                  <p:embed/>
                </p:oleObj>
              </mc:Choice>
              <mc:Fallback>
                <p:oleObj name="Equation" r:id="rId40" imgW="444240" imgH="52056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006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5052" name="Text Box 60"/>
          <p:cNvSpPr txBox="1">
            <a:spLocks noChangeArrowheads="1"/>
          </p:cNvSpPr>
          <p:nvPr/>
        </p:nvSpPr>
        <p:spPr bwMode="auto">
          <a:xfrm>
            <a:off x="136525" y="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119199-A0E7-4130-A838-10E76CEC3F7D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726027" name="Rectangle 1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Determinism</a:t>
            </a:r>
          </a:p>
        </p:txBody>
      </p:sp>
      <p:sp>
        <p:nvSpPr>
          <p:cNvPr id="726028" name="Oval 12"/>
          <p:cNvSpPr>
            <a:spLocks noChangeArrowheads="1"/>
          </p:cNvSpPr>
          <p:nvPr/>
        </p:nvSpPr>
        <p:spPr bwMode="auto">
          <a:xfrm>
            <a:off x="228600" y="3810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6029" name="Oval 13"/>
          <p:cNvSpPr>
            <a:spLocks noChangeArrowheads="1"/>
          </p:cNvSpPr>
          <p:nvPr/>
        </p:nvSpPr>
        <p:spPr bwMode="auto">
          <a:xfrm>
            <a:off x="3048000" y="28956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6030" name="Line 14"/>
          <p:cNvSpPr>
            <a:spLocks noChangeShapeType="1"/>
          </p:cNvSpPr>
          <p:nvPr/>
        </p:nvSpPr>
        <p:spPr bwMode="auto">
          <a:xfrm flipV="1">
            <a:off x="990600" y="33528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26031" name="Object 15"/>
          <p:cNvGraphicFramePr>
            <a:graphicFrameLocks noChangeAspect="1"/>
          </p:cNvGraphicFramePr>
          <p:nvPr/>
        </p:nvGraphicFramePr>
        <p:xfrm>
          <a:off x="487363" y="3890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2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3" y="3890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32" name="Object 16"/>
          <p:cNvGraphicFramePr>
            <a:graphicFrameLocks noChangeAspect="1"/>
          </p:cNvGraphicFramePr>
          <p:nvPr/>
        </p:nvGraphicFramePr>
        <p:xfrm>
          <a:off x="3276600" y="29718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3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9718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33" name="Object 17"/>
          <p:cNvGraphicFramePr>
            <a:graphicFrameLocks noChangeAspect="1"/>
          </p:cNvGraphicFramePr>
          <p:nvPr/>
        </p:nvGraphicFramePr>
        <p:xfrm>
          <a:off x="990600" y="29718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4" name="Equation" r:id="rId7" imgW="1587240" imgH="469800" progId="Equation.3">
                  <p:embed/>
                </p:oleObj>
              </mc:Choice>
              <mc:Fallback>
                <p:oleObj name="Equation" r:id="rId7" imgW="1587240" imgH="4698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9718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34" name="Text Box 18"/>
          <p:cNvSpPr txBox="1">
            <a:spLocks noChangeArrowheads="1"/>
          </p:cNvSpPr>
          <p:nvPr/>
        </p:nvSpPr>
        <p:spPr bwMode="auto">
          <a:xfrm>
            <a:off x="1219200" y="2057400"/>
            <a:ext cx="1655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339933"/>
                </a:solidFill>
              </a:rPr>
              <a:t>Allowed</a:t>
            </a:r>
          </a:p>
        </p:txBody>
      </p:sp>
      <p:sp>
        <p:nvSpPr>
          <p:cNvPr id="726047" name="Text Box 31"/>
          <p:cNvSpPr txBox="1">
            <a:spLocks noChangeArrowheads="1"/>
          </p:cNvSpPr>
          <p:nvPr/>
        </p:nvSpPr>
        <p:spPr bwMode="auto">
          <a:xfrm>
            <a:off x="5791200" y="1981200"/>
            <a:ext cx="26050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 u="sng">
                <a:solidFill>
                  <a:srgbClr val="FF0000"/>
                </a:solidFill>
              </a:rPr>
              <a:t>Not</a:t>
            </a:r>
            <a:r>
              <a:rPr lang="en-US" u="sng">
                <a:solidFill>
                  <a:srgbClr val="FF0000"/>
                </a:solidFill>
              </a:rPr>
              <a:t> Allowed</a:t>
            </a:r>
          </a:p>
        </p:txBody>
      </p:sp>
      <p:sp>
        <p:nvSpPr>
          <p:cNvPr id="726048" name="Oval 32"/>
          <p:cNvSpPr>
            <a:spLocks noChangeArrowheads="1"/>
          </p:cNvSpPr>
          <p:nvPr/>
        </p:nvSpPr>
        <p:spPr bwMode="auto">
          <a:xfrm>
            <a:off x="3048000" y="4495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6049" name="Object 33"/>
          <p:cNvGraphicFramePr>
            <a:graphicFrameLocks noChangeAspect="1"/>
          </p:cNvGraphicFramePr>
          <p:nvPr/>
        </p:nvGraphicFramePr>
        <p:xfrm>
          <a:off x="3282950" y="4567238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5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4567238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50" name="Line 34"/>
          <p:cNvSpPr>
            <a:spLocks noChangeShapeType="1"/>
          </p:cNvSpPr>
          <p:nvPr/>
        </p:nvSpPr>
        <p:spPr bwMode="auto">
          <a:xfrm>
            <a:off x="990600" y="4419600"/>
            <a:ext cx="2057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26051" name="Object 35"/>
          <p:cNvGraphicFramePr>
            <a:graphicFrameLocks noChangeAspect="1"/>
          </p:cNvGraphicFramePr>
          <p:nvPr/>
        </p:nvGraphicFramePr>
        <p:xfrm>
          <a:off x="908050" y="4800600"/>
          <a:ext cx="160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6" name="Equation" r:id="rId11" imgW="1600200" imgH="469800" progId="Equation.3">
                  <p:embed/>
                </p:oleObj>
              </mc:Choice>
              <mc:Fallback>
                <p:oleObj name="Equation" r:id="rId11" imgW="1600200" imgH="4698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4800600"/>
                        <a:ext cx="16002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52" name="Oval 36"/>
          <p:cNvSpPr>
            <a:spLocks noChangeArrowheads="1"/>
          </p:cNvSpPr>
          <p:nvPr/>
        </p:nvSpPr>
        <p:spPr bwMode="auto">
          <a:xfrm>
            <a:off x="5257800" y="3733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6053" name="Oval 37"/>
          <p:cNvSpPr>
            <a:spLocks noChangeArrowheads="1"/>
          </p:cNvSpPr>
          <p:nvPr/>
        </p:nvSpPr>
        <p:spPr bwMode="auto">
          <a:xfrm>
            <a:off x="8077200" y="2819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6054" name="Line 38"/>
          <p:cNvSpPr>
            <a:spLocks noChangeShapeType="1"/>
          </p:cNvSpPr>
          <p:nvPr/>
        </p:nvSpPr>
        <p:spPr bwMode="auto">
          <a:xfrm flipV="1">
            <a:off x="6019800" y="32766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26055" name="Object 39"/>
          <p:cNvGraphicFramePr>
            <a:graphicFrameLocks noChangeAspect="1"/>
          </p:cNvGraphicFramePr>
          <p:nvPr/>
        </p:nvGraphicFramePr>
        <p:xfrm>
          <a:off x="5516563" y="3814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7" name="Equation" r:id="rId13" imgW="380880" imgH="520560" progId="Equation.3">
                  <p:embed/>
                </p:oleObj>
              </mc:Choice>
              <mc:Fallback>
                <p:oleObj name="Equation" r:id="rId13" imgW="380880" imgH="52056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38147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56" name="Object 40"/>
          <p:cNvGraphicFramePr>
            <a:graphicFrameLocks noChangeAspect="1"/>
          </p:cNvGraphicFramePr>
          <p:nvPr/>
        </p:nvGraphicFramePr>
        <p:xfrm>
          <a:off x="8305800" y="2895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8" name="Equation" r:id="rId14" imgW="444240" imgH="520560" progId="Equation.3">
                  <p:embed/>
                </p:oleObj>
              </mc:Choice>
              <mc:Fallback>
                <p:oleObj name="Equation" r:id="rId14" imgW="444240" imgH="52056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8956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57" name="Object 41"/>
          <p:cNvGraphicFramePr>
            <a:graphicFrameLocks noChangeAspect="1"/>
          </p:cNvGraphicFramePr>
          <p:nvPr/>
        </p:nvGraphicFramePr>
        <p:xfrm>
          <a:off x="6019800" y="28956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19" name="Equation" r:id="rId15" imgW="1587240" imgH="469800" progId="Equation.3">
                  <p:embed/>
                </p:oleObj>
              </mc:Choice>
              <mc:Fallback>
                <p:oleObj name="Equation" r:id="rId15" imgW="1587240" imgH="46980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8956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58" name="Oval 42"/>
          <p:cNvSpPr>
            <a:spLocks noChangeArrowheads="1"/>
          </p:cNvSpPr>
          <p:nvPr/>
        </p:nvSpPr>
        <p:spPr bwMode="auto">
          <a:xfrm>
            <a:off x="8077200" y="44196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6059" name="Object 43"/>
          <p:cNvGraphicFramePr>
            <a:graphicFrameLocks noChangeAspect="1"/>
          </p:cNvGraphicFramePr>
          <p:nvPr/>
        </p:nvGraphicFramePr>
        <p:xfrm>
          <a:off x="8312150" y="4491038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20" name="Equation" r:id="rId17" imgW="431640" imgH="533160" progId="Equation.3">
                  <p:embed/>
                </p:oleObj>
              </mc:Choice>
              <mc:Fallback>
                <p:oleObj name="Equation" r:id="rId17" imgW="431640" imgH="53316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150" y="4491038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60" name="Line 44"/>
          <p:cNvSpPr>
            <a:spLocks noChangeShapeType="1"/>
          </p:cNvSpPr>
          <p:nvPr/>
        </p:nvSpPr>
        <p:spPr bwMode="auto">
          <a:xfrm>
            <a:off x="6019800" y="4343400"/>
            <a:ext cx="2057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26061" name="Object 45"/>
          <p:cNvGraphicFramePr>
            <a:graphicFrameLocks noChangeAspect="1"/>
          </p:cNvGraphicFramePr>
          <p:nvPr/>
        </p:nvGraphicFramePr>
        <p:xfrm>
          <a:off x="6019800" y="4724400"/>
          <a:ext cx="1612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21" name="Equation" r:id="rId19" imgW="1612800" imgH="469800" progId="Equation.3">
                  <p:embed/>
                </p:oleObj>
              </mc:Choice>
              <mc:Fallback>
                <p:oleObj name="Equation" r:id="rId19" imgW="1612800" imgH="46980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724400"/>
                        <a:ext cx="16129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6062" name="Text Box 46"/>
          <p:cNvSpPr txBox="1">
            <a:spLocks noChangeArrowheads="1"/>
          </p:cNvSpPr>
          <p:nvPr/>
        </p:nvSpPr>
        <p:spPr bwMode="auto">
          <a:xfrm>
            <a:off x="1524000" y="5867400"/>
            <a:ext cx="5846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lambda transitions allowed</a:t>
            </a:r>
          </a:p>
        </p:txBody>
      </p:sp>
      <p:sp>
        <p:nvSpPr>
          <p:cNvPr id="726063" name="Text Box 47"/>
          <p:cNvSpPr txBox="1">
            <a:spLocks noChangeArrowheads="1"/>
          </p:cNvSpPr>
          <p:nvPr/>
        </p:nvSpPr>
        <p:spPr bwMode="auto">
          <a:xfrm>
            <a:off x="1219200" y="1066800"/>
            <a:ext cx="6011582" cy="5847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Deterministic Turing Machines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2BF638-A14F-41F6-9599-D5F6A8FDD2E3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72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Partial Transition Function</a:t>
            </a:r>
          </a:p>
        </p:txBody>
      </p:sp>
      <p:sp>
        <p:nvSpPr>
          <p:cNvPr id="728067" name="Oval 3"/>
          <p:cNvSpPr>
            <a:spLocks noChangeArrowheads="1"/>
          </p:cNvSpPr>
          <p:nvPr/>
        </p:nvSpPr>
        <p:spPr bwMode="auto">
          <a:xfrm>
            <a:off x="304800" y="50292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8068" name="Oval 4"/>
          <p:cNvSpPr>
            <a:spLocks noChangeArrowheads="1"/>
          </p:cNvSpPr>
          <p:nvPr/>
        </p:nvSpPr>
        <p:spPr bwMode="auto">
          <a:xfrm>
            <a:off x="3124200" y="4114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8069" name="Line 5"/>
          <p:cNvSpPr>
            <a:spLocks noChangeShapeType="1"/>
          </p:cNvSpPr>
          <p:nvPr/>
        </p:nvSpPr>
        <p:spPr bwMode="auto">
          <a:xfrm flipV="1">
            <a:off x="1066800" y="45720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28070" name="Object 6"/>
          <p:cNvGraphicFramePr>
            <a:graphicFrameLocks noChangeAspect="1"/>
          </p:cNvGraphicFramePr>
          <p:nvPr/>
        </p:nvGraphicFramePr>
        <p:xfrm>
          <a:off x="563563" y="5110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87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51101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1" name="Object 7"/>
          <p:cNvGraphicFramePr>
            <a:graphicFrameLocks noChangeAspect="1"/>
          </p:cNvGraphicFramePr>
          <p:nvPr/>
        </p:nvGraphicFramePr>
        <p:xfrm>
          <a:off x="3352800" y="41910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88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1910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72" name="Object 8"/>
          <p:cNvGraphicFramePr>
            <a:graphicFrameLocks noChangeAspect="1"/>
          </p:cNvGraphicFramePr>
          <p:nvPr/>
        </p:nvGraphicFramePr>
        <p:xfrm>
          <a:off x="1066800" y="41910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89" name="Equation" r:id="rId7" imgW="1587240" imgH="469800" progId="Equation.3">
                  <p:embed/>
                </p:oleObj>
              </mc:Choice>
              <mc:Fallback>
                <p:oleObj name="Equation" r:id="rId7" imgW="1587240" imgH="4698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910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074" name="Oval 10"/>
          <p:cNvSpPr>
            <a:spLocks noChangeArrowheads="1"/>
          </p:cNvSpPr>
          <p:nvPr/>
        </p:nvSpPr>
        <p:spPr bwMode="auto">
          <a:xfrm>
            <a:off x="31242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8075" name="Object 11"/>
          <p:cNvGraphicFramePr>
            <a:graphicFrameLocks noChangeAspect="1"/>
          </p:cNvGraphicFramePr>
          <p:nvPr/>
        </p:nvGraphicFramePr>
        <p:xfrm>
          <a:off x="3359150" y="5786438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0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5786438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076" name="Line 12"/>
          <p:cNvSpPr>
            <a:spLocks noChangeShapeType="1"/>
          </p:cNvSpPr>
          <p:nvPr/>
        </p:nvSpPr>
        <p:spPr bwMode="auto">
          <a:xfrm>
            <a:off x="1066800" y="5638800"/>
            <a:ext cx="2057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28077" name="Object 13"/>
          <p:cNvGraphicFramePr>
            <a:graphicFrameLocks noChangeAspect="1"/>
          </p:cNvGraphicFramePr>
          <p:nvPr/>
        </p:nvGraphicFramePr>
        <p:xfrm>
          <a:off x="984250" y="6019800"/>
          <a:ext cx="160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1" name="Equation" r:id="rId11" imgW="1600200" imgH="469800" progId="Equation.3">
                  <p:embed/>
                </p:oleObj>
              </mc:Choice>
              <mc:Fallback>
                <p:oleObj name="Equation" r:id="rId11" imgW="1600200" imgH="4698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6019800"/>
                        <a:ext cx="16002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078" name="Line 14"/>
          <p:cNvSpPr>
            <a:spLocks noChangeShapeType="1"/>
          </p:cNvSpPr>
          <p:nvPr/>
        </p:nvSpPr>
        <p:spPr bwMode="auto">
          <a:xfrm>
            <a:off x="381000" y="1828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8079" name="Line 15"/>
          <p:cNvSpPr>
            <a:spLocks noChangeShapeType="1"/>
          </p:cNvSpPr>
          <p:nvPr/>
        </p:nvSpPr>
        <p:spPr bwMode="auto">
          <a:xfrm>
            <a:off x="381000" y="2514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8080" name="Line 16"/>
          <p:cNvSpPr>
            <a:spLocks noChangeShapeType="1"/>
          </p:cNvSpPr>
          <p:nvPr/>
        </p:nvSpPr>
        <p:spPr bwMode="auto">
          <a:xfrm>
            <a:off x="1752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1" name="Line 17"/>
          <p:cNvSpPr>
            <a:spLocks noChangeShapeType="1"/>
          </p:cNvSpPr>
          <p:nvPr/>
        </p:nvSpPr>
        <p:spPr bwMode="auto">
          <a:xfrm>
            <a:off x="2362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2" name="Line 18"/>
          <p:cNvSpPr>
            <a:spLocks noChangeShapeType="1"/>
          </p:cNvSpPr>
          <p:nvPr/>
        </p:nvSpPr>
        <p:spPr bwMode="auto">
          <a:xfrm>
            <a:off x="2971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3" name="Line 19"/>
          <p:cNvSpPr>
            <a:spLocks noChangeShapeType="1"/>
          </p:cNvSpPr>
          <p:nvPr/>
        </p:nvSpPr>
        <p:spPr bwMode="auto">
          <a:xfrm>
            <a:off x="3581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4" name="Line 20"/>
          <p:cNvSpPr>
            <a:spLocks noChangeShapeType="1"/>
          </p:cNvSpPr>
          <p:nvPr/>
        </p:nvSpPr>
        <p:spPr bwMode="auto">
          <a:xfrm>
            <a:off x="4191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5" name="Line 21"/>
          <p:cNvSpPr>
            <a:spLocks noChangeShapeType="1"/>
          </p:cNvSpPr>
          <p:nvPr/>
        </p:nvSpPr>
        <p:spPr bwMode="auto">
          <a:xfrm>
            <a:off x="4800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6" name="Line 22"/>
          <p:cNvSpPr>
            <a:spLocks noChangeShapeType="1"/>
          </p:cNvSpPr>
          <p:nvPr/>
        </p:nvSpPr>
        <p:spPr bwMode="auto">
          <a:xfrm>
            <a:off x="5410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7" name="Line 23"/>
          <p:cNvSpPr>
            <a:spLocks noChangeShapeType="1"/>
          </p:cNvSpPr>
          <p:nvPr/>
        </p:nvSpPr>
        <p:spPr bwMode="auto">
          <a:xfrm>
            <a:off x="6019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8" name="Line 24"/>
          <p:cNvSpPr>
            <a:spLocks noChangeShapeType="1"/>
          </p:cNvSpPr>
          <p:nvPr/>
        </p:nvSpPr>
        <p:spPr bwMode="auto">
          <a:xfrm>
            <a:off x="6629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89" name="Line 25"/>
          <p:cNvSpPr>
            <a:spLocks noChangeShapeType="1"/>
          </p:cNvSpPr>
          <p:nvPr/>
        </p:nvSpPr>
        <p:spPr bwMode="auto">
          <a:xfrm>
            <a:off x="7239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8090" name="Text Box 26"/>
          <p:cNvSpPr txBox="1">
            <a:spLocks noChangeArrowheads="1"/>
          </p:cNvSpPr>
          <p:nvPr/>
        </p:nvSpPr>
        <p:spPr bwMode="auto">
          <a:xfrm>
            <a:off x="7772400" y="1752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8091" name="Text Box 27"/>
          <p:cNvSpPr txBox="1">
            <a:spLocks noChangeArrowheads="1"/>
          </p:cNvSpPr>
          <p:nvPr/>
        </p:nvSpPr>
        <p:spPr bwMode="auto">
          <a:xfrm>
            <a:off x="685800" y="1752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28092" name="Line 28"/>
          <p:cNvSpPr>
            <a:spLocks noChangeShapeType="1"/>
          </p:cNvSpPr>
          <p:nvPr/>
        </p:nvSpPr>
        <p:spPr bwMode="auto">
          <a:xfrm flipV="1">
            <a:off x="4572000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28093" name="Object 29"/>
          <p:cNvGraphicFramePr>
            <a:graphicFrameLocks noChangeAspect="1"/>
          </p:cNvGraphicFramePr>
          <p:nvPr/>
        </p:nvGraphicFramePr>
        <p:xfrm>
          <a:off x="19558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2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94" name="Object 30"/>
          <p:cNvGraphicFramePr>
            <a:graphicFrameLocks noChangeAspect="1"/>
          </p:cNvGraphicFramePr>
          <p:nvPr/>
        </p:nvGraphicFramePr>
        <p:xfrm>
          <a:off x="2565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3" name="Equation" r:id="rId15" imgW="253800" imgH="368280" progId="Equation.3">
                  <p:embed/>
                </p:oleObj>
              </mc:Choice>
              <mc:Fallback>
                <p:oleObj name="Equation" r:id="rId15" imgW="253800" imgH="3682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95" name="Object 31"/>
          <p:cNvGraphicFramePr>
            <a:graphicFrameLocks noChangeAspect="1"/>
          </p:cNvGraphicFramePr>
          <p:nvPr/>
        </p:nvGraphicFramePr>
        <p:xfrm>
          <a:off x="61468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4" name="Equation" r:id="rId16" imgW="253800" imgH="368280" progId="Equation.3">
                  <p:embed/>
                </p:oleObj>
              </mc:Choice>
              <mc:Fallback>
                <p:oleObj name="Equation" r:id="rId16" imgW="253800" imgH="36828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96" name="Object 32"/>
          <p:cNvGraphicFramePr>
            <a:graphicFrameLocks noChangeAspect="1"/>
          </p:cNvGraphicFramePr>
          <p:nvPr/>
        </p:nvGraphicFramePr>
        <p:xfrm>
          <a:off x="6756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5" name="Equation" r:id="rId17" imgW="253800" imgH="368280" progId="Equation.3">
                  <p:embed/>
                </p:oleObj>
              </mc:Choice>
              <mc:Fallback>
                <p:oleObj name="Equation" r:id="rId17" imgW="253800" imgH="3682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97" name="Object 33"/>
          <p:cNvGraphicFramePr>
            <a:graphicFrameLocks noChangeAspect="1"/>
          </p:cNvGraphicFramePr>
          <p:nvPr/>
        </p:nvGraphicFramePr>
        <p:xfrm>
          <a:off x="5613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6" name="Equation" r:id="rId18" imgW="253800" imgH="368280" progId="Equation.3">
                  <p:embed/>
                </p:oleObj>
              </mc:Choice>
              <mc:Fallback>
                <p:oleObj name="Equation" r:id="rId18" imgW="253800" imgH="36828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98" name="Object 34"/>
          <p:cNvGraphicFramePr>
            <a:graphicFrameLocks noChangeAspect="1"/>
          </p:cNvGraphicFramePr>
          <p:nvPr/>
        </p:nvGraphicFramePr>
        <p:xfrm>
          <a:off x="31242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7"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099" name="Object 35"/>
          <p:cNvGraphicFramePr>
            <a:graphicFrameLocks noChangeAspect="1"/>
          </p:cNvGraphicFramePr>
          <p:nvPr/>
        </p:nvGraphicFramePr>
        <p:xfrm>
          <a:off x="3810000" y="19812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8" name="Equation" r:id="rId21" imgW="253800" imgH="393480" progId="Equation.3">
                  <p:embed/>
                </p:oleObj>
              </mc:Choice>
              <mc:Fallback>
                <p:oleObj name="Equation" r:id="rId21" imgW="253800" imgH="39348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812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100" name="Object 36"/>
          <p:cNvGraphicFramePr>
            <a:graphicFrameLocks noChangeAspect="1"/>
          </p:cNvGraphicFramePr>
          <p:nvPr/>
        </p:nvGraphicFramePr>
        <p:xfrm>
          <a:off x="4953000" y="2057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99" name="Equation" r:id="rId23" imgW="241200" imgH="279360" progId="Equation.3">
                  <p:embed/>
                </p:oleObj>
              </mc:Choice>
              <mc:Fallback>
                <p:oleObj name="Equation" r:id="rId23" imgW="241200" imgH="27936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101" name="Object 37"/>
          <p:cNvGraphicFramePr>
            <a:graphicFrameLocks noChangeAspect="1"/>
          </p:cNvGraphicFramePr>
          <p:nvPr/>
        </p:nvGraphicFramePr>
        <p:xfrm>
          <a:off x="44196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200"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8103" name="Object 39"/>
          <p:cNvGraphicFramePr>
            <a:graphicFrameLocks noChangeAspect="1"/>
          </p:cNvGraphicFramePr>
          <p:nvPr/>
        </p:nvGraphicFramePr>
        <p:xfrm>
          <a:off x="4419600" y="29718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201" name="Equation" r:id="rId26" imgW="380880" imgH="520560" progId="Equation.3">
                  <p:embed/>
                </p:oleObj>
              </mc:Choice>
              <mc:Fallback>
                <p:oleObj name="Equation" r:id="rId26" imgW="380880" imgH="52056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9718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104" name="Text Box 40"/>
          <p:cNvSpPr txBox="1">
            <a:spLocks noChangeArrowheads="1"/>
          </p:cNvSpPr>
          <p:nvPr/>
        </p:nvSpPr>
        <p:spPr bwMode="auto">
          <a:xfrm>
            <a:off x="0" y="8382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728105" name="Text Box 41"/>
          <p:cNvSpPr txBox="1">
            <a:spLocks noChangeArrowheads="1"/>
          </p:cNvSpPr>
          <p:nvPr/>
        </p:nvSpPr>
        <p:spPr bwMode="auto">
          <a:xfrm>
            <a:off x="5029200" y="4876800"/>
            <a:ext cx="34067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</a:t>
            </a:r>
          </a:p>
          <a:p>
            <a:r>
              <a:rPr lang="en-US"/>
              <a:t>for input symbol </a:t>
            </a:r>
          </a:p>
        </p:txBody>
      </p:sp>
      <p:graphicFrame>
        <p:nvGraphicFramePr>
          <p:cNvPr id="728106" name="Object 42"/>
          <p:cNvGraphicFramePr>
            <a:graphicFrameLocks noChangeAspect="1"/>
          </p:cNvGraphicFramePr>
          <p:nvPr/>
        </p:nvGraphicFramePr>
        <p:xfrm>
          <a:off x="8382000" y="5638800"/>
          <a:ext cx="2524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202" name="Equation" r:id="rId28" imgW="253800" imgH="304560" progId="Equation.3">
                  <p:embed/>
                </p:oleObj>
              </mc:Choice>
              <mc:Fallback>
                <p:oleObj name="Equation" r:id="rId28" imgW="253800" imgH="304560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5638800"/>
                        <a:ext cx="2524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8108" name="Text Box 44"/>
          <p:cNvSpPr txBox="1">
            <a:spLocks noChangeArrowheads="1"/>
          </p:cNvSpPr>
          <p:nvPr/>
        </p:nvSpPr>
        <p:spPr bwMode="auto">
          <a:xfrm>
            <a:off x="5013325" y="3987800"/>
            <a:ext cx="1778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339933"/>
                </a:solidFill>
              </a:rPr>
              <a:t>Allowed: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3C5D5A-E4CE-4E69-B9B6-73BF7F8C127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72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Halting</a:t>
            </a:r>
          </a:p>
        </p:txBody>
      </p:sp>
      <p:sp>
        <p:nvSpPr>
          <p:cNvPr id="729116" name="Text Box 28"/>
          <p:cNvSpPr txBox="1">
            <a:spLocks noChangeArrowheads="1"/>
          </p:cNvSpPr>
          <p:nvPr/>
        </p:nvSpPr>
        <p:spPr bwMode="auto">
          <a:xfrm>
            <a:off x="212725" y="10160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29117" name="Text Box 29"/>
          <p:cNvSpPr txBox="1">
            <a:spLocks noChangeArrowheads="1"/>
          </p:cNvSpPr>
          <p:nvPr/>
        </p:nvSpPr>
        <p:spPr bwMode="auto">
          <a:xfrm>
            <a:off x="1219200" y="2362200"/>
            <a:ext cx="63341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machine </a:t>
            </a:r>
            <a:r>
              <a:rPr lang="en-US" b="1" i="1">
                <a:solidFill>
                  <a:srgbClr val="FF0000"/>
                </a:solidFill>
              </a:rPr>
              <a:t>halts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if there are</a:t>
            </a:r>
          </a:p>
          <a:p>
            <a:r>
              <a:rPr lang="en-US"/>
              <a:t>no possible transitions to follow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6540D69-DD0C-43B2-8B14-DEF16791B17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30114" name="Text Box 2"/>
          <p:cNvSpPr txBox="1">
            <a:spLocks noChangeArrowheads="1"/>
          </p:cNvSpPr>
          <p:nvPr/>
        </p:nvSpPr>
        <p:spPr bwMode="auto">
          <a:xfrm>
            <a:off x="136525" y="1016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730115" name="Line 3"/>
          <p:cNvSpPr>
            <a:spLocks noChangeShapeType="1"/>
          </p:cNvSpPr>
          <p:nvPr/>
        </p:nvSpPr>
        <p:spPr bwMode="auto">
          <a:xfrm>
            <a:off x="381000" y="1828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0116" name="Line 4"/>
          <p:cNvSpPr>
            <a:spLocks noChangeShapeType="1"/>
          </p:cNvSpPr>
          <p:nvPr/>
        </p:nvSpPr>
        <p:spPr bwMode="auto">
          <a:xfrm>
            <a:off x="381000" y="2514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0117" name="Line 5"/>
          <p:cNvSpPr>
            <a:spLocks noChangeShapeType="1"/>
          </p:cNvSpPr>
          <p:nvPr/>
        </p:nvSpPr>
        <p:spPr bwMode="auto">
          <a:xfrm>
            <a:off x="1752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18" name="Line 6"/>
          <p:cNvSpPr>
            <a:spLocks noChangeShapeType="1"/>
          </p:cNvSpPr>
          <p:nvPr/>
        </p:nvSpPr>
        <p:spPr bwMode="auto">
          <a:xfrm>
            <a:off x="2362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19" name="Line 7"/>
          <p:cNvSpPr>
            <a:spLocks noChangeShapeType="1"/>
          </p:cNvSpPr>
          <p:nvPr/>
        </p:nvSpPr>
        <p:spPr bwMode="auto">
          <a:xfrm>
            <a:off x="2971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0" name="Line 8"/>
          <p:cNvSpPr>
            <a:spLocks noChangeShapeType="1"/>
          </p:cNvSpPr>
          <p:nvPr/>
        </p:nvSpPr>
        <p:spPr bwMode="auto">
          <a:xfrm>
            <a:off x="3581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1" name="Line 9"/>
          <p:cNvSpPr>
            <a:spLocks noChangeShapeType="1"/>
          </p:cNvSpPr>
          <p:nvPr/>
        </p:nvSpPr>
        <p:spPr bwMode="auto">
          <a:xfrm>
            <a:off x="4191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2" name="Line 10"/>
          <p:cNvSpPr>
            <a:spLocks noChangeShapeType="1"/>
          </p:cNvSpPr>
          <p:nvPr/>
        </p:nvSpPr>
        <p:spPr bwMode="auto">
          <a:xfrm>
            <a:off x="4800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3" name="Line 11"/>
          <p:cNvSpPr>
            <a:spLocks noChangeShapeType="1"/>
          </p:cNvSpPr>
          <p:nvPr/>
        </p:nvSpPr>
        <p:spPr bwMode="auto">
          <a:xfrm>
            <a:off x="5410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4" name="Line 12"/>
          <p:cNvSpPr>
            <a:spLocks noChangeShapeType="1"/>
          </p:cNvSpPr>
          <p:nvPr/>
        </p:nvSpPr>
        <p:spPr bwMode="auto">
          <a:xfrm>
            <a:off x="6019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5" name="Line 13"/>
          <p:cNvSpPr>
            <a:spLocks noChangeShapeType="1"/>
          </p:cNvSpPr>
          <p:nvPr/>
        </p:nvSpPr>
        <p:spPr bwMode="auto">
          <a:xfrm>
            <a:off x="6629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6" name="Line 14"/>
          <p:cNvSpPr>
            <a:spLocks noChangeShapeType="1"/>
          </p:cNvSpPr>
          <p:nvPr/>
        </p:nvSpPr>
        <p:spPr bwMode="auto">
          <a:xfrm>
            <a:off x="7239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0127" name="Text Box 15"/>
          <p:cNvSpPr txBox="1">
            <a:spLocks noChangeArrowheads="1"/>
          </p:cNvSpPr>
          <p:nvPr/>
        </p:nvSpPr>
        <p:spPr bwMode="auto">
          <a:xfrm>
            <a:off x="7772400" y="1752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30128" name="Text Box 16"/>
          <p:cNvSpPr txBox="1">
            <a:spLocks noChangeArrowheads="1"/>
          </p:cNvSpPr>
          <p:nvPr/>
        </p:nvSpPr>
        <p:spPr bwMode="auto">
          <a:xfrm>
            <a:off x="685800" y="1752600"/>
            <a:ext cx="793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......</a:t>
            </a:r>
          </a:p>
        </p:txBody>
      </p:sp>
      <p:sp>
        <p:nvSpPr>
          <p:cNvPr id="730129" name="Line 17"/>
          <p:cNvSpPr>
            <a:spLocks noChangeShapeType="1"/>
          </p:cNvSpPr>
          <p:nvPr/>
        </p:nvSpPr>
        <p:spPr bwMode="auto">
          <a:xfrm flipV="1">
            <a:off x="5105400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0130" name="Object 18"/>
          <p:cNvGraphicFramePr>
            <a:graphicFrameLocks noChangeAspect="1"/>
          </p:cNvGraphicFramePr>
          <p:nvPr/>
        </p:nvGraphicFramePr>
        <p:xfrm>
          <a:off x="19558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25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1" name="Object 19"/>
          <p:cNvGraphicFramePr>
            <a:graphicFrameLocks noChangeAspect="1"/>
          </p:cNvGraphicFramePr>
          <p:nvPr/>
        </p:nvGraphicFramePr>
        <p:xfrm>
          <a:off x="2565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26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2" name="Object 20"/>
          <p:cNvGraphicFramePr>
            <a:graphicFrameLocks noChangeAspect="1"/>
          </p:cNvGraphicFramePr>
          <p:nvPr/>
        </p:nvGraphicFramePr>
        <p:xfrm>
          <a:off x="61468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27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3" name="Object 21"/>
          <p:cNvGraphicFramePr>
            <a:graphicFrameLocks noChangeAspect="1"/>
          </p:cNvGraphicFramePr>
          <p:nvPr/>
        </p:nvGraphicFramePr>
        <p:xfrm>
          <a:off x="6756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28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4" name="Object 22"/>
          <p:cNvGraphicFramePr>
            <a:graphicFrameLocks noChangeAspect="1"/>
          </p:cNvGraphicFramePr>
          <p:nvPr/>
        </p:nvGraphicFramePr>
        <p:xfrm>
          <a:off x="5613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29" name="Equation" r:id="rId9" imgW="253800" imgH="368280" progId="Equation.3">
                  <p:embed/>
                </p:oleObj>
              </mc:Choice>
              <mc:Fallback>
                <p:oleObj name="Equation" r:id="rId9" imgW="253800" imgH="3682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5" name="Object 23"/>
          <p:cNvGraphicFramePr>
            <a:graphicFrameLocks noChangeAspect="1"/>
          </p:cNvGraphicFramePr>
          <p:nvPr/>
        </p:nvGraphicFramePr>
        <p:xfrm>
          <a:off x="31242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0"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6" name="Object 24"/>
          <p:cNvGraphicFramePr>
            <a:graphicFrameLocks noChangeAspect="1"/>
          </p:cNvGraphicFramePr>
          <p:nvPr/>
        </p:nvGraphicFramePr>
        <p:xfrm>
          <a:off x="3810000" y="19812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1" name="Equation" r:id="rId12" imgW="253800" imgH="393480" progId="Equation.3">
                  <p:embed/>
                </p:oleObj>
              </mc:Choice>
              <mc:Fallback>
                <p:oleObj name="Equation" r:id="rId12" imgW="253800" imgH="3934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812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7" name="Object 25"/>
          <p:cNvGraphicFramePr>
            <a:graphicFrameLocks noChangeAspect="1"/>
          </p:cNvGraphicFramePr>
          <p:nvPr/>
        </p:nvGraphicFramePr>
        <p:xfrm>
          <a:off x="4953000" y="2057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2" name="Equation" r:id="rId14" imgW="241200" imgH="279360" progId="Equation.3">
                  <p:embed/>
                </p:oleObj>
              </mc:Choice>
              <mc:Fallback>
                <p:oleObj name="Equation" r:id="rId14" imgW="241200" imgH="27936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8" name="Object 26"/>
          <p:cNvGraphicFramePr>
            <a:graphicFrameLocks noChangeAspect="1"/>
          </p:cNvGraphicFramePr>
          <p:nvPr/>
        </p:nvGraphicFramePr>
        <p:xfrm>
          <a:off x="44196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3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39" name="Object 27"/>
          <p:cNvGraphicFramePr>
            <a:graphicFrameLocks noChangeAspect="1"/>
          </p:cNvGraphicFramePr>
          <p:nvPr/>
        </p:nvGraphicFramePr>
        <p:xfrm>
          <a:off x="4953000" y="29718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4" name="Equation" r:id="rId18" imgW="380880" imgH="520560" progId="Equation.3">
                  <p:embed/>
                </p:oleObj>
              </mc:Choice>
              <mc:Fallback>
                <p:oleObj name="Equation" r:id="rId18" imgW="38088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9718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40" name="Oval 28"/>
          <p:cNvSpPr>
            <a:spLocks noChangeArrowheads="1"/>
          </p:cNvSpPr>
          <p:nvPr/>
        </p:nvSpPr>
        <p:spPr bwMode="auto">
          <a:xfrm>
            <a:off x="304800" y="50292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0141" name="Oval 29"/>
          <p:cNvSpPr>
            <a:spLocks noChangeArrowheads="1"/>
          </p:cNvSpPr>
          <p:nvPr/>
        </p:nvSpPr>
        <p:spPr bwMode="auto">
          <a:xfrm>
            <a:off x="3124200" y="4114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0142" name="Line 30"/>
          <p:cNvSpPr>
            <a:spLocks noChangeShapeType="1"/>
          </p:cNvSpPr>
          <p:nvPr/>
        </p:nvSpPr>
        <p:spPr bwMode="auto">
          <a:xfrm flipV="1">
            <a:off x="1066800" y="4572000"/>
            <a:ext cx="2057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30143" name="Object 31"/>
          <p:cNvGraphicFramePr>
            <a:graphicFrameLocks noChangeAspect="1"/>
          </p:cNvGraphicFramePr>
          <p:nvPr/>
        </p:nvGraphicFramePr>
        <p:xfrm>
          <a:off x="563563" y="5110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5" name="Equation" r:id="rId20" imgW="380880" imgH="520560" progId="Equation.3">
                  <p:embed/>
                </p:oleObj>
              </mc:Choice>
              <mc:Fallback>
                <p:oleObj name="Equation" r:id="rId20" imgW="380880" imgH="5205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3" y="51101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44" name="Object 32"/>
          <p:cNvGraphicFramePr>
            <a:graphicFrameLocks noChangeAspect="1"/>
          </p:cNvGraphicFramePr>
          <p:nvPr/>
        </p:nvGraphicFramePr>
        <p:xfrm>
          <a:off x="3352800" y="41910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6" name="Equation" r:id="rId22" imgW="444240" imgH="520560" progId="Equation.3">
                  <p:embed/>
                </p:oleObj>
              </mc:Choice>
              <mc:Fallback>
                <p:oleObj name="Equation" r:id="rId22" imgW="444240" imgH="52056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1910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45" name="Object 33"/>
          <p:cNvGraphicFramePr>
            <a:graphicFrameLocks noChangeAspect="1"/>
          </p:cNvGraphicFramePr>
          <p:nvPr/>
        </p:nvGraphicFramePr>
        <p:xfrm>
          <a:off x="1066800" y="41910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7" name="Equation" r:id="rId24" imgW="1587240" imgH="469800" progId="Equation.3">
                  <p:embed/>
                </p:oleObj>
              </mc:Choice>
              <mc:Fallback>
                <p:oleObj name="Equation" r:id="rId24" imgW="1587240" imgH="46980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910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46" name="Oval 34"/>
          <p:cNvSpPr>
            <a:spLocks noChangeArrowheads="1"/>
          </p:cNvSpPr>
          <p:nvPr/>
        </p:nvSpPr>
        <p:spPr bwMode="auto">
          <a:xfrm>
            <a:off x="31242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0147" name="Object 35"/>
          <p:cNvGraphicFramePr>
            <a:graphicFrameLocks noChangeAspect="1"/>
          </p:cNvGraphicFramePr>
          <p:nvPr/>
        </p:nvGraphicFramePr>
        <p:xfrm>
          <a:off x="3359150" y="5786438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8" name="Equation" r:id="rId26" imgW="431640" imgH="533160" progId="Equation.3">
                  <p:embed/>
                </p:oleObj>
              </mc:Choice>
              <mc:Fallback>
                <p:oleObj name="Equation" r:id="rId26" imgW="431640" imgH="53316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5786438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48" name="Line 36"/>
          <p:cNvSpPr>
            <a:spLocks noChangeShapeType="1"/>
          </p:cNvSpPr>
          <p:nvPr/>
        </p:nvSpPr>
        <p:spPr bwMode="auto">
          <a:xfrm>
            <a:off x="1066800" y="5638800"/>
            <a:ext cx="2057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30149" name="Object 37"/>
          <p:cNvGraphicFramePr>
            <a:graphicFrameLocks noChangeAspect="1"/>
          </p:cNvGraphicFramePr>
          <p:nvPr/>
        </p:nvGraphicFramePr>
        <p:xfrm>
          <a:off x="984250" y="6019800"/>
          <a:ext cx="160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39" name="Equation" r:id="rId28" imgW="1600200" imgH="469800" progId="Equation.3">
                  <p:embed/>
                </p:oleObj>
              </mc:Choice>
              <mc:Fallback>
                <p:oleObj name="Equation" r:id="rId28" imgW="1600200" imgH="46980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6019800"/>
                        <a:ext cx="16002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50" name="Text Box 38"/>
          <p:cNvSpPr txBox="1">
            <a:spLocks noChangeArrowheads="1"/>
          </p:cNvSpPr>
          <p:nvPr/>
        </p:nvSpPr>
        <p:spPr bwMode="auto">
          <a:xfrm>
            <a:off x="4648200" y="4572000"/>
            <a:ext cx="4338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possible transition</a:t>
            </a:r>
          </a:p>
        </p:txBody>
      </p:sp>
      <p:sp>
        <p:nvSpPr>
          <p:cNvPr id="730151" name="Text Box 39"/>
          <p:cNvSpPr txBox="1">
            <a:spLocks noChangeArrowheads="1"/>
          </p:cNvSpPr>
          <p:nvPr/>
        </p:nvSpPr>
        <p:spPr bwMode="auto">
          <a:xfrm>
            <a:off x="5943600" y="5486400"/>
            <a:ext cx="1590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HALT!!!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2664F9-4D5D-4AA2-961B-E11FF59E6A2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States</a:t>
            </a:r>
          </a:p>
        </p:txBody>
      </p:sp>
      <p:sp>
        <p:nvSpPr>
          <p:cNvPr id="732163" name="Oval 3"/>
          <p:cNvSpPr>
            <a:spLocks noChangeArrowheads="1"/>
          </p:cNvSpPr>
          <p:nvPr/>
        </p:nvSpPr>
        <p:spPr bwMode="auto">
          <a:xfrm>
            <a:off x="457200" y="129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2164" name="Oval 4"/>
          <p:cNvSpPr>
            <a:spLocks noChangeArrowheads="1"/>
          </p:cNvSpPr>
          <p:nvPr/>
        </p:nvSpPr>
        <p:spPr bwMode="auto">
          <a:xfrm>
            <a:off x="3352800" y="129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2165" name="Line 5"/>
          <p:cNvSpPr>
            <a:spLocks noChangeShapeType="1"/>
          </p:cNvSpPr>
          <p:nvPr/>
        </p:nvSpPr>
        <p:spPr bwMode="auto">
          <a:xfrm>
            <a:off x="1295400" y="1676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32166" name="Object 6"/>
          <p:cNvGraphicFramePr>
            <a:graphicFrameLocks noChangeAspect="1"/>
          </p:cNvGraphicFramePr>
          <p:nvPr/>
        </p:nvGraphicFramePr>
        <p:xfrm>
          <a:off x="715963" y="137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08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137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7" name="Object 7"/>
          <p:cNvGraphicFramePr>
            <a:graphicFrameLocks noChangeAspect="1"/>
          </p:cNvGraphicFramePr>
          <p:nvPr/>
        </p:nvGraphicFramePr>
        <p:xfrm>
          <a:off x="3581400" y="1371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09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3716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169" name="Oval 9"/>
          <p:cNvSpPr>
            <a:spLocks noChangeArrowheads="1"/>
          </p:cNvSpPr>
          <p:nvPr/>
        </p:nvSpPr>
        <p:spPr bwMode="auto">
          <a:xfrm>
            <a:off x="3200400" y="114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2170" name="Text Box 10"/>
          <p:cNvSpPr txBox="1">
            <a:spLocks noChangeArrowheads="1"/>
          </p:cNvSpPr>
          <p:nvPr/>
        </p:nvSpPr>
        <p:spPr bwMode="auto">
          <a:xfrm>
            <a:off x="5105400" y="1371600"/>
            <a:ext cx="1655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Allowed</a:t>
            </a:r>
          </a:p>
        </p:txBody>
      </p:sp>
      <p:sp>
        <p:nvSpPr>
          <p:cNvPr id="732183" name="Oval 23"/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2184" name="Oval 24"/>
          <p:cNvSpPr>
            <a:spLocks noChangeArrowheads="1"/>
          </p:cNvSpPr>
          <p:nvPr/>
        </p:nvSpPr>
        <p:spPr bwMode="auto">
          <a:xfrm>
            <a:off x="33528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2185" name="Line 25"/>
          <p:cNvSpPr>
            <a:spLocks noChangeShapeType="1"/>
          </p:cNvSpPr>
          <p:nvPr/>
        </p:nvSpPr>
        <p:spPr bwMode="auto">
          <a:xfrm>
            <a:off x="1447800" y="3581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32186" name="Object 26"/>
          <p:cNvGraphicFramePr>
            <a:graphicFrameLocks noChangeAspect="1"/>
          </p:cNvGraphicFramePr>
          <p:nvPr/>
        </p:nvGraphicFramePr>
        <p:xfrm>
          <a:off x="715963" y="3281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10" name="Equation" r:id="rId7" imgW="380880" imgH="520560" progId="Equation.3">
                  <p:embed/>
                </p:oleObj>
              </mc:Choice>
              <mc:Fallback>
                <p:oleObj name="Equation" r:id="rId7" imgW="380880" imgH="52056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3281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87" name="Object 27"/>
          <p:cNvGraphicFramePr>
            <a:graphicFrameLocks noChangeAspect="1"/>
          </p:cNvGraphicFramePr>
          <p:nvPr/>
        </p:nvGraphicFramePr>
        <p:xfrm>
          <a:off x="3581400" y="3276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11" name="Equation" r:id="rId8" imgW="444240" imgH="520560" progId="Equation.3">
                  <p:embed/>
                </p:oleObj>
              </mc:Choice>
              <mc:Fallback>
                <p:oleObj name="Equation" r:id="rId8" imgW="444240" imgH="5205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2766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188" name="Oval 28"/>
          <p:cNvSpPr>
            <a:spLocks noChangeArrowheads="1"/>
          </p:cNvSpPr>
          <p:nvPr/>
        </p:nvSpPr>
        <p:spPr bwMode="auto">
          <a:xfrm>
            <a:off x="304800" y="3048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2189" name="Text Box 29"/>
          <p:cNvSpPr txBox="1">
            <a:spLocks noChangeArrowheads="1"/>
          </p:cNvSpPr>
          <p:nvPr/>
        </p:nvSpPr>
        <p:spPr bwMode="auto">
          <a:xfrm>
            <a:off x="5029200" y="3227388"/>
            <a:ext cx="26050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Not</a:t>
            </a:r>
            <a:r>
              <a:rPr lang="en-US">
                <a:solidFill>
                  <a:srgbClr val="FF0000"/>
                </a:solidFill>
              </a:rPr>
              <a:t> Allowed</a:t>
            </a:r>
          </a:p>
        </p:txBody>
      </p:sp>
      <p:sp>
        <p:nvSpPr>
          <p:cNvPr id="732190" name="Text Box 30"/>
          <p:cNvSpPr txBox="1">
            <a:spLocks noChangeArrowheads="1"/>
          </p:cNvSpPr>
          <p:nvPr/>
        </p:nvSpPr>
        <p:spPr bwMode="auto">
          <a:xfrm>
            <a:off x="457200" y="4876800"/>
            <a:ext cx="811212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Final states have no outgoing transitions</a:t>
            </a:r>
          </a:p>
          <a:p>
            <a:pPr>
              <a:buFontTx/>
              <a:buChar char="•"/>
            </a:pPr>
            <a:endParaRPr lang="en-US"/>
          </a:p>
          <a:p>
            <a:pPr>
              <a:buFontTx/>
              <a:buChar char="•"/>
            </a:pPr>
            <a:r>
              <a:rPr lang="en-US"/>
              <a:t> In a final state the machine halts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3B95CE-3F36-4253-97C3-2D31069EDA57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Acceptance</a:t>
            </a:r>
          </a:p>
        </p:txBody>
      </p:sp>
      <p:sp>
        <p:nvSpPr>
          <p:cNvPr id="734211" name="Text Box 3"/>
          <p:cNvSpPr txBox="1">
            <a:spLocks noChangeArrowheads="1"/>
          </p:cNvSpPr>
          <p:nvPr/>
        </p:nvSpPr>
        <p:spPr bwMode="auto">
          <a:xfrm>
            <a:off x="228600" y="1447800"/>
            <a:ext cx="2709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 Input</a:t>
            </a:r>
          </a:p>
        </p:txBody>
      </p:sp>
      <p:sp>
        <p:nvSpPr>
          <p:cNvPr id="734213" name="Text Box 5"/>
          <p:cNvSpPr txBox="1">
            <a:spLocks noChangeArrowheads="1"/>
          </p:cNvSpPr>
          <p:nvPr/>
        </p:nvSpPr>
        <p:spPr bwMode="auto">
          <a:xfrm>
            <a:off x="4953000" y="1219200"/>
            <a:ext cx="3451225" cy="1173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machine halts </a:t>
            </a:r>
          </a:p>
          <a:p>
            <a:r>
              <a:rPr lang="en-US"/>
              <a:t>in a final state </a:t>
            </a:r>
          </a:p>
        </p:txBody>
      </p:sp>
      <p:sp>
        <p:nvSpPr>
          <p:cNvPr id="734218" name="AutoShape 10"/>
          <p:cNvSpPr>
            <a:spLocks noChangeArrowheads="1"/>
          </p:cNvSpPr>
          <p:nvPr/>
        </p:nvSpPr>
        <p:spPr bwMode="auto">
          <a:xfrm>
            <a:off x="3429000" y="1524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4219" name="Text Box 11"/>
          <p:cNvSpPr txBox="1">
            <a:spLocks noChangeArrowheads="1"/>
          </p:cNvSpPr>
          <p:nvPr/>
        </p:nvSpPr>
        <p:spPr bwMode="auto">
          <a:xfrm>
            <a:off x="228600" y="4419600"/>
            <a:ext cx="2627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Reject Input</a:t>
            </a:r>
          </a:p>
        </p:txBody>
      </p:sp>
      <p:sp>
        <p:nvSpPr>
          <p:cNvPr id="734220" name="AutoShape 12"/>
          <p:cNvSpPr>
            <a:spLocks noChangeArrowheads="1"/>
          </p:cNvSpPr>
          <p:nvPr/>
        </p:nvSpPr>
        <p:spPr bwMode="auto">
          <a:xfrm>
            <a:off x="3429000" y="44958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4221" name="Text Box 13"/>
          <p:cNvSpPr txBox="1">
            <a:spLocks noChangeArrowheads="1"/>
          </p:cNvSpPr>
          <p:nvPr/>
        </p:nvSpPr>
        <p:spPr bwMode="auto">
          <a:xfrm>
            <a:off x="4864100" y="3429000"/>
            <a:ext cx="3892550" cy="2925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 If machine  halts </a:t>
            </a:r>
          </a:p>
          <a:p>
            <a:r>
              <a:rPr lang="en-US"/>
              <a:t> in a non-final state</a:t>
            </a:r>
          </a:p>
          <a:p>
            <a:r>
              <a:rPr lang="en-US"/>
              <a:t>             </a:t>
            </a:r>
            <a:r>
              <a:rPr lang="en-US">
                <a:solidFill>
                  <a:srgbClr val="FF0000"/>
                </a:solidFill>
              </a:rPr>
              <a:t>or</a:t>
            </a:r>
          </a:p>
          <a:p>
            <a:r>
              <a:rPr lang="en-US"/>
              <a:t> If machine enters </a:t>
            </a:r>
          </a:p>
          <a:p>
            <a:r>
              <a:rPr lang="en-US"/>
              <a:t> an </a:t>
            </a:r>
            <a:r>
              <a:rPr lang="en-US" i="1"/>
              <a:t>infinite loop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A586F9-2290-4A8A-B7B6-60C58736C95F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Turing Machine Example</a:t>
            </a:r>
          </a:p>
        </p:txBody>
      </p:sp>
      <p:sp>
        <p:nvSpPr>
          <p:cNvPr id="735235" name="Text Box 3"/>
          <p:cNvSpPr txBox="1">
            <a:spLocks noChangeArrowheads="1"/>
          </p:cNvSpPr>
          <p:nvPr/>
        </p:nvSpPr>
        <p:spPr bwMode="auto">
          <a:xfrm>
            <a:off x="212725" y="1244600"/>
            <a:ext cx="86185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Turing machine that accepts the language:</a:t>
            </a:r>
          </a:p>
        </p:txBody>
      </p:sp>
      <p:graphicFrame>
        <p:nvGraphicFramePr>
          <p:cNvPr id="735236" name="Object 4"/>
          <p:cNvGraphicFramePr>
            <a:graphicFrameLocks noChangeAspect="1"/>
          </p:cNvGraphicFramePr>
          <p:nvPr/>
        </p:nvGraphicFramePr>
        <p:xfrm>
          <a:off x="3657600" y="2133600"/>
          <a:ext cx="1371600" cy="714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74" name="Equation" r:id="rId3" imgW="825480" imgH="431640" progId="Equation.3">
                  <p:embed/>
                </p:oleObj>
              </mc:Choice>
              <mc:Fallback>
                <p:oleObj name="Equation" r:id="rId3" imgW="82548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133600"/>
                        <a:ext cx="1371600" cy="7148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5237" name="Oval 5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5238" name="Object 6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75" name="Equation" r:id="rId5" imgW="444240" imgH="533160" progId="Equation.3">
                  <p:embed/>
                </p:oleObj>
              </mc:Choice>
              <mc:Fallback>
                <p:oleObj name="Equation" r:id="rId5" imgW="444240" imgH="5331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5241" name="Freeform 9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5242" name="Line 10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5243" name="Line 11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5244" name="Oval 12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5245" name="Oval 13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5246" name="Object 14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76" name="Equation" r:id="rId7" imgW="1612800" imgH="457200" progId="Equation.3">
                  <p:embed/>
                </p:oleObj>
              </mc:Choice>
              <mc:Fallback>
                <p:oleObj name="Equation" r:id="rId7" imgW="16128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47" name="Object 15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77" name="Equation" r:id="rId9" imgW="1549080" imgH="457200" progId="Equation.3">
                  <p:embed/>
                </p:oleObj>
              </mc:Choice>
              <mc:Fallback>
                <p:oleObj name="Equation" r:id="rId9" imgW="154908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5248" name="Object 16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278" name="Equation" r:id="rId11" imgW="380880" imgH="520560" progId="Equation.3">
                  <p:embed/>
                </p:oleObj>
              </mc:Choice>
              <mc:Fallback>
                <p:oleObj name="Equation" r:id="rId11" imgW="380880" imgH="5205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3D2CBB-E149-4B5A-A6BA-AF20606CCEC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37292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293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294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295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296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297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298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299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300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301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7302" name="Line 22"/>
          <p:cNvSpPr>
            <a:spLocks noChangeShapeType="1"/>
          </p:cNvSpPr>
          <p:nvPr/>
        </p:nvSpPr>
        <p:spPr bwMode="auto">
          <a:xfrm flipV="1">
            <a:off x="4572000" y="106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37303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4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3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5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4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6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5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7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6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8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7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09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737310" name="Object 30"/>
          <p:cNvGraphicFramePr>
            <a:graphicFrameLocks noChangeAspect="1"/>
          </p:cNvGraphicFramePr>
          <p:nvPr/>
        </p:nvGraphicFramePr>
        <p:xfrm>
          <a:off x="4419600" y="14478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8" name="Equation" r:id="rId13" imgW="444240" imgH="533160" progId="Equation.3">
                  <p:embed/>
                </p:oleObj>
              </mc:Choice>
              <mc:Fallback>
                <p:oleObj name="Equation" r:id="rId13" imgW="444240" imgH="533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4478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11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9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2" name="Oval 52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7333" name="Object 5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10" name="Equation" r:id="rId16" imgW="444240" imgH="533160" progId="Equation.3">
                  <p:embed/>
                </p:oleObj>
              </mc:Choice>
              <mc:Fallback>
                <p:oleObj name="Equation" r:id="rId16" imgW="444240" imgH="53316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4" name="Freeform 5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7335" name="Line 5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7336" name="Line 5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7337" name="Oval 5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7338" name="Oval 5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7339" name="Object 5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11" name="Equation" r:id="rId17" imgW="1612800" imgH="457200" progId="Equation.3">
                  <p:embed/>
                </p:oleObj>
              </mc:Choice>
              <mc:Fallback>
                <p:oleObj name="Equation" r:id="rId17" imgW="1612800" imgH="45720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0" name="Object 6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12" name="Equation" r:id="rId19" imgW="1549080" imgH="457200" progId="Equation.3">
                  <p:embed/>
                </p:oleObj>
              </mc:Choice>
              <mc:Fallback>
                <p:oleObj name="Equation" r:id="rId19" imgW="1549080" imgH="4572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1" name="Object 6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13" name="Equation" r:id="rId21" imgW="380880" imgH="520560" progId="Equation.3">
                  <p:embed/>
                </p:oleObj>
              </mc:Choice>
              <mc:Fallback>
                <p:oleObj name="Equation" r:id="rId21" imgW="380880" imgH="52056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2" name="Oval 62"/>
          <p:cNvSpPr>
            <a:spLocks noChangeArrowheads="1"/>
          </p:cNvSpPr>
          <p:nvPr/>
        </p:nvSpPr>
        <p:spPr bwMode="auto">
          <a:xfrm>
            <a:off x="2590800" y="3429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0D4CE0-2A2D-4C5E-917F-39A1C3CC732D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38367" name="Oval 63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8316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17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18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19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20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21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22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23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24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25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8326" name="Line 22"/>
          <p:cNvSpPr>
            <a:spLocks noChangeShapeType="1"/>
          </p:cNvSpPr>
          <p:nvPr/>
        </p:nvSpPr>
        <p:spPr bwMode="auto">
          <a:xfrm flipV="1">
            <a:off x="51816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38327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26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28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27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29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28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30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29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31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0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32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1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33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738334" name="Object 30"/>
          <p:cNvGraphicFramePr>
            <a:graphicFrameLocks noChangeAspect="1"/>
          </p:cNvGraphicFramePr>
          <p:nvPr/>
        </p:nvGraphicFramePr>
        <p:xfrm>
          <a:off x="4953000" y="1450975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2" name="Equation" r:id="rId13" imgW="444240" imgH="533160" progId="Equation.3">
                  <p:embed/>
                </p:oleObj>
              </mc:Choice>
              <mc:Fallback>
                <p:oleObj name="Equation" r:id="rId13" imgW="444240" imgH="533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450975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35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3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57" name="Object 5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4" name="Equation" r:id="rId16" imgW="444240" imgH="533160" progId="Equation.3">
                  <p:embed/>
                </p:oleObj>
              </mc:Choice>
              <mc:Fallback>
                <p:oleObj name="Equation" r:id="rId16" imgW="444240" imgH="53316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58" name="Freeform 5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8359" name="Line 5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8360" name="Line 5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8361" name="Oval 5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8362" name="Oval 5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8363" name="Object 5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5" name="Equation" r:id="rId18" imgW="1612800" imgH="457200" progId="Equation.3">
                  <p:embed/>
                </p:oleObj>
              </mc:Choice>
              <mc:Fallback>
                <p:oleObj name="Equation" r:id="rId18" imgW="1612800" imgH="45720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64" name="Object 6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6" name="Equation" r:id="rId20" imgW="1549080" imgH="457200" progId="Equation.3">
                  <p:embed/>
                </p:oleObj>
              </mc:Choice>
              <mc:Fallback>
                <p:oleObj name="Equation" r:id="rId20" imgW="1549080" imgH="4572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65" name="Object 6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37" name="Equation" r:id="rId22" imgW="380880" imgH="520560" progId="Equation.3">
                  <p:embed/>
                </p:oleObj>
              </mc:Choice>
              <mc:Fallback>
                <p:oleObj name="Equation" r:id="rId22" imgW="380880" imgH="52056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66" name="Oval 62"/>
          <p:cNvSpPr>
            <a:spLocks noChangeArrowheads="1"/>
          </p:cNvSpPr>
          <p:nvPr/>
        </p:nvSpPr>
        <p:spPr bwMode="auto">
          <a:xfrm>
            <a:off x="2590800" y="3429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A3BF8-AB0E-4DDF-8B49-D452DD65B409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39391" name="Oval 63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9340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1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2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3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4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5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6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7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8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49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39350" name="Line 22"/>
          <p:cNvSpPr>
            <a:spLocks noChangeShapeType="1"/>
          </p:cNvSpPr>
          <p:nvPr/>
        </p:nvSpPr>
        <p:spPr bwMode="auto">
          <a:xfrm flipV="1">
            <a:off x="57912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39351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0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2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1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3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2" name="Equation" r:id="rId6" imgW="253800" imgH="368280" progId="Equation.3">
                  <p:embed/>
                </p:oleObj>
              </mc:Choice>
              <mc:Fallback>
                <p:oleObj name="Equation" r:id="rId6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4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3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5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4" name="Equation" r:id="rId8" imgW="266400" imgH="279360" progId="Equation.3">
                  <p:embed/>
                </p:oleObj>
              </mc:Choice>
              <mc:Fallback>
                <p:oleObj name="Equation" r:id="rId8" imgW="266400" imgH="2793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6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5"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57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739358" name="Object 30"/>
          <p:cNvGraphicFramePr>
            <a:graphicFrameLocks noChangeAspect="1"/>
          </p:cNvGraphicFramePr>
          <p:nvPr/>
        </p:nvGraphicFramePr>
        <p:xfrm>
          <a:off x="5562600" y="1450975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6" name="Equation" r:id="rId11" imgW="444240" imgH="533160" progId="Equation.3">
                  <p:embed/>
                </p:oleObj>
              </mc:Choice>
              <mc:Fallback>
                <p:oleObj name="Equation" r:id="rId11" imgW="444240" imgH="533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450975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59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7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81" name="Object 5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8" name="Equation" r:id="rId14" imgW="444240" imgH="533160" progId="Equation.3">
                  <p:embed/>
                </p:oleObj>
              </mc:Choice>
              <mc:Fallback>
                <p:oleObj name="Equation" r:id="rId14" imgW="444240" imgH="53316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82" name="Freeform 5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9383" name="Line 5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9384" name="Line 5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9385" name="Oval 5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39386" name="Oval 5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39387" name="Object 5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59" name="Equation" r:id="rId15" imgW="1612800" imgH="457200" progId="Equation.3">
                  <p:embed/>
                </p:oleObj>
              </mc:Choice>
              <mc:Fallback>
                <p:oleObj name="Equation" r:id="rId15" imgW="1612800" imgH="45720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88" name="Object 6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60" name="Equation" r:id="rId17" imgW="1549080" imgH="457200" progId="Equation.3">
                  <p:embed/>
                </p:oleObj>
              </mc:Choice>
              <mc:Fallback>
                <p:oleObj name="Equation" r:id="rId17" imgW="1549080" imgH="4572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89" name="Object 6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461" name="Equation" r:id="rId19" imgW="380880" imgH="520560" progId="Equation.3">
                  <p:embed/>
                </p:oleObj>
              </mc:Choice>
              <mc:Fallback>
                <p:oleObj name="Equation" r:id="rId19" imgW="380880" imgH="52056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90" name="Oval 62"/>
          <p:cNvSpPr>
            <a:spLocks noChangeArrowheads="1"/>
          </p:cNvSpPr>
          <p:nvPr/>
        </p:nvSpPr>
        <p:spPr bwMode="auto">
          <a:xfrm>
            <a:off x="2590800" y="3429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B0D3E2-EBC9-4C0D-80A1-C3A6E9F34583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40417" name="Oval 65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0364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65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66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67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68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69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70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71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72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73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0374" name="Line 22"/>
          <p:cNvSpPr>
            <a:spLocks noChangeShapeType="1"/>
          </p:cNvSpPr>
          <p:nvPr/>
        </p:nvSpPr>
        <p:spPr bwMode="auto">
          <a:xfrm flipV="1">
            <a:off x="63246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0375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76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6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77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7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78" name="Equation" r:id="rId6" imgW="253800" imgH="368280" progId="Equation.3">
                  <p:embed/>
                </p:oleObj>
              </mc:Choice>
              <mc:Fallback>
                <p:oleObj name="Equation" r:id="rId6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8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79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79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0" name="Equation" r:id="rId8" imgW="266400" imgH="279360" progId="Equation.3">
                  <p:embed/>
                </p:oleObj>
              </mc:Choice>
              <mc:Fallback>
                <p:oleObj name="Equation" r:id="rId8" imgW="266400" imgH="2793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80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1"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381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3</a:t>
            </a:r>
          </a:p>
        </p:txBody>
      </p:sp>
      <p:graphicFrame>
        <p:nvGraphicFramePr>
          <p:cNvPr id="740382" name="Object 30"/>
          <p:cNvGraphicFramePr>
            <a:graphicFrameLocks noChangeAspect="1"/>
          </p:cNvGraphicFramePr>
          <p:nvPr/>
        </p:nvGraphicFramePr>
        <p:xfrm>
          <a:off x="6172200" y="1450975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2" name="Equation" r:id="rId11" imgW="444240" imgH="533160" progId="Equation.3">
                  <p:embed/>
                </p:oleObj>
              </mc:Choice>
              <mc:Fallback>
                <p:oleObj name="Equation" r:id="rId11" imgW="444240" imgH="533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50975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383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3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407" name="Object 55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4" name="Equation" r:id="rId14" imgW="444240" imgH="533160" progId="Equation.3">
                  <p:embed/>
                </p:oleObj>
              </mc:Choice>
              <mc:Fallback>
                <p:oleObj name="Equation" r:id="rId14" imgW="444240" imgH="53316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408" name="Freeform 56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0409" name="Line 57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0410" name="Line 58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0411" name="Oval 59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0412" name="Oval 60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0413" name="Object 61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5" name="Equation" r:id="rId15" imgW="1612800" imgH="457200" progId="Equation.3">
                  <p:embed/>
                </p:oleObj>
              </mc:Choice>
              <mc:Fallback>
                <p:oleObj name="Equation" r:id="rId15" imgW="1612800" imgH="45720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414" name="Object 62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6" name="Equation" r:id="rId17" imgW="1549080" imgH="457200" progId="Equation.3">
                  <p:embed/>
                </p:oleObj>
              </mc:Choice>
              <mc:Fallback>
                <p:oleObj name="Equation" r:id="rId17" imgW="1549080" imgH="45720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0415" name="Object 63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487" name="Equation" r:id="rId19" imgW="380880" imgH="520560" progId="Equation.3">
                  <p:embed/>
                </p:oleObj>
              </mc:Choice>
              <mc:Fallback>
                <p:oleObj name="Equation" r:id="rId19" imgW="380880" imgH="52056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0416" name="Oval 64"/>
          <p:cNvSpPr>
            <a:spLocks noChangeArrowheads="1"/>
          </p:cNvSpPr>
          <p:nvPr/>
        </p:nvSpPr>
        <p:spPr bwMode="auto">
          <a:xfrm>
            <a:off x="3962400" y="47244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5195FF1-4214-48C8-B474-D6D6DA4E44FB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78242" name="Oval 2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243" name="Line 3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44" name="Line 4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45" name="Line 5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46" name="Line 6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47" name="Line 7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48" name="Line 8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49" name="Line 9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50" name="Line 10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51" name="Line 11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52" name="Line 12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8253" name="Line 13"/>
          <p:cNvSpPr>
            <a:spLocks noChangeShapeType="1"/>
          </p:cNvSpPr>
          <p:nvPr/>
        </p:nvSpPr>
        <p:spPr bwMode="auto">
          <a:xfrm flipV="1">
            <a:off x="57912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78254" name="Object 14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55" name="Object 15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3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56" name="Object 16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4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57" name="Object 17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5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58" name="Object 18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6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59" name="Object 19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7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60" name="Text Box 20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4</a:t>
            </a:r>
          </a:p>
        </p:txBody>
      </p:sp>
      <p:graphicFrame>
        <p:nvGraphicFramePr>
          <p:cNvPr id="778261" name="Object 21"/>
          <p:cNvGraphicFramePr>
            <a:graphicFrameLocks noChangeAspect="1"/>
          </p:cNvGraphicFramePr>
          <p:nvPr/>
        </p:nvGraphicFramePr>
        <p:xfrm>
          <a:off x="5638800" y="1450975"/>
          <a:ext cx="3905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8" name="Equation" r:id="rId13" imgW="419040" imgH="571320" progId="Equation.3">
                  <p:embed/>
                </p:oleObj>
              </mc:Choice>
              <mc:Fallback>
                <p:oleObj name="Equation" r:id="rId13" imgW="419040" imgH="57132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50975"/>
                        <a:ext cx="390525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62" name="Object 22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39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63" name="Object 2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40" name="Equation" r:id="rId16" imgW="444240" imgH="533160" progId="Equation.3">
                  <p:embed/>
                </p:oleObj>
              </mc:Choice>
              <mc:Fallback>
                <p:oleObj name="Equation" r:id="rId16" imgW="444240" imgH="53316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64" name="Freeform 2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265" name="Line 2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266" name="Line 2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267" name="Oval 2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8268" name="Oval 2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78269" name="Object 2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41" name="Equation" r:id="rId18" imgW="1612800" imgH="457200" progId="Equation.3">
                  <p:embed/>
                </p:oleObj>
              </mc:Choice>
              <mc:Fallback>
                <p:oleObj name="Equation" r:id="rId18" imgW="1612800" imgH="45720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0" name="Object 3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42" name="Equation" r:id="rId20" imgW="1549080" imgH="457200" progId="Equation.3">
                  <p:embed/>
                </p:oleObj>
              </mc:Choice>
              <mc:Fallback>
                <p:oleObj name="Equation" r:id="rId20" imgW="1549080" imgH="45720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1" name="Object 3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343" name="Equation" r:id="rId22" imgW="380880" imgH="520560" progId="Equation.3">
                  <p:embed/>
                </p:oleObj>
              </mc:Choice>
              <mc:Fallback>
                <p:oleObj name="Equation" r:id="rId22" imgW="380880" imgH="5205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3" name="Text Box 33"/>
          <p:cNvSpPr txBox="1">
            <a:spLocks noChangeArrowheads="1"/>
          </p:cNvSpPr>
          <p:nvPr/>
        </p:nvSpPr>
        <p:spPr bwMode="auto">
          <a:xfrm>
            <a:off x="5562600" y="3733800"/>
            <a:ext cx="2997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Halt &amp; Accept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63A6D4-F02E-47AF-AFA2-E83421A4DA7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41378" name="Text Box 2"/>
          <p:cNvSpPr txBox="1">
            <a:spLocks noChangeArrowheads="1"/>
          </p:cNvSpPr>
          <p:nvPr/>
        </p:nvSpPr>
        <p:spPr bwMode="auto">
          <a:xfrm>
            <a:off x="288925" y="101600"/>
            <a:ext cx="3681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741379" name="Oval 3"/>
          <p:cNvSpPr>
            <a:spLocks noChangeArrowheads="1"/>
          </p:cNvSpPr>
          <p:nvPr/>
        </p:nvSpPr>
        <p:spPr bwMode="auto">
          <a:xfrm>
            <a:off x="2819400" y="56388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1380" name="Object 4"/>
          <p:cNvGraphicFramePr>
            <a:graphicFrameLocks noChangeAspect="1"/>
          </p:cNvGraphicFramePr>
          <p:nvPr/>
        </p:nvGraphicFramePr>
        <p:xfrm>
          <a:off x="3017838" y="57102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69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57102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381" name="Freeform 5"/>
          <p:cNvSpPr>
            <a:spLocks/>
          </p:cNvSpPr>
          <p:nvPr/>
        </p:nvSpPr>
        <p:spPr bwMode="auto">
          <a:xfrm>
            <a:off x="2768600" y="47117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1382" name="Line 6"/>
          <p:cNvSpPr>
            <a:spLocks noChangeShapeType="1"/>
          </p:cNvSpPr>
          <p:nvPr/>
        </p:nvSpPr>
        <p:spPr bwMode="auto">
          <a:xfrm>
            <a:off x="2209800" y="6019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1383" name="Line 7"/>
          <p:cNvSpPr>
            <a:spLocks noChangeShapeType="1"/>
          </p:cNvSpPr>
          <p:nvPr/>
        </p:nvSpPr>
        <p:spPr bwMode="auto">
          <a:xfrm>
            <a:off x="3657600" y="60198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1384" name="Oval 8"/>
          <p:cNvSpPr>
            <a:spLocks noChangeArrowheads="1"/>
          </p:cNvSpPr>
          <p:nvPr/>
        </p:nvSpPr>
        <p:spPr bwMode="auto">
          <a:xfrm>
            <a:off x="6019800" y="5638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1385" name="Oval 9"/>
          <p:cNvSpPr>
            <a:spLocks noChangeArrowheads="1"/>
          </p:cNvSpPr>
          <p:nvPr/>
        </p:nvSpPr>
        <p:spPr bwMode="auto">
          <a:xfrm>
            <a:off x="5867400" y="54864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1386" name="Object 10"/>
          <p:cNvGraphicFramePr>
            <a:graphicFrameLocks noChangeAspect="1"/>
          </p:cNvGraphicFramePr>
          <p:nvPr/>
        </p:nvGraphicFramePr>
        <p:xfrm>
          <a:off x="2590800" y="41910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0" name="Equation" r:id="rId5" imgW="1612800" imgH="457200" progId="Equation.3">
                  <p:embed/>
                </p:oleObj>
              </mc:Choice>
              <mc:Fallback>
                <p:oleObj name="Equation" r:id="rId5" imgW="161280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910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7" name="Object 11"/>
          <p:cNvGraphicFramePr>
            <a:graphicFrameLocks noChangeAspect="1"/>
          </p:cNvGraphicFramePr>
          <p:nvPr/>
        </p:nvGraphicFramePr>
        <p:xfrm>
          <a:off x="3994150" y="54864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1" name="Equation" r:id="rId7" imgW="1549080" imgH="457200" progId="Equation.3">
                  <p:embed/>
                </p:oleObj>
              </mc:Choice>
              <mc:Fallback>
                <p:oleObj name="Equation" r:id="rId7" imgW="154908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54864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388" name="Object 12"/>
          <p:cNvGraphicFramePr>
            <a:graphicFrameLocks noChangeAspect="1"/>
          </p:cNvGraphicFramePr>
          <p:nvPr/>
        </p:nvGraphicFramePr>
        <p:xfrm>
          <a:off x="6278563" y="5719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2" name="Equation" r:id="rId9" imgW="380880" imgH="520560" progId="Equation.3">
                  <p:embed/>
                </p:oleObj>
              </mc:Choice>
              <mc:Fallback>
                <p:oleObj name="Equation" r:id="rId9" imgW="380880" imgH="5205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57197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389" name="Line 13"/>
          <p:cNvSpPr>
            <a:spLocks noChangeShapeType="1"/>
          </p:cNvSpPr>
          <p:nvPr/>
        </p:nvSpPr>
        <p:spPr bwMode="auto">
          <a:xfrm>
            <a:off x="2514600" y="144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0" name="Line 14"/>
          <p:cNvSpPr>
            <a:spLocks noChangeShapeType="1"/>
          </p:cNvSpPr>
          <p:nvPr/>
        </p:nvSpPr>
        <p:spPr bwMode="auto">
          <a:xfrm>
            <a:off x="2514600" y="2133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1" name="Line 15"/>
          <p:cNvSpPr>
            <a:spLocks noChangeShapeType="1"/>
          </p:cNvSpPr>
          <p:nvPr/>
        </p:nvSpPr>
        <p:spPr bwMode="auto">
          <a:xfrm>
            <a:off x="2971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2" name="Line 16"/>
          <p:cNvSpPr>
            <a:spLocks noChangeShapeType="1"/>
          </p:cNvSpPr>
          <p:nvPr/>
        </p:nvSpPr>
        <p:spPr bwMode="auto">
          <a:xfrm>
            <a:off x="3581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3" name="Line 17"/>
          <p:cNvSpPr>
            <a:spLocks noChangeShapeType="1"/>
          </p:cNvSpPr>
          <p:nvPr/>
        </p:nvSpPr>
        <p:spPr bwMode="auto">
          <a:xfrm>
            <a:off x="4191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4" name="Line 18"/>
          <p:cNvSpPr>
            <a:spLocks noChangeShapeType="1"/>
          </p:cNvSpPr>
          <p:nvPr/>
        </p:nvSpPr>
        <p:spPr bwMode="auto">
          <a:xfrm>
            <a:off x="4800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5" name="Line 19"/>
          <p:cNvSpPr>
            <a:spLocks noChangeShapeType="1"/>
          </p:cNvSpPr>
          <p:nvPr/>
        </p:nvSpPr>
        <p:spPr bwMode="auto">
          <a:xfrm>
            <a:off x="5410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6" name="Line 20"/>
          <p:cNvSpPr>
            <a:spLocks noChangeShapeType="1"/>
          </p:cNvSpPr>
          <p:nvPr/>
        </p:nvSpPr>
        <p:spPr bwMode="auto">
          <a:xfrm>
            <a:off x="6019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7" name="Line 21"/>
          <p:cNvSpPr>
            <a:spLocks noChangeShapeType="1"/>
          </p:cNvSpPr>
          <p:nvPr/>
        </p:nvSpPr>
        <p:spPr bwMode="auto">
          <a:xfrm>
            <a:off x="6629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8" name="Line 22"/>
          <p:cNvSpPr>
            <a:spLocks noChangeShapeType="1"/>
          </p:cNvSpPr>
          <p:nvPr/>
        </p:nvSpPr>
        <p:spPr bwMode="auto">
          <a:xfrm>
            <a:off x="7239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1399" name="Line 23"/>
          <p:cNvSpPr>
            <a:spLocks noChangeShapeType="1"/>
          </p:cNvSpPr>
          <p:nvPr/>
        </p:nvSpPr>
        <p:spPr bwMode="auto">
          <a:xfrm flipV="1">
            <a:off x="44958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1400" name="Object 24"/>
          <p:cNvGraphicFramePr>
            <a:graphicFrameLocks noChangeAspect="1"/>
          </p:cNvGraphicFramePr>
          <p:nvPr/>
        </p:nvGraphicFramePr>
        <p:xfrm>
          <a:off x="32004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3" name="Equation" r:id="rId11" imgW="253800" imgH="368280" progId="Equation.3">
                  <p:embed/>
                </p:oleObj>
              </mc:Choice>
              <mc:Fallback>
                <p:oleObj name="Equation" r:id="rId11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401" name="Object 25"/>
          <p:cNvGraphicFramePr>
            <a:graphicFrameLocks noChangeAspect="1"/>
          </p:cNvGraphicFramePr>
          <p:nvPr/>
        </p:nvGraphicFramePr>
        <p:xfrm>
          <a:off x="38100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4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402" name="Object 26"/>
          <p:cNvGraphicFramePr>
            <a:graphicFrameLocks noChangeAspect="1"/>
          </p:cNvGraphicFramePr>
          <p:nvPr/>
        </p:nvGraphicFramePr>
        <p:xfrm>
          <a:off x="61468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5" name="Equation" r:id="rId14" imgW="253800" imgH="368280" progId="Equation.3">
                  <p:embed/>
                </p:oleObj>
              </mc:Choice>
              <mc:Fallback>
                <p:oleObj name="Equation" r:id="rId14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403" name="Object 27"/>
          <p:cNvGraphicFramePr>
            <a:graphicFrameLocks noChangeAspect="1"/>
          </p:cNvGraphicFramePr>
          <p:nvPr/>
        </p:nvGraphicFramePr>
        <p:xfrm>
          <a:off x="6756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6" name="Equation" r:id="rId15" imgW="253800" imgH="368280" progId="Equation.3">
                  <p:embed/>
                </p:oleObj>
              </mc:Choice>
              <mc:Fallback>
                <p:oleObj name="Equation" r:id="rId15" imgW="253800" imgH="3682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404" name="Object 28"/>
          <p:cNvGraphicFramePr>
            <a:graphicFrameLocks noChangeAspect="1"/>
          </p:cNvGraphicFramePr>
          <p:nvPr/>
        </p:nvGraphicFramePr>
        <p:xfrm>
          <a:off x="5035550" y="1620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7" name="Equation" r:id="rId16" imgW="253800" imgH="393480" progId="Equation.3">
                  <p:embed/>
                </p:oleObj>
              </mc:Choice>
              <mc:Fallback>
                <p:oleObj name="Equation" r:id="rId16" imgW="253800" imgH="3934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1620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405" name="Object 29"/>
          <p:cNvGraphicFramePr>
            <a:graphicFrameLocks noChangeAspect="1"/>
          </p:cNvGraphicFramePr>
          <p:nvPr/>
        </p:nvGraphicFramePr>
        <p:xfrm>
          <a:off x="44196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8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406" name="Text Box 30"/>
          <p:cNvSpPr txBox="1">
            <a:spLocks noChangeArrowheads="1"/>
          </p:cNvSpPr>
          <p:nvPr/>
        </p:nvSpPr>
        <p:spPr bwMode="auto">
          <a:xfrm>
            <a:off x="304800" y="1524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741407" name="Object 31"/>
          <p:cNvGraphicFramePr>
            <a:graphicFrameLocks noChangeAspect="1"/>
          </p:cNvGraphicFramePr>
          <p:nvPr/>
        </p:nvGraphicFramePr>
        <p:xfrm>
          <a:off x="4343400" y="2514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79" name="Equation" r:id="rId20" imgW="444240" imgH="533160" progId="Equation.3">
                  <p:embed/>
                </p:oleObj>
              </mc:Choice>
              <mc:Fallback>
                <p:oleObj name="Equation" r:id="rId20" imgW="444240" imgH="5331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5146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1408" name="Object 32"/>
          <p:cNvGraphicFramePr>
            <a:graphicFrameLocks noChangeAspect="1"/>
          </p:cNvGraphicFramePr>
          <p:nvPr/>
        </p:nvGraphicFramePr>
        <p:xfrm>
          <a:off x="56388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1480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1409" name="Oval 33"/>
          <p:cNvSpPr>
            <a:spLocks noChangeArrowheads="1"/>
          </p:cNvSpPr>
          <p:nvPr/>
        </p:nvSpPr>
        <p:spPr bwMode="auto">
          <a:xfrm>
            <a:off x="2438400" y="4038600"/>
            <a:ext cx="19050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C19242-E8DD-44BC-B3C2-52AC6D53EFE8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79297" name="Oval 33"/>
          <p:cNvSpPr>
            <a:spLocks noChangeArrowheads="1"/>
          </p:cNvSpPr>
          <p:nvPr/>
        </p:nvSpPr>
        <p:spPr bwMode="auto">
          <a:xfrm>
            <a:off x="2819400" y="56388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79268" name="Object 4"/>
          <p:cNvGraphicFramePr>
            <a:graphicFrameLocks noChangeAspect="1"/>
          </p:cNvGraphicFramePr>
          <p:nvPr/>
        </p:nvGraphicFramePr>
        <p:xfrm>
          <a:off x="3017838" y="57102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7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57102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69" name="Freeform 5"/>
          <p:cNvSpPr>
            <a:spLocks/>
          </p:cNvSpPr>
          <p:nvPr/>
        </p:nvSpPr>
        <p:spPr bwMode="auto">
          <a:xfrm>
            <a:off x="2768600" y="47117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9270" name="Line 6"/>
          <p:cNvSpPr>
            <a:spLocks noChangeShapeType="1"/>
          </p:cNvSpPr>
          <p:nvPr/>
        </p:nvSpPr>
        <p:spPr bwMode="auto">
          <a:xfrm>
            <a:off x="2209800" y="6019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9271" name="Line 7"/>
          <p:cNvSpPr>
            <a:spLocks noChangeShapeType="1"/>
          </p:cNvSpPr>
          <p:nvPr/>
        </p:nvSpPr>
        <p:spPr bwMode="auto">
          <a:xfrm>
            <a:off x="3657600" y="60198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9272" name="Oval 8"/>
          <p:cNvSpPr>
            <a:spLocks noChangeArrowheads="1"/>
          </p:cNvSpPr>
          <p:nvPr/>
        </p:nvSpPr>
        <p:spPr bwMode="auto">
          <a:xfrm>
            <a:off x="6019800" y="5638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79273" name="Oval 9"/>
          <p:cNvSpPr>
            <a:spLocks noChangeArrowheads="1"/>
          </p:cNvSpPr>
          <p:nvPr/>
        </p:nvSpPr>
        <p:spPr bwMode="auto">
          <a:xfrm>
            <a:off x="5867400" y="54864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79274" name="Object 10"/>
          <p:cNvGraphicFramePr>
            <a:graphicFrameLocks noChangeAspect="1"/>
          </p:cNvGraphicFramePr>
          <p:nvPr/>
        </p:nvGraphicFramePr>
        <p:xfrm>
          <a:off x="2590800" y="41910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8" name="Equation" r:id="rId5" imgW="1612800" imgH="457200" progId="Equation.3">
                  <p:embed/>
                </p:oleObj>
              </mc:Choice>
              <mc:Fallback>
                <p:oleObj name="Equation" r:id="rId5" imgW="161280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1910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5" name="Object 11"/>
          <p:cNvGraphicFramePr>
            <a:graphicFrameLocks noChangeAspect="1"/>
          </p:cNvGraphicFramePr>
          <p:nvPr/>
        </p:nvGraphicFramePr>
        <p:xfrm>
          <a:off x="3994150" y="54864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59" name="Equation" r:id="rId7" imgW="1549080" imgH="457200" progId="Equation.3">
                  <p:embed/>
                </p:oleObj>
              </mc:Choice>
              <mc:Fallback>
                <p:oleObj name="Equation" r:id="rId7" imgW="154908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54864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6" name="Object 12"/>
          <p:cNvGraphicFramePr>
            <a:graphicFrameLocks noChangeAspect="1"/>
          </p:cNvGraphicFramePr>
          <p:nvPr/>
        </p:nvGraphicFramePr>
        <p:xfrm>
          <a:off x="6278563" y="5719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0" name="Equation" r:id="rId9" imgW="380880" imgH="520560" progId="Equation.3">
                  <p:embed/>
                </p:oleObj>
              </mc:Choice>
              <mc:Fallback>
                <p:oleObj name="Equation" r:id="rId9" imgW="380880" imgH="5205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57197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77" name="Line 13"/>
          <p:cNvSpPr>
            <a:spLocks noChangeShapeType="1"/>
          </p:cNvSpPr>
          <p:nvPr/>
        </p:nvSpPr>
        <p:spPr bwMode="auto">
          <a:xfrm>
            <a:off x="2514600" y="144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78" name="Line 14"/>
          <p:cNvSpPr>
            <a:spLocks noChangeShapeType="1"/>
          </p:cNvSpPr>
          <p:nvPr/>
        </p:nvSpPr>
        <p:spPr bwMode="auto">
          <a:xfrm>
            <a:off x="2514600" y="2133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79" name="Line 15"/>
          <p:cNvSpPr>
            <a:spLocks noChangeShapeType="1"/>
          </p:cNvSpPr>
          <p:nvPr/>
        </p:nvSpPr>
        <p:spPr bwMode="auto">
          <a:xfrm>
            <a:off x="2971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0" name="Line 16"/>
          <p:cNvSpPr>
            <a:spLocks noChangeShapeType="1"/>
          </p:cNvSpPr>
          <p:nvPr/>
        </p:nvSpPr>
        <p:spPr bwMode="auto">
          <a:xfrm>
            <a:off x="3581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1" name="Line 17"/>
          <p:cNvSpPr>
            <a:spLocks noChangeShapeType="1"/>
          </p:cNvSpPr>
          <p:nvPr/>
        </p:nvSpPr>
        <p:spPr bwMode="auto">
          <a:xfrm>
            <a:off x="4191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2" name="Line 18"/>
          <p:cNvSpPr>
            <a:spLocks noChangeShapeType="1"/>
          </p:cNvSpPr>
          <p:nvPr/>
        </p:nvSpPr>
        <p:spPr bwMode="auto">
          <a:xfrm>
            <a:off x="4800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3" name="Line 19"/>
          <p:cNvSpPr>
            <a:spLocks noChangeShapeType="1"/>
          </p:cNvSpPr>
          <p:nvPr/>
        </p:nvSpPr>
        <p:spPr bwMode="auto">
          <a:xfrm>
            <a:off x="5410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4" name="Line 20"/>
          <p:cNvSpPr>
            <a:spLocks noChangeShapeType="1"/>
          </p:cNvSpPr>
          <p:nvPr/>
        </p:nvSpPr>
        <p:spPr bwMode="auto">
          <a:xfrm>
            <a:off x="6019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5" name="Line 21"/>
          <p:cNvSpPr>
            <a:spLocks noChangeShapeType="1"/>
          </p:cNvSpPr>
          <p:nvPr/>
        </p:nvSpPr>
        <p:spPr bwMode="auto">
          <a:xfrm>
            <a:off x="6629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6" name="Line 22"/>
          <p:cNvSpPr>
            <a:spLocks noChangeShapeType="1"/>
          </p:cNvSpPr>
          <p:nvPr/>
        </p:nvSpPr>
        <p:spPr bwMode="auto">
          <a:xfrm>
            <a:off x="7239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9287" name="Line 23"/>
          <p:cNvSpPr>
            <a:spLocks noChangeShapeType="1"/>
          </p:cNvSpPr>
          <p:nvPr/>
        </p:nvSpPr>
        <p:spPr bwMode="auto">
          <a:xfrm flipV="1">
            <a:off x="51054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79288" name="Object 24"/>
          <p:cNvGraphicFramePr>
            <a:graphicFrameLocks noChangeAspect="1"/>
          </p:cNvGraphicFramePr>
          <p:nvPr/>
        </p:nvGraphicFramePr>
        <p:xfrm>
          <a:off x="32004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1" name="Equation" r:id="rId11" imgW="253800" imgH="368280" progId="Equation.3">
                  <p:embed/>
                </p:oleObj>
              </mc:Choice>
              <mc:Fallback>
                <p:oleObj name="Equation" r:id="rId11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89" name="Object 25"/>
          <p:cNvGraphicFramePr>
            <a:graphicFrameLocks noChangeAspect="1"/>
          </p:cNvGraphicFramePr>
          <p:nvPr/>
        </p:nvGraphicFramePr>
        <p:xfrm>
          <a:off x="38100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2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90" name="Object 26"/>
          <p:cNvGraphicFramePr>
            <a:graphicFrameLocks noChangeAspect="1"/>
          </p:cNvGraphicFramePr>
          <p:nvPr/>
        </p:nvGraphicFramePr>
        <p:xfrm>
          <a:off x="61468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3" name="Equation" r:id="rId15" imgW="253800" imgH="368280" progId="Equation.3">
                  <p:embed/>
                </p:oleObj>
              </mc:Choice>
              <mc:Fallback>
                <p:oleObj name="Equation" r:id="rId15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91" name="Object 27"/>
          <p:cNvGraphicFramePr>
            <a:graphicFrameLocks noChangeAspect="1"/>
          </p:cNvGraphicFramePr>
          <p:nvPr/>
        </p:nvGraphicFramePr>
        <p:xfrm>
          <a:off x="6756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4" name="Equation" r:id="rId16" imgW="253800" imgH="368280" progId="Equation.3">
                  <p:embed/>
                </p:oleObj>
              </mc:Choice>
              <mc:Fallback>
                <p:oleObj name="Equation" r:id="rId16" imgW="253800" imgH="3682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92" name="Object 28"/>
          <p:cNvGraphicFramePr>
            <a:graphicFrameLocks noChangeAspect="1"/>
          </p:cNvGraphicFramePr>
          <p:nvPr/>
        </p:nvGraphicFramePr>
        <p:xfrm>
          <a:off x="5035550" y="1620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5" name="Equation" r:id="rId17" imgW="253800" imgH="393480" progId="Equation.3">
                  <p:embed/>
                </p:oleObj>
              </mc:Choice>
              <mc:Fallback>
                <p:oleObj name="Equation" r:id="rId17" imgW="253800" imgH="3934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1620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93" name="Object 29"/>
          <p:cNvGraphicFramePr>
            <a:graphicFrameLocks noChangeAspect="1"/>
          </p:cNvGraphicFramePr>
          <p:nvPr/>
        </p:nvGraphicFramePr>
        <p:xfrm>
          <a:off x="44196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6"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94" name="Text Box 30"/>
          <p:cNvSpPr txBox="1">
            <a:spLocks noChangeArrowheads="1"/>
          </p:cNvSpPr>
          <p:nvPr/>
        </p:nvSpPr>
        <p:spPr bwMode="auto">
          <a:xfrm>
            <a:off x="304800" y="15240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779295" name="Object 31"/>
          <p:cNvGraphicFramePr>
            <a:graphicFrameLocks noChangeAspect="1"/>
          </p:cNvGraphicFramePr>
          <p:nvPr/>
        </p:nvGraphicFramePr>
        <p:xfrm>
          <a:off x="4876800" y="2514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7" name="Equation" r:id="rId21" imgW="444240" imgH="533160" progId="Equation.3">
                  <p:embed/>
                </p:oleObj>
              </mc:Choice>
              <mc:Fallback>
                <p:oleObj name="Equation" r:id="rId21" imgW="444240" imgH="5331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5146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96" name="Object 32"/>
          <p:cNvGraphicFramePr>
            <a:graphicFrameLocks noChangeAspect="1"/>
          </p:cNvGraphicFramePr>
          <p:nvPr/>
        </p:nvGraphicFramePr>
        <p:xfrm>
          <a:off x="56388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368"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9298" name="Text Box 34"/>
          <p:cNvSpPr txBox="1">
            <a:spLocks noChangeArrowheads="1"/>
          </p:cNvSpPr>
          <p:nvPr/>
        </p:nvSpPr>
        <p:spPr bwMode="auto">
          <a:xfrm>
            <a:off x="4419600" y="3352800"/>
            <a:ext cx="4422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possible Transition</a:t>
            </a:r>
          </a:p>
        </p:txBody>
      </p:sp>
      <p:sp>
        <p:nvSpPr>
          <p:cNvPr id="779299" name="Text Box 35"/>
          <p:cNvSpPr txBox="1">
            <a:spLocks noChangeArrowheads="1"/>
          </p:cNvSpPr>
          <p:nvPr/>
        </p:nvSpPr>
        <p:spPr bwMode="auto">
          <a:xfrm>
            <a:off x="5181600" y="3962400"/>
            <a:ext cx="2924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Halt &amp; Reject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C5CC48-AF27-4AB4-895F-8F5D265C9F0D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Infinite Loop Example</a:t>
            </a:r>
          </a:p>
        </p:txBody>
      </p:sp>
      <p:sp>
        <p:nvSpPr>
          <p:cNvPr id="743427" name="Oval 3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3428" name="Object 4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0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29" name="Freeform 5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3430" name="Line 6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3431" name="Line 7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3432" name="Oval 8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3433" name="Oval 9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3434" name="Object 10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1" name="Equation" r:id="rId5" imgW="1612800" imgH="457200" progId="Equation.3">
                  <p:embed/>
                </p:oleObj>
              </mc:Choice>
              <mc:Fallback>
                <p:oleObj name="Equation" r:id="rId5" imgW="161280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5" name="Object 11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2" name="Equation" r:id="rId7" imgW="1549080" imgH="457200" progId="Equation.3">
                  <p:embed/>
                </p:oleObj>
              </mc:Choice>
              <mc:Fallback>
                <p:oleObj name="Equation" r:id="rId7" imgW="154908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6" name="Object 12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3" name="Equation" r:id="rId9" imgW="380880" imgH="520560" progId="Equation.3">
                  <p:embed/>
                </p:oleObj>
              </mc:Choice>
              <mc:Fallback>
                <p:oleObj name="Equation" r:id="rId9" imgW="380880" imgH="5205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3437" name="Object 13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4" name="Equation" r:id="rId11" imgW="1536480" imgH="469800" progId="Equation.3">
                  <p:embed/>
                </p:oleObj>
              </mc:Choice>
              <mc:Fallback>
                <p:oleObj name="Equation" r:id="rId11" imgW="1536480" imgH="4698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3438" name="Text Box 14"/>
          <p:cNvSpPr txBox="1">
            <a:spLocks noChangeArrowheads="1"/>
          </p:cNvSpPr>
          <p:nvPr/>
        </p:nvSpPr>
        <p:spPr bwMode="auto">
          <a:xfrm>
            <a:off x="1127125" y="1016000"/>
            <a:ext cx="35909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Turing machine </a:t>
            </a:r>
          </a:p>
          <a:p>
            <a:r>
              <a:rPr lang="en-US"/>
              <a:t>for language</a:t>
            </a:r>
          </a:p>
        </p:txBody>
      </p:sp>
      <p:graphicFrame>
        <p:nvGraphicFramePr>
          <p:cNvPr id="743439" name="Object 15"/>
          <p:cNvGraphicFramePr>
            <a:graphicFrameLocks noChangeAspect="1"/>
          </p:cNvGraphicFramePr>
          <p:nvPr/>
        </p:nvGraphicFramePr>
        <p:xfrm>
          <a:off x="3886200" y="1676400"/>
          <a:ext cx="35052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475" name="Equation" r:id="rId13" imgW="2463480" imgH="431640" progId="Equation.3">
                  <p:embed/>
                </p:oleObj>
              </mc:Choice>
              <mc:Fallback>
                <p:oleObj name="Equation" r:id="rId13" imgW="2463480" imgH="43164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676400"/>
                        <a:ext cx="350520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850B3A1-C076-44F3-9115-E7CB3CBC77CA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45484" name="Line 12"/>
          <p:cNvSpPr>
            <a:spLocks noChangeShapeType="1"/>
          </p:cNvSpPr>
          <p:nvPr/>
        </p:nvSpPr>
        <p:spPr bwMode="auto">
          <a:xfrm>
            <a:off x="2590800" y="304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85" name="Line 13"/>
          <p:cNvSpPr>
            <a:spLocks noChangeShapeType="1"/>
          </p:cNvSpPr>
          <p:nvPr/>
        </p:nvSpPr>
        <p:spPr bwMode="auto">
          <a:xfrm>
            <a:off x="2590800" y="990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86" name="Line 14"/>
          <p:cNvSpPr>
            <a:spLocks noChangeShapeType="1"/>
          </p:cNvSpPr>
          <p:nvPr/>
        </p:nvSpPr>
        <p:spPr bwMode="auto">
          <a:xfrm>
            <a:off x="3048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87" name="Line 15"/>
          <p:cNvSpPr>
            <a:spLocks noChangeShapeType="1"/>
          </p:cNvSpPr>
          <p:nvPr/>
        </p:nvSpPr>
        <p:spPr bwMode="auto">
          <a:xfrm>
            <a:off x="3657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88" name="Line 16"/>
          <p:cNvSpPr>
            <a:spLocks noChangeShapeType="1"/>
          </p:cNvSpPr>
          <p:nvPr/>
        </p:nvSpPr>
        <p:spPr bwMode="auto">
          <a:xfrm>
            <a:off x="4267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89" name="Line 17"/>
          <p:cNvSpPr>
            <a:spLocks noChangeShapeType="1"/>
          </p:cNvSpPr>
          <p:nvPr/>
        </p:nvSpPr>
        <p:spPr bwMode="auto">
          <a:xfrm>
            <a:off x="48768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90" name="Line 18"/>
          <p:cNvSpPr>
            <a:spLocks noChangeShapeType="1"/>
          </p:cNvSpPr>
          <p:nvPr/>
        </p:nvSpPr>
        <p:spPr bwMode="auto">
          <a:xfrm>
            <a:off x="54864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91" name="Line 19"/>
          <p:cNvSpPr>
            <a:spLocks noChangeShapeType="1"/>
          </p:cNvSpPr>
          <p:nvPr/>
        </p:nvSpPr>
        <p:spPr bwMode="auto">
          <a:xfrm>
            <a:off x="6096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92" name="Line 20"/>
          <p:cNvSpPr>
            <a:spLocks noChangeShapeType="1"/>
          </p:cNvSpPr>
          <p:nvPr/>
        </p:nvSpPr>
        <p:spPr bwMode="auto">
          <a:xfrm>
            <a:off x="6705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93" name="Line 21"/>
          <p:cNvSpPr>
            <a:spLocks noChangeShapeType="1"/>
          </p:cNvSpPr>
          <p:nvPr/>
        </p:nvSpPr>
        <p:spPr bwMode="auto">
          <a:xfrm>
            <a:off x="7315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5494" name="Line 22"/>
          <p:cNvSpPr>
            <a:spLocks noChangeShapeType="1"/>
          </p:cNvSpPr>
          <p:nvPr/>
        </p:nvSpPr>
        <p:spPr bwMode="auto">
          <a:xfrm flipV="1">
            <a:off x="4572000" y="99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5495" name="Object 23"/>
          <p:cNvGraphicFramePr>
            <a:graphicFrameLocks noChangeAspect="1"/>
          </p:cNvGraphicFramePr>
          <p:nvPr/>
        </p:nvGraphicFramePr>
        <p:xfrm>
          <a:off x="32766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96" name="Object 24"/>
          <p:cNvGraphicFramePr>
            <a:graphicFrameLocks noChangeAspect="1"/>
          </p:cNvGraphicFramePr>
          <p:nvPr/>
        </p:nvGraphicFramePr>
        <p:xfrm>
          <a:off x="38862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3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97" name="Object 25"/>
          <p:cNvGraphicFramePr>
            <a:graphicFrameLocks noChangeAspect="1"/>
          </p:cNvGraphicFramePr>
          <p:nvPr/>
        </p:nvGraphicFramePr>
        <p:xfrm>
          <a:off x="62230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4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98" name="Object 26"/>
          <p:cNvGraphicFramePr>
            <a:graphicFrameLocks noChangeAspect="1"/>
          </p:cNvGraphicFramePr>
          <p:nvPr/>
        </p:nvGraphicFramePr>
        <p:xfrm>
          <a:off x="68326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5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99" name="Object 27"/>
          <p:cNvGraphicFramePr>
            <a:graphicFrameLocks noChangeAspect="1"/>
          </p:cNvGraphicFramePr>
          <p:nvPr/>
        </p:nvGraphicFramePr>
        <p:xfrm>
          <a:off x="5111750" y="477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6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77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500" name="Object 28"/>
          <p:cNvGraphicFramePr>
            <a:graphicFrameLocks noChangeAspect="1"/>
          </p:cNvGraphicFramePr>
          <p:nvPr/>
        </p:nvGraphicFramePr>
        <p:xfrm>
          <a:off x="44958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7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501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745502" name="Object 30"/>
          <p:cNvGraphicFramePr>
            <a:graphicFrameLocks noChangeAspect="1"/>
          </p:cNvGraphicFramePr>
          <p:nvPr/>
        </p:nvGraphicFramePr>
        <p:xfrm>
          <a:off x="4419600" y="1371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8" name="Equation" r:id="rId13" imgW="444240" imgH="533160" progId="Equation.3">
                  <p:embed/>
                </p:oleObj>
              </mc:Choice>
              <mc:Fallback>
                <p:oleObj name="Equation" r:id="rId13" imgW="444240" imgH="533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3716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503" name="Object 31"/>
          <p:cNvGraphicFramePr>
            <a:graphicFrameLocks noChangeAspect="1"/>
          </p:cNvGraphicFramePr>
          <p:nvPr/>
        </p:nvGraphicFramePr>
        <p:xfrm>
          <a:off x="57150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09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526" name="Oval 54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5527" name="Object 55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10" name="Equation" r:id="rId17" imgW="444240" imgH="533160" progId="Equation.3">
                  <p:embed/>
                </p:oleObj>
              </mc:Choice>
              <mc:Fallback>
                <p:oleObj name="Equation" r:id="rId17" imgW="444240" imgH="53316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528" name="Freeform 56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5529" name="Line 57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5530" name="Line 58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5531" name="Oval 59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5532" name="Oval 60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5533" name="Object 61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11" name="Equation" r:id="rId19" imgW="1612800" imgH="457200" progId="Equation.3">
                  <p:embed/>
                </p:oleObj>
              </mc:Choice>
              <mc:Fallback>
                <p:oleObj name="Equation" r:id="rId19" imgW="1612800" imgH="45720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534" name="Object 62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12" name="Equation" r:id="rId21" imgW="1549080" imgH="457200" progId="Equation.3">
                  <p:embed/>
                </p:oleObj>
              </mc:Choice>
              <mc:Fallback>
                <p:oleObj name="Equation" r:id="rId21" imgW="1549080" imgH="45720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535" name="Object 63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13" name="Equation" r:id="rId23" imgW="380880" imgH="520560" progId="Equation.3">
                  <p:embed/>
                </p:oleObj>
              </mc:Choice>
              <mc:Fallback>
                <p:oleObj name="Equation" r:id="rId23" imgW="380880" imgH="52056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536" name="Object 64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614" name="Equation" r:id="rId25" imgW="1536480" imgH="469800" progId="Equation.3">
                  <p:embed/>
                </p:oleObj>
              </mc:Choice>
              <mc:Fallback>
                <p:oleObj name="Equation" r:id="rId25" imgW="1536480" imgH="46980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537" name="Oval 65"/>
          <p:cNvSpPr>
            <a:spLocks noChangeArrowheads="1"/>
          </p:cNvSpPr>
          <p:nvPr/>
        </p:nvSpPr>
        <p:spPr bwMode="auto">
          <a:xfrm>
            <a:off x="2590800" y="3581400"/>
            <a:ext cx="20574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0C73D91-5E79-4597-8214-D4872393299E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46571" name="Oval 75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6508" name="Line 12"/>
          <p:cNvSpPr>
            <a:spLocks noChangeShapeType="1"/>
          </p:cNvSpPr>
          <p:nvPr/>
        </p:nvSpPr>
        <p:spPr bwMode="auto">
          <a:xfrm>
            <a:off x="2590800" y="304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09" name="Line 13"/>
          <p:cNvSpPr>
            <a:spLocks noChangeShapeType="1"/>
          </p:cNvSpPr>
          <p:nvPr/>
        </p:nvSpPr>
        <p:spPr bwMode="auto">
          <a:xfrm>
            <a:off x="2590800" y="990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0" name="Line 14"/>
          <p:cNvSpPr>
            <a:spLocks noChangeShapeType="1"/>
          </p:cNvSpPr>
          <p:nvPr/>
        </p:nvSpPr>
        <p:spPr bwMode="auto">
          <a:xfrm>
            <a:off x="3048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1" name="Line 15"/>
          <p:cNvSpPr>
            <a:spLocks noChangeShapeType="1"/>
          </p:cNvSpPr>
          <p:nvPr/>
        </p:nvSpPr>
        <p:spPr bwMode="auto">
          <a:xfrm>
            <a:off x="3657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2" name="Line 16"/>
          <p:cNvSpPr>
            <a:spLocks noChangeShapeType="1"/>
          </p:cNvSpPr>
          <p:nvPr/>
        </p:nvSpPr>
        <p:spPr bwMode="auto">
          <a:xfrm>
            <a:off x="4267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3" name="Line 17"/>
          <p:cNvSpPr>
            <a:spLocks noChangeShapeType="1"/>
          </p:cNvSpPr>
          <p:nvPr/>
        </p:nvSpPr>
        <p:spPr bwMode="auto">
          <a:xfrm>
            <a:off x="48768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4" name="Line 18"/>
          <p:cNvSpPr>
            <a:spLocks noChangeShapeType="1"/>
          </p:cNvSpPr>
          <p:nvPr/>
        </p:nvSpPr>
        <p:spPr bwMode="auto">
          <a:xfrm>
            <a:off x="54864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5" name="Line 19"/>
          <p:cNvSpPr>
            <a:spLocks noChangeShapeType="1"/>
          </p:cNvSpPr>
          <p:nvPr/>
        </p:nvSpPr>
        <p:spPr bwMode="auto">
          <a:xfrm>
            <a:off x="6096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6" name="Line 20"/>
          <p:cNvSpPr>
            <a:spLocks noChangeShapeType="1"/>
          </p:cNvSpPr>
          <p:nvPr/>
        </p:nvSpPr>
        <p:spPr bwMode="auto">
          <a:xfrm>
            <a:off x="6705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7" name="Line 21"/>
          <p:cNvSpPr>
            <a:spLocks noChangeShapeType="1"/>
          </p:cNvSpPr>
          <p:nvPr/>
        </p:nvSpPr>
        <p:spPr bwMode="auto">
          <a:xfrm>
            <a:off x="7315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6518" name="Line 22"/>
          <p:cNvSpPr>
            <a:spLocks noChangeShapeType="1"/>
          </p:cNvSpPr>
          <p:nvPr/>
        </p:nvSpPr>
        <p:spPr bwMode="auto">
          <a:xfrm flipV="1">
            <a:off x="5181600" y="9969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6519" name="Object 23"/>
          <p:cNvGraphicFramePr>
            <a:graphicFrameLocks noChangeAspect="1"/>
          </p:cNvGraphicFramePr>
          <p:nvPr/>
        </p:nvGraphicFramePr>
        <p:xfrm>
          <a:off x="32766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25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0" name="Object 24"/>
          <p:cNvGraphicFramePr>
            <a:graphicFrameLocks noChangeAspect="1"/>
          </p:cNvGraphicFramePr>
          <p:nvPr/>
        </p:nvGraphicFramePr>
        <p:xfrm>
          <a:off x="38862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26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1" name="Object 25"/>
          <p:cNvGraphicFramePr>
            <a:graphicFrameLocks noChangeAspect="1"/>
          </p:cNvGraphicFramePr>
          <p:nvPr/>
        </p:nvGraphicFramePr>
        <p:xfrm>
          <a:off x="62230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27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2" name="Object 26"/>
          <p:cNvGraphicFramePr>
            <a:graphicFrameLocks noChangeAspect="1"/>
          </p:cNvGraphicFramePr>
          <p:nvPr/>
        </p:nvGraphicFramePr>
        <p:xfrm>
          <a:off x="68326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28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3" name="Object 27"/>
          <p:cNvGraphicFramePr>
            <a:graphicFrameLocks noChangeAspect="1"/>
          </p:cNvGraphicFramePr>
          <p:nvPr/>
        </p:nvGraphicFramePr>
        <p:xfrm>
          <a:off x="5111750" y="477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29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77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4" name="Object 28"/>
          <p:cNvGraphicFramePr>
            <a:graphicFrameLocks noChangeAspect="1"/>
          </p:cNvGraphicFramePr>
          <p:nvPr/>
        </p:nvGraphicFramePr>
        <p:xfrm>
          <a:off x="44958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0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25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746526" name="Object 30"/>
          <p:cNvGraphicFramePr>
            <a:graphicFrameLocks noChangeAspect="1"/>
          </p:cNvGraphicFramePr>
          <p:nvPr/>
        </p:nvGraphicFramePr>
        <p:xfrm>
          <a:off x="5029200" y="137795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1" name="Equation" r:id="rId13" imgW="444240" imgH="533160" progId="Equation.3">
                  <p:embed/>
                </p:oleObj>
              </mc:Choice>
              <mc:Fallback>
                <p:oleObj name="Equation" r:id="rId13" imgW="444240" imgH="533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37795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27" name="Object 31"/>
          <p:cNvGraphicFramePr>
            <a:graphicFrameLocks noChangeAspect="1"/>
          </p:cNvGraphicFramePr>
          <p:nvPr/>
        </p:nvGraphicFramePr>
        <p:xfrm>
          <a:off x="57150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2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50" name="Object 54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3" name="Equation" r:id="rId17" imgW="444240" imgH="533160" progId="Equation.3">
                  <p:embed/>
                </p:oleObj>
              </mc:Choice>
              <mc:Fallback>
                <p:oleObj name="Equation" r:id="rId17" imgW="444240" imgH="53316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51" name="Freeform 55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6552" name="Line 56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6553" name="Line 57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6554" name="Oval 58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6555" name="Oval 59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6556" name="Object 60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4" name="Equation" r:id="rId19" imgW="1612800" imgH="457200" progId="Equation.3">
                  <p:embed/>
                </p:oleObj>
              </mc:Choice>
              <mc:Fallback>
                <p:oleObj name="Equation" r:id="rId19" imgW="1612800" imgH="4572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57" name="Object 61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5" name="Equation" r:id="rId21" imgW="1549080" imgH="457200" progId="Equation.3">
                  <p:embed/>
                </p:oleObj>
              </mc:Choice>
              <mc:Fallback>
                <p:oleObj name="Equation" r:id="rId21" imgW="1549080" imgH="45720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58" name="Object 62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6" name="Equation" r:id="rId23" imgW="380880" imgH="520560" progId="Equation.3">
                  <p:embed/>
                </p:oleObj>
              </mc:Choice>
              <mc:Fallback>
                <p:oleObj name="Equation" r:id="rId23" imgW="380880" imgH="52056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59" name="Object 63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637" name="Equation" r:id="rId25" imgW="1536480" imgH="469800" progId="Equation.3">
                  <p:embed/>
                </p:oleObj>
              </mc:Choice>
              <mc:Fallback>
                <p:oleObj name="Equation" r:id="rId25" imgW="1536480" imgH="4698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6572" name="Oval 76"/>
          <p:cNvSpPr>
            <a:spLocks noChangeArrowheads="1"/>
          </p:cNvSpPr>
          <p:nvPr/>
        </p:nvSpPr>
        <p:spPr bwMode="auto">
          <a:xfrm>
            <a:off x="2590800" y="3048000"/>
            <a:ext cx="20574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E58406-3B2E-4A91-841F-17BBF4FC8E20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80352" name="Oval 64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0300" name="Line 12"/>
          <p:cNvSpPr>
            <a:spLocks noChangeShapeType="1"/>
          </p:cNvSpPr>
          <p:nvPr/>
        </p:nvSpPr>
        <p:spPr bwMode="auto">
          <a:xfrm>
            <a:off x="2590800" y="304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1" name="Line 13"/>
          <p:cNvSpPr>
            <a:spLocks noChangeShapeType="1"/>
          </p:cNvSpPr>
          <p:nvPr/>
        </p:nvSpPr>
        <p:spPr bwMode="auto">
          <a:xfrm>
            <a:off x="2590800" y="990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2" name="Line 14"/>
          <p:cNvSpPr>
            <a:spLocks noChangeShapeType="1"/>
          </p:cNvSpPr>
          <p:nvPr/>
        </p:nvSpPr>
        <p:spPr bwMode="auto">
          <a:xfrm>
            <a:off x="3048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3" name="Line 15"/>
          <p:cNvSpPr>
            <a:spLocks noChangeShapeType="1"/>
          </p:cNvSpPr>
          <p:nvPr/>
        </p:nvSpPr>
        <p:spPr bwMode="auto">
          <a:xfrm>
            <a:off x="3657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4" name="Line 16"/>
          <p:cNvSpPr>
            <a:spLocks noChangeShapeType="1"/>
          </p:cNvSpPr>
          <p:nvPr/>
        </p:nvSpPr>
        <p:spPr bwMode="auto">
          <a:xfrm>
            <a:off x="4267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5" name="Line 17"/>
          <p:cNvSpPr>
            <a:spLocks noChangeShapeType="1"/>
          </p:cNvSpPr>
          <p:nvPr/>
        </p:nvSpPr>
        <p:spPr bwMode="auto">
          <a:xfrm>
            <a:off x="48768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6" name="Line 18"/>
          <p:cNvSpPr>
            <a:spLocks noChangeShapeType="1"/>
          </p:cNvSpPr>
          <p:nvPr/>
        </p:nvSpPr>
        <p:spPr bwMode="auto">
          <a:xfrm>
            <a:off x="54864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7" name="Line 19"/>
          <p:cNvSpPr>
            <a:spLocks noChangeShapeType="1"/>
          </p:cNvSpPr>
          <p:nvPr/>
        </p:nvSpPr>
        <p:spPr bwMode="auto">
          <a:xfrm>
            <a:off x="6096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8" name="Line 20"/>
          <p:cNvSpPr>
            <a:spLocks noChangeShapeType="1"/>
          </p:cNvSpPr>
          <p:nvPr/>
        </p:nvSpPr>
        <p:spPr bwMode="auto">
          <a:xfrm>
            <a:off x="6705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09" name="Line 21"/>
          <p:cNvSpPr>
            <a:spLocks noChangeShapeType="1"/>
          </p:cNvSpPr>
          <p:nvPr/>
        </p:nvSpPr>
        <p:spPr bwMode="auto">
          <a:xfrm>
            <a:off x="7315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0310" name="Line 22"/>
          <p:cNvSpPr>
            <a:spLocks noChangeShapeType="1"/>
          </p:cNvSpPr>
          <p:nvPr/>
        </p:nvSpPr>
        <p:spPr bwMode="auto">
          <a:xfrm flipV="1">
            <a:off x="4572000" y="9969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80311" name="Object 23"/>
          <p:cNvGraphicFramePr>
            <a:graphicFrameLocks noChangeAspect="1"/>
          </p:cNvGraphicFramePr>
          <p:nvPr/>
        </p:nvGraphicFramePr>
        <p:xfrm>
          <a:off x="32766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17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12" name="Object 24"/>
          <p:cNvGraphicFramePr>
            <a:graphicFrameLocks noChangeAspect="1"/>
          </p:cNvGraphicFramePr>
          <p:nvPr/>
        </p:nvGraphicFramePr>
        <p:xfrm>
          <a:off x="38862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18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13" name="Object 25"/>
          <p:cNvGraphicFramePr>
            <a:graphicFrameLocks noChangeAspect="1"/>
          </p:cNvGraphicFramePr>
          <p:nvPr/>
        </p:nvGraphicFramePr>
        <p:xfrm>
          <a:off x="62230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19" name="Equation" r:id="rId6" imgW="253800" imgH="368280" progId="Equation.3">
                  <p:embed/>
                </p:oleObj>
              </mc:Choice>
              <mc:Fallback>
                <p:oleObj name="Equation" r:id="rId6" imgW="253800" imgH="36828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14" name="Object 26"/>
          <p:cNvGraphicFramePr>
            <a:graphicFrameLocks noChangeAspect="1"/>
          </p:cNvGraphicFramePr>
          <p:nvPr/>
        </p:nvGraphicFramePr>
        <p:xfrm>
          <a:off x="68326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0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15" name="Object 27"/>
          <p:cNvGraphicFramePr>
            <a:graphicFrameLocks noChangeAspect="1"/>
          </p:cNvGraphicFramePr>
          <p:nvPr/>
        </p:nvGraphicFramePr>
        <p:xfrm>
          <a:off x="5111750" y="477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1" name="Equation" r:id="rId8" imgW="253800" imgH="393480" progId="Equation.3">
                  <p:embed/>
                </p:oleObj>
              </mc:Choice>
              <mc:Fallback>
                <p:oleObj name="Equation" r:id="rId8" imgW="253800" imgH="3934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77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16" name="Object 28"/>
          <p:cNvGraphicFramePr>
            <a:graphicFrameLocks noChangeAspect="1"/>
          </p:cNvGraphicFramePr>
          <p:nvPr/>
        </p:nvGraphicFramePr>
        <p:xfrm>
          <a:off x="44958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2"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0317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780318" name="Object 30"/>
          <p:cNvGraphicFramePr>
            <a:graphicFrameLocks noChangeAspect="1"/>
          </p:cNvGraphicFramePr>
          <p:nvPr/>
        </p:nvGraphicFramePr>
        <p:xfrm>
          <a:off x="4343400" y="137795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3" name="Equation" r:id="rId12" imgW="444240" imgH="533160" progId="Equation.3">
                  <p:embed/>
                </p:oleObj>
              </mc:Choice>
              <mc:Fallback>
                <p:oleObj name="Equation" r:id="rId12" imgW="444240" imgH="5331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37795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19" name="Object 31"/>
          <p:cNvGraphicFramePr>
            <a:graphicFrameLocks noChangeAspect="1"/>
          </p:cNvGraphicFramePr>
          <p:nvPr/>
        </p:nvGraphicFramePr>
        <p:xfrm>
          <a:off x="57150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4"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42" name="Object 54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5" name="Equation" r:id="rId15" imgW="444240" imgH="533160" progId="Equation.3">
                  <p:embed/>
                </p:oleObj>
              </mc:Choice>
              <mc:Fallback>
                <p:oleObj name="Equation" r:id="rId15" imgW="444240" imgH="53316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0343" name="Freeform 55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/>
            <a:ahLst/>
            <a:cxnLst>
              <a:cxn ang="0">
                <a:pos x="464" y="632"/>
              </a:cxn>
              <a:cxn ang="0">
                <a:pos x="656" y="200"/>
              </a:cxn>
              <a:cxn ang="0">
                <a:pos x="368" y="8"/>
              </a:cxn>
              <a:cxn ang="0">
                <a:pos x="32" y="152"/>
              </a:cxn>
              <a:cxn ang="0">
                <a:pos x="176" y="584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0344" name="Line 56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0345" name="Line 57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0346" name="Oval 58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0347" name="Oval 59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0348" name="Object 60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6" name="Equation" r:id="rId16" imgW="1612800" imgH="457200" progId="Equation.3">
                  <p:embed/>
                </p:oleObj>
              </mc:Choice>
              <mc:Fallback>
                <p:oleObj name="Equation" r:id="rId16" imgW="1612800" imgH="4572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49" name="Object 61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7" name="Equation" r:id="rId18" imgW="1549080" imgH="457200" progId="Equation.3">
                  <p:embed/>
                </p:oleObj>
              </mc:Choice>
              <mc:Fallback>
                <p:oleObj name="Equation" r:id="rId18" imgW="1549080" imgH="45720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50" name="Object 62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8" name="Equation" r:id="rId20" imgW="380880" imgH="520560" progId="Equation.3">
                  <p:embed/>
                </p:oleObj>
              </mc:Choice>
              <mc:Fallback>
                <p:oleObj name="Equation" r:id="rId20" imgW="380880" imgH="52056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0351" name="Object 63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429" name="Equation" r:id="rId22" imgW="1536480" imgH="469800" progId="Equation.3">
                  <p:embed/>
                </p:oleObj>
              </mc:Choice>
              <mc:Fallback>
                <p:oleObj name="Equation" r:id="rId22" imgW="1536480" imgH="4698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0353" name="Oval 65"/>
          <p:cNvSpPr>
            <a:spLocks noChangeArrowheads="1"/>
          </p:cNvSpPr>
          <p:nvPr/>
        </p:nvSpPr>
        <p:spPr bwMode="auto">
          <a:xfrm>
            <a:off x="2590800" y="3581400"/>
            <a:ext cx="20574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2653-9441-414A-8606-B86B71BA2FC1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47522" name="Line 2"/>
          <p:cNvSpPr>
            <a:spLocks noChangeShapeType="1"/>
          </p:cNvSpPr>
          <p:nvPr/>
        </p:nvSpPr>
        <p:spPr bwMode="auto">
          <a:xfrm>
            <a:off x="2590800" y="228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23" name="Line 3"/>
          <p:cNvSpPr>
            <a:spLocks noChangeShapeType="1"/>
          </p:cNvSpPr>
          <p:nvPr/>
        </p:nvSpPr>
        <p:spPr bwMode="auto">
          <a:xfrm>
            <a:off x="2590800" y="9144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24" name="Line 4"/>
          <p:cNvSpPr>
            <a:spLocks noChangeShapeType="1"/>
          </p:cNvSpPr>
          <p:nvPr/>
        </p:nvSpPr>
        <p:spPr bwMode="auto">
          <a:xfrm>
            <a:off x="30480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25" name="Line 5"/>
          <p:cNvSpPr>
            <a:spLocks noChangeShapeType="1"/>
          </p:cNvSpPr>
          <p:nvPr/>
        </p:nvSpPr>
        <p:spPr bwMode="auto">
          <a:xfrm>
            <a:off x="36576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26" name="Line 6"/>
          <p:cNvSpPr>
            <a:spLocks noChangeShapeType="1"/>
          </p:cNvSpPr>
          <p:nvPr/>
        </p:nvSpPr>
        <p:spPr bwMode="auto">
          <a:xfrm>
            <a:off x="42672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27" name="Line 7"/>
          <p:cNvSpPr>
            <a:spLocks noChangeShapeType="1"/>
          </p:cNvSpPr>
          <p:nvPr/>
        </p:nvSpPr>
        <p:spPr bwMode="auto">
          <a:xfrm>
            <a:off x="48768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28" name="Line 8"/>
          <p:cNvSpPr>
            <a:spLocks noChangeShapeType="1"/>
          </p:cNvSpPr>
          <p:nvPr/>
        </p:nvSpPr>
        <p:spPr bwMode="auto">
          <a:xfrm>
            <a:off x="54864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29" name="Line 9"/>
          <p:cNvSpPr>
            <a:spLocks noChangeShapeType="1"/>
          </p:cNvSpPr>
          <p:nvPr/>
        </p:nvSpPr>
        <p:spPr bwMode="auto">
          <a:xfrm>
            <a:off x="60960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30" name="Line 10"/>
          <p:cNvSpPr>
            <a:spLocks noChangeShapeType="1"/>
          </p:cNvSpPr>
          <p:nvPr/>
        </p:nvSpPr>
        <p:spPr bwMode="auto">
          <a:xfrm>
            <a:off x="67056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31" name="Line 11"/>
          <p:cNvSpPr>
            <a:spLocks noChangeShapeType="1"/>
          </p:cNvSpPr>
          <p:nvPr/>
        </p:nvSpPr>
        <p:spPr bwMode="auto">
          <a:xfrm>
            <a:off x="73152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32" name="Line 12"/>
          <p:cNvSpPr>
            <a:spLocks noChangeShapeType="1"/>
          </p:cNvSpPr>
          <p:nvPr/>
        </p:nvSpPr>
        <p:spPr bwMode="auto">
          <a:xfrm flipV="1">
            <a:off x="4572000" y="920750"/>
            <a:ext cx="0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7533" name="Object 13"/>
          <p:cNvGraphicFramePr>
            <a:graphicFrameLocks noChangeAspect="1"/>
          </p:cNvGraphicFramePr>
          <p:nvPr/>
        </p:nvGraphicFramePr>
        <p:xfrm>
          <a:off x="3276600" y="381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1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34" name="Object 14"/>
          <p:cNvGraphicFramePr>
            <a:graphicFrameLocks noChangeAspect="1"/>
          </p:cNvGraphicFramePr>
          <p:nvPr/>
        </p:nvGraphicFramePr>
        <p:xfrm>
          <a:off x="3886200" y="381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3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81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35" name="Object 15"/>
          <p:cNvGraphicFramePr>
            <a:graphicFrameLocks noChangeAspect="1"/>
          </p:cNvGraphicFramePr>
          <p:nvPr/>
        </p:nvGraphicFramePr>
        <p:xfrm>
          <a:off x="6223000" y="387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4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387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36" name="Object 16"/>
          <p:cNvGraphicFramePr>
            <a:graphicFrameLocks noChangeAspect="1"/>
          </p:cNvGraphicFramePr>
          <p:nvPr/>
        </p:nvGraphicFramePr>
        <p:xfrm>
          <a:off x="6832600" y="387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5" name="Equation" r:id="rId8" imgW="253800" imgH="368280" progId="Equation.3">
                  <p:embed/>
                </p:oleObj>
              </mc:Choice>
              <mc:Fallback>
                <p:oleObj name="Equation" r:id="rId8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3873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37" name="Object 17"/>
          <p:cNvGraphicFramePr>
            <a:graphicFrameLocks noChangeAspect="1"/>
          </p:cNvGraphicFramePr>
          <p:nvPr/>
        </p:nvGraphicFramePr>
        <p:xfrm>
          <a:off x="5111750" y="4016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6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016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38" name="Object 18"/>
          <p:cNvGraphicFramePr>
            <a:graphicFrameLocks noChangeAspect="1"/>
          </p:cNvGraphicFramePr>
          <p:nvPr/>
        </p:nvGraphicFramePr>
        <p:xfrm>
          <a:off x="4495800" y="45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7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57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39" name="Text Box 19"/>
          <p:cNvSpPr txBox="1">
            <a:spLocks noChangeArrowheads="1"/>
          </p:cNvSpPr>
          <p:nvPr/>
        </p:nvSpPr>
        <p:spPr bwMode="auto">
          <a:xfrm>
            <a:off x="381000" y="304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747540" name="Object 20"/>
          <p:cNvGraphicFramePr>
            <a:graphicFrameLocks noChangeAspect="1"/>
          </p:cNvGraphicFramePr>
          <p:nvPr/>
        </p:nvGraphicFramePr>
        <p:xfrm>
          <a:off x="4419600" y="1143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8" name="Equation" r:id="rId13" imgW="444240" imgH="533160" progId="Equation.3">
                  <p:embed/>
                </p:oleObj>
              </mc:Choice>
              <mc:Fallback>
                <p:oleObj name="Equation" r:id="rId13" imgW="444240" imgH="53316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430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41" name="Object 21"/>
          <p:cNvGraphicFramePr>
            <a:graphicFrameLocks noChangeAspect="1"/>
          </p:cNvGraphicFramePr>
          <p:nvPr/>
        </p:nvGraphicFramePr>
        <p:xfrm>
          <a:off x="5715000" y="45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89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57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42" name="Line 22"/>
          <p:cNvSpPr>
            <a:spLocks noChangeShapeType="1"/>
          </p:cNvSpPr>
          <p:nvPr/>
        </p:nvSpPr>
        <p:spPr bwMode="auto">
          <a:xfrm>
            <a:off x="2590800" y="1828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43" name="Line 23"/>
          <p:cNvSpPr>
            <a:spLocks noChangeShapeType="1"/>
          </p:cNvSpPr>
          <p:nvPr/>
        </p:nvSpPr>
        <p:spPr bwMode="auto">
          <a:xfrm>
            <a:off x="2590800" y="2514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44" name="Line 24"/>
          <p:cNvSpPr>
            <a:spLocks noChangeShapeType="1"/>
          </p:cNvSpPr>
          <p:nvPr/>
        </p:nvSpPr>
        <p:spPr bwMode="auto">
          <a:xfrm>
            <a:off x="3048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45" name="Line 25"/>
          <p:cNvSpPr>
            <a:spLocks noChangeShapeType="1"/>
          </p:cNvSpPr>
          <p:nvPr/>
        </p:nvSpPr>
        <p:spPr bwMode="auto">
          <a:xfrm>
            <a:off x="3657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46" name="Line 26"/>
          <p:cNvSpPr>
            <a:spLocks noChangeShapeType="1"/>
          </p:cNvSpPr>
          <p:nvPr/>
        </p:nvSpPr>
        <p:spPr bwMode="auto">
          <a:xfrm>
            <a:off x="4267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47" name="Line 27"/>
          <p:cNvSpPr>
            <a:spLocks noChangeShapeType="1"/>
          </p:cNvSpPr>
          <p:nvPr/>
        </p:nvSpPr>
        <p:spPr bwMode="auto">
          <a:xfrm>
            <a:off x="4876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48" name="Line 28"/>
          <p:cNvSpPr>
            <a:spLocks noChangeShapeType="1"/>
          </p:cNvSpPr>
          <p:nvPr/>
        </p:nvSpPr>
        <p:spPr bwMode="auto">
          <a:xfrm>
            <a:off x="5486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49" name="Line 29"/>
          <p:cNvSpPr>
            <a:spLocks noChangeShapeType="1"/>
          </p:cNvSpPr>
          <p:nvPr/>
        </p:nvSpPr>
        <p:spPr bwMode="auto">
          <a:xfrm>
            <a:off x="6096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50" name="Line 30"/>
          <p:cNvSpPr>
            <a:spLocks noChangeShapeType="1"/>
          </p:cNvSpPr>
          <p:nvPr/>
        </p:nvSpPr>
        <p:spPr bwMode="auto">
          <a:xfrm>
            <a:off x="6705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51" name="Line 31"/>
          <p:cNvSpPr>
            <a:spLocks noChangeShapeType="1"/>
          </p:cNvSpPr>
          <p:nvPr/>
        </p:nvSpPr>
        <p:spPr bwMode="auto">
          <a:xfrm>
            <a:off x="7315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52" name="Line 32"/>
          <p:cNvSpPr>
            <a:spLocks noChangeShapeType="1"/>
          </p:cNvSpPr>
          <p:nvPr/>
        </p:nvSpPr>
        <p:spPr bwMode="auto">
          <a:xfrm flipV="1">
            <a:off x="5181600" y="2514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7553" name="Object 33"/>
          <p:cNvGraphicFramePr>
            <a:graphicFrameLocks noChangeAspect="1"/>
          </p:cNvGraphicFramePr>
          <p:nvPr/>
        </p:nvGraphicFramePr>
        <p:xfrm>
          <a:off x="3276600" y="1981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0" name="Equation" r:id="rId17" imgW="253800" imgH="368280" progId="Equation.3">
                  <p:embed/>
                </p:oleObj>
              </mc:Choice>
              <mc:Fallback>
                <p:oleObj name="Equation" r:id="rId17" imgW="253800" imgH="36828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81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4" name="Object 34"/>
          <p:cNvGraphicFramePr>
            <a:graphicFrameLocks noChangeAspect="1"/>
          </p:cNvGraphicFramePr>
          <p:nvPr/>
        </p:nvGraphicFramePr>
        <p:xfrm>
          <a:off x="3886200" y="1981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1" name="Equation" r:id="rId18" imgW="253800" imgH="368280" progId="Equation.3">
                  <p:embed/>
                </p:oleObj>
              </mc:Choice>
              <mc:Fallback>
                <p:oleObj name="Equation" r:id="rId18" imgW="253800" imgH="36828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981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5" name="Object 35"/>
          <p:cNvGraphicFramePr>
            <a:graphicFrameLocks noChangeAspect="1"/>
          </p:cNvGraphicFramePr>
          <p:nvPr/>
        </p:nvGraphicFramePr>
        <p:xfrm>
          <a:off x="62230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2" name="Equation" r:id="rId19" imgW="253800" imgH="368280" progId="Equation.3">
                  <p:embed/>
                </p:oleObj>
              </mc:Choice>
              <mc:Fallback>
                <p:oleObj name="Equation" r:id="rId19" imgW="253800" imgH="36828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6" name="Object 36"/>
          <p:cNvGraphicFramePr>
            <a:graphicFrameLocks noChangeAspect="1"/>
          </p:cNvGraphicFramePr>
          <p:nvPr/>
        </p:nvGraphicFramePr>
        <p:xfrm>
          <a:off x="68326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3" name="Equation" r:id="rId20" imgW="253800" imgH="368280" progId="Equation.3">
                  <p:embed/>
                </p:oleObj>
              </mc:Choice>
              <mc:Fallback>
                <p:oleObj name="Equation" r:id="rId20" imgW="253800" imgH="36828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7" name="Object 37"/>
          <p:cNvGraphicFramePr>
            <a:graphicFrameLocks noChangeAspect="1"/>
          </p:cNvGraphicFramePr>
          <p:nvPr/>
        </p:nvGraphicFramePr>
        <p:xfrm>
          <a:off x="5111750" y="2001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4" name="Equation" r:id="rId21" imgW="253800" imgH="393480" progId="Equation.3">
                  <p:embed/>
                </p:oleObj>
              </mc:Choice>
              <mc:Fallback>
                <p:oleObj name="Equation" r:id="rId21" imgW="253800" imgH="39348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001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8" name="Object 38"/>
          <p:cNvGraphicFramePr>
            <a:graphicFrameLocks noChangeAspect="1"/>
          </p:cNvGraphicFramePr>
          <p:nvPr/>
        </p:nvGraphicFramePr>
        <p:xfrm>
          <a:off x="44958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5"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59" name="Text Box 39"/>
          <p:cNvSpPr txBox="1">
            <a:spLocks noChangeArrowheads="1"/>
          </p:cNvSpPr>
          <p:nvPr/>
        </p:nvSpPr>
        <p:spPr bwMode="auto">
          <a:xfrm>
            <a:off x="381000" y="1905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3</a:t>
            </a:r>
          </a:p>
        </p:txBody>
      </p:sp>
      <p:graphicFrame>
        <p:nvGraphicFramePr>
          <p:cNvPr id="747560" name="Object 40"/>
          <p:cNvGraphicFramePr>
            <a:graphicFrameLocks noChangeAspect="1"/>
          </p:cNvGraphicFramePr>
          <p:nvPr/>
        </p:nvGraphicFramePr>
        <p:xfrm>
          <a:off x="5029200" y="2743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6" name="Equation" r:id="rId24" imgW="444240" imgH="533160" progId="Equation.3">
                  <p:embed/>
                </p:oleObj>
              </mc:Choice>
              <mc:Fallback>
                <p:oleObj name="Equation" r:id="rId24" imgW="444240" imgH="53316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7432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61" name="Object 41"/>
          <p:cNvGraphicFramePr>
            <a:graphicFrameLocks noChangeAspect="1"/>
          </p:cNvGraphicFramePr>
          <p:nvPr/>
        </p:nvGraphicFramePr>
        <p:xfrm>
          <a:off x="57150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7" name="Equation" r:id="rId26" imgW="266400" imgH="279360" progId="Equation.3">
                  <p:embed/>
                </p:oleObj>
              </mc:Choice>
              <mc:Fallback>
                <p:oleObj name="Equation" r:id="rId26" imgW="266400" imgH="27936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2" name="Line 42"/>
          <p:cNvSpPr>
            <a:spLocks noChangeShapeType="1"/>
          </p:cNvSpPr>
          <p:nvPr/>
        </p:nvSpPr>
        <p:spPr bwMode="auto">
          <a:xfrm>
            <a:off x="2590800" y="35052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63" name="Line 43"/>
          <p:cNvSpPr>
            <a:spLocks noChangeShapeType="1"/>
          </p:cNvSpPr>
          <p:nvPr/>
        </p:nvSpPr>
        <p:spPr bwMode="auto">
          <a:xfrm>
            <a:off x="2590800" y="419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64" name="Line 44"/>
          <p:cNvSpPr>
            <a:spLocks noChangeShapeType="1"/>
          </p:cNvSpPr>
          <p:nvPr/>
        </p:nvSpPr>
        <p:spPr bwMode="auto">
          <a:xfrm>
            <a:off x="3048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65" name="Line 45"/>
          <p:cNvSpPr>
            <a:spLocks noChangeShapeType="1"/>
          </p:cNvSpPr>
          <p:nvPr/>
        </p:nvSpPr>
        <p:spPr bwMode="auto">
          <a:xfrm>
            <a:off x="3657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66" name="Line 46"/>
          <p:cNvSpPr>
            <a:spLocks noChangeShapeType="1"/>
          </p:cNvSpPr>
          <p:nvPr/>
        </p:nvSpPr>
        <p:spPr bwMode="auto">
          <a:xfrm>
            <a:off x="4267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67" name="Line 47"/>
          <p:cNvSpPr>
            <a:spLocks noChangeShapeType="1"/>
          </p:cNvSpPr>
          <p:nvPr/>
        </p:nvSpPr>
        <p:spPr bwMode="auto">
          <a:xfrm>
            <a:off x="4876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68" name="Line 48"/>
          <p:cNvSpPr>
            <a:spLocks noChangeShapeType="1"/>
          </p:cNvSpPr>
          <p:nvPr/>
        </p:nvSpPr>
        <p:spPr bwMode="auto">
          <a:xfrm>
            <a:off x="54864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69" name="Line 49"/>
          <p:cNvSpPr>
            <a:spLocks noChangeShapeType="1"/>
          </p:cNvSpPr>
          <p:nvPr/>
        </p:nvSpPr>
        <p:spPr bwMode="auto">
          <a:xfrm>
            <a:off x="6096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70" name="Line 50"/>
          <p:cNvSpPr>
            <a:spLocks noChangeShapeType="1"/>
          </p:cNvSpPr>
          <p:nvPr/>
        </p:nvSpPr>
        <p:spPr bwMode="auto">
          <a:xfrm>
            <a:off x="6705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71" name="Line 51"/>
          <p:cNvSpPr>
            <a:spLocks noChangeShapeType="1"/>
          </p:cNvSpPr>
          <p:nvPr/>
        </p:nvSpPr>
        <p:spPr bwMode="auto">
          <a:xfrm>
            <a:off x="7315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572" name="Line 52"/>
          <p:cNvSpPr>
            <a:spLocks noChangeShapeType="1"/>
          </p:cNvSpPr>
          <p:nvPr/>
        </p:nvSpPr>
        <p:spPr bwMode="auto">
          <a:xfrm flipV="1">
            <a:off x="4572000" y="4191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7573" name="Object 53"/>
          <p:cNvGraphicFramePr>
            <a:graphicFrameLocks noChangeAspect="1"/>
          </p:cNvGraphicFramePr>
          <p:nvPr/>
        </p:nvGraphicFramePr>
        <p:xfrm>
          <a:off x="32766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8" name="Equation" r:id="rId27" imgW="253800" imgH="368280" progId="Equation.3">
                  <p:embed/>
                </p:oleObj>
              </mc:Choice>
              <mc:Fallback>
                <p:oleObj name="Equation" r:id="rId27" imgW="253800" imgH="36828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4" name="Object 54"/>
          <p:cNvGraphicFramePr>
            <a:graphicFrameLocks noChangeAspect="1"/>
          </p:cNvGraphicFramePr>
          <p:nvPr/>
        </p:nvGraphicFramePr>
        <p:xfrm>
          <a:off x="38862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799" name="Equation" r:id="rId28" imgW="253800" imgH="368280" progId="Equation.3">
                  <p:embed/>
                </p:oleObj>
              </mc:Choice>
              <mc:Fallback>
                <p:oleObj name="Equation" r:id="rId28" imgW="253800" imgH="36828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5" name="Object 55"/>
          <p:cNvGraphicFramePr>
            <a:graphicFrameLocks noChangeAspect="1"/>
          </p:cNvGraphicFramePr>
          <p:nvPr/>
        </p:nvGraphicFramePr>
        <p:xfrm>
          <a:off x="6223000" y="366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0" name="Equation" r:id="rId29" imgW="253800" imgH="368280" progId="Equation.3">
                  <p:embed/>
                </p:oleObj>
              </mc:Choice>
              <mc:Fallback>
                <p:oleObj name="Equation" r:id="rId29" imgW="253800" imgH="368280" progId="Equation.3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3663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6" name="Object 56"/>
          <p:cNvGraphicFramePr>
            <a:graphicFrameLocks noChangeAspect="1"/>
          </p:cNvGraphicFramePr>
          <p:nvPr/>
        </p:nvGraphicFramePr>
        <p:xfrm>
          <a:off x="6832600" y="366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1" name="Equation" r:id="rId30" imgW="253800" imgH="368280" progId="Equation.3">
                  <p:embed/>
                </p:oleObj>
              </mc:Choice>
              <mc:Fallback>
                <p:oleObj name="Equation" r:id="rId30" imgW="253800" imgH="36828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36639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7" name="Object 57"/>
          <p:cNvGraphicFramePr>
            <a:graphicFrameLocks noChangeAspect="1"/>
          </p:cNvGraphicFramePr>
          <p:nvPr/>
        </p:nvGraphicFramePr>
        <p:xfrm>
          <a:off x="5111750" y="36782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2" name="Equation" r:id="rId31" imgW="253800" imgH="393480" progId="Equation.3">
                  <p:embed/>
                </p:oleObj>
              </mc:Choice>
              <mc:Fallback>
                <p:oleObj name="Equation" r:id="rId31" imgW="253800" imgH="393480" progId="Equation.3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36782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78" name="Object 58"/>
          <p:cNvGraphicFramePr>
            <a:graphicFrameLocks noChangeAspect="1"/>
          </p:cNvGraphicFramePr>
          <p:nvPr/>
        </p:nvGraphicFramePr>
        <p:xfrm>
          <a:off x="4495800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3" name="Equation" r:id="rId32" imgW="266400" imgH="279360" progId="Equation.3">
                  <p:embed/>
                </p:oleObj>
              </mc:Choice>
              <mc:Fallback>
                <p:oleObj name="Equation" r:id="rId32" imgW="266400" imgH="279360" progId="Equation.3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9" name="Text Box 59"/>
          <p:cNvSpPr txBox="1">
            <a:spLocks noChangeArrowheads="1"/>
          </p:cNvSpPr>
          <p:nvPr/>
        </p:nvSpPr>
        <p:spPr bwMode="auto">
          <a:xfrm>
            <a:off x="381000" y="35814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4</a:t>
            </a:r>
          </a:p>
        </p:txBody>
      </p:sp>
      <p:graphicFrame>
        <p:nvGraphicFramePr>
          <p:cNvPr id="747580" name="Object 60"/>
          <p:cNvGraphicFramePr>
            <a:graphicFrameLocks noChangeAspect="1"/>
          </p:cNvGraphicFramePr>
          <p:nvPr/>
        </p:nvGraphicFramePr>
        <p:xfrm>
          <a:off x="4343400" y="4419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4" name="Equation" r:id="rId33" imgW="444240" imgH="533160" progId="Equation.3">
                  <p:embed/>
                </p:oleObj>
              </mc:Choice>
              <mc:Fallback>
                <p:oleObj name="Equation" r:id="rId33" imgW="444240" imgH="53316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4196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1" name="Object 61"/>
          <p:cNvGraphicFramePr>
            <a:graphicFrameLocks noChangeAspect="1"/>
          </p:cNvGraphicFramePr>
          <p:nvPr/>
        </p:nvGraphicFramePr>
        <p:xfrm>
          <a:off x="5715000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5" name="Equation" r:id="rId34" imgW="266400" imgH="279360" progId="Equation.3">
                  <p:embed/>
                </p:oleObj>
              </mc:Choice>
              <mc:Fallback>
                <p:oleObj name="Equation" r:id="rId34" imgW="266400" imgH="27936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02" name="Line 82"/>
          <p:cNvSpPr>
            <a:spLocks noChangeShapeType="1"/>
          </p:cNvSpPr>
          <p:nvPr/>
        </p:nvSpPr>
        <p:spPr bwMode="auto">
          <a:xfrm>
            <a:off x="2667000" y="525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03" name="Line 83"/>
          <p:cNvSpPr>
            <a:spLocks noChangeShapeType="1"/>
          </p:cNvSpPr>
          <p:nvPr/>
        </p:nvSpPr>
        <p:spPr bwMode="auto">
          <a:xfrm>
            <a:off x="2667000" y="5945188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04" name="Line 84"/>
          <p:cNvSpPr>
            <a:spLocks noChangeShapeType="1"/>
          </p:cNvSpPr>
          <p:nvPr/>
        </p:nvSpPr>
        <p:spPr bwMode="auto">
          <a:xfrm>
            <a:off x="31242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05" name="Line 85"/>
          <p:cNvSpPr>
            <a:spLocks noChangeShapeType="1"/>
          </p:cNvSpPr>
          <p:nvPr/>
        </p:nvSpPr>
        <p:spPr bwMode="auto">
          <a:xfrm>
            <a:off x="37338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06" name="Line 86"/>
          <p:cNvSpPr>
            <a:spLocks noChangeShapeType="1"/>
          </p:cNvSpPr>
          <p:nvPr/>
        </p:nvSpPr>
        <p:spPr bwMode="auto">
          <a:xfrm>
            <a:off x="43434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07" name="Line 87"/>
          <p:cNvSpPr>
            <a:spLocks noChangeShapeType="1"/>
          </p:cNvSpPr>
          <p:nvPr/>
        </p:nvSpPr>
        <p:spPr bwMode="auto">
          <a:xfrm>
            <a:off x="49530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08" name="Line 88"/>
          <p:cNvSpPr>
            <a:spLocks noChangeShapeType="1"/>
          </p:cNvSpPr>
          <p:nvPr/>
        </p:nvSpPr>
        <p:spPr bwMode="auto">
          <a:xfrm>
            <a:off x="55626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09" name="Line 89"/>
          <p:cNvSpPr>
            <a:spLocks noChangeShapeType="1"/>
          </p:cNvSpPr>
          <p:nvPr/>
        </p:nvSpPr>
        <p:spPr bwMode="auto">
          <a:xfrm>
            <a:off x="61722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10" name="Line 90"/>
          <p:cNvSpPr>
            <a:spLocks noChangeShapeType="1"/>
          </p:cNvSpPr>
          <p:nvPr/>
        </p:nvSpPr>
        <p:spPr bwMode="auto">
          <a:xfrm>
            <a:off x="67818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11" name="Line 91"/>
          <p:cNvSpPr>
            <a:spLocks noChangeShapeType="1"/>
          </p:cNvSpPr>
          <p:nvPr/>
        </p:nvSpPr>
        <p:spPr bwMode="auto">
          <a:xfrm>
            <a:off x="73914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7612" name="Line 92"/>
          <p:cNvSpPr>
            <a:spLocks noChangeShapeType="1"/>
          </p:cNvSpPr>
          <p:nvPr/>
        </p:nvSpPr>
        <p:spPr bwMode="auto">
          <a:xfrm flipV="1">
            <a:off x="5257800" y="5943600"/>
            <a:ext cx="0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7613" name="Object 93"/>
          <p:cNvGraphicFramePr>
            <a:graphicFrameLocks noChangeAspect="1"/>
          </p:cNvGraphicFramePr>
          <p:nvPr/>
        </p:nvGraphicFramePr>
        <p:xfrm>
          <a:off x="3352800" y="54117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6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11788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4" name="Object 94"/>
          <p:cNvGraphicFramePr>
            <a:graphicFrameLocks noChangeAspect="1"/>
          </p:cNvGraphicFramePr>
          <p:nvPr/>
        </p:nvGraphicFramePr>
        <p:xfrm>
          <a:off x="3962400" y="54117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7" name="Equation" r:id="rId36" imgW="253800" imgH="368280" progId="Equation.3">
                  <p:embed/>
                </p:oleObj>
              </mc:Choice>
              <mc:Fallback>
                <p:oleObj name="Equation" r:id="rId36" imgW="253800" imgH="368280" progId="Equation.3">
                  <p:embed/>
                  <p:pic>
                    <p:nvPicPr>
                      <p:cNvPr id="0" name="Picture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411788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5" name="Object 95"/>
          <p:cNvGraphicFramePr>
            <a:graphicFrameLocks noChangeAspect="1"/>
          </p:cNvGraphicFramePr>
          <p:nvPr/>
        </p:nvGraphicFramePr>
        <p:xfrm>
          <a:off x="6299200" y="541813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8" name="Equation" r:id="rId37" imgW="253800" imgH="368280" progId="Equation.3">
                  <p:embed/>
                </p:oleObj>
              </mc:Choice>
              <mc:Fallback>
                <p:oleObj name="Equation" r:id="rId37" imgW="253800" imgH="368280" progId="Equation.3">
                  <p:embed/>
                  <p:pic>
                    <p:nvPicPr>
                      <p:cNvPr id="0" name="Picture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5418138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6" name="Object 96"/>
          <p:cNvGraphicFramePr>
            <a:graphicFrameLocks noChangeAspect="1"/>
          </p:cNvGraphicFramePr>
          <p:nvPr/>
        </p:nvGraphicFramePr>
        <p:xfrm>
          <a:off x="6908800" y="541813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09" name="Equation" r:id="rId38" imgW="253800" imgH="368280" progId="Equation.3">
                  <p:embed/>
                </p:oleObj>
              </mc:Choice>
              <mc:Fallback>
                <p:oleObj name="Equation" r:id="rId38" imgW="253800" imgH="368280" progId="Equation.3">
                  <p:embed/>
                  <p:pic>
                    <p:nvPicPr>
                      <p:cNvPr id="0" name="Picture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8800" y="5418138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7" name="Object 97"/>
          <p:cNvGraphicFramePr>
            <a:graphicFrameLocks noChangeAspect="1"/>
          </p:cNvGraphicFramePr>
          <p:nvPr/>
        </p:nvGraphicFramePr>
        <p:xfrm>
          <a:off x="5187950" y="5432425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10" name="Equation" r:id="rId39" imgW="253800" imgH="393480" progId="Equation.3">
                  <p:embed/>
                </p:oleObj>
              </mc:Choice>
              <mc:Fallback>
                <p:oleObj name="Equation" r:id="rId39" imgW="253800" imgH="393480" progId="Equation.3">
                  <p:embed/>
                  <p:pic>
                    <p:nvPicPr>
                      <p:cNvPr id="0" name="Picture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5432425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8" name="Object 98"/>
          <p:cNvGraphicFramePr>
            <a:graphicFrameLocks noChangeAspect="1"/>
          </p:cNvGraphicFramePr>
          <p:nvPr/>
        </p:nvGraphicFramePr>
        <p:xfrm>
          <a:off x="4572000" y="5487988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11" name="Equation" r:id="rId40" imgW="266400" imgH="279360" progId="Equation.3">
                  <p:embed/>
                </p:oleObj>
              </mc:Choice>
              <mc:Fallback>
                <p:oleObj name="Equation" r:id="rId40" imgW="266400" imgH="279360" progId="Equation.3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87988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19" name="Text Box 99"/>
          <p:cNvSpPr txBox="1">
            <a:spLocks noChangeArrowheads="1"/>
          </p:cNvSpPr>
          <p:nvPr/>
        </p:nvSpPr>
        <p:spPr bwMode="auto">
          <a:xfrm>
            <a:off x="457200" y="5335588"/>
            <a:ext cx="148272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5</a:t>
            </a:r>
          </a:p>
        </p:txBody>
      </p:sp>
      <p:graphicFrame>
        <p:nvGraphicFramePr>
          <p:cNvPr id="747620" name="Object 100"/>
          <p:cNvGraphicFramePr>
            <a:graphicFrameLocks noChangeAspect="1"/>
          </p:cNvGraphicFramePr>
          <p:nvPr/>
        </p:nvGraphicFramePr>
        <p:xfrm>
          <a:off x="5105400" y="6096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12" name="Equation" r:id="rId41" imgW="444240" imgH="533160" progId="Equation.3">
                  <p:embed/>
                </p:oleObj>
              </mc:Choice>
              <mc:Fallback>
                <p:oleObj name="Equation" r:id="rId41" imgW="444240" imgH="533160" progId="Equation.3">
                  <p:embed/>
                  <p:pic>
                    <p:nvPicPr>
                      <p:cNvPr id="0" name="Picture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21" name="Object 101"/>
          <p:cNvGraphicFramePr>
            <a:graphicFrameLocks noChangeAspect="1"/>
          </p:cNvGraphicFramePr>
          <p:nvPr/>
        </p:nvGraphicFramePr>
        <p:xfrm>
          <a:off x="5791200" y="5487988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813" name="Equation" r:id="rId42" imgW="266400" imgH="279360" progId="Equation.3">
                  <p:embed/>
                </p:oleObj>
              </mc:Choice>
              <mc:Fallback>
                <p:oleObj name="Equation" r:id="rId42" imgW="266400" imgH="279360" progId="Equation.3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487988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23" name="Text Box 103"/>
          <p:cNvSpPr txBox="1">
            <a:spLocks noChangeArrowheads="1"/>
          </p:cNvSpPr>
          <p:nvPr/>
        </p:nvSpPr>
        <p:spPr bwMode="auto">
          <a:xfrm rot="5400000">
            <a:off x="6797675" y="3184525"/>
            <a:ext cx="320040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 sz="3600"/>
              <a:t>Infinite loop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3F36939-27AC-4BEC-B6BA-B87D711F0C54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48547" name="Text Box 3"/>
          <p:cNvSpPr txBox="1">
            <a:spLocks noChangeArrowheads="1"/>
          </p:cNvSpPr>
          <p:nvPr/>
        </p:nvSpPr>
        <p:spPr bwMode="auto">
          <a:xfrm>
            <a:off x="1066800" y="838200"/>
            <a:ext cx="7251700" cy="4084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Because of the </a:t>
            </a:r>
            <a:r>
              <a:rPr lang="en-US">
                <a:solidFill>
                  <a:srgbClr val="FF0000"/>
                </a:solidFill>
              </a:rPr>
              <a:t>infinite loop</a:t>
            </a:r>
            <a:r>
              <a:rPr lang="en-US"/>
              <a:t>:</a:t>
            </a:r>
          </a:p>
          <a:p>
            <a:endParaRPr lang="en-US"/>
          </a:p>
          <a:p>
            <a:pPr lvl="1">
              <a:buFontTx/>
              <a:buChar char="•"/>
            </a:pPr>
            <a:r>
              <a:rPr lang="en-US"/>
              <a:t>The final state cannot be reached</a:t>
            </a:r>
          </a:p>
          <a:p>
            <a:pPr lvl="1">
              <a:buFontTx/>
              <a:buChar char="•"/>
            </a:pPr>
            <a:endParaRPr lang="en-US"/>
          </a:p>
          <a:p>
            <a:pPr lvl="1">
              <a:buFontTx/>
              <a:buChar char="•"/>
            </a:pPr>
            <a:r>
              <a:rPr lang="en-US"/>
              <a:t>The machine never halts </a:t>
            </a:r>
          </a:p>
          <a:p>
            <a:pPr lvl="1"/>
            <a:endParaRPr lang="en-US"/>
          </a:p>
          <a:p>
            <a:pPr lvl="1">
              <a:buFontTx/>
              <a:buChar char="•"/>
            </a:pPr>
            <a:r>
              <a:rPr lang="en-US"/>
              <a:t>The input is </a:t>
            </a:r>
            <a:r>
              <a:rPr lang="en-US">
                <a:solidFill>
                  <a:srgbClr val="FF0000"/>
                </a:solidFill>
              </a:rPr>
              <a:t>not accepted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B2A96C-F98A-499A-940C-6581AD6A3113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Turing Machine Example</a:t>
            </a:r>
          </a:p>
        </p:txBody>
      </p:sp>
      <p:sp>
        <p:nvSpPr>
          <p:cNvPr id="749582" name="Text Box 14"/>
          <p:cNvSpPr txBox="1">
            <a:spLocks noChangeArrowheads="1"/>
          </p:cNvSpPr>
          <p:nvPr/>
        </p:nvSpPr>
        <p:spPr bwMode="auto">
          <a:xfrm>
            <a:off x="212725" y="1244600"/>
            <a:ext cx="6286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Turing machine for the language</a:t>
            </a:r>
          </a:p>
        </p:txBody>
      </p:sp>
      <p:graphicFrame>
        <p:nvGraphicFramePr>
          <p:cNvPr id="749583" name="Object 15"/>
          <p:cNvGraphicFramePr>
            <a:graphicFrameLocks noChangeAspect="1"/>
          </p:cNvGraphicFramePr>
          <p:nvPr/>
        </p:nvGraphicFramePr>
        <p:xfrm>
          <a:off x="6477000" y="914400"/>
          <a:ext cx="21526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0" name="Equation" r:id="rId3" imgW="1434960" imgH="711000" progId="Equation.3">
                  <p:embed/>
                </p:oleObj>
              </mc:Choice>
              <mc:Fallback>
                <p:oleObj name="Equation" r:id="rId3" imgW="1434960" imgH="7110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914400"/>
                        <a:ext cx="215265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14" name="Oval 46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9615" name="Object 47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1" name="Equation" r:id="rId5" imgW="444240" imgH="533160" progId="Equation.3">
                  <p:embed/>
                </p:oleObj>
              </mc:Choice>
              <mc:Fallback>
                <p:oleObj name="Equation" r:id="rId5" imgW="444240" imgH="5331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16" name="Line 48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9617" name="Oval 49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9618" name="Object 50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2" name="Equation" r:id="rId7" imgW="380880" imgH="520560" progId="Equation.3">
                  <p:embed/>
                </p:oleObj>
              </mc:Choice>
              <mc:Fallback>
                <p:oleObj name="Equation" r:id="rId7" imgW="380880" imgH="520560" progId="Equation.3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19" name="Oval 51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9620" name="Object 52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3" name="Equation" r:id="rId9" imgW="444240" imgH="520560" progId="Equation.3">
                  <p:embed/>
                </p:oleObj>
              </mc:Choice>
              <mc:Fallback>
                <p:oleObj name="Equation" r:id="rId9" imgW="444240" imgH="52056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21" name="Oval 53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9622" name="Object 54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4" name="Equation" r:id="rId11" imgW="431640" imgH="533160" progId="Equation.3">
                  <p:embed/>
                </p:oleObj>
              </mc:Choice>
              <mc:Fallback>
                <p:oleObj name="Equation" r:id="rId11" imgW="431640" imgH="533160" progId="Equation.3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23" name="Line 55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9624" name="Freeform 56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9625" name="Freeform 57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9626" name="Object 58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5" name="Equation" r:id="rId13" imgW="1600200" imgH="457200" progId="Equation.3">
                  <p:embed/>
                </p:oleObj>
              </mc:Choice>
              <mc:Fallback>
                <p:oleObj name="Equation" r:id="rId13" imgW="1600200" imgH="457200" progId="Equation.3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627" name="Object 59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6" name="Equation" r:id="rId15" imgW="1612800" imgH="457200" progId="Equation.3">
                  <p:embed/>
                </p:oleObj>
              </mc:Choice>
              <mc:Fallback>
                <p:oleObj name="Equation" r:id="rId15" imgW="1612800" imgH="45720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628" name="Object 60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7" name="Equation" r:id="rId17" imgW="1650960" imgH="469800" progId="Equation.3">
                  <p:embed/>
                </p:oleObj>
              </mc:Choice>
              <mc:Fallback>
                <p:oleObj name="Equation" r:id="rId17" imgW="1650960" imgH="4698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629" name="Object 61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8" name="Equation" r:id="rId19" imgW="1587240" imgH="482400" progId="Equation.3">
                  <p:embed/>
                </p:oleObj>
              </mc:Choice>
              <mc:Fallback>
                <p:oleObj name="Equation" r:id="rId19" imgW="1587240" imgH="48240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30" name="Freeform 62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9631" name="Object 63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39" name="Equation" r:id="rId21" imgW="1587240" imgH="457200" progId="Equation.3">
                  <p:embed/>
                </p:oleObj>
              </mc:Choice>
              <mc:Fallback>
                <p:oleObj name="Equation" r:id="rId21" imgW="1587240" imgH="4572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632" name="Object 64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40" name="Equation" r:id="rId23" imgW="1625400" imgH="469800" progId="Equation.3">
                  <p:embed/>
                </p:oleObj>
              </mc:Choice>
              <mc:Fallback>
                <p:oleObj name="Equation" r:id="rId23" imgW="1625400" imgH="46980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633" name="Object 65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41" name="Equation" r:id="rId25" imgW="1600200" imgH="457200" progId="Equation.3">
                  <p:embed/>
                </p:oleObj>
              </mc:Choice>
              <mc:Fallback>
                <p:oleObj name="Equation" r:id="rId25" imgW="1600200" imgH="45720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634" name="Object 66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42" name="Equation" r:id="rId27" imgW="228600" imgH="520560" progId="Equation.3">
                  <p:embed/>
                </p:oleObj>
              </mc:Choice>
              <mc:Fallback>
                <p:oleObj name="Equation" r:id="rId27" imgW="228600" imgH="520560" progId="Equation.3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35" name="Line 67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49636" name="Line 68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49637" name="Object 69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43" name="Equation" r:id="rId29" imgW="1650960" imgH="469800" progId="Equation.3">
                  <p:embed/>
                </p:oleObj>
              </mc:Choice>
              <mc:Fallback>
                <p:oleObj name="Equation" r:id="rId29" imgW="1650960" imgH="46980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38" name="Freeform 70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9639" name="Object 71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44" name="Equation" r:id="rId31" imgW="1650960" imgH="469800" progId="Equation.3">
                  <p:embed/>
                </p:oleObj>
              </mc:Choice>
              <mc:Fallback>
                <p:oleObj name="Equation" r:id="rId31" imgW="1650960" imgH="469800" progId="Equation.3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9640" name="Object 72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45" name="Equation" r:id="rId32" imgW="444240" imgH="520560" progId="Equation.3">
                  <p:embed/>
                </p:oleObj>
              </mc:Choice>
              <mc:Fallback>
                <p:oleObj name="Equation" r:id="rId32" imgW="444240" imgH="520560" progId="Equation.3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9641" name="Oval 73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9642" name="Line 74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49643" name="Oval 75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49644" name="Object 76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46" name="Equation" r:id="rId34" imgW="1549080" imgH="457200" progId="Equation.3">
                  <p:embed/>
                </p:oleObj>
              </mc:Choice>
              <mc:Fallback>
                <p:oleObj name="Equation" r:id="rId34" imgW="1549080" imgH="457200" progId="Equation.3">
                  <p:embed/>
                  <p:pic>
                    <p:nvPicPr>
                      <p:cNvPr id="0" name="Picture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EFB754-0C11-4809-9B87-CD8AA05BA789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50594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0595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86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596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597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0598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87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599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0600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88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01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0602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89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03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04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05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0606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0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7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1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8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2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9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3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0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0611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4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12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5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13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6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14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7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5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0616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0617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8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18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0619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799" name="Equation" r:id="rId29" imgW="1650960" imgH="469800" progId="Equation.3">
                  <p:embed/>
                </p:oleObj>
              </mc:Choice>
              <mc:Fallback>
                <p:oleObj name="Equation" r:id="rId29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20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0" name="Equation" r:id="rId30" imgW="444240" imgH="520560" progId="Equation.3">
                  <p:embed/>
                </p:oleObj>
              </mc:Choice>
              <mc:Fallback>
                <p:oleObj name="Equation" r:id="rId30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21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22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23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0624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1" name="Equation" r:id="rId32" imgW="1549080" imgH="457200" progId="Equation.3">
                  <p:embed/>
                </p:oleObj>
              </mc:Choice>
              <mc:Fallback>
                <p:oleObj name="Equation" r:id="rId32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25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26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27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28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29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30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31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32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33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0635" name="Line 43"/>
          <p:cNvSpPr>
            <a:spLocks noChangeShapeType="1"/>
          </p:cNvSpPr>
          <p:nvPr/>
        </p:nvSpPr>
        <p:spPr bwMode="auto">
          <a:xfrm flipV="1">
            <a:off x="3657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0637" name="Object 45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2" name="Equation" r:id="rId34" imgW="253800" imgH="368280" progId="Equation.3">
                  <p:embed/>
                </p:oleObj>
              </mc:Choice>
              <mc:Fallback>
                <p:oleObj name="Equation" r:id="rId34" imgW="25380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38" name="Object 46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3" name="Equation" r:id="rId36" imgW="253800" imgH="368280" progId="Equation.3">
                  <p:embed/>
                </p:oleObj>
              </mc:Choice>
              <mc:Fallback>
                <p:oleObj name="Equation" r:id="rId36" imgW="253800" imgH="36828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40" name="Object 48"/>
          <p:cNvGraphicFramePr>
            <a:graphicFrameLocks noChangeAspect="1"/>
          </p:cNvGraphicFramePr>
          <p:nvPr/>
        </p:nvGraphicFramePr>
        <p:xfrm>
          <a:off x="46482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4" name="Equation" r:id="rId38" imgW="253800" imgH="393480" progId="Equation.3">
                  <p:embed/>
                </p:oleObj>
              </mc:Choice>
              <mc:Fallback>
                <p:oleObj name="Equation" r:id="rId38" imgW="253800" imgH="39348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41" name="Object 49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5" name="Equation" r:id="rId40" imgW="266400" imgH="279360" progId="Equation.3">
                  <p:embed/>
                </p:oleObj>
              </mc:Choice>
              <mc:Fallback>
                <p:oleObj name="Equation" r:id="rId40" imgW="266400" imgH="27936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43" name="Object 51"/>
          <p:cNvGraphicFramePr>
            <a:graphicFrameLocks noChangeAspect="1"/>
          </p:cNvGraphicFramePr>
          <p:nvPr/>
        </p:nvGraphicFramePr>
        <p:xfrm>
          <a:off x="3429000" y="1676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6" name="Equation" r:id="rId42" imgW="444240" imgH="533160" progId="Equation.3">
                  <p:embed/>
                </p:oleObj>
              </mc:Choice>
              <mc:Fallback>
                <p:oleObj name="Equation" r:id="rId42" imgW="444240" imgH="533160" progId="Equation.3">
                  <p:embed/>
                  <p:pic>
                    <p:nvPicPr>
                      <p:cNvPr id="0" name="Picture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764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44" name="Object 52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7" name="Equation" r:id="rId44" imgW="266400" imgH="279360" progId="Equation.3">
                  <p:embed/>
                </p:oleObj>
              </mc:Choice>
              <mc:Fallback>
                <p:oleObj name="Equation" r:id="rId44" imgW="266400" imgH="279360" progId="Equation.3">
                  <p:embed/>
                  <p:pic>
                    <p:nvPicPr>
                      <p:cNvPr id="0" name="Picture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45" name="Object 53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8" name="Equation" r:id="rId46" imgW="253800" imgH="393480" progId="Equation.3">
                  <p:embed/>
                </p:oleObj>
              </mc:Choice>
              <mc:Fallback>
                <p:oleObj name="Equation" r:id="rId46" imgW="253800" imgH="393480" progId="Equation.3">
                  <p:embed/>
                  <p:pic>
                    <p:nvPicPr>
                      <p:cNvPr id="0" name="Picture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46" name="Text Box 54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750665" name="Object 73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809" name="Equation" r:id="rId48" imgW="253800" imgH="368280" progId="Equation.3">
                  <p:embed/>
                </p:oleObj>
              </mc:Choice>
              <mc:Fallback>
                <p:oleObj name="Equation" r:id="rId48" imgW="253800" imgH="368280" progId="Equation.3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68" name="Oval 76"/>
          <p:cNvSpPr>
            <a:spLocks noChangeArrowheads="1"/>
          </p:cNvSpPr>
          <p:nvPr/>
        </p:nvSpPr>
        <p:spPr bwMode="auto">
          <a:xfrm>
            <a:off x="3276600" y="50292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841E64-6691-4A30-989D-3BFAB992B238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751688" name="Oval 72"/>
          <p:cNvSpPr>
            <a:spLocks noChangeArrowheads="1"/>
          </p:cNvSpPr>
          <p:nvPr/>
        </p:nvSpPr>
        <p:spPr bwMode="auto">
          <a:xfrm>
            <a:off x="52578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18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1619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06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0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1622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07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3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1624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08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5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1626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09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27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28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29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1630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0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31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1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32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2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33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3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34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1635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4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36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5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37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6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38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7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39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1640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1641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8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42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1643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19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44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0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45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46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47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1648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1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49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0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1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2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3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4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5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6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7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1658" name="Line 42"/>
          <p:cNvSpPr>
            <a:spLocks noChangeShapeType="1"/>
          </p:cNvSpPr>
          <p:nvPr/>
        </p:nvSpPr>
        <p:spPr bwMode="auto">
          <a:xfrm flipV="1">
            <a:off x="4267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1659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2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60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3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61" name="Object 45"/>
          <p:cNvGraphicFramePr>
            <a:graphicFrameLocks noChangeAspect="1"/>
          </p:cNvGraphicFramePr>
          <p:nvPr/>
        </p:nvGraphicFramePr>
        <p:xfrm>
          <a:off x="46482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4" name="Equation" r:id="rId36" imgW="253800" imgH="393480" progId="Equation.3">
                  <p:embed/>
                </p:oleObj>
              </mc:Choice>
              <mc:Fallback>
                <p:oleObj name="Equation" r:id="rId36" imgW="253800" imgH="3934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62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5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63" name="Object 47"/>
          <p:cNvGraphicFramePr>
            <a:graphicFrameLocks noChangeAspect="1"/>
          </p:cNvGraphicFramePr>
          <p:nvPr/>
        </p:nvGraphicFramePr>
        <p:xfrm>
          <a:off x="40386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6" name="Equation" r:id="rId40" imgW="380880" imgH="520560" progId="Equation.3">
                  <p:embed/>
                </p:oleObj>
              </mc:Choice>
              <mc:Fallback>
                <p:oleObj name="Equation" r:id="rId40" imgW="380880" imgH="5205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64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7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65" name="Object 49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8" name="Equation" r:id="rId43" imgW="253800" imgH="393480" progId="Equation.3">
                  <p:embed/>
                </p:oleObj>
              </mc:Choice>
              <mc:Fallback>
                <p:oleObj name="Equation" r:id="rId43" imgW="253800" imgH="3934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1685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829" name="Equation" r:id="rId44" imgW="253800" imgH="368280" progId="Equation.3">
                  <p:embed/>
                </p:oleObj>
              </mc:Choice>
              <mc:Fallback>
                <p:oleObj name="Equation" r:id="rId44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1687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</a:t>
            </a:r>
          </a:p>
        </p:txBody>
      </p:sp>
      <p:sp>
        <p:nvSpPr>
          <p:cNvPr id="751689" name="Oval 73"/>
          <p:cNvSpPr>
            <a:spLocks noChangeArrowheads="1"/>
          </p:cNvSpPr>
          <p:nvPr/>
        </p:nvSpPr>
        <p:spPr bwMode="auto">
          <a:xfrm>
            <a:off x="4572000" y="38862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0448C4-6E8B-42DD-9781-5C4140183085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752714" name="Oval 74"/>
          <p:cNvSpPr>
            <a:spLocks noChangeArrowheads="1"/>
          </p:cNvSpPr>
          <p:nvPr/>
        </p:nvSpPr>
        <p:spPr bwMode="auto">
          <a:xfrm>
            <a:off x="52578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42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7392" name="Object 0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36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44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7393" name="Object 1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37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47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7394" name="Object 2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38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49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7395" name="Object 3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39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51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52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53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7396" name="Object 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0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397" name="Object 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1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398" name="Object 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2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399" name="Object 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3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58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7400" name="Object 8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4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1" name="Object 9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5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2" name="Object 10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6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3" name="Object 11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7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63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2664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7404" name="Object 12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8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66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7405" name="Object 13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49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6" name="Object 14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0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69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0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1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7407" name="Object 15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1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673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4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5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6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7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8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79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80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81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2682" name="Line 42"/>
          <p:cNvSpPr>
            <a:spLocks noChangeShapeType="1"/>
          </p:cNvSpPr>
          <p:nvPr/>
        </p:nvSpPr>
        <p:spPr bwMode="auto">
          <a:xfrm flipV="1">
            <a:off x="4724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7408" name="Object 16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2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9" name="Object 17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3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0" name="Object 18"/>
          <p:cNvGraphicFramePr>
            <a:graphicFrameLocks noChangeAspect="1"/>
          </p:cNvGraphicFramePr>
          <p:nvPr/>
        </p:nvGraphicFramePr>
        <p:xfrm>
          <a:off x="46482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4" name="Equation" r:id="rId36" imgW="253800" imgH="393480" progId="Equation.3">
                  <p:embed/>
                </p:oleObj>
              </mc:Choice>
              <mc:Fallback>
                <p:oleObj name="Equation" r:id="rId36" imgW="253800" imgH="3934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1" name="Object 19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5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2" name="Object 20"/>
          <p:cNvGraphicFramePr>
            <a:graphicFrameLocks noChangeAspect="1"/>
          </p:cNvGraphicFramePr>
          <p:nvPr/>
        </p:nvGraphicFramePr>
        <p:xfrm>
          <a:off x="45720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6" name="Equation" r:id="rId40" imgW="380880" imgH="520560" progId="Equation.3">
                  <p:embed/>
                </p:oleObj>
              </mc:Choice>
              <mc:Fallback>
                <p:oleObj name="Equation" r:id="rId40" imgW="380880" imgH="52056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3" name="Object 21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7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4" name="Object 22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8" name="Equation" r:id="rId43" imgW="253800" imgH="393480" progId="Equation.3">
                  <p:embed/>
                </p:oleObj>
              </mc:Choice>
              <mc:Fallback>
                <p:oleObj name="Equation" r:id="rId43" imgW="253800" imgH="393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15" name="Object 23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59" name="Equation" r:id="rId44" imgW="253800" imgH="368280" progId="Equation.3">
                  <p:embed/>
                </p:oleObj>
              </mc:Choice>
              <mc:Fallback>
                <p:oleObj name="Equation" r:id="rId44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2711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2</a:t>
            </a:r>
          </a:p>
        </p:txBody>
      </p:sp>
      <p:sp>
        <p:nvSpPr>
          <p:cNvPr id="752715" name="Oval 75"/>
          <p:cNvSpPr>
            <a:spLocks noChangeArrowheads="1"/>
          </p:cNvSpPr>
          <p:nvPr/>
        </p:nvSpPr>
        <p:spPr bwMode="auto">
          <a:xfrm>
            <a:off x="5791200" y="50292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3F4420-FF47-43AD-B814-0B72D47391E0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753736" name="Oval 72"/>
          <p:cNvSpPr>
            <a:spLocks noChangeArrowheads="1"/>
          </p:cNvSpPr>
          <p:nvPr/>
        </p:nvSpPr>
        <p:spPr bwMode="auto">
          <a:xfrm>
            <a:off x="7696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66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3667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54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68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69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3670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55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72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56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73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3674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57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75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76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77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3678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58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79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59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80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0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81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1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82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3683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2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84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3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85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4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86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5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87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3688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3689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6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90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3691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7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692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8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93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94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95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3696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69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697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98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699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700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701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702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703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704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705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3706" name="Line 42"/>
          <p:cNvSpPr>
            <a:spLocks noChangeShapeType="1"/>
          </p:cNvSpPr>
          <p:nvPr/>
        </p:nvSpPr>
        <p:spPr bwMode="auto">
          <a:xfrm flipV="1">
            <a:off x="4267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3707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0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708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1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709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2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710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3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711" name="Object 47"/>
          <p:cNvGraphicFramePr>
            <a:graphicFrameLocks noChangeAspect="1"/>
          </p:cNvGraphicFramePr>
          <p:nvPr/>
        </p:nvGraphicFramePr>
        <p:xfrm>
          <a:off x="4008438" y="1676400"/>
          <a:ext cx="442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4" name="Equation" r:id="rId40" imgW="444240" imgH="520560" progId="Equation.3">
                  <p:embed/>
                </p:oleObj>
              </mc:Choice>
              <mc:Fallback>
                <p:oleObj name="Equation" r:id="rId40" imgW="444240" imgH="5205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1676400"/>
                        <a:ext cx="442912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712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5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713" name="Object 49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6" name="Equation" r:id="rId43" imgW="253800" imgH="393480" progId="Equation.3">
                  <p:embed/>
                </p:oleObj>
              </mc:Choice>
              <mc:Fallback>
                <p:oleObj name="Equation" r:id="rId43" imgW="253800" imgH="3934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3733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3877" name="Equation" r:id="rId45" imgW="253800" imgH="368280" progId="Equation.3">
                  <p:embed/>
                </p:oleObj>
              </mc:Choice>
              <mc:Fallback>
                <p:oleObj name="Equation" r:id="rId45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3735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3</a:t>
            </a:r>
          </a:p>
        </p:txBody>
      </p:sp>
      <p:sp>
        <p:nvSpPr>
          <p:cNvPr id="753737" name="Oval 73"/>
          <p:cNvSpPr>
            <a:spLocks noChangeArrowheads="1"/>
          </p:cNvSpPr>
          <p:nvPr/>
        </p:nvSpPr>
        <p:spPr bwMode="auto">
          <a:xfrm>
            <a:off x="6934200" y="38862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326BF2-C5EF-43AB-A781-B2D79F7B52B2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754760" name="Oval 72"/>
          <p:cNvSpPr>
            <a:spLocks noChangeArrowheads="1"/>
          </p:cNvSpPr>
          <p:nvPr/>
        </p:nvSpPr>
        <p:spPr bwMode="auto">
          <a:xfrm>
            <a:off x="7696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690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4691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78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2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693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4694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79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6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0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7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4698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1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9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00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01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4702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2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03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3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04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4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05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5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706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4707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6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08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7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09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8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10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89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711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4712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4713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0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714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4715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1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16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2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717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18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19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4720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3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721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2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3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4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5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6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7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8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29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4730" name="Line 42"/>
          <p:cNvSpPr>
            <a:spLocks noChangeShapeType="1"/>
          </p:cNvSpPr>
          <p:nvPr/>
        </p:nvSpPr>
        <p:spPr bwMode="auto">
          <a:xfrm flipV="1">
            <a:off x="3733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4731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4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32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5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33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6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34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7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35" name="Object 47"/>
          <p:cNvGraphicFramePr>
            <a:graphicFrameLocks noChangeAspect="1"/>
          </p:cNvGraphicFramePr>
          <p:nvPr/>
        </p:nvGraphicFramePr>
        <p:xfrm>
          <a:off x="3505200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8" name="Equation" r:id="rId40" imgW="444240" imgH="520560" progId="Equation.3">
                  <p:embed/>
                </p:oleObj>
              </mc:Choice>
              <mc:Fallback>
                <p:oleObj name="Equation" r:id="rId40" imgW="444240" imgH="5205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36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899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37" name="Object 49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900" name="Equation" r:id="rId43" imgW="253800" imgH="393480" progId="Equation.3">
                  <p:embed/>
                </p:oleObj>
              </mc:Choice>
              <mc:Fallback>
                <p:oleObj name="Equation" r:id="rId43" imgW="253800" imgH="3934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757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901" name="Equation" r:id="rId45" imgW="253800" imgH="368280" progId="Equation.3">
                  <p:embed/>
                </p:oleObj>
              </mc:Choice>
              <mc:Fallback>
                <p:oleObj name="Equation" r:id="rId45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759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4</a:t>
            </a:r>
          </a:p>
        </p:txBody>
      </p:sp>
      <p:sp>
        <p:nvSpPr>
          <p:cNvPr id="754761" name="Oval 73"/>
          <p:cNvSpPr>
            <a:spLocks noChangeArrowheads="1"/>
          </p:cNvSpPr>
          <p:nvPr/>
        </p:nvSpPr>
        <p:spPr bwMode="auto">
          <a:xfrm>
            <a:off x="4724400" y="60198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07BEEE-64BE-4FC0-802E-A47282EEAC53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755784" name="Oval 72"/>
          <p:cNvSpPr>
            <a:spLocks noChangeArrowheads="1"/>
          </p:cNvSpPr>
          <p:nvPr/>
        </p:nvSpPr>
        <p:spPr bwMode="auto">
          <a:xfrm>
            <a:off x="2743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5715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2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16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17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5718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3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19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5720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4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21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5722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5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23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24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25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5726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6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27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7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28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8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29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09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30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5731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0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32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1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33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2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34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3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35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5736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5737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4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38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5739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5" name="Equation" r:id="rId29" imgW="1650960" imgH="469800" progId="Equation.3">
                  <p:embed/>
                </p:oleObj>
              </mc:Choice>
              <mc:Fallback>
                <p:oleObj name="Equation" r:id="rId29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40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6" name="Equation" r:id="rId30" imgW="444240" imgH="520560" progId="Equation.3">
                  <p:embed/>
                </p:oleObj>
              </mc:Choice>
              <mc:Fallback>
                <p:oleObj name="Equation" r:id="rId30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41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42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43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5744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7" name="Equation" r:id="rId32" imgW="1549080" imgH="457200" progId="Equation.3">
                  <p:embed/>
                </p:oleObj>
              </mc:Choice>
              <mc:Fallback>
                <p:oleObj name="Equation" r:id="rId32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45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46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47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48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49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50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51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52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53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5754" name="Line 42"/>
          <p:cNvSpPr>
            <a:spLocks noChangeShapeType="1"/>
          </p:cNvSpPr>
          <p:nvPr/>
        </p:nvSpPr>
        <p:spPr bwMode="auto">
          <a:xfrm flipV="1">
            <a:off x="4191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5755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8" name="Equation" r:id="rId34" imgW="253800" imgH="368280" progId="Equation.3">
                  <p:embed/>
                </p:oleObj>
              </mc:Choice>
              <mc:Fallback>
                <p:oleObj name="Equation" r:id="rId34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56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19" name="Equation" r:id="rId36" imgW="253800" imgH="368280" progId="Equation.3">
                  <p:embed/>
                </p:oleObj>
              </mc:Choice>
              <mc:Fallback>
                <p:oleObj name="Equation" r:id="rId36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57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20" name="Equation" r:id="rId38" imgW="291960" imgH="368280" progId="Equation.3">
                  <p:embed/>
                </p:oleObj>
              </mc:Choice>
              <mc:Fallback>
                <p:oleObj name="Equation" r:id="rId38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58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21" name="Equation" r:id="rId40" imgW="266400" imgH="279360" progId="Equation.3">
                  <p:embed/>
                </p:oleObj>
              </mc:Choice>
              <mc:Fallback>
                <p:oleObj name="Equation" r:id="rId40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59" name="Object 47"/>
          <p:cNvGraphicFramePr>
            <a:graphicFrameLocks noChangeAspect="1"/>
          </p:cNvGraphicFramePr>
          <p:nvPr/>
        </p:nvGraphicFramePr>
        <p:xfrm>
          <a:off x="3962400" y="1671638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22" name="Equation" r:id="rId42" imgW="444240" imgH="533160" progId="Equation.3">
                  <p:embed/>
                </p:oleObj>
              </mc:Choice>
              <mc:Fallback>
                <p:oleObj name="Equation" r:id="rId42" imgW="444240" imgH="5331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671638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60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23" name="Equation" r:id="rId44" imgW="266400" imgH="279360" progId="Equation.3">
                  <p:embed/>
                </p:oleObj>
              </mc:Choice>
              <mc:Fallback>
                <p:oleObj name="Equation" r:id="rId44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61" name="Object 49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24" name="Equation" r:id="rId46" imgW="253800" imgH="393480" progId="Equation.3">
                  <p:embed/>
                </p:oleObj>
              </mc:Choice>
              <mc:Fallback>
                <p:oleObj name="Equation" r:id="rId46" imgW="253800" imgH="3934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5781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5925" name="Equation" r:id="rId48" imgW="253800" imgH="368280" progId="Equation.3">
                  <p:embed/>
                </p:oleObj>
              </mc:Choice>
              <mc:Fallback>
                <p:oleObj name="Equation" r:id="rId48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5783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5</a:t>
            </a:r>
          </a:p>
        </p:txBody>
      </p:sp>
      <p:sp>
        <p:nvSpPr>
          <p:cNvPr id="755785" name="Oval 73"/>
          <p:cNvSpPr>
            <a:spLocks noChangeArrowheads="1"/>
          </p:cNvSpPr>
          <p:nvPr/>
        </p:nvSpPr>
        <p:spPr bwMode="auto">
          <a:xfrm>
            <a:off x="3276600" y="50292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48AF23-B657-4853-A724-1CF7511DF788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756810" name="Oval 74"/>
          <p:cNvSpPr>
            <a:spLocks noChangeArrowheads="1"/>
          </p:cNvSpPr>
          <p:nvPr/>
        </p:nvSpPr>
        <p:spPr bwMode="auto">
          <a:xfrm>
            <a:off x="52578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38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16" name="Object 0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0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0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17" name="Object 1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1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3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18" name="Object 2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2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5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19" name="Object 3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3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7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48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49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8420" name="Object 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4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1" name="Object 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5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2" name="Object 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6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3" name="Object 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7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54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8424" name="Object 8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8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5" name="Object 9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69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6" name="Object 10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0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27" name="Object 11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1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59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6760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28" name="Object 12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2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62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8429" name="Object 13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3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0" name="Object 14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4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65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66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67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8431" name="Object 15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5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69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0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1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2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3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4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5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6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7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6778" name="Line 42"/>
          <p:cNvSpPr>
            <a:spLocks noChangeShapeType="1"/>
          </p:cNvSpPr>
          <p:nvPr/>
        </p:nvSpPr>
        <p:spPr bwMode="auto">
          <a:xfrm flipV="1">
            <a:off x="4724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8432" name="Object 16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6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3" name="Object 17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7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4" name="Object 18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8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5" name="Object 19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79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6" name="Object 20"/>
          <p:cNvGraphicFramePr>
            <a:graphicFrameLocks noChangeAspect="1"/>
          </p:cNvGraphicFramePr>
          <p:nvPr/>
        </p:nvGraphicFramePr>
        <p:xfrm>
          <a:off x="4525963" y="1681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80" name="Equation" r:id="rId40" imgW="380880" imgH="520560" progId="Equation.3">
                  <p:embed/>
                </p:oleObj>
              </mc:Choice>
              <mc:Fallback>
                <p:oleObj name="Equation" r:id="rId40" imgW="380880" imgH="52056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16811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7" name="Object 21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81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8" name="Object 22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82" name="Equation" r:id="rId42" imgW="253800" imgH="393480" progId="Equation.3">
                  <p:embed/>
                </p:oleObj>
              </mc:Choice>
              <mc:Fallback>
                <p:oleObj name="Equation" r:id="rId42" imgW="253800" imgH="3934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8439" name="Object 23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83" name="Equation" r:id="rId44" imgW="253800" imgH="368280" progId="Equation.3">
                  <p:embed/>
                </p:oleObj>
              </mc:Choice>
              <mc:Fallback>
                <p:oleObj name="Equation" r:id="rId44" imgW="253800" imgH="36828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807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6</a:t>
            </a:r>
          </a:p>
        </p:txBody>
      </p:sp>
      <p:sp>
        <p:nvSpPr>
          <p:cNvPr id="756811" name="Oval 75"/>
          <p:cNvSpPr>
            <a:spLocks noChangeArrowheads="1"/>
          </p:cNvSpPr>
          <p:nvPr/>
        </p:nvSpPr>
        <p:spPr bwMode="auto">
          <a:xfrm>
            <a:off x="4572000" y="32766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5B3CA0-DE18-42B8-A19F-544BCF9B017D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757832" name="Oval 72"/>
          <p:cNvSpPr>
            <a:spLocks noChangeArrowheads="1"/>
          </p:cNvSpPr>
          <p:nvPr/>
        </p:nvSpPr>
        <p:spPr bwMode="auto">
          <a:xfrm>
            <a:off x="52578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62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7763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0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64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7766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1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67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7768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2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69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7770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3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71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72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73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7774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4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5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5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6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6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7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7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78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7779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8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0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59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1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0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2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1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83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7784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7785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2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86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7787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3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8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4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89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0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1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7792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5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93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4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5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6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7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8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799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800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801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7802" name="Line 42"/>
          <p:cNvSpPr>
            <a:spLocks noChangeShapeType="1"/>
          </p:cNvSpPr>
          <p:nvPr/>
        </p:nvSpPr>
        <p:spPr bwMode="auto">
          <a:xfrm flipV="1">
            <a:off x="5257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7803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6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4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7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5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8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6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69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7" name="Object 47"/>
          <p:cNvGraphicFramePr>
            <a:graphicFrameLocks noChangeAspect="1"/>
          </p:cNvGraphicFramePr>
          <p:nvPr/>
        </p:nvGraphicFramePr>
        <p:xfrm>
          <a:off x="51054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0" name="Equation" r:id="rId40" imgW="380880" imgH="520560" progId="Equation.3">
                  <p:embed/>
                </p:oleObj>
              </mc:Choice>
              <mc:Fallback>
                <p:oleObj name="Equation" r:id="rId40" imgW="380880" imgH="5205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8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1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9" name="Object 49"/>
          <p:cNvGraphicFramePr>
            <a:graphicFrameLocks noChangeAspect="1"/>
          </p:cNvGraphicFramePr>
          <p:nvPr/>
        </p:nvGraphicFramePr>
        <p:xfrm>
          <a:off x="51816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2" name="Equation" r:id="rId42" imgW="253800" imgH="393480" progId="Equation.3">
                  <p:embed/>
                </p:oleObj>
              </mc:Choice>
              <mc:Fallback>
                <p:oleObj name="Equation" r:id="rId42" imgW="253800" imgH="3934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9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73" name="Equation" r:id="rId44" imgW="253800" imgH="368280" progId="Equation.3">
                  <p:embed/>
                </p:oleObj>
              </mc:Choice>
              <mc:Fallback>
                <p:oleObj name="Equation" r:id="rId44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1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7</a:t>
            </a:r>
          </a:p>
        </p:txBody>
      </p:sp>
      <p:sp>
        <p:nvSpPr>
          <p:cNvPr id="757833" name="Oval 73"/>
          <p:cNvSpPr>
            <a:spLocks noChangeArrowheads="1"/>
          </p:cNvSpPr>
          <p:nvPr/>
        </p:nvSpPr>
        <p:spPr bwMode="auto">
          <a:xfrm>
            <a:off x="5791200" y="50292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067249-9935-4A53-83E5-D8DB4C0953A1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758856" name="Oval 72"/>
          <p:cNvSpPr>
            <a:spLocks noChangeArrowheads="1"/>
          </p:cNvSpPr>
          <p:nvPr/>
        </p:nvSpPr>
        <p:spPr bwMode="auto">
          <a:xfrm>
            <a:off x="7696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786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8787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74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788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789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8790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75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2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76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793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8794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77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795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796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797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8798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78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9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79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00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0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01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1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802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8803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2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04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3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05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4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06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5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807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8808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8809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6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810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8811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7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12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8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813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14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15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8816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89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817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18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19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20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21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22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23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24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25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8826" name="Line 42"/>
          <p:cNvSpPr>
            <a:spLocks noChangeShapeType="1"/>
          </p:cNvSpPr>
          <p:nvPr/>
        </p:nvSpPr>
        <p:spPr bwMode="auto">
          <a:xfrm flipV="1">
            <a:off x="4800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8827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0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28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1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29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2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30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3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32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4" name="Equation" r:id="rId40" imgW="266400" imgH="279360" progId="Equation.3">
                  <p:embed/>
                </p:oleObj>
              </mc:Choice>
              <mc:Fallback>
                <p:oleObj name="Equation" r:id="rId40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33" name="Object 49"/>
          <p:cNvGraphicFramePr>
            <a:graphicFrameLocks noChangeAspect="1"/>
          </p:cNvGraphicFramePr>
          <p:nvPr/>
        </p:nvGraphicFramePr>
        <p:xfrm>
          <a:off x="51816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5" name="Equation" r:id="rId41" imgW="291960" imgH="368280" progId="Equation.3">
                  <p:embed/>
                </p:oleObj>
              </mc:Choice>
              <mc:Fallback>
                <p:oleObj name="Equation" r:id="rId41" imgW="291960" imgH="3682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49" name="Object 65"/>
          <p:cNvGraphicFramePr>
            <a:graphicFrameLocks noChangeAspect="1"/>
          </p:cNvGraphicFramePr>
          <p:nvPr/>
        </p:nvGraphicFramePr>
        <p:xfrm>
          <a:off x="4572000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6" name="Equation" r:id="rId42" imgW="444240" imgH="520560" progId="Equation.3">
                  <p:embed/>
                </p:oleObj>
              </mc:Choice>
              <mc:Fallback>
                <p:oleObj name="Equation" r:id="rId42" imgW="444240" imgH="52056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853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997" name="Equation" r:id="rId43" imgW="253800" imgH="368280" progId="Equation.3">
                  <p:embed/>
                </p:oleObj>
              </mc:Choice>
              <mc:Fallback>
                <p:oleObj name="Equation" r:id="rId43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855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8</a:t>
            </a:r>
          </a:p>
        </p:txBody>
      </p:sp>
      <p:sp>
        <p:nvSpPr>
          <p:cNvPr id="758857" name="Oval 73"/>
          <p:cNvSpPr>
            <a:spLocks noChangeArrowheads="1"/>
          </p:cNvSpPr>
          <p:nvPr/>
        </p:nvSpPr>
        <p:spPr bwMode="auto">
          <a:xfrm>
            <a:off x="7010400" y="32766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EC9D6D-2800-4681-8DB9-953B4869BB12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759880" name="Oval 72"/>
          <p:cNvSpPr>
            <a:spLocks noChangeArrowheads="1"/>
          </p:cNvSpPr>
          <p:nvPr/>
        </p:nvSpPr>
        <p:spPr bwMode="auto">
          <a:xfrm>
            <a:off x="7696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10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9811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98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12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13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9814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99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16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0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17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9818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1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19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20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21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9822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2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23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3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24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4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25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5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26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9827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6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28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7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29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8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30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09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31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59832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9833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0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34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9835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1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36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2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37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38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39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59840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3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41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2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3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4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5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6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7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8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49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59850" name="Line 42"/>
          <p:cNvSpPr>
            <a:spLocks noChangeShapeType="1"/>
          </p:cNvSpPr>
          <p:nvPr/>
        </p:nvSpPr>
        <p:spPr bwMode="auto">
          <a:xfrm flipV="1">
            <a:off x="4267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59851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4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52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5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53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6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54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7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56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8" name="Equation" r:id="rId40" imgW="266400" imgH="279360" progId="Equation.3">
                  <p:embed/>
                </p:oleObj>
              </mc:Choice>
              <mc:Fallback>
                <p:oleObj name="Equation" r:id="rId40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57" name="Object 49"/>
          <p:cNvGraphicFramePr>
            <a:graphicFrameLocks noChangeAspect="1"/>
          </p:cNvGraphicFramePr>
          <p:nvPr/>
        </p:nvGraphicFramePr>
        <p:xfrm>
          <a:off x="51816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19" name="Equation" r:id="rId41" imgW="291960" imgH="368280" progId="Equation.3">
                  <p:embed/>
                </p:oleObj>
              </mc:Choice>
              <mc:Fallback>
                <p:oleObj name="Equation" r:id="rId41" imgW="291960" imgH="3682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73" name="Object 65"/>
          <p:cNvGraphicFramePr>
            <a:graphicFrameLocks noChangeAspect="1"/>
          </p:cNvGraphicFramePr>
          <p:nvPr/>
        </p:nvGraphicFramePr>
        <p:xfrm>
          <a:off x="4038600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20" name="Equation" r:id="rId42" imgW="444240" imgH="520560" progId="Equation.3">
                  <p:embed/>
                </p:oleObj>
              </mc:Choice>
              <mc:Fallback>
                <p:oleObj name="Equation" r:id="rId42" imgW="444240" imgH="52056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9877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021" name="Equation" r:id="rId43" imgW="253800" imgH="368280" progId="Equation.3">
                  <p:embed/>
                </p:oleObj>
              </mc:Choice>
              <mc:Fallback>
                <p:oleObj name="Equation" r:id="rId43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9879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9</a:t>
            </a:r>
          </a:p>
        </p:txBody>
      </p:sp>
      <p:sp>
        <p:nvSpPr>
          <p:cNvPr id="759881" name="Oval 73"/>
          <p:cNvSpPr>
            <a:spLocks noChangeArrowheads="1"/>
          </p:cNvSpPr>
          <p:nvPr/>
        </p:nvSpPr>
        <p:spPr bwMode="auto">
          <a:xfrm>
            <a:off x="4724400" y="60198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2E0553-0F0F-4B95-AE00-918C02F27F90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760904" name="Oval 72"/>
          <p:cNvSpPr>
            <a:spLocks noChangeArrowheads="1"/>
          </p:cNvSpPr>
          <p:nvPr/>
        </p:nvSpPr>
        <p:spPr bwMode="auto">
          <a:xfrm>
            <a:off x="2743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0835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2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36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37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0838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3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39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0840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4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41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0842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5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43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44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45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0846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6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47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7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48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8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49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29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50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0851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0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52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1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53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2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54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3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55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0856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0857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4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58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0859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5" name="Equation" r:id="rId29" imgW="1650960" imgH="469800" progId="Equation.3">
                  <p:embed/>
                </p:oleObj>
              </mc:Choice>
              <mc:Fallback>
                <p:oleObj name="Equation" r:id="rId29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60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6" name="Equation" r:id="rId30" imgW="444240" imgH="520560" progId="Equation.3">
                  <p:embed/>
                </p:oleObj>
              </mc:Choice>
              <mc:Fallback>
                <p:oleObj name="Equation" r:id="rId30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61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62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63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0864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7" name="Equation" r:id="rId32" imgW="1549080" imgH="457200" progId="Equation.3">
                  <p:embed/>
                </p:oleObj>
              </mc:Choice>
              <mc:Fallback>
                <p:oleObj name="Equation" r:id="rId32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65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66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67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68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69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70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71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72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73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0874" name="Line 42"/>
          <p:cNvSpPr>
            <a:spLocks noChangeShapeType="1"/>
          </p:cNvSpPr>
          <p:nvPr/>
        </p:nvSpPr>
        <p:spPr bwMode="auto">
          <a:xfrm flipV="1">
            <a:off x="4724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0875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8" name="Equation" r:id="rId34" imgW="253800" imgH="368280" progId="Equation.3">
                  <p:embed/>
                </p:oleObj>
              </mc:Choice>
              <mc:Fallback>
                <p:oleObj name="Equation" r:id="rId34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76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39" name="Equation" r:id="rId36" imgW="253800" imgH="368280" progId="Equation.3">
                  <p:embed/>
                </p:oleObj>
              </mc:Choice>
              <mc:Fallback>
                <p:oleObj name="Equation" r:id="rId36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77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40" name="Equation" r:id="rId38" imgW="291960" imgH="368280" progId="Equation.3">
                  <p:embed/>
                </p:oleObj>
              </mc:Choice>
              <mc:Fallback>
                <p:oleObj name="Equation" r:id="rId38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78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41" name="Equation" r:id="rId40" imgW="266400" imgH="279360" progId="Equation.3">
                  <p:embed/>
                </p:oleObj>
              </mc:Choice>
              <mc:Fallback>
                <p:oleObj name="Equation" r:id="rId40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79" name="Object 47"/>
          <p:cNvGraphicFramePr>
            <a:graphicFrameLocks noChangeAspect="1"/>
          </p:cNvGraphicFramePr>
          <p:nvPr/>
        </p:nvGraphicFramePr>
        <p:xfrm>
          <a:off x="4495800" y="1676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42" name="Equation" r:id="rId42" imgW="444240" imgH="533160" progId="Equation.3">
                  <p:embed/>
                </p:oleObj>
              </mc:Choice>
              <mc:Fallback>
                <p:oleObj name="Equation" r:id="rId42" imgW="444240" imgH="5331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6764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80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43" name="Equation" r:id="rId44" imgW="266400" imgH="279360" progId="Equation.3">
                  <p:embed/>
                </p:oleObj>
              </mc:Choice>
              <mc:Fallback>
                <p:oleObj name="Equation" r:id="rId44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81" name="Object 49"/>
          <p:cNvGraphicFramePr>
            <a:graphicFrameLocks noChangeAspect="1"/>
          </p:cNvGraphicFramePr>
          <p:nvPr/>
        </p:nvGraphicFramePr>
        <p:xfrm>
          <a:off x="51816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44" name="Equation" r:id="rId46" imgW="291960" imgH="368280" progId="Equation.3">
                  <p:embed/>
                </p:oleObj>
              </mc:Choice>
              <mc:Fallback>
                <p:oleObj name="Equation" r:id="rId46" imgW="291960" imgH="3682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901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045" name="Equation" r:id="rId48" imgW="253800" imgH="368280" progId="Equation.3">
                  <p:embed/>
                </p:oleObj>
              </mc:Choice>
              <mc:Fallback>
                <p:oleObj name="Equation" r:id="rId48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903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10</a:t>
            </a:r>
          </a:p>
        </p:txBody>
      </p:sp>
      <p:sp>
        <p:nvSpPr>
          <p:cNvPr id="760905" name="Oval 73"/>
          <p:cNvSpPr>
            <a:spLocks noChangeArrowheads="1"/>
          </p:cNvSpPr>
          <p:nvPr/>
        </p:nvSpPr>
        <p:spPr bwMode="auto">
          <a:xfrm>
            <a:off x="1066800" y="51054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CAC37A-DFF9-420B-A5A3-867CCC67486D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761928" name="Oval 72"/>
          <p:cNvSpPr>
            <a:spLocks noChangeArrowheads="1"/>
          </p:cNvSpPr>
          <p:nvPr/>
        </p:nvSpPr>
        <p:spPr bwMode="auto">
          <a:xfrm>
            <a:off x="457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58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1859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46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60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61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1862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47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63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1864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48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66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49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67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68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69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1870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0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71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1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72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2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73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3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74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1875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4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76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5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77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6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78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7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79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1880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1881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8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82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1883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59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884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0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85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86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87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1888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1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89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0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1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2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3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4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5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6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7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1898" name="Line 42"/>
          <p:cNvSpPr>
            <a:spLocks noChangeShapeType="1"/>
          </p:cNvSpPr>
          <p:nvPr/>
        </p:nvSpPr>
        <p:spPr bwMode="auto">
          <a:xfrm flipV="1">
            <a:off x="5257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1899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2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900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3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901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4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902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5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903" name="Object 47"/>
          <p:cNvGraphicFramePr>
            <a:graphicFrameLocks noChangeAspect="1"/>
          </p:cNvGraphicFramePr>
          <p:nvPr/>
        </p:nvGraphicFramePr>
        <p:xfrm>
          <a:off x="5035550" y="1676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6" name="Equation" r:id="rId40" imgW="431640" imgH="533160" progId="Equation.3">
                  <p:embed/>
                </p:oleObj>
              </mc:Choice>
              <mc:Fallback>
                <p:oleObj name="Equation" r:id="rId40" imgW="431640" imgH="5331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1676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904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7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905" name="Object 49"/>
          <p:cNvGraphicFramePr>
            <a:graphicFrameLocks noChangeAspect="1"/>
          </p:cNvGraphicFramePr>
          <p:nvPr/>
        </p:nvGraphicFramePr>
        <p:xfrm>
          <a:off x="51816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8" name="Equation" r:id="rId42" imgW="291960" imgH="368280" progId="Equation.3">
                  <p:embed/>
                </p:oleObj>
              </mc:Choice>
              <mc:Fallback>
                <p:oleObj name="Equation" r:id="rId42" imgW="291960" imgH="3682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1925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069" name="Equation" r:id="rId43" imgW="253800" imgH="368280" progId="Equation.3">
                  <p:embed/>
                </p:oleObj>
              </mc:Choice>
              <mc:Fallback>
                <p:oleObj name="Equation" r:id="rId43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927" name="Text Box 71"/>
          <p:cNvSpPr txBox="1">
            <a:spLocks noChangeArrowheads="1"/>
          </p:cNvSpPr>
          <p:nvPr/>
        </p:nvSpPr>
        <p:spPr bwMode="auto">
          <a:xfrm>
            <a:off x="228600" y="685800"/>
            <a:ext cx="1600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11</a:t>
            </a:r>
          </a:p>
        </p:txBody>
      </p:sp>
      <p:sp>
        <p:nvSpPr>
          <p:cNvPr id="761929" name="Oval 73"/>
          <p:cNvSpPr>
            <a:spLocks noChangeArrowheads="1"/>
          </p:cNvSpPr>
          <p:nvPr/>
        </p:nvSpPr>
        <p:spPr bwMode="auto">
          <a:xfrm>
            <a:off x="0" y="38100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5F84E9-677D-4770-8D95-BE9681B75A9D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762953" name="Oval 73"/>
          <p:cNvSpPr>
            <a:spLocks noChangeArrowheads="1"/>
          </p:cNvSpPr>
          <p:nvPr/>
        </p:nvSpPr>
        <p:spPr bwMode="auto">
          <a:xfrm>
            <a:off x="457200" y="54102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882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2883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0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884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885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2886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1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887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2888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2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90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3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891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892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893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2894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4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95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5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96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6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897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7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898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2899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8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00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79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01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0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02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1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903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2904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2905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2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906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2907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3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08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4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909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0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1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62912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5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913" name="Line 33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4" name="Line 34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5" name="Line 35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6" name="Line 36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7" name="Line 37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8" name="Line 38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19" name="Line 39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20" name="Line 40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21" name="Line 41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2922" name="Line 42"/>
          <p:cNvSpPr>
            <a:spLocks noChangeShapeType="1"/>
          </p:cNvSpPr>
          <p:nvPr/>
        </p:nvSpPr>
        <p:spPr bwMode="auto">
          <a:xfrm flipV="1">
            <a:off x="5791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2923" name="Object 43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6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24" name="Object 44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7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25" name="Object 45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8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26" name="Object 46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89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27" name="Object 47"/>
          <p:cNvGraphicFramePr>
            <a:graphicFrameLocks noChangeAspect="1"/>
          </p:cNvGraphicFramePr>
          <p:nvPr/>
        </p:nvGraphicFramePr>
        <p:xfrm>
          <a:off x="5562600" y="1676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90" name="Equation" r:id="rId40" imgW="431640" imgH="533160" progId="Equation.3">
                  <p:embed/>
                </p:oleObj>
              </mc:Choice>
              <mc:Fallback>
                <p:oleObj name="Equation" r:id="rId40" imgW="431640" imgH="533160" progId="Equation.3">
                  <p:embed/>
                  <p:pic>
                    <p:nvPicPr>
                      <p:cNvPr id="0" name="Picture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676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28" name="Object 48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91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29" name="Object 49"/>
          <p:cNvGraphicFramePr>
            <a:graphicFrameLocks noChangeAspect="1"/>
          </p:cNvGraphicFramePr>
          <p:nvPr/>
        </p:nvGraphicFramePr>
        <p:xfrm>
          <a:off x="51816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92" name="Equation" r:id="rId42" imgW="291960" imgH="368280" progId="Equation.3">
                  <p:embed/>
                </p:oleObj>
              </mc:Choice>
              <mc:Fallback>
                <p:oleObj name="Equation" r:id="rId42" imgW="291960" imgH="368280" progId="Equation.3">
                  <p:embed/>
                  <p:pic>
                    <p:nvPicPr>
                      <p:cNvPr id="0" name="Picture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2949" name="Object 69"/>
          <p:cNvGraphicFramePr>
            <a:graphicFrameLocks noChangeAspect="1"/>
          </p:cNvGraphicFramePr>
          <p:nvPr/>
        </p:nvGraphicFramePr>
        <p:xfrm>
          <a:off x="6248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093" name="Equation" r:id="rId43" imgW="253800" imgH="368280" progId="Equation.3">
                  <p:embed/>
                </p:oleObj>
              </mc:Choice>
              <mc:Fallback>
                <p:oleObj name="Equation" r:id="rId43" imgW="253800" imgH="368280" progId="Equation.3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952" name="Text Box 72"/>
          <p:cNvSpPr txBox="1">
            <a:spLocks noChangeArrowheads="1"/>
          </p:cNvSpPr>
          <p:nvPr/>
        </p:nvSpPr>
        <p:spPr bwMode="auto">
          <a:xfrm>
            <a:off x="228600" y="6858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12</a:t>
            </a:r>
          </a:p>
        </p:txBody>
      </p:sp>
      <p:sp>
        <p:nvSpPr>
          <p:cNvPr id="762954" name="Oval 74"/>
          <p:cNvSpPr>
            <a:spLocks noChangeArrowheads="1"/>
          </p:cNvSpPr>
          <p:nvPr/>
        </p:nvSpPr>
        <p:spPr bwMode="auto">
          <a:xfrm>
            <a:off x="2133600" y="4191000"/>
            <a:ext cx="19812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B81B98-9751-43DD-9B29-C6C4500B30D3}" type="slidenum">
              <a:rPr lang="en-US" altLang="en-US"/>
              <a:pPr/>
              <a:t>50</a:t>
            </a:fld>
            <a:endParaRPr lang="en-US" altLang="en-US"/>
          </a:p>
        </p:txBody>
      </p:sp>
      <p:sp>
        <p:nvSpPr>
          <p:cNvPr id="781341" name="Oval 29"/>
          <p:cNvSpPr>
            <a:spLocks noChangeArrowheads="1"/>
          </p:cNvSpPr>
          <p:nvPr/>
        </p:nvSpPr>
        <p:spPr bwMode="auto">
          <a:xfrm>
            <a:off x="2743200" y="34163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14" name="Oval 2"/>
          <p:cNvSpPr>
            <a:spLocks noChangeArrowheads="1"/>
          </p:cNvSpPr>
          <p:nvPr/>
        </p:nvSpPr>
        <p:spPr bwMode="auto">
          <a:xfrm>
            <a:off x="2743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81315" name="Object 3"/>
          <p:cNvGraphicFramePr>
            <a:graphicFrameLocks noChangeAspect="1"/>
          </p:cNvGraphicFramePr>
          <p:nvPr/>
        </p:nvGraphicFramePr>
        <p:xfrm>
          <a:off x="2895600" y="53975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03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975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16" name="Line 4"/>
          <p:cNvSpPr>
            <a:spLocks noChangeShapeType="1"/>
          </p:cNvSpPr>
          <p:nvPr/>
        </p:nvSpPr>
        <p:spPr bwMode="auto">
          <a:xfrm>
            <a:off x="3429000" y="57023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17" name="Oval 5"/>
          <p:cNvSpPr>
            <a:spLocks noChangeArrowheads="1"/>
          </p:cNvSpPr>
          <p:nvPr/>
        </p:nvSpPr>
        <p:spPr bwMode="auto">
          <a:xfrm>
            <a:off x="5270500" y="5410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81318" name="Object 6"/>
          <p:cNvGraphicFramePr>
            <a:graphicFrameLocks noChangeAspect="1"/>
          </p:cNvGraphicFramePr>
          <p:nvPr/>
        </p:nvGraphicFramePr>
        <p:xfrm>
          <a:off x="5453063" y="5414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04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54149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19" name="Oval 7"/>
          <p:cNvSpPr>
            <a:spLocks noChangeArrowheads="1"/>
          </p:cNvSpPr>
          <p:nvPr/>
        </p:nvSpPr>
        <p:spPr bwMode="auto">
          <a:xfrm>
            <a:off x="7696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81320" name="Object 8"/>
          <p:cNvGraphicFramePr>
            <a:graphicFrameLocks noChangeAspect="1"/>
          </p:cNvGraphicFramePr>
          <p:nvPr/>
        </p:nvGraphicFramePr>
        <p:xfrm>
          <a:off x="7848600" y="54022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05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4022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21" name="Oval 9"/>
          <p:cNvSpPr>
            <a:spLocks noChangeArrowheads="1"/>
          </p:cNvSpPr>
          <p:nvPr/>
        </p:nvSpPr>
        <p:spPr bwMode="auto">
          <a:xfrm>
            <a:off x="457200" y="53975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81322" name="Object 10"/>
          <p:cNvGraphicFramePr>
            <a:graphicFrameLocks noChangeAspect="1"/>
          </p:cNvGraphicFramePr>
          <p:nvPr/>
        </p:nvGraphicFramePr>
        <p:xfrm>
          <a:off x="609600" y="53975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06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3975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23" name="Line 11"/>
          <p:cNvSpPr>
            <a:spLocks noChangeShapeType="1"/>
          </p:cNvSpPr>
          <p:nvPr/>
        </p:nvSpPr>
        <p:spPr bwMode="auto">
          <a:xfrm>
            <a:off x="5943600" y="57023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24" name="Freeform 12"/>
          <p:cNvSpPr>
            <a:spLocks/>
          </p:cNvSpPr>
          <p:nvPr/>
        </p:nvSpPr>
        <p:spPr bwMode="auto">
          <a:xfrm>
            <a:off x="3276600" y="6007100"/>
            <a:ext cx="4724400" cy="685800"/>
          </a:xfrm>
          <a:custGeom>
            <a:avLst/>
            <a:gdLst/>
            <a:ahLst/>
            <a:cxnLst>
              <a:cxn ang="0">
                <a:pos x="2832" y="0"/>
              </a:cxn>
              <a:cxn ang="0">
                <a:pos x="1536" y="432"/>
              </a:cxn>
              <a:cxn ang="0">
                <a:pos x="0" y="0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25" name="Freeform 13"/>
          <p:cNvSpPr>
            <a:spLocks/>
          </p:cNvSpPr>
          <p:nvPr/>
        </p:nvSpPr>
        <p:spPr bwMode="auto">
          <a:xfrm>
            <a:off x="4953000" y="44831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1326" name="Object 14"/>
          <p:cNvGraphicFramePr>
            <a:graphicFrameLocks noChangeAspect="1"/>
          </p:cNvGraphicFramePr>
          <p:nvPr/>
        </p:nvGraphicFramePr>
        <p:xfrm>
          <a:off x="3429000" y="51689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07" name="Equation" r:id="rId11" imgW="1600200" imgH="457200" progId="Equation.3">
                  <p:embed/>
                </p:oleObj>
              </mc:Choice>
              <mc:Fallback>
                <p:oleObj name="Equation" r:id="rId11" imgW="160020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1689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27" name="Object 15"/>
          <p:cNvGraphicFramePr>
            <a:graphicFrameLocks noChangeAspect="1"/>
          </p:cNvGraphicFramePr>
          <p:nvPr/>
        </p:nvGraphicFramePr>
        <p:xfrm>
          <a:off x="4730750" y="39624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08" name="Equation" r:id="rId13" imgW="1612800" imgH="457200" progId="Equation.3">
                  <p:embed/>
                </p:oleObj>
              </mc:Choice>
              <mc:Fallback>
                <p:oleObj name="Equation" r:id="rId13" imgW="161280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3962400"/>
                        <a:ext cx="1612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28" name="Object 16"/>
          <p:cNvGraphicFramePr>
            <a:graphicFrameLocks noChangeAspect="1"/>
          </p:cNvGraphicFramePr>
          <p:nvPr/>
        </p:nvGraphicFramePr>
        <p:xfrm>
          <a:off x="4737100" y="33528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09" name="Equation" r:id="rId15" imgW="1650960" imgH="469800" progId="Equation.3">
                  <p:embed/>
                </p:oleObj>
              </mc:Choice>
              <mc:Fallback>
                <p:oleObj name="Equation" r:id="rId15" imgW="1650960" imgH="4698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100" y="33528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29" name="Object 17"/>
          <p:cNvGraphicFramePr>
            <a:graphicFrameLocks noChangeAspect="1"/>
          </p:cNvGraphicFramePr>
          <p:nvPr/>
        </p:nvGraphicFramePr>
        <p:xfrm>
          <a:off x="6019800" y="5168900"/>
          <a:ext cx="1587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0" name="Equation" r:id="rId17" imgW="1587240" imgH="482400" progId="Equation.3">
                  <p:embed/>
                </p:oleObj>
              </mc:Choice>
              <mc:Fallback>
                <p:oleObj name="Equation" r:id="rId17" imgW="1587240" imgH="4824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168900"/>
                        <a:ext cx="1587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30" name="Freeform 18"/>
          <p:cNvSpPr>
            <a:spLocks/>
          </p:cNvSpPr>
          <p:nvPr/>
        </p:nvSpPr>
        <p:spPr bwMode="auto">
          <a:xfrm>
            <a:off x="7391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1331" name="Object 19"/>
          <p:cNvGraphicFramePr>
            <a:graphicFrameLocks noChangeAspect="1"/>
          </p:cNvGraphicFramePr>
          <p:nvPr/>
        </p:nvGraphicFramePr>
        <p:xfrm>
          <a:off x="7251700" y="39497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1" name="Equation" r:id="rId19" imgW="1587240" imgH="457200" progId="Equation.3">
                  <p:embed/>
                </p:oleObj>
              </mc:Choice>
              <mc:Fallback>
                <p:oleObj name="Equation" r:id="rId19" imgW="158724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9497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32" name="Object 20"/>
          <p:cNvGraphicFramePr>
            <a:graphicFrameLocks noChangeAspect="1"/>
          </p:cNvGraphicFramePr>
          <p:nvPr/>
        </p:nvGraphicFramePr>
        <p:xfrm>
          <a:off x="7251700" y="3340100"/>
          <a:ext cx="162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2" name="Equation" r:id="rId21" imgW="1625400" imgH="469800" progId="Equation.3">
                  <p:embed/>
                </p:oleObj>
              </mc:Choice>
              <mc:Fallback>
                <p:oleObj name="Equation" r:id="rId21" imgW="1625400" imgH="4698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0" y="3340100"/>
                        <a:ext cx="16256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33" name="Object 21"/>
          <p:cNvGraphicFramePr>
            <a:graphicFrameLocks noChangeAspect="1"/>
          </p:cNvGraphicFramePr>
          <p:nvPr/>
        </p:nvGraphicFramePr>
        <p:xfrm>
          <a:off x="4953000" y="6159500"/>
          <a:ext cx="160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3" name="Equation" r:id="rId23" imgW="1600200" imgH="457200" progId="Equation.3">
                  <p:embed/>
                </p:oleObj>
              </mc:Choice>
              <mc:Fallback>
                <p:oleObj name="Equation" r:id="rId23" imgW="16002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6159500"/>
                        <a:ext cx="1600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34" name="Object 22"/>
          <p:cNvGraphicFramePr>
            <a:graphicFrameLocks noChangeAspect="1"/>
          </p:cNvGraphicFramePr>
          <p:nvPr/>
        </p:nvGraphicFramePr>
        <p:xfrm>
          <a:off x="5537200" y="3321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4" name="Equation" r:id="rId25" imgW="228600" imgH="520560" progId="Equation.3">
                  <p:embed/>
                </p:oleObj>
              </mc:Choice>
              <mc:Fallback>
                <p:oleObj name="Equation" r:id="rId25" imgW="22860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321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35" name="Line 23"/>
          <p:cNvSpPr>
            <a:spLocks noChangeShapeType="1"/>
          </p:cNvSpPr>
          <p:nvPr/>
        </p:nvSpPr>
        <p:spPr bwMode="auto">
          <a:xfrm flipV="1">
            <a:off x="3048000" y="60071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1336" name="Line 24"/>
          <p:cNvSpPr>
            <a:spLocks noChangeShapeType="1"/>
          </p:cNvSpPr>
          <p:nvPr/>
        </p:nvSpPr>
        <p:spPr bwMode="auto">
          <a:xfrm flipH="1">
            <a:off x="1143000" y="57023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81337" name="Object 25"/>
          <p:cNvGraphicFramePr>
            <a:graphicFrameLocks noChangeAspect="1"/>
          </p:cNvGraphicFramePr>
          <p:nvPr/>
        </p:nvGraphicFramePr>
        <p:xfrm>
          <a:off x="1219200" y="51689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5" name="Equation" r:id="rId27" imgW="1650960" imgH="469800" progId="Equation.3">
                  <p:embed/>
                </p:oleObj>
              </mc:Choice>
              <mc:Fallback>
                <p:oleObj name="Equation" r:id="rId27" imgW="1650960" imgH="4698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1689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38" name="Freeform 26"/>
          <p:cNvSpPr>
            <a:spLocks/>
          </p:cNvSpPr>
          <p:nvPr/>
        </p:nvSpPr>
        <p:spPr bwMode="auto">
          <a:xfrm>
            <a:off x="152400" y="44069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1339" name="Object 27"/>
          <p:cNvGraphicFramePr>
            <a:graphicFrameLocks noChangeAspect="1"/>
          </p:cNvGraphicFramePr>
          <p:nvPr/>
        </p:nvGraphicFramePr>
        <p:xfrm>
          <a:off x="0" y="3873500"/>
          <a:ext cx="165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6" name="Equation" r:id="rId28" imgW="1650960" imgH="469800" progId="Equation.3">
                  <p:embed/>
                </p:oleObj>
              </mc:Choice>
              <mc:Fallback>
                <p:oleObj name="Equation" r:id="rId28" imgW="1650960" imgH="4698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873500"/>
                        <a:ext cx="16510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40" name="Object 28"/>
          <p:cNvGraphicFramePr>
            <a:graphicFrameLocks noChangeAspect="1"/>
          </p:cNvGraphicFramePr>
          <p:nvPr/>
        </p:nvGraphicFramePr>
        <p:xfrm>
          <a:off x="2819400" y="34210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7" name="Equation" r:id="rId29" imgW="444240" imgH="520560" progId="Equation.3">
                  <p:embed/>
                </p:oleObj>
              </mc:Choice>
              <mc:Fallback>
                <p:oleObj name="Equation" r:id="rId29" imgW="444240" imgH="52056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10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42" name="Line 30"/>
          <p:cNvSpPr>
            <a:spLocks noChangeShapeType="1"/>
          </p:cNvSpPr>
          <p:nvPr/>
        </p:nvSpPr>
        <p:spPr bwMode="auto">
          <a:xfrm flipV="1">
            <a:off x="1066800" y="4025900"/>
            <a:ext cx="1600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43" name="Oval 31"/>
          <p:cNvSpPr>
            <a:spLocks noChangeArrowheads="1"/>
          </p:cNvSpPr>
          <p:nvPr/>
        </p:nvSpPr>
        <p:spPr bwMode="auto">
          <a:xfrm>
            <a:off x="2590800" y="3263900"/>
            <a:ext cx="9906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1344" name="Object 32"/>
          <p:cNvGraphicFramePr>
            <a:graphicFrameLocks noChangeAspect="1"/>
          </p:cNvGraphicFramePr>
          <p:nvPr/>
        </p:nvGraphicFramePr>
        <p:xfrm>
          <a:off x="2381250" y="42545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8" name="Equation" r:id="rId31" imgW="1549080" imgH="457200" progId="Equation.3">
                  <p:embed/>
                </p:oleObj>
              </mc:Choice>
              <mc:Fallback>
                <p:oleObj name="Equation" r:id="rId31" imgW="1549080" imgH="45720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25450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63" name="Line 51"/>
          <p:cNvSpPr>
            <a:spLocks noChangeShapeType="1"/>
          </p:cNvSpPr>
          <p:nvPr/>
        </p:nvSpPr>
        <p:spPr bwMode="auto">
          <a:xfrm>
            <a:off x="25146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64" name="Line 52"/>
          <p:cNvSpPr>
            <a:spLocks noChangeShapeType="1"/>
          </p:cNvSpPr>
          <p:nvPr/>
        </p:nvSpPr>
        <p:spPr bwMode="auto">
          <a:xfrm>
            <a:off x="25146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65" name="Line 53"/>
          <p:cNvSpPr>
            <a:spLocks noChangeShapeType="1"/>
          </p:cNvSpPr>
          <p:nvPr/>
        </p:nvSpPr>
        <p:spPr bwMode="auto">
          <a:xfrm>
            <a:off x="2895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66" name="Line 54"/>
          <p:cNvSpPr>
            <a:spLocks noChangeShapeType="1"/>
          </p:cNvSpPr>
          <p:nvPr/>
        </p:nvSpPr>
        <p:spPr bwMode="auto">
          <a:xfrm>
            <a:off x="342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67" name="Line 55"/>
          <p:cNvSpPr>
            <a:spLocks noChangeShapeType="1"/>
          </p:cNvSpPr>
          <p:nvPr/>
        </p:nvSpPr>
        <p:spPr bwMode="auto">
          <a:xfrm>
            <a:off x="3962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68" name="Line 56"/>
          <p:cNvSpPr>
            <a:spLocks noChangeShapeType="1"/>
          </p:cNvSpPr>
          <p:nvPr/>
        </p:nvSpPr>
        <p:spPr bwMode="auto">
          <a:xfrm>
            <a:off x="4495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69" name="Line 57"/>
          <p:cNvSpPr>
            <a:spLocks noChangeShapeType="1"/>
          </p:cNvSpPr>
          <p:nvPr/>
        </p:nvSpPr>
        <p:spPr bwMode="auto">
          <a:xfrm>
            <a:off x="5029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70" name="Line 58"/>
          <p:cNvSpPr>
            <a:spLocks noChangeShapeType="1"/>
          </p:cNvSpPr>
          <p:nvPr/>
        </p:nvSpPr>
        <p:spPr bwMode="auto">
          <a:xfrm>
            <a:off x="556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71" name="Line 59"/>
          <p:cNvSpPr>
            <a:spLocks noChangeShapeType="1"/>
          </p:cNvSpPr>
          <p:nvPr/>
        </p:nvSpPr>
        <p:spPr bwMode="auto">
          <a:xfrm>
            <a:off x="6096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1372" name="Line 60"/>
          <p:cNvSpPr>
            <a:spLocks noChangeShapeType="1"/>
          </p:cNvSpPr>
          <p:nvPr/>
        </p:nvSpPr>
        <p:spPr bwMode="auto">
          <a:xfrm flipV="1">
            <a:off x="5334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81373" name="Object 61"/>
          <p:cNvGraphicFramePr>
            <a:graphicFrameLocks noChangeAspect="1"/>
          </p:cNvGraphicFramePr>
          <p:nvPr/>
        </p:nvGraphicFramePr>
        <p:xfrm>
          <a:off x="3048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19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74" name="Object 62"/>
          <p:cNvGraphicFramePr>
            <a:graphicFrameLocks noChangeAspect="1"/>
          </p:cNvGraphicFramePr>
          <p:nvPr/>
        </p:nvGraphicFramePr>
        <p:xfrm>
          <a:off x="5715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20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75" name="Object 63"/>
          <p:cNvGraphicFramePr>
            <a:graphicFrameLocks noChangeAspect="1"/>
          </p:cNvGraphicFramePr>
          <p:nvPr/>
        </p:nvGraphicFramePr>
        <p:xfrm>
          <a:off x="46482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21" name="Equation" r:id="rId36" imgW="291960" imgH="368280" progId="Equation.3">
                  <p:embed/>
                </p:oleObj>
              </mc:Choice>
              <mc:Fallback>
                <p:oleObj name="Equation" r:id="rId36" imgW="291960" imgH="36828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76" name="Object 64"/>
          <p:cNvGraphicFramePr>
            <a:graphicFrameLocks noChangeAspect="1"/>
          </p:cNvGraphicFramePr>
          <p:nvPr/>
        </p:nvGraphicFramePr>
        <p:xfrm>
          <a:off x="3581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22" name="Equation" r:id="rId38" imgW="266400" imgH="279360" progId="Equation.3">
                  <p:embed/>
                </p:oleObj>
              </mc:Choice>
              <mc:Fallback>
                <p:oleObj name="Equation" r:id="rId38" imgW="266400" imgH="27936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77" name="Object 65"/>
          <p:cNvGraphicFramePr>
            <a:graphicFrameLocks noChangeAspect="1"/>
          </p:cNvGraphicFramePr>
          <p:nvPr/>
        </p:nvGraphicFramePr>
        <p:xfrm>
          <a:off x="5105400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23" name="Equation" r:id="rId40" imgW="444240" imgH="520560" progId="Equation.3">
                  <p:embed/>
                </p:oleObj>
              </mc:Choice>
              <mc:Fallback>
                <p:oleObj name="Equation" r:id="rId40" imgW="444240" imgH="520560" progId="Equation.3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78" name="Object 66"/>
          <p:cNvGraphicFramePr>
            <a:graphicFrameLocks noChangeAspect="1"/>
          </p:cNvGraphicFramePr>
          <p:nvPr/>
        </p:nvGraphicFramePr>
        <p:xfrm>
          <a:off x="41148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24" name="Equation" r:id="rId41" imgW="266400" imgH="279360" progId="Equation.3">
                  <p:embed/>
                </p:oleObj>
              </mc:Choice>
              <mc:Fallback>
                <p:oleObj name="Equation" r:id="rId41" imgW="266400" imgH="279360" progId="Equation.3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79" name="Object 67"/>
          <p:cNvGraphicFramePr>
            <a:graphicFrameLocks noChangeAspect="1"/>
          </p:cNvGraphicFramePr>
          <p:nvPr/>
        </p:nvGraphicFramePr>
        <p:xfrm>
          <a:off x="51816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25" name="Equation" r:id="rId42" imgW="291960" imgH="368280" progId="Equation.3">
                  <p:embed/>
                </p:oleObj>
              </mc:Choice>
              <mc:Fallback>
                <p:oleObj name="Equation" r:id="rId42" imgW="291960" imgH="368280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82" name="Object 70"/>
          <p:cNvGraphicFramePr>
            <a:graphicFrameLocks noChangeAspect="1"/>
          </p:cNvGraphicFramePr>
          <p:nvPr/>
        </p:nvGraphicFramePr>
        <p:xfrm>
          <a:off x="61722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26" name="Equation" r:id="rId43" imgW="253800" imgH="368280" progId="Equation.3">
                  <p:embed/>
                </p:oleObj>
              </mc:Choice>
              <mc:Fallback>
                <p:oleObj name="Equation" r:id="rId43" imgW="253800" imgH="368280" progId="Equation.3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1383" name="Text Box 71"/>
          <p:cNvSpPr txBox="1">
            <a:spLocks noChangeArrowheads="1"/>
          </p:cNvSpPr>
          <p:nvPr/>
        </p:nvSpPr>
        <p:spPr bwMode="auto">
          <a:xfrm>
            <a:off x="1600200" y="2514600"/>
            <a:ext cx="2997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Halt &amp; Accept</a:t>
            </a:r>
          </a:p>
        </p:txBody>
      </p:sp>
      <p:sp>
        <p:nvSpPr>
          <p:cNvPr id="781384" name="Text Box 72"/>
          <p:cNvSpPr txBox="1">
            <a:spLocks noChangeArrowheads="1"/>
          </p:cNvSpPr>
          <p:nvPr/>
        </p:nvSpPr>
        <p:spPr bwMode="auto">
          <a:xfrm>
            <a:off x="228600" y="6858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13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266B89-969B-46FA-ACEA-C935DC0CEB42}" type="slidenum">
              <a:rPr lang="en-US" altLang="en-US"/>
              <a:pPr/>
              <a:t>51</a:t>
            </a:fld>
            <a:endParaRPr lang="en-US" altLang="en-US"/>
          </a:p>
        </p:txBody>
      </p:sp>
      <p:sp>
        <p:nvSpPr>
          <p:cNvPr id="763906" name="Text Box 2"/>
          <p:cNvSpPr txBox="1">
            <a:spLocks noChangeArrowheads="1"/>
          </p:cNvSpPr>
          <p:nvPr/>
        </p:nvSpPr>
        <p:spPr bwMode="auto">
          <a:xfrm>
            <a:off x="930275" y="1879600"/>
            <a:ext cx="50609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we modify the </a:t>
            </a:r>
          </a:p>
          <a:p>
            <a:r>
              <a:rPr lang="en-US"/>
              <a:t>machine for the language </a:t>
            </a:r>
          </a:p>
        </p:txBody>
      </p:sp>
      <p:graphicFrame>
        <p:nvGraphicFramePr>
          <p:cNvPr id="763907" name="Object 3"/>
          <p:cNvGraphicFramePr>
            <a:graphicFrameLocks noChangeAspect="1"/>
          </p:cNvGraphicFramePr>
          <p:nvPr/>
        </p:nvGraphicFramePr>
        <p:xfrm>
          <a:off x="6210300" y="2362200"/>
          <a:ext cx="1435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920" name="Equation" r:id="rId3" imgW="1434960" imgH="711000" progId="Equation.3">
                  <p:embed/>
                </p:oleObj>
              </mc:Choice>
              <mc:Fallback>
                <p:oleObj name="Equation" r:id="rId3" imgW="1434960" imgH="711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0300" y="2362200"/>
                        <a:ext cx="14351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3908" name="Text Box 4"/>
          <p:cNvSpPr txBox="1">
            <a:spLocks noChangeArrowheads="1"/>
          </p:cNvSpPr>
          <p:nvPr/>
        </p:nvSpPr>
        <p:spPr bwMode="auto">
          <a:xfrm>
            <a:off x="946150" y="4521200"/>
            <a:ext cx="52689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can easily construct </a:t>
            </a:r>
          </a:p>
          <a:p>
            <a:r>
              <a:rPr lang="en-US"/>
              <a:t>a machine for the language</a:t>
            </a:r>
          </a:p>
        </p:txBody>
      </p:sp>
      <p:graphicFrame>
        <p:nvGraphicFramePr>
          <p:cNvPr id="763909" name="Object 5"/>
          <p:cNvGraphicFramePr>
            <a:graphicFrameLocks noChangeAspect="1"/>
          </p:cNvGraphicFramePr>
          <p:nvPr/>
        </p:nvGraphicFramePr>
        <p:xfrm>
          <a:off x="6508750" y="4902200"/>
          <a:ext cx="1917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3921" name="Equation" r:id="rId5" imgW="1917360" imgH="711000" progId="Equation.3">
                  <p:embed/>
                </p:oleObj>
              </mc:Choice>
              <mc:Fallback>
                <p:oleObj name="Equation" r:id="rId5" imgW="1917360" imgH="7110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0" y="4902200"/>
                        <a:ext cx="19177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3910" name="Text Box 6"/>
          <p:cNvSpPr txBox="1">
            <a:spLocks noChangeArrowheads="1"/>
          </p:cNvSpPr>
          <p:nvPr/>
        </p:nvSpPr>
        <p:spPr bwMode="auto">
          <a:xfrm>
            <a:off x="304800" y="533400"/>
            <a:ext cx="27035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Observation: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Formal Definitions</a:t>
            </a:r>
            <a:br>
              <a:rPr lang="en-US" sz="4400"/>
            </a:br>
            <a:r>
              <a:rPr lang="en-US" sz="4400"/>
              <a:t>for </a:t>
            </a:r>
            <a:br>
              <a:rPr lang="en-US" sz="4400"/>
            </a:br>
            <a:r>
              <a:rPr lang="en-US" sz="4400"/>
              <a:t>Turing Machines</a:t>
            </a:r>
          </a:p>
        </p:txBody>
      </p:sp>
      <p:sp>
        <p:nvSpPr>
          <p:cNvPr id="76493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9E823F-038A-4767-A229-3A044C8997CF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766979" name="Text Box 3"/>
          <p:cNvSpPr txBox="1">
            <a:spLocks noChangeArrowheads="1"/>
          </p:cNvSpPr>
          <p:nvPr/>
        </p:nvSpPr>
        <p:spPr bwMode="auto">
          <a:xfrm>
            <a:off x="2438400" y="457200"/>
            <a:ext cx="3857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Transition Function</a:t>
            </a:r>
          </a:p>
        </p:txBody>
      </p:sp>
      <p:sp>
        <p:nvSpPr>
          <p:cNvPr id="766990" name="Oval 14"/>
          <p:cNvSpPr>
            <a:spLocks noChangeArrowheads="1"/>
          </p:cNvSpPr>
          <p:nvPr/>
        </p:nvSpPr>
        <p:spPr bwMode="auto">
          <a:xfrm>
            <a:off x="2286000" y="2438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6991" name="Oval 15"/>
          <p:cNvSpPr>
            <a:spLocks noChangeArrowheads="1"/>
          </p:cNvSpPr>
          <p:nvPr/>
        </p:nvSpPr>
        <p:spPr bwMode="auto">
          <a:xfrm>
            <a:off x="5486400" y="2438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6992" name="Line 16"/>
          <p:cNvSpPr>
            <a:spLocks noChangeShapeType="1"/>
          </p:cNvSpPr>
          <p:nvPr/>
        </p:nvSpPr>
        <p:spPr bwMode="auto">
          <a:xfrm>
            <a:off x="3124200" y="28194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29440" name="Object 0"/>
          <p:cNvGraphicFramePr>
            <a:graphicFrameLocks noChangeAspect="1"/>
          </p:cNvGraphicFramePr>
          <p:nvPr/>
        </p:nvGraphicFramePr>
        <p:xfrm>
          <a:off x="2544763" y="2519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64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2519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1" name="Object 1"/>
          <p:cNvGraphicFramePr>
            <a:graphicFrameLocks noChangeAspect="1"/>
          </p:cNvGraphicFramePr>
          <p:nvPr/>
        </p:nvGraphicFramePr>
        <p:xfrm>
          <a:off x="5715000" y="2514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65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5146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2" name="Object 2"/>
          <p:cNvGraphicFramePr>
            <a:graphicFrameLocks noChangeAspect="1"/>
          </p:cNvGraphicFramePr>
          <p:nvPr/>
        </p:nvGraphicFramePr>
        <p:xfrm>
          <a:off x="3505200" y="23622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66" name="Equation" r:id="rId7" imgW="1587240" imgH="469800" progId="Equation.3">
                  <p:embed/>
                </p:oleObj>
              </mc:Choice>
              <mc:Fallback>
                <p:oleObj name="Equation" r:id="rId7" imgW="1587240" imgH="469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622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43" name="Object 3"/>
          <p:cNvGraphicFramePr>
            <a:graphicFrameLocks noChangeAspect="1"/>
          </p:cNvGraphicFramePr>
          <p:nvPr/>
        </p:nvGraphicFramePr>
        <p:xfrm>
          <a:off x="2362200" y="4191000"/>
          <a:ext cx="3886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67" name="Equation" r:id="rId9" imgW="3886200" imgH="571320" progId="Equation.3">
                  <p:embed/>
                </p:oleObj>
              </mc:Choice>
              <mc:Fallback>
                <p:oleObj name="Equation" r:id="rId9" imgW="3886200" imgH="5713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191000"/>
                        <a:ext cx="38862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DB5202-37A5-41FA-9B87-64EF27F99464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782346" name="Oval 10"/>
          <p:cNvSpPr>
            <a:spLocks noChangeArrowheads="1"/>
          </p:cNvSpPr>
          <p:nvPr/>
        </p:nvSpPr>
        <p:spPr bwMode="auto">
          <a:xfrm>
            <a:off x="2286000" y="2438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2347" name="Oval 11"/>
          <p:cNvSpPr>
            <a:spLocks noChangeArrowheads="1"/>
          </p:cNvSpPr>
          <p:nvPr/>
        </p:nvSpPr>
        <p:spPr bwMode="auto">
          <a:xfrm>
            <a:off x="5486400" y="2438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2348" name="Line 12"/>
          <p:cNvSpPr>
            <a:spLocks noChangeShapeType="1"/>
          </p:cNvSpPr>
          <p:nvPr/>
        </p:nvSpPr>
        <p:spPr bwMode="auto">
          <a:xfrm>
            <a:off x="3124200" y="28194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2349" name="Object 13"/>
          <p:cNvGraphicFramePr>
            <a:graphicFrameLocks noChangeAspect="1"/>
          </p:cNvGraphicFramePr>
          <p:nvPr/>
        </p:nvGraphicFramePr>
        <p:xfrm>
          <a:off x="2544763" y="2519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373" name="Equation" r:id="rId3" imgW="380880" imgH="520560" progId="Equation.3">
                  <p:embed/>
                </p:oleObj>
              </mc:Choice>
              <mc:Fallback>
                <p:oleObj name="Equation" r:id="rId3" imgW="380880" imgH="5205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2519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2350" name="Object 14"/>
          <p:cNvGraphicFramePr>
            <a:graphicFrameLocks noChangeAspect="1"/>
          </p:cNvGraphicFramePr>
          <p:nvPr/>
        </p:nvGraphicFramePr>
        <p:xfrm>
          <a:off x="5715000" y="2514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374" name="Equation" r:id="rId5" imgW="444240" imgH="520560" progId="Equation.3">
                  <p:embed/>
                </p:oleObj>
              </mc:Choice>
              <mc:Fallback>
                <p:oleObj name="Equation" r:id="rId5" imgW="44424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5146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2351" name="Object 15"/>
          <p:cNvGraphicFramePr>
            <a:graphicFrameLocks noChangeAspect="1"/>
          </p:cNvGraphicFramePr>
          <p:nvPr/>
        </p:nvGraphicFramePr>
        <p:xfrm>
          <a:off x="3505200" y="2362200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375" name="Equation" r:id="rId7" imgW="1587240" imgH="469800" progId="Equation.3">
                  <p:embed/>
                </p:oleObj>
              </mc:Choice>
              <mc:Fallback>
                <p:oleObj name="Equation" r:id="rId7" imgW="1587240" imgH="4698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62200"/>
                        <a:ext cx="1587500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2352" name="Object 16"/>
          <p:cNvGraphicFramePr>
            <a:graphicFrameLocks noChangeAspect="1"/>
          </p:cNvGraphicFramePr>
          <p:nvPr/>
        </p:nvGraphicFramePr>
        <p:xfrm>
          <a:off x="2362200" y="4191000"/>
          <a:ext cx="3873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376" name="Equation" r:id="rId9" imgW="3873240" imgH="571320" progId="Equation.3">
                  <p:embed/>
                </p:oleObj>
              </mc:Choice>
              <mc:Fallback>
                <p:oleObj name="Equation" r:id="rId9" imgW="3873240" imgH="57132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191000"/>
                        <a:ext cx="3873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2353" name="Text Box 17"/>
          <p:cNvSpPr txBox="1">
            <a:spLocks noChangeArrowheads="1"/>
          </p:cNvSpPr>
          <p:nvPr/>
        </p:nvSpPr>
        <p:spPr bwMode="auto">
          <a:xfrm>
            <a:off x="2438400" y="457200"/>
            <a:ext cx="3857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Transition Function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F6ACDF-F81E-4DE2-9D7B-7ADF7F8864F1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765955" name="Text Box 3"/>
          <p:cNvSpPr txBox="1">
            <a:spLocks noChangeArrowheads="1"/>
          </p:cNvSpPr>
          <p:nvPr/>
        </p:nvSpPr>
        <p:spPr bwMode="auto">
          <a:xfrm>
            <a:off x="288925" y="1778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65956" name="Text Box 4"/>
          <p:cNvSpPr txBox="1">
            <a:spLocks noChangeArrowheads="1"/>
          </p:cNvSpPr>
          <p:nvPr/>
        </p:nvSpPr>
        <p:spPr bwMode="auto">
          <a:xfrm>
            <a:off x="0" y="0"/>
            <a:ext cx="3351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Turing Machine:</a:t>
            </a:r>
          </a:p>
        </p:txBody>
      </p:sp>
      <p:graphicFrame>
        <p:nvGraphicFramePr>
          <p:cNvPr id="765958" name="Object 6"/>
          <p:cNvGraphicFramePr>
            <a:graphicFrameLocks noChangeAspect="1"/>
          </p:cNvGraphicFramePr>
          <p:nvPr/>
        </p:nvGraphicFramePr>
        <p:xfrm>
          <a:off x="1930400" y="3175000"/>
          <a:ext cx="52197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975" name="Equation" r:id="rId3" imgW="5219640" imgH="583920" progId="Equation.3">
                  <p:embed/>
                </p:oleObj>
              </mc:Choice>
              <mc:Fallback>
                <p:oleObj name="Equation" r:id="rId3" imgW="5219640" imgH="58392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175000"/>
                        <a:ext cx="52197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5960" name="Text Box 8"/>
          <p:cNvSpPr txBox="1">
            <a:spLocks noChangeArrowheads="1"/>
          </p:cNvSpPr>
          <p:nvPr/>
        </p:nvSpPr>
        <p:spPr bwMode="auto">
          <a:xfrm>
            <a:off x="838200" y="1905000"/>
            <a:ext cx="1479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States</a:t>
            </a:r>
          </a:p>
        </p:txBody>
      </p:sp>
      <p:sp>
        <p:nvSpPr>
          <p:cNvPr id="765961" name="Text Box 9"/>
          <p:cNvSpPr txBox="1">
            <a:spLocks noChangeArrowheads="1"/>
          </p:cNvSpPr>
          <p:nvPr/>
        </p:nvSpPr>
        <p:spPr bwMode="auto">
          <a:xfrm>
            <a:off x="3429000" y="990600"/>
            <a:ext cx="18192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  <a:p>
            <a:r>
              <a:rPr lang="en-US"/>
              <a:t>alphabet</a:t>
            </a:r>
          </a:p>
        </p:txBody>
      </p:sp>
      <p:sp>
        <p:nvSpPr>
          <p:cNvPr id="765962" name="Text Box 10"/>
          <p:cNvSpPr txBox="1">
            <a:spLocks noChangeArrowheads="1"/>
          </p:cNvSpPr>
          <p:nvPr/>
        </p:nvSpPr>
        <p:spPr bwMode="auto">
          <a:xfrm>
            <a:off x="6553200" y="1066800"/>
            <a:ext cx="18192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Tape</a:t>
            </a:r>
          </a:p>
          <a:p>
            <a:r>
              <a:rPr lang="en-US"/>
              <a:t>alphabet</a:t>
            </a:r>
          </a:p>
        </p:txBody>
      </p:sp>
      <p:graphicFrame>
        <p:nvGraphicFramePr>
          <p:cNvPr id="765964" name="Object 12"/>
          <p:cNvGraphicFramePr>
            <a:graphicFrameLocks noChangeAspect="1"/>
          </p:cNvGraphicFramePr>
          <p:nvPr/>
        </p:nvGraphicFramePr>
        <p:xfrm>
          <a:off x="1562100" y="40830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976" name="Equation" r:id="rId5" imgW="228600" imgH="520560" progId="Equation.3">
                  <p:embed/>
                </p:oleObj>
              </mc:Choice>
              <mc:Fallback>
                <p:oleObj name="Equation" r:id="rId5" imgW="228600" imgH="5205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100" y="408305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5965" name="Text Box 13"/>
          <p:cNvSpPr txBox="1">
            <a:spLocks noChangeArrowheads="1"/>
          </p:cNvSpPr>
          <p:nvPr/>
        </p:nvSpPr>
        <p:spPr bwMode="auto">
          <a:xfrm>
            <a:off x="381000" y="4419600"/>
            <a:ext cx="21224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</a:t>
            </a:r>
          </a:p>
          <a:p>
            <a:r>
              <a:rPr lang="en-US"/>
              <a:t>function</a:t>
            </a:r>
          </a:p>
        </p:txBody>
      </p:sp>
      <p:sp>
        <p:nvSpPr>
          <p:cNvPr id="765966" name="Text Box 14"/>
          <p:cNvSpPr txBox="1">
            <a:spLocks noChangeArrowheads="1"/>
          </p:cNvSpPr>
          <p:nvPr/>
        </p:nvSpPr>
        <p:spPr bwMode="auto">
          <a:xfrm>
            <a:off x="2879725" y="5588000"/>
            <a:ext cx="13589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</a:t>
            </a:r>
          </a:p>
          <a:p>
            <a:r>
              <a:rPr lang="en-US"/>
              <a:t>state</a:t>
            </a:r>
          </a:p>
        </p:txBody>
      </p:sp>
      <p:sp>
        <p:nvSpPr>
          <p:cNvPr id="765967" name="Oval 15"/>
          <p:cNvSpPr>
            <a:spLocks noChangeArrowheads="1"/>
          </p:cNvSpPr>
          <p:nvPr/>
        </p:nvSpPr>
        <p:spPr bwMode="auto">
          <a:xfrm>
            <a:off x="838200" y="1828800"/>
            <a:ext cx="1600200" cy="762000"/>
          </a:xfrm>
          <a:prstGeom prst="ellips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68" name="Oval 16"/>
          <p:cNvSpPr>
            <a:spLocks noChangeArrowheads="1"/>
          </p:cNvSpPr>
          <p:nvPr/>
        </p:nvSpPr>
        <p:spPr bwMode="auto">
          <a:xfrm>
            <a:off x="3048000" y="914400"/>
            <a:ext cx="2362200" cy="1371600"/>
          </a:xfrm>
          <a:prstGeom prst="ellips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5969" name="Oval 17"/>
          <p:cNvSpPr>
            <a:spLocks noChangeArrowheads="1"/>
          </p:cNvSpPr>
          <p:nvPr/>
        </p:nvSpPr>
        <p:spPr bwMode="auto">
          <a:xfrm>
            <a:off x="6324600" y="914400"/>
            <a:ext cx="1981200" cy="1524000"/>
          </a:xfrm>
          <a:prstGeom prst="ellips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5970" name="Oval 18"/>
          <p:cNvSpPr>
            <a:spLocks noChangeArrowheads="1"/>
          </p:cNvSpPr>
          <p:nvPr/>
        </p:nvSpPr>
        <p:spPr bwMode="auto">
          <a:xfrm>
            <a:off x="228600" y="4191000"/>
            <a:ext cx="2286000" cy="1600200"/>
          </a:xfrm>
          <a:prstGeom prst="ellips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5971" name="Oval 19"/>
          <p:cNvSpPr>
            <a:spLocks noChangeArrowheads="1"/>
          </p:cNvSpPr>
          <p:nvPr/>
        </p:nvSpPr>
        <p:spPr bwMode="auto">
          <a:xfrm>
            <a:off x="2667000" y="5334000"/>
            <a:ext cx="1676400" cy="1524000"/>
          </a:xfrm>
          <a:prstGeom prst="ellips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5972" name="Text Box 20"/>
          <p:cNvSpPr txBox="1">
            <a:spLocks noChangeArrowheads="1"/>
          </p:cNvSpPr>
          <p:nvPr/>
        </p:nvSpPr>
        <p:spPr bwMode="auto">
          <a:xfrm>
            <a:off x="5089525" y="5740400"/>
            <a:ext cx="1176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blank</a:t>
            </a:r>
          </a:p>
        </p:txBody>
      </p:sp>
      <p:sp>
        <p:nvSpPr>
          <p:cNvPr id="765973" name="Oval 21"/>
          <p:cNvSpPr>
            <a:spLocks noChangeArrowheads="1"/>
          </p:cNvSpPr>
          <p:nvPr/>
        </p:nvSpPr>
        <p:spPr bwMode="auto">
          <a:xfrm>
            <a:off x="4800600" y="5486400"/>
            <a:ext cx="1752600" cy="1066800"/>
          </a:xfrm>
          <a:prstGeom prst="ellips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65974" name="Oval 22"/>
          <p:cNvSpPr>
            <a:spLocks noChangeArrowheads="1"/>
          </p:cNvSpPr>
          <p:nvPr/>
        </p:nvSpPr>
        <p:spPr bwMode="auto">
          <a:xfrm>
            <a:off x="6781800" y="4343400"/>
            <a:ext cx="2133600" cy="1524000"/>
          </a:xfrm>
          <a:prstGeom prst="ellipse">
            <a:avLst/>
          </a:prstGeom>
          <a:noFill/>
          <a:ln w="9525">
            <a:solidFill>
              <a:srgbClr val="9933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75" name="Text Box 23"/>
          <p:cNvSpPr txBox="1">
            <a:spLocks noChangeArrowheads="1"/>
          </p:cNvSpPr>
          <p:nvPr/>
        </p:nvSpPr>
        <p:spPr bwMode="auto">
          <a:xfrm>
            <a:off x="7239000" y="4495800"/>
            <a:ext cx="13954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</a:t>
            </a:r>
          </a:p>
          <a:p>
            <a:r>
              <a:rPr lang="en-US"/>
              <a:t>states</a:t>
            </a:r>
          </a:p>
        </p:txBody>
      </p:sp>
      <p:sp>
        <p:nvSpPr>
          <p:cNvPr id="765976" name="Line 24"/>
          <p:cNvSpPr>
            <a:spLocks noChangeShapeType="1"/>
          </p:cNvSpPr>
          <p:nvPr/>
        </p:nvSpPr>
        <p:spPr bwMode="auto">
          <a:xfrm flipV="1">
            <a:off x="2514600" y="3657600"/>
            <a:ext cx="2362200" cy="12192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77" name="Line 25"/>
          <p:cNvSpPr>
            <a:spLocks noChangeShapeType="1"/>
          </p:cNvSpPr>
          <p:nvPr/>
        </p:nvSpPr>
        <p:spPr bwMode="auto">
          <a:xfrm flipV="1">
            <a:off x="3962400" y="3810000"/>
            <a:ext cx="1524000" cy="16764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78" name="Line 26"/>
          <p:cNvSpPr>
            <a:spLocks noChangeShapeType="1"/>
          </p:cNvSpPr>
          <p:nvPr/>
        </p:nvSpPr>
        <p:spPr bwMode="auto">
          <a:xfrm flipV="1">
            <a:off x="5715000" y="3657600"/>
            <a:ext cx="457200" cy="18288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79" name="Line 27"/>
          <p:cNvSpPr>
            <a:spLocks noChangeShapeType="1"/>
          </p:cNvSpPr>
          <p:nvPr/>
        </p:nvSpPr>
        <p:spPr bwMode="auto">
          <a:xfrm flipH="1" flipV="1">
            <a:off x="6705600" y="3733800"/>
            <a:ext cx="533400" cy="7620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80" name="Line 28"/>
          <p:cNvSpPr>
            <a:spLocks noChangeShapeType="1"/>
          </p:cNvSpPr>
          <p:nvPr/>
        </p:nvSpPr>
        <p:spPr bwMode="auto">
          <a:xfrm>
            <a:off x="2362200" y="2438400"/>
            <a:ext cx="914400" cy="7620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81" name="Line 29"/>
          <p:cNvSpPr>
            <a:spLocks noChangeShapeType="1"/>
          </p:cNvSpPr>
          <p:nvPr/>
        </p:nvSpPr>
        <p:spPr bwMode="auto">
          <a:xfrm flipH="1">
            <a:off x="3886200" y="2286000"/>
            <a:ext cx="228600" cy="9144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5982" name="Line 30"/>
          <p:cNvSpPr>
            <a:spLocks noChangeShapeType="1"/>
          </p:cNvSpPr>
          <p:nvPr/>
        </p:nvSpPr>
        <p:spPr bwMode="auto">
          <a:xfrm flipH="1">
            <a:off x="4572000" y="1905000"/>
            <a:ext cx="1752600" cy="129540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9148BA-CA7F-43C2-AC05-314FB292F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E9BDC3-1CF1-462C-B055-589A8687DA40}" type="slidenum">
              <a:rPr lang="en-US" altLang="en-US" smtClean="0"/>
              <a:pPr/>
              <a:t>56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32EB0E-6264-4FC5-B094-329EFB30A3A8}"/>
                  </a:ext>
                </a:extLst>
              </p:cNvPr>
              <p:cNvSpPr txBox="1"/>
              <p:nvPr/>
            </p:nvSpPr>
            <p:spPr>
              <a:xfrm>
                <a:off x="1143000" y="3005191"/>
                <a:ext cx="6934200" cy="677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4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sz="4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Q</m:t>
                      </m:r>
                      <m:r>
                        <a:rPr lang="en-US" sz="4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r>
                        <m:rPr>
                          <m:sty m:val="p"/>
                        </m:rPr>
                        <a:rPr lang="el-GR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m:rPr>
                          <m:sty m:val="p"/>
                        </m:rPr>
                        <a:rPr lang="el-GR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Γ</m:t>
                      </m:r>
                      <m:r>
                        <a:rPr lang="el-GR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B32EB0E-6264-4FC5-B094-329EFB30A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005191"/>
                <a:ext cx="6934200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1593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598C88-119E-4620-B766-34764B2E727B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Configuration</a:t>
            </a:r>
          </a:p>
        </p:txBody>
      </p:sp>
      <p:sp>
        <p:nvSpPr>
          <p:cNvPr id="769037" name="Line 13"/>
          <p:cNvSpPr>
            <a:spLocks noChangeShapeType="1"/>
          </p:cNvSpPr>
          <p:nvPr/>
        </p:nvSpPr>
        <p:spPr bwMode="auto">
          <a:xfrm>
            <a:off x="1752600" y="1447800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38" name="Line 14"/>
          <p:cNvSpPr>
            <a:spLocks noChangeShapeType="1"/>
          </p:cNvSpPr>
          <p:nvPr/>
        </p:nvSpPr>
        <p:spPr bwMode="auto">
          <a:xfrm>
            <a:off x="1752600" y="2133600"/>
            <a:ext cx="556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39" name="Line 15"/>
          <p:cNvSpPr>
            <a:spLocks noChangeShapeType="1"/>
          </p:cNvSpPr>
          <p:nvPr/>
        </p:nvSpPr>
        <p:spPr bwMode="auto">
          <a:xfrm>
            <a:off x="2667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0" name="Line 16"/>
          <p:cNvSpPr>
            <a:spLocks noChangeShapeType="1"/>
          </p:cNvSpPr>
          <p:nvPr/>
        </p:nvSpPr>
        <p:spPr bwMode="auto">
          <a:xfrm>
            <a:off x="3276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1" name="Line 17"/>
          <p:cNvSpPr>
            <a:spLocks noChangeShapeType="1"/>
          </p:cNvSpPr>
          <p:nvPr/>
        </p:nvSpPr>
        <p:spPr bwMode="auto">
          <a:xfrm>
            <a:off x="3886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2" name="Line 18"/>
          <p:cNvSpPr>
            <a:spLocks noChangeShapeType="1"/>
          </p:cNvSpPr>
          <p:nvPr/>
        </p:nvSpPr>
        <p:spPr bwMode="auto">
          <a:xfrm>
            <a:off x="4495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3" name="Line 19"/>
          <p:cNvSpPr>
            <a:spLocks noChangeShapeType="1"/>
          </p:cNvSpPr>
          <p:nvPr/>
        </p:nvSpPr>
        <p:spPr bwMode="auto">
          <a:xfrm>
            <a:off x="5105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4" name="Line 20"/>
          <p:cNvSpPr>
            <a:spLocks noChangeShapeType="1"/>
          </p:cNvSpPr>
          <p:nvPr/>
        </p:nvSpPr>
        <p:spPr bwMode="auto">
          <a:xfrm>
            <a:off x="5715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5" name="Line 21"/>
          <p:cNvSpPr>
            <a:spLocks noChangeShapeType="1"/>
          </p:cNvSpPr>
          <p:nvPr/>
        </p:nvSpPr>
        <p:spPr bwMode="auto">
          <a:xfrm>
            <a:off x="6324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6" name="Line 22"/>
          <p:cNvSpPr>
            <a:spLocks noChangeShapeType="1"/>
          </p:cNvSpPr>
          <p:nvPr/>
        </p:nvSpPr>
        <p:spPr bwMode="auto">
          <a:xfrm>
            <a:off x="6934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69047" name="Line 23"/>
          <p:cNvSpPr>
            <a:spLocks noChangeShapeType="1"/>
          </p:cNvSpPr>
          <p:nvPr/>
        </p:nvSpPr>
        <p:spPr bwMode="auto">
          <a:xfrm flipV="1">
            <a:off x="48006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9048" name="Object 24"/>
          <p:cNvGraphicFramePr>
            <a:graphicFrameLocks noChangeAspect="1"/>
          </p:cNvGraphicFramePr>
          <p:nvPr/>
        </p:nvGraphicFramePr>
        <p:xfrm>
          <a:off x="28956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1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50" name="Object 26"/>
          <p:cNvGraphicFramePr>
            <a:graphicFrameLocks noChangeAspect="1"/>
          </p:cNvGraphicFramePr>
          <p:nvPr/>
        </p:nvGraphicFramePr>
        <p:xfrm>
          <a:off x="58420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2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51" name="Object 27"/>
          <p:cNvGraphicFramePr>
            <a:graphicFrameLocks noChangeAspect="1"/>
          </p:cNvGraphicFramePr>
          <p:nvPr/>
        </p:nvGraphicFramePr>
        <p:xfrm>
          <a:off x="64516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3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52" name="Object 28"/>
          <p:cNvGraphicFramePr>
            <a:graphicFrameLocks noChangeAspect="1"/>
          </p:cNvGraphicFramePr>
          <p:nvPr/>
        </p:nvGraphicFramePr>
        <p:xfrm>
          <a:off x="4730750" y="1620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4" name="Equation" r:id="rId8" imgW="253800" imgH="393480" progId="Equation.3">
                  <p:embed/>
                </p:oleObj>
              </mc:Choice>
              <mc:Fallback>
                <p:oleObj name="Equation" r:id="rId8" imgW="253800" imgH="393480" progId="Equation.3">
                  <p:embed/>
                  <p:pic>
                    <p:nvPicPr>
                      <p:cNvPr id="0" name="Picture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1620838"/>
                        <a:ext cx="2524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53" name="Object 29"/>
          <p:cNvGraphicFramePr>
            <a:graphicFrameLocks noChangeAspect="1"/>
          </p:cNvGraphicFramePr>
          <p:nvPr/>
        </p:nvGraphicFramePr>
        <p:xfrm>
          <a:off x="41148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5" name="Equation" r:id="rId10" imgW="266400" imgH="279360" progId="Equation.3">
                  <p:embed/>
                </p:oleObj>
              </mc:Choice>
              <mc:Fallback>
                <p:oleObj name="Equation" r:id="rId10" imgW="266400" imgH="27936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54" name="Object 30"/>
          <p:cNvGraphicFramePr>
            <a:graphicFrameLocks noChangeAspect="1"/>
          </p:cNvGraphicFramePr>
          <p:nvPr/>
        </p:nvGraphicFramePr>
        <p:xfrm>
          <a:off x="4602163" y="2519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6" name="Equation" r:id="rId12" imgW="380880" imgH="520560" progId="Equation.3">
                  <p:embed/>
                </p:oleObj>
              </mc:Choice>
              <mc:Fallback>
                <p:oleObj name="Equation" r:id="rId12" imgW="380880" imgH="5205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163" y="25193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55" name="Object 31"/>
          <p:cNvGraphicFramePr>
            <a:graphicFrameLocks noChangeAspect="1"/>
          </p:cNvGraphicFramePr>
          <p:nvPr/>
        </p:nvGraphicFramePr>
        <p:xfrm>
          <a:off x="53340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7" name="Equation" r:id="rId14" imgW="266400" imgH="279360" progId="Equation.3">
                  <p:embed/>
                </p:oleObj>
              </mc:Choice>
              <mc:Fallback>
                <p:oleObj name="Equation" r:id="rId14" imgW="266400" imgH="27936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9056" name="Text Box 32"/>
          <p:cNvSpPr txBox="1">
            <a:spLocks noChangeArrowheads="1"/>
          </p:cNvSpPr>
          <p:nvPr/>
        </p:nvSpPr>
        <p:spPr bwMode="auto">
          <a:xfrm>
            <a:off x="228600" y="4572000"/>
            <a:ext cx="5262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Instantaneous description:</a:t>
            </a:r>
          </a:p>
        </p:txBody>
      </p:sp>
      <p:graphicFrame>
        <p:nvGraphicFramePr>
          <p:cNvPr id="769057" name="Object 33"/>
          <p:cNvGraphicFramePr>
            <a:graphicFrameLocks noChangeAspect="1"/>
          </p:cNvGraphicFramePr>
          <p:nvPr/>
        </p:nvGraphicFramePr>
        <p:xfrm>
          <a:off x="3505200" y="1676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8" name="Equation" r:id="rId16" imgW="241200" imgH="279360" progId="Equation.3">
                  <p:embed/>
                </p:oleObj>
              </mc:Choice>
              <mc:Fallback>
                <p:oleObj name="Equation" r:id="rId16" imgW="241200" imgH="27936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76400"/>
                        <a:ext cx="2397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58" name="Object 34"/>
          <p:cNvGraphicFramePr>
            <a:graphicFrameLocks noChangeAspect="1"/>
          </p:cNvGraphicFramePr>
          <p:nvPr/>
        </p:nvGraphicFramePr>
        <p:xfrm>
          <a:off x="22860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19" name="Equation" r:id="rId18" imgW="253800" imgH="368280" progId="Equation.3">
                  <p:embed/>
                </p:oleObj>
              </mc:Choice>
              <mc:Fallback>
                <p:oleObj name="Equation" r:id="rId18" imgW="253800" imgH="36828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9059" name="Line 35"/>
          <p:cNvSpPr>
            <a:spLocks noChangeShapeType="1"/>
          </p:cNvSpPr>
          <p:nvPr/>
        </p:nvSpPr>
        <p:spPr bwMode="auto">
          <a:xfrm>
            <a:off x="2057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69060" name="Object 36"/>
          <p:cNvGraphicFramePr>
            <a:graphicFrameLocks noChangeAspect="1"/>
          </p:cNvGraphicFramePr>
          <p:nvPr/>
        </p:nvGraphicFramePr>
        <p:xfrm>
          <a:off x="6172200" y="4572000"/>
          <a:ext cx="1676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120" name="Equation" r:id="rId19" imgW="1676160" imgH="571320" progId="Equation.3">
                  <p:embed/>
                </p:oleObj>
              </mc:Choice>
              <mc:Fallback>
                <p:oleObj name="Equation" r:id="rId19" imgW="1676160" imgH="57132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572000"/>
                        <a:ext cx="16764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AB68AF-8A96-480F-9707-D825ABF4EBB5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771074" name="Line 2"/>
          <p:cNvSpPr>
            <a:spLocks noChangeShapeType="1"/>
          </p:cNvSpPr>
          <p:nvPr/>
        </p:nvSpPr>
        <p:spPr bwMode="auto">
          <a:xfrm>
            <a:off x="76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75" name="Line 3"/>
          <p:cNvSpPr>
            <a:spLocks noChangeShapeType="1"/>
          </p:cNvSpPr>
          <p:nvPr/>
        </p:nvSpPr>
        <p:spPr bwMode="auto">
          <a:xfrm>
            <a:off x="76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76" name="Line 4"/>
          <p:cNvSpPr>
            <a:spLocks noChangeShapeType="1"/>
          </p:cNvSpPr>
          <p:nvPr/>
        </p:nvSpPr>
        <p:spPr bwMode="auto">
          <a:xfrm>
            <a:off x="457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77" name="Line 5"/>
          <p:cNvSpPr>
            <a:spLocks noChangeShapeType="1"/>
          </p:cNvSpPr>
          <p:nvPr/>
        </p:nvSpPr>
        <p:spPr bwMode="auto">
          <a:xfrm>
            <a:off x="990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78" name="Line 6"/>
          <p:cNvSpPr>
            <a:spLocks noChangeShapeType="1"/>
          </p:cNvSpPr>
          <p:nvPr/>
        </p:nvSpPr>
        <p:spPr bwMode="auto">
          <a:xfrm>
            <a:off x="1524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79" name="Line 7"/>
          <p:cNvSpPr>
            <a:spLocks noChangeShapeType="1"/>
          </p:cNvSpPr>
          <p:nvPr/>
        </p:nvSpPr>
        <p:spPr bwMode="auto">
          <a:xfrm>
            <a:off x="2057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80" name="Line 8"/>
          <p:cNvSpPr>
            <a:spLocks noChangeShapeType="1"/>
          </p:cNvSpPr>
          <p:nvPr/>
        </p:nvSpPr>
        <p:spPr bwMode="auto">
          <a:xfrm>
            <a:off x="2590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81" name="Line 9"/>
          <p:cNvSpPr>
            <a:spLocks noChangeShapeType="1"/>
          </p:cNvSpPr>
          <p:nvPr/>
        </p:nvSpPr>
        <p:spPr bwMode="auto">
          <a:xfrm>
            <a:off x="3124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82" name="Line 10"/>
          <p:cNvSpPr>
            <a:spLocks noChangeShapeType="1"/>
          </p:cNvSpPr>
          <p:nvPr/>
        </p:nvSpPr>
        <p:spPr bwMode="auto">
          <a:xfrm>
            <a:off x="3657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83" name="Line 11"/>
          <p:cNvSpPr>
            <a:spLocks noChangeShapeType="1"/>
          </p:cNvSpPr>
          <p:nvPr/>
        </p:nvSpPr>
        <p:spPr bwMode="auto">
          <a:xfrm flipV="1">
            <a:off x="1295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71084" name="Object 12"/>
          <p:cNvGraphicFramePr>
            <a:graphicFrameLocks noChangeAspect="1"/>
          </p:cNvGraphicFramePr>
          <p:nvPr/>
        </p:nvGraphicFramePr>
        <p:xfrm>
          <a:off x="6096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199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85" name="Object 13"/>
          <p:cNvGraphicFramePr>
            <a:graphicFrameLocks noChangeAspect="1"/>
          </p:cNvGraphicFramePr>
          <p:nvPr/>
        </p:nvGraphicFramePr>
        <p:xfrm>
          <a:off x="32766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0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86" name="Object 14"/>
          <p:cNvGraphicFramePr>
            <a:graphicFrameLocks noChangeAspect="1"/>
          </p:cNvGraphicFramePr>
          <p:nvPr/>
        </p:nvGraphicFramePr>
        <p:xfrm>
          <a:off x="22098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1" name="Equation" r:id="rId6" imgW="291960" imgH="368280" progId="Equation.3">
                  <p:embed/>
                </p:oleObj>
              </mc:Choice>
              <mc:Fallback>
                <p:oleObj name="Equation" r:id="rId6" imgW="29196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87" name="Object 15"/>
          <p:cNvGraphicFramePr>
            <a:graphicFrameLocks noChangeAspect="1"/>
          </p:cNvGraphicFramePr>
          <p:nvPr/>
        </p:nvGraphicFramePr>
        <p:xfrm>
          <a:off x="11430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2" name="Equation" r:id="rId8" imgW="266400" imgH="279360" progId="Equation.3">
                  <p:embed/>
                </p:oleObj>
              </mc:Choice>
              <mc:Fallback>
                <p:oleObj name="Equation" r:id="rId8" imgW="266400" imgH="2793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88" name="Object 16"/>
          <p:cNvGraphicFramePr>
            <a:graphicFrameLocks noChangeAspect="1"/>
          </p:cNvGraphicFramePr>
          <p:nvPr/>
        </p:nvGraphicFramePr>
        <p:xfrm>
          <a:off x="1066800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3" name="Equation" r:id="rId10" imgW="444240" imgH="520560" progId="Equation.3">
                  <p:embed/>
                </p:oleObj>
              </mc:Choice>
              <mc:Fallback>
                <p:oleObj name="Equation" r:id="rId10" imgW="444240" imgH="5205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89" name="Object 17"/>
          <p:cNvGraphicFramePr>
            <a:graphicFrameLocks noChangeAspect="1"/>
          </p:cNvGraphicFramePr>
          <p:nvPr/>
        </p:nvGraphicFramePr>
        <p:xfrm>
          <a:off x="1676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4" name="Equation" r:id="rId12" imgW="266400" imgH="279360" progId="Equation.3">
                  <p:embed/>
                </p:oleObj>
              </mc:Choice>
              <mc:Fallback>
                <p:oleObj name="Equation" r:id="rId12" imgW="266400" imgH="27936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90" name="Object 18"/>
          <p:cNvGraphicFramePr>
            <a:graphicFrameLocks noChangeAspect="1"/>
          </p:cNvGraphicFramePr>
          <p:nvPr/>
        </p:nvGraphicFramePr>
        <p:xfrm>
          <a:off x="27432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5" name="Equation" r:id="rId14" imgW="253800" imgH="393480" progId="Equation.3">
                  <p:embed/>
                </p:oleObj>
              </mc:Choice>
              <mc:Fallback>
                <p:oleObj name="Equation" r:id="rId14" imgW="253800" imgH="3934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1091" name="Text Box 19"/>
          <p:cNvSpPr txBox="1">
            <a:spLocks noChangeArrowheads="1"/>
          </p:cNvSpPr>
          <p:nvPr/>
        </p:nvSpPr>
        <p:spPr bwMode="auto">
          <a:xfrm>
            <a:off x="10668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4</a:t>
            </a:r>
          </a:p>
        </p:txBody>
      </p:sp>
      <p:sp>
        <p:nvSpPr>
          <p:cNvPr id="771092" name="Line 20"/>
          <p:cNvSpPr>
            <a:spLocks noChangeShapeType="1"/>
          </p:cNvSpPr>
          <p:nvPr/>
        </p:nvSpPr>
        <p:spPr bwMode="auto">
          <a:xfrm>
            <a:off x="4876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93" name="Line 21"/>
          <p:cNvSpPr>
            <a:spLocks noChangeShapeType="1"/>
          </p:cNvSpPr>
          <p:nvPr/>
        </p:nvSpPr>
        <p:spPr bwMode="auto">
          <a:xfrm>
            <a:off x="4876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94" name="Line 22"/>
          <p:cNvSpPr>
            <a:spLocks noChangeShapeType="1"/>
          </p:cNvSpPr>
          <p:nvPr/>
        </p:nvSpPr>
        <p:spPr bwMode="auto">
          <a:xfrm>
            <a:off x="5257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95" name="Line 23"/>
          <p:cNvSpPr>
            <a:spLocks noChangeShapeType="1"/>
          </p:cNvSpPr>
          <p:nvPr/>
        </p:nvSpPr>
        <p:spPr bwMode="auto">
          <a:xfrm>
            <a:off x="579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96" name="Line 24"/>
          <p:cNvSpPr>
            <a:spLocks noChangeShapeType="1"/>
          </p:cNvSpPr>
          <p:nvPr/>
        </p:nvSpPr>
        <p:spPr bwMode="auto">
          <a:xfrm>
            <a:off x="632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97" name="Line 25"/>
          <p:cNvSpPr>
            <a:spLocks noChangeShapeType="1"/>
          </p:cNvSpPr>
          <p:nvPr/>
        </p:nvSpPr>
        <p:spPr bwMode="auto">
          <a:xfrm>
            <a:off x="685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98" name="Line 26"/>
          <p:cNvSpPr>
            <a:spLocks noChangeShapeType="1"/>
          </p:cNvSpPr>
          <p:nvPr/>
        </p:nvSpPr>
        <p:spPr bwMode="auto">
          <a:xfrm>
            <a:off x="739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099" name="Line 27"/>
          <p:cNvSpPr>
            <a:spLocks noChangeShapeType="1"/>
          </p:cNvSpPr>
          <p:nvPr/>
        </p:nvSpPr>
        <p:spPr bwMode="auto">
          <a:xfrm>
            <a:off x="792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100" name="Line 28"/>
          <p:cNvSpPr>
            <a:spLocks noChangeShapeType="1"/>
          </p:cNvSpPr>
          <p:nvPr/>
        </p:nvSpPr>
        <p:spPr bwMode="auto">
          <a:xfrm>
            <a:off x="845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1101" name="Line 29"/>
          <p:cNvSpPr>
            <a:spLocks noChangeShapeType="1"/>
          </p:cNvSpPr>
          <p:nvPr/>
        </p:nvSpPr>
        <p:spPr bwMode="auto">
          <a:xfrm flipV="1">
            <a:off x="6553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71102" name="Object 30"/>
          <p:cNvGraphicFramePr>
            <a:graphicFrameLocks noChangeAspect="1"/>
          </p:cNvGraphicFramePr>
          <p:nvPr/>
        </p:nvGraphicFramePr>
        <p:xfrm>
          <a:off x="54102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6" name="Equation" r:id="rId16" imgW="253800" imgH="368280" progId="Equation.3">
                  <p:embed/>
                </p:oleObj>
              </mc:Choice>
              <mc:Fallback>
                <p:oleObj name="Equation" r:id="rId16" imgW="253800" imgH="36828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103" name="Object 31"/>
          <p:cNvGraphicFramePr>
            <a:graphicFrameLocks noChangeAspect="1"/>
          </p:cNvGraphicFramePr>
          <p:nvPr/>
        </p:nvGraphicFramePr>
        <p:xfrm>
          <a:off x="80772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7" name="Equation" r:id="rId17" imgW="253800" imgH="368280" progId="Equation.3">
                  <p:embed/>
                </p:oleObj>
              </mc:Choice>
              <mc:Fallback>
                <p:oleObj name="Equation" r:id="rId17" imgW="253800" imgH="36828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104" name="Object 32"/>
          <p:cNvGraphicFramePr>
            <a:graphicFrameLocks noChangeAspect="1"/>
          </p:cNvGraphicFramePr>
          <p:nvPr/>
        </p:nvGraphicFramePr>
        <p:xfrm>
          <a:off x="70104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8" name="Equation" r:id="rId18" imgW="291960" imgH="368280" progId="Equation.3">
                  <p:embed/>
                </p:oleObj>
              </mc:Choice>
              <mc:Fallback>
                <p:oleObj name="Equation" r:id="rId18" imgW="291960" imgH="368280" progId="Equation.3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105" name="Object 33"/>
          <p:cNvGraphicFramePr>
            <a:graphicFrameLocks noChangeAspect="1"/>
          </p:cNvGraphicFramePr>
          <p:nvPr/>
        </p:nvGraphicFramePr>
        <p:xfrm>
          <a:off x="59436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09"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106" name="Object 34"/>
          <p:cNvGraphicFramePr>
            <a:graphicFrameLocks noChangeAspect="1"/>
          </p:cNvGraphicFramePr>
          <p:nvPr/>
        </p:nvGraphicFramePr>
        <p:xfrm>
          <a:off x="6400800" y="1676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10" name="Equation" r:id="rId22" imgW="444240" imgH="533160" progId="Equation.3">
                  <p:embed/>
                </p:oleObj>
              </mc:Choice>
              <mc:Fallback>
                <p:oleObj name="Equation" r:id="rId22" imgW="444240" imgH="53316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6764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107" name="Object 35"/>
          <p:cNvGraphicFramePr>
            <a:graphicFrameLocks noChangeAspect="1"/>
          </p:cNvGraphicFramePr>
          <p:nvPr/>
        </p:nvGraphicFramePr>
        <p:xfrm>
          <a:off x="64770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11"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108" name="Object 36"/>
          <p:cNvGraphicFramePr>
            <a:graphicFrameLocks noChangeAspect="1"/>
          </p:cNvGraphicFramePr>
          <p:nvPr/>
        </p:nvGraphicFramePr>
        <p:xfrm>
          <a:off x="75438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12" name="Equation" r:id="rId25" imgW="253800" imgH="393480" progId="Equation.3">
                  <p:embed/>
                </p:oleObj>
              </mc:Choice>
              <mc:Fallback>
                <p:oleObj name="Equation" r:id="rId25" imgW="253800" imgH="39348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1109" name="Text Box 37"/>
          <p:cNvSpPr txBox="1">
            <a:spLocks noChangeArrowheads="1"/>
          </p:cNvSpPr>
          <p:nvPr/>
        </p:nvSpPr>
        <p:spPr bwMode="auto">
          <a:xfrm>
            <a:off x="58674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5</a:t>
            </a:r>
          </a:p>
        </p:txBody>
      </p:sp>
      <p:graphicFrame>
        <p:nvGraphicFramePr>
          <p:cNvPr id="771110" name="Object 38"/>
          <p:cNvGraphicFramePr>
            <a:graphicFrameLocks noChangeAspect="1"/>
          </p:cNvGraphicFramePr>
          <p:nvPr/>
        </p:nvGraphicFramePr>
        <p:xfrm>
          <a:off x="3810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13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111" name="Object 39"/>
          <p:cNvGraphicFramePr>
            <a:graphicFrameLocks noChangeAspect="1"/>
          </p:cNvGraphicFramePr>
          <p:nvPr/>
        </p:nvGraphicFramePr>
        <p:xfrm>
          <a:off x="8534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14" name="Equation" r:id="rId27" imgW="253800" imgH="368280" progId="Equation.3">
                  <p:embed/>
                </p:oleObj>
              </mc:Choice>
              <mc:Fallback>
                <p:oleObj name="Equation" r:id="rId27" imgW="253800" imgH="36828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1112" name="Text Box 40"/>
          <p:cNvSpPr txBox="1">
            <a:spLocks noChangeArrowheads="1"/>
          </p:cNvSpPr>
          <p:nvPr/>
        </p:nvSpPr>
        <p:spPr bwMode="auto">
          <a:xfrm>
            <a:off x="212725" y="3683000"/>
            <a:ext cx="1719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A Move:</a:t>
            </a:r>
          </a:p>
        </p:txBody>
      </p:sp>
      <p:graphicFrame>
        <p:nvGraphicFramePr>
          <p:cNvPr id="771113" name="Object 41"/>
          <p:cNvGraphicFramePr>
            <a:graphicFrameLocks noChangeAspect="1"/>
          </p:cNvGraphicFramePr>
          <p:nvPr/>
        </p:nvGraphicFramePr>
        <p:xfrm>
          <a:off x="2819400" y="3657600"/>
          <a:ext cx="4038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215" name="Equation" r:id="rId28" imgW="4038480" imgH="583920" progId="Equation.3">
                  <p:embed/>
                </p:oleObj>
              </mc:Choice>
              <mc:Fallback>
                <p:oleObj name="Equation" r:id="rId28" imgW="4038480" imgH="58392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40386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D01313-DDC2-40B4-9636-92CF0A084452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772098" name="Line 2"/>
          <p:cNvSpPr>
            <a:spLocks noChangeShapeType="1"/>
          </p:cNvSpPr>
          <p:nvPr/>
        </p:nvSpPr>
        <p:spPr bwMode="auto">
          <a:xfrm>
            <a:off x="762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099" name="Line 3"/>
          <p:cNvSpPr>
            <a:spLocks noChangeShapeType="1"/>
          </p:cNvSpPr>
          <p:nvPr/>
        </p:nvSpPr>
        <p:spPr bwMode="auto">
          <a:xfrm>
            <a:off x="762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0" name="Line 4"/>
          <p:cNvSpPr>
            <a:spLocks noChangeShapeType="1"/>
          </p:cNvSpPr>
          <p:nvPr/>
        </p:nvSpPr>
        <p:spPr bwMode="auto">
          <a:xfrm>
            <a:off x="457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1" name="Line 5"/>
          <p:cNvSpPr>
            <a:spLocks noChangeShapeType="1"/>
          </p:cNvSpPr>
          <p:nvPr/>
        </p:nvSpPr>
        <p:spPr bwMode="auto">
          <a:xfrm>
            <a:off x="990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2" name="Line 6"/>
          <p:cNvSpPr>
            <a:spLocks noChangeShapeType="1"/>
          </p:cNvSpPr>
          <p:nvPr/>
        </p:nvSpPr>
        <p:spPr bwMode="auto">
          <a:xfrm>
            <a:off x="1524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3" name="Line 7"/>
          <p:cNvSpPr>
            <a:spLocks noChangeShapeType="1"/>
          </p:cNvSpPr>
          <p:nvPr/>
        </p:nvSpPr>
        <p:spPr bwMode="auto">
          <a:xfrm>
            <a:off x="2057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4" name="Line 8"/>
          <p:cNvSpPr>
            <a:spLocks noChangeShapeType="1"/>
          </p:cNvSpPr>
          <p:nvPr/>
        </p:nvSpPr>
        <p:spPr bwMode="auto">
          <a:xfrm>
            <a:off x="2590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5" name="Line 9"/>
          <p:cNvSpPr>
            <a:spLocks noChangeShapeType="1"/>
          </p:cNvSpPr>
          <p:nvPr/>
        </p:nvSpPr>
        <p:spPr bwMode="auto">
          <a:xfrm>
            <a:off x="3124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6" name="Line 10"/>
          <p:cNvSpPr>
            <a:spLocks noChangeShapeType="1"/>
          </p:cNvSpPr>
          <p:nvPr/>
        </p:nvSpPr>
        <p:spPr bwMode="auto">
          <a:xfrm>
            <a:off x="3657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07" name="Line 11"/>
          <p:cNvSpPr>
            <a:spLocks noChangeShapeType="1"/>
          </p:cNvSpPr>
          <p:nvPr/>
        </p:nvSpPr>
        <p:spPr bwMode="auto">
          <a:xfrm flipV="1">
            <a:off x="1295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0464" name="Object 1024"/>
          <p:cNvGraphicFramePr>
            <a:graphicFrameLocks noChangeAspect="1"/>
          </p:cNvGraphicFramePr>
          <p:nvPr/>
        </p:nvGraphicFramePr>
        <p:xfrm>
          <a:off x="6096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5" name="Object 1025"/>
          <p:cNvGraphicFramePr>
            <a:graphicFrameLocks noChangeAspect="1"/>
          </p:cNvGraphicFramePr>
          <p:nvPr/>
        </p:nvGraphicFramePr>
        <p:xfrm>
          <a:off x="32766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3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6" name="Object 1026"/>
          <p:cNvGraphicFramePr>
            <a:graphicFrameLocks noChangeAspect="1"/>
          </p:cNvGraphicFramePr>
          <p:nvPr/>
        </p:nvGraphicFramePr>
        <p:xfrm>
          <a:off x="22098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4" name="Equation" r:id="rId7" imgW="291960" imgH="368280" progId="Equation.3">
                  <p:embed/>
                </p:oleObj>
              </mc:Choice>
              <mc:Fallback>
                <p:oleObj name="Equation" r:id="rId7" imgW="291960" imgH="368280" progId="Equation.3">
                  <p:embed/>
                  <p:pic>
                    <p:nvPicPr>
                      <p:cNvPr id="0" name="Picture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7" name="Object 1027"/>
          <p:cNvGraphicFramePr>
            <a:graphicFrameLocks noChangeAspect="1"/>
          </p:cNvGraphicFramePr>
          <p:nvPr/>
        </p:nvGraphicFramePr>
        <p:xfrm>
          <a:off x="11430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5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0" name="Picture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8" name="Object 1028"/>
          <p:cNvGraphicFramePr>
            <a:graphicFrameLocks noChangeAspect="1"/>
          </p:cNvGraphicFramePr>
          <p:nvPr/>
        </p:nvGraphicFramePr>
        <p:xfrm>
          <a:off x="1066800" y="1676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6" name="Equation" r:id="rId11" imgW="444240" imgH="520560" progId="Equation.3">
                  <p:embed/>
                </p:oleObj>
              </mc:Choice>
              <mc:Fallback>
                <p:oleObj name="Equation" r:id="rId11" imgW="444240" imgH="520560" progId="Equation.3">
                  <p:embed/>
                  <p:pic>
                    <p:nvPicPr>
                      <p:cNvPr id="0" name="Picture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764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69" name="Object 1029"/>
          <p:cNvGraphicFramePr>
            <a:graphicFrameLocks noChangeAspect="1"/>
          </p:cNvGraphicFramePr>
          <p:nvPr/>
        </p:nvGraphicFramePr>
        <p:xfrm>
          <a:off x="16764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7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0" name="Picture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0" name="Object 1030"/>
          <p:cNvGraphicFramePr>
            <a:graphicFrameLocks noChangeAspect="1"/>
          </p:cNvGraphicFramePr>
          <p:nvPr/>
        </p:nvGraphicFramePr>
        <p:xfrm>
          <a:off x="27432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8" name="Equation" r:id="rId15" imgW="253800" imgH="393480" progId="Equation.3">
                  <p:embed/>
                </p:oleObj>
              </mc:Choice>
              <mc:Fallback>
                <p:oleObj name="Equation" r:id="rId15" imgW="253800" imgH="393480" progId="Equation.3">
                  <p:embed/>
                  <p:pic>
                    <p:nvPicPr>
                      <p:cNvPr id="0" name="Picture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15" name="Text Box 19"/>
          <p:cNvSpPr txBox="1">
            <a:spLocks noChangeArrowheads="1"/>
          </p:cNvSpPr>
          <p:nvPr/>
        </p:nvSpPr>
        <p:spPr bwMode="auto">
          <a:xfrm>
            <a:off x="10668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4</a:t>
            </a:r>
          </a:p>
        </p:txBody>
      </p:sp>
      <p:sp>
        <p:nvSpPr>
          <p:cNvPr id="772116" name="Line 20"/>
          <p:cNvSpPr>
            <a:spLocks noChangeShapeType="1"/>
          </p:cNvSpPr>
          <p:nvPr/>
        </p:nvSpPr>
        <p:spPr bwMode="auto">
          <a:xfrm>
            <a:off x="48768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17" name="Line 21"/>
          <p:cNvSpPr>
            <a:spLocks noChangeShapeType="1"/>
          </p:cNvSpPr>
          <p:nvPr/>
        </p:nvSpPr>
        <p:spPr bwMode="auto">
          <a:xfrm>
            <a:off x="48768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18" name="Line 22"/>
          <p:cNvSpPr>
            <a:spLocks noChangeShapeType="1"/>
          </p:cNvSpPr>
          <p:nvPr/>
        </p:nvSpPr>
        <p:spPr bwMode="auto">
          <a:xfrm>
            <a:off x="5257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19" name="Line 23"/>
          <p:cNvSpPr>
            <a:spLocks noChangeShapeType="1"/>
          </p:cNvSpPr>
          <p:nvPr/>
        </p:nvSpPr>
        <p:spPr bwMode="auto">
          <a:xfrm>
            <a:off x="5791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20" name="Line 24"/>
          <p:cNvSpPr>
            <a:spLocks noChangeShapeType="1"/>
          </p:cNvSpPr>
          <p:nvPr/>
        </p:nvSpPr>
        <p:spPr bwMode="auto">
          <a:xfrm>
            <a:off x="6324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21" name="Line 25"/>
          <p:cNvSpPr>
            <a:spLocks noChangeShapeType="1"/>
          </p:cNvSpPr>
          <p:nvPr/>
        </p:nvSpPr>
        <p:spPr bwMode="auto">
          <a:xfrm>
            <a:off x="685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22" name="Line 26"/>
          <p:cNvSpPr>
            <a:spLocks noChangeShapeType="1"/>
          </p:cNvSpPr>
          <p:nvPr/>
        </p:nvSpPr>
        <p:spPr bwMode="auto">
          <a:xfrm>
            <a:off x="739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23" name="Line 27"/>
          <p:cNvSpPr>
            <a:spLocks noChangeShapeType="1"/>
          </p:cNvSpPr>
          <p:nvPr/>
        </p:nvSpPr>
        <p:spPr bwMode="auto">
          <a:xfrm>
            <a:off x="792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24" name="Line 28"/>
          <p:cNvSpPr>
            <a:spLocks noChangeShapeType="1"/>
          </p:cNvSpPr>
          <p:nvPr/>
        </p:nvSpPr>
        <p:spPr bwMode="auto">
          <a:xfrm>
            <a:off x="845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25" name="Line 29"/>
          <p:cNvSpPr>
            <a:spLocks noChangeShapeType="1"/>
          </p:cNvSpPr>
          <p:nvPr/>
        </p:nvSpPr>
        <p:spPr bwMode="auto">
          <a:xfrm flipV="1">
            <a:off x="65532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0471" name="Object 1031"/>
          <p:cNvGraphicFramePr>
            <a:graphicFrameLocks noChangeAspect="1"/>
          </p:cNvGraphicFramePr>
          <p:nvPr/>
        </p:nvGraphicFramePr>
        <p:xfrm>
          <a:off x="54102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69" name="Equation" r:id="rId17" imgW="253800" imgH="368280" progId="Equation.3">
                  <p:embed/>
                </p:oleObj>
              </mc:Choice>
              <mc:Fallback>
                <p:oleObj name="Equation" r:id="rId17" imgW="253800" imgH="368280" progId="Equation.3">
                  <p:embed/>
                  <p:pic>
                    <p:nvPicPr>
                      <p:cNvPr id="0" name="Picture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2" name="Object 1032"/>
          <p:cNvGraphicFramePr>
            <a:graphicFrameLocks noChangeAspect="1"/>
          </p:cNvGraphicFramePr>
          <p:nvPr/>
        </p:nvGraphicFramePr>
        <p:xfrm>
          <a:off x="80772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0" name="Equation" r:id="rId18" imgW="253800" imgH="368280" progId="Equation.3">
                  <p:embed/>
                </p:oleObj>
              </mc:Choice>
              <mc:Fallback>
                <p:oleObj name="Equation" r:id="rId18" imgW="253800" imgH="368280" progId="Equation.3">
                  <p:embed/>
                  <p:pic>
                    <p:nvPicPr>
                      <p:cNvPr id="0" name="Picture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3" name="Object 1033"/>
          <p:cNvGraphicFramePr>
            <a:graphicFrameLocks noChangeAspect="1"/>
          </p:cNvGraphicFramePr>
          <p:nvPr/>
        </p:nvGraphicFramePr>
        <p:xfrm>
          <a:off x="7010400" y="838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1" name="Equation" r:id="rId19" imgW="291960" imgH="368280" progId="Equation.3">
                  <p:embed/>
                </p:oleObj>
              </mc:Choice>
              <mc:Fallback>
                <p:oleObj name="Equation" r:id="rId19" imgW="291960" imgH="368280" progId="Equation.3">
                  <p:embed/>
                  <p:pic>
                    <p:nvPicPr>
                      <p:cNvPr id="0" name="Picture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838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4" name="Object 1034"/>
          <p:cNvGraphicFramePr>
            <a:graphicFrameLocks noChangeAspect="1"/>
          </p:cNvGraphicFramePr>
          <p:nvPr/>
        </p:nvGraphicFramePr>
        <p:xfrm>
          <a:off x="59436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2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0" name="Picture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5" name="Object 1035"/>
          <p:cNvGraphicFramePr>
            <a:graphicFrameLocks noChangeAspect="1"/>
          </p:cNvGraphicFramePr>
          <p:nvPr/>
        </p:nvGraphicFramePr>
        <p:xfrm>
          <a:off x="6400800" y="1676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3" name="Equation" r:id="rId23" imgW="444240" imgH="533160" progId="Equation.3">
                  <p:embed/>
                </p:oleObj>
              </mc:Choice>
              <mc:Fallback>
                <p:oleObj name="Equation" r:id="rId23" imgW="444240" imgH="533160" progId="Equation.3">
                  <p:embed/>
                  <p:pic>
                    <p:nvPicPr>
                      <p:cNvPr id="0" name="Picture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6764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6" name="Object 1036"/>
          <p:cNvGraphicFramePr>
            <a:graphicFrameLocks noChangeAspect="1"/>
          </p:cNvGraphicFramePr>
          <p:nvPr/>
        </p:nvGraphicFramePr>
        <p:xfrm>
          <a:off x="6477000" y="83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4"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0" name="Picture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838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7" name="Object 1037"/>
          <p:cNvGraphicFramePr>
            <a:graphicFrameLocks noChangeAspect="1"/>
          </p:cNvGraphicFramePr>
          <p:nvPr/>
        </p:nvGraphicFramePr>
        <p:xfrm>
          <a:off x="7543800" y="762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5" name="Equation" r:id="rId27" imgW="253800" imgH="393480" progId="Equation.3">
                  <p:embed/>
                </p:oleObj>
              </mc:Choice>
              <mc:Fallback>
                <p:oleObj name="Equation" r:id="rId27" imgW="253800" imgH="393480" progId="Equation.3">
                  <p:embed/>
                  <p:pic>
                    <p:nvPicPr>
                      <p:cNvPr id="0" name="Picture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762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33" name="Text Box 37"/>
          <p:cNvSpPr txBox="1">
            <a:spLocks noChangeArrowheads="1"/>
          </p:cNvSpPr>
          <p:nvPr/>
        </p:nvSpPr>
        <p:spPr bwMode="auto">
          <a:xfrm>
            <a:off x="5867400" y="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5</a:t>
            </a:r>
          </a:p>
        </p:txBody>
      </p:sp>
      <p:graphicFrame>
        <p:nvGraphicFramePr>
          <p:cNvPr id="830478" name="Object 1038"/>
          <p:cNvGraphicFramePr>
            <a:graphicFrameLocks noChangeAspect="1"/>
          </p:cNvGraphicFramePr>
          <p:nvPr/>
        </p:nvGraphicFramePr>
        <p:xfrm>
          <a:off x="38100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6" name="Equation" r:id="rId29" imgW="253800" imgH="368280" progId="Equation.3">
                  <p:embed/>
                </p:oleObj>
              </mc:Choice>
              <mc:Fallback>
                <p:oleObj name="Equation" r:id="rId29" imgW="253800" imgH="368280" progId="Equation.3">
                  <p:embed/>
                  <p:pic>
                    <p:nvPicPr>
                      <p:cNvPr id="0" name="Picture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9" name="Object 1039"/>
          <p:cNvGraphicFramePr>
            <a:graphicFrameLocks noChangeAspect="1"/>
          </p:cNvGraphicFramePr>
          <p:nvPr/>
        </p:nvGraphicFramePr>
        <p:xfrm>
          <a:off x="85344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7" name="Equation" r:id="rId30" imgW="253800" imgH="368280" progId="Equation.3">
                  <p:embed/>
                </p:oleObj>
              </mc:Choice>
              <mc:Fallback>
                <p:oleObj name="Equation" r:id="rId30" imgW="253800" imgH="368280" progId="Equation.3">
                  <p:embed/>
                  <p:pic>
                    <p:nvPicPr>
                      <p:cNvPr id="0" name="Picture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0" name="Object 1040"/>
          <p:cNvGraphicFramePr>
            <a:graphicFrameLocks noChangeAspect="1"/>
          </p:cNvGraphicFramePr>
          <p:nvPr/>
        </p:nvGraphicFramePr>
        <p:xfrm>
          <a:off x="381000" y="5584637"/>
          <a:ext cx="8382000" cy="536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8" name="Equation" r:id="rId31" imgW="9105840" imgH="583920" progId="Equation.3">
                  <p:embed/>
                </p:oleObj>
              </mc:Choice>
              <mc:Fallback>
                <p:oleObj name="Equation" r:id="rId31" imgW="9105840" imgH="583920" progId="Equation.3">
                  <p:embed/>
                  <p:pic>
                    <p:nvPicPr>
                      <p:cNvPr id="0" name="Picture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584637"/>
                        <a:ext cx="8382000" cy="5362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76" name="Line 80"/>
          <p:cNvSpPr>
            <a:spLocks noChangeShapeType="1"/>
          </p:cNvSpPr>
          <p:nvPr/>
        </p:nvSpPr>
        <p:spPr bwMode="auto">
          <a:xfrm>
            <a:off x="0" y="3276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77" name="Line 81"/>
          <p:cNvSpPr>
            <a:spLocks noChangeShapeType="1"/>
          </p:cNvSpPr>
          <p:nvPr/>
        </p:nvSpPr>
        <p:spPr bwMode="auto">
          <a:xfrm>
            <a:off x="0" y="3962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78" name="Line 82"/>
          <p:cNvSpPr>
            <a:spLocks noChangeShapeType="1"/>
          </p:cNvSpPr>
          <p:nvPr/>
        </p:nvSpPr>
        <p:spPr bwMode="auto">
          <a:xfrm>
            <a:off x="3810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79" name="Line 83"/>
          <p:cNvSpPr>
            <a:spLocks noChangeShapeType="1"/>
          </p:cNvSpPr>
          <p:nvPr/>
        </p:nvSpPr>
        <p:spPr bwMode="auto">
          <a:xfrm>
            <a:off x="9144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80" name="Line 84"/>
          <p:cNvSpPr>
            <a:spLocks noChangeShapeType="1"/>
          </p:cNvSpPr>
          <p:nvPr/>
        </p:nvSpPr>
        <p:spPr bwMode="auto">
          <a:xfrm>
            <a:off x="14478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81" name="Line 85"/>
          <p:cNvSpPr>
            <a:spLocks noChangeShapeType="1"/>
          </p:cNvSpPr>
          <p:nvPr/>
        </p:nvSpPr>
        <p:spPr bwMode="auto">
          <a:xfrm>
            <a:off x="19812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82" name="Line 86"/>
          <p:cNvSpPr>
            <a:spLocks noChangeShapeType="1"/>
          </p:cNvSpPr>
          <p:nvPr/>
        </p:nvSpPr>
        <p:spPr bwMode="auto">
          <a:xfrm>
            <a:off x="25146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83" name="Line 87"/>
          <p:cNvSpPr>
            <a:spLocks noChangeShapeType="1"/>
          </p:cNvSpPr>
          <p:nvPr/>
        </p:nvSpPr>
        <p:spPr bwMode="auto">
          <a:xfrm>
            <a:off x="30480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84" name="Line 88"/>
          <p:cNvSpPr>
            <a:spLocks noChangeShapeType="1"/>
          </p:cNvSpPr>
          <p:nvPr/>
        </p:nvSpPr>
        <p:spPr bwMode="auto">
          <a:xfrm>
            <a:off x="35814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85" name="Line 89"/>
          <p:cNvSpPr>
            <a:spLocks noChangeShapeType="1"/>
          </p:cNvSpPr>
          <p:nvPr/>
        </p:nvSpPr>
        <p:spPr bwMode="auto">
          <a:xfrm flipV="1">
            <a:off x="22098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0481" name="Object 1041"/>
          <p:cNvGraphicFramePr>
            <a:graphicFrameLocks noChangeAspect="1"/>
          </p:cNvGraphicFramePr>
          <p:nvPr/>
        </p:nvGraphicFramePr>
        <p:xfrm>
          <a:off x="533400" y="3429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79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429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2" name="Object 1042"/>
          <p:cNvGraphicFramePr>
            <a:graphicFrameLocks noChangeAspect="1"/>
          </p:cNvGraphicFramePr>
          <p:nvPr/>
        </p:nvGraphicFramePr>
        <p:xfrm>
          <a:off x="3200400" y="3429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0" name="Equation" r:id="rId34" imgW="253800" imgH="368280" progId="Equation.3">
                  <p:embed/>
                </p:oleObj>
              </mc:Choice>
              <mc:Fallback>
                <p:oleObj name="Equation" r:id="rId34" imgW="253800" imgH="368280" progId="Equation.3">
                  <p:embed/>
                  <p:pic>
                    <p:nvPicPr>
                      <p:cNvPr id="0" name="Picture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29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3" name="Object 1043"/>
          <p:cNvGraphicFramePr>
            <a:graphicFrameLocks noChangeAspect="1"/>
          </p:cNvGraphicFramePr>
          <p:nvPr/>
        </p:nvGraphicFramePr>
        <p:xfrm>
          <a:off x="2133600" y="3505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1" name="Equation" r:id="rId35" imgW="291960" imgH="368280" progId="Equation.3">
                  <p:embed/>
                </p:oleObj>
              </mc:Choice>
              <mc:Fallback>
                <p:oleObj name="Equation" r:id="rId35" imgW="291960" imgH="368280" progId="Equation.3">
                  <p:embed/>
                  <p:pic>
                    <p:nvPicPr>
                      <p:cNvPr id="0" name="Picture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505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4" name="Object 1044"/>
          <p:cNvGraphicFramePr>
            <a:graphicFrameLocks noChangeAspect="1"/>
          </p:cNvGraphicFramePr>
          <p:nvPr/>
        </p:nvGraphicFramePr>
        <p:xfrm>
          <a:off x="1066800" y="3505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2" name="Equation" r:id="rId36" imgW="266400" imgH="279360" progId="Equation.3">
                  <p:embed/>
                </p:oleObj>
              </mc:Choice>
              <mc:Fallback>
                <p:oleObj name="Equation" r:id="rId36" imgW="266400" imgH="279360" progId="Equation.3">
                  <p:embed/>
                  <p:pic>
                    <p:nvPicPr>
                      <p:cNvPr id="0" name="Picture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05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5" name="Object 1045"/>
          <p:cNvGraphicFramePr>
            <a:graphicFrameLocks noChangeAspect="1"/>
          </p:cNvGraphicFramePr>
          <p:nvPr/>
        </p:nvGraphicFramePr>
        <p:xfrm>
          <a:off x="2011363" y="4348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3" name="Equation" r:id="rId37" imgW="380880" imgH="520560" progId="Equation.3">
                  <p:embed/>
                </p:oleObj>
              </mc:Choice>
              <mc:Fallback>
                <p:oleObj name="Equation" r:id="rId37" imgW="380880" imgH="520560" progId="Equation.3">
                  <p:embed/>
                  <p:pic>
                    <p:nvPicPr>
                      <p:cNvPr id="0" name="Picture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1363" y="43481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6" name="Object 1046"/>
          <p:cNvGraphicFramePr>
            <a:graphicFrameLocks noChangeAspect="1"/>
          </p:cNvGraphicFramePr>
          <p:nvPr/>
        </p:nvGraphicFramePr>
        <p:xfrm>
          <a:off x="1600200" y="3505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4" name="Equation" r:id="rId39" imgW="266400" imgH="279360" progId="Equation.3">
                  <p:embed/>
                </p:oleObj>
              </mc:Choice>
              <mc:Fallback>
                <p:oleObj name="Equation" r:id="rId39" imgW="266400" imgH="279360" progId="Equation.3">
                  <p:embed/>
                  <p:pic>
                    <p:nvPicPr>
                      <p:cNvPr id="0" name="Picture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505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7" name="Object 1047"/>
          <p:cNvGraphicFramePr>
            <a:graphicFrameLocks noChangeAspect="1"/>
          </p:cNvGraphicFramePr>
          <p:nvPr/>
        </p:nvGraphicFramePr>
        <p:xfrm>
          <a:off x="2667000" y="3429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5" name="Equation" r:id="rId40" imgW="253800" imgH="393480" progId="Equation.3">
                  <p:embed/>
                </p:oleObj>
              </mc:Choice>
              <mc:Fallback>
                <p:oleObj name="Equation" r:id="rId40" imgW="253800" imgH="393480" progId="Equation.3">
                  <p:embed/>
                  <p:pic>
                    <p:nvPicPr>
                      <p:cNvPr id="0" name="Picture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193" name="Text Box 97"/>
          <p:cNvSpPr txBox="1">
            <a:spLocks noChangeArrowheads="1"/>
          </p:cNvSpPr>
          <p:nvPr/>
        </p:nvSpPr>
        <p:spPr bwMode="auto">
          <a:xfrm>
            <a:off x="9906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6</a:t>
            </a:r>
          </a:p>
        </p:txBody>
      </p:sp>
      <p:sp>
        <p:nvSpPr>
          <p:cNvPr id="772194" name="Line 98"/>
          <p:cNvSpPr>
            <a:spLocks noChangeShapeType="1"/>
          </p:cNvSpPr>
          <p:nvPr/>
        </p:nvSpPr>
        <p:spPr bwMode="auto">
          <a:xfrm>
            <a:off x="4800600" y="3276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95" name="Line 99"/>
          <p:cNvSpPr>
            <a:spLocks noChangeShapeType="1"/>
          </p:cNvSpPr>
          <p:nvPr/>
        </p:nvSpPr>
        <p:spPr bwMode="auto">
          <a:xfrm>
            <a:off x="4800600" y="3962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96" name="Line 100"/>
          <p:cNvSpPr>
            <a:spLocks noChangeShapeType="1"/>
          </p:cNvSpPr>
          <p:nvPr/>
        </p:nvSpPr>
        <p:spPr bwMode="auto">
          <a:xfrm>
            <a:off x="51816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97" name="Line 101"/>
          <p:cNvSpPr>
            <a:spLocks noChangeShapeType="1"/>
          </p:cNvSpPr>
          <p:nvPr/>
        </p:nvSpPr>
        <p:spPr bwMode="auto">
          <a:xfrm>
            <a:off x="57150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98" name="Line 102"/>
          <p:cNvSpPr>
            <a:spLocks noChangeShapeType="1"/>
          </p:cNvSpPr>
          <p:nvPr/>
        </p:nvSpPr>
        <p:spPr bwMode="auto">
          <a:xfrm>
            <a:off x="62484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199" name="Line 103"/>
          <p:cNvSpPr>
            <a:spLocks noChangeShapeType="1"/>
          </p:cNvSpPr>
          <p:nvPr/>
        </p:nvSpPr>
        <p:spPr bwMode="auto">
          <a:xfrm>
            <a:off x="67818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200" name="Line 104"/>
          <p:cNvSpPr>
            <a:spLocks noChangeShapeType="1"/>
          </p:cNvSpPr>
          <p:nvPr/>
        </p:nvSpPr>
        <p:spPr bwMode="auto">
          <a:xfrm>
            <a:off x="73152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201" name="Line 105"/>
          <p:cNvSpPr>
            <a:spLocks noChangeShapeType="1"/>
          </p:cNvSpPr>
          <p:nvPr/>
        </p:nvSpPr>
        <p:spPr bwMode="auto">
          <a:xfrm>
            <a:off x="78486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202" name="Line 106"/>
          <p:cNvSpPr>
            <a:spLocks noChangeShapeType="1"/>
          </p:cNvSpPr>
          <p:nvPr/>
        </p:nvSpPr>
        <p:spPr bwMode="auto">
          <a:xfrm>
            <a:off x="8382000" y="3276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2203" name="Line 107"/>
          <p:cNvSpPr>
            <a:spLocks noChangeShapeType="1"/>
          </p:cNvSpPr>
          <p:nvPr/>
        </p:nvSpPr>
        <p:spPr bwMode="auto">
          <a:xfrm flipV="1">
            <a:off x="75438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0488" name="Object 1048"/>
          <p:cNvGraphicFramePr>
            <a:graphicFrameLocks noChangeAspect="1"/>
          </p:cNvGraphicFramePr>
          <p:nvPr/>
        </p:nvGraphicFramePr>
        <p:xfrm>
          <a:off x="5334000" y="3429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6" name="Equation" r:id="rId41" imgW="253800" imgH="368280" progId="Equation.3">
                  <p:embed/>
                </p:oleObj>
              </mc:Choice>
              <mc:Fallback>
                <p:oleObj name="Equation" r:id="rId41" imgW="253800" imgH="368280" progId="Equation.3">
                  <p:embed/>
                  <p:pic>
                    <p:nvPicPr>
                      <p:cNvPr id="0" name="Picture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429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9" name="Object 1049"/>
          <p:cNvGraphicFramePr>
            <a:graphicFrameLocks noChangeAspect="1"/>
          </p:cNvGraphicFramePr>
          <p:nvPr/>
        </p:nvGraphicFramePr>
        <p:xfrm>
          <a:off x="8001000" y="3429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7" name="Equation" r:id="rId42" imgW="253800" imgH="368280" progId="Equation.3">
                  <p:embed/>
                </p:oleObj>
              </mc:Choice>
              <mc:Fallback>
                <p:oleObj name="Equation" r:id="rId42" imgW="253800" imgH="368280" progId="Equation.3">
                  <p:embed/>
                  <p:pic>
                    <p:nvPicPr>
                      <p:cNvPr id="0" name="Picture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429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0" name="Object 1050"/>
          <p:cNvGraphicFramePr>
            <a:graphicFrameLocks noChangeAspect="1"/>
          </p:cNvGraphicFramePr>
          <p:nvPr/>
        </p:nvGraphicFramePr>
        <p:xfrm>
          <a:off x="6934200" y="3505200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8" name="Equation" r:id="rId43" imgW="291960" imgH="368280" progId="Equation.3">
                  <p:embed/>
                </p:oleObj>
              </mc:Choice>
              <mc:Fallback>
                <p:oleObj name="Equation" r:id="rId43" imgW="291960" imgH="368280" progId="Equation.3">
                  <p:embed/>
                  <p:pic>
                    <p:nvPicPr>
                      <p:cNvPr id="0" name="Picture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505200"/>
                        <a:ext cx="290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1" name="Object 1051"/>
          <p:cNvGraphicFramePr>
            <a:graphicFrameLocks noChangeAspect="1"/>
          </p:cNvGraphicFramePr>
          <p:nvPr/>
        </p:nvGraphicFramePr>
        <p:xfrm>
          <a:off x="5867400" y="3505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89" name="Equation" r:id="rId44" imgW="266400" imgH="279360" progId="Equation.3">
                  <p:embed/>
                </p:oleObj>
              </mc:Choice>
              <mc:Fallback>
                <p:oleObj name="Equation" r:id="rId44" imgW="266400" imgH="279360" progId="Equation.3">
                  <p:embed/>
                  <p:pic>
                    <p:nvPicPr>
                      <p:cNvPr id="0" name="Picture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505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2" name="Object 1052"/>
          <p:cNvGraphicFramePr>
            <a:graphicFrameLocks noChangeAspect="1"/>
          </p:cNvGraphicFramePr>
          <p:nvPr/>
        </p:nvGraphicFramePr>
        <p:xfrm>
          <a:off x="7391400" y="4343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90" name="Equation" r:id="rId45" imgW="380880" imgH="520560" progId="Equation.3">
                  <p:embed/>
                </p:oleObj>
              </mc:Choice>
              <mc:Fallback>
                <p:oleObj name="Equation" r:id="rId45" imgW="380880" imgH="520560" progId="Equation.3">
                  <p:embed/>
                  <p:pic>
                    <p:nvPicPr>
                      <p:cNvPr id="0" name="Picture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4343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3" name="Object 1053"/>
          <p:cNvGraphicFramePr>
            <a:graphicFrameLocks noChangeAspect="1"/>
          </p:cNvGraphicFramePr>
          <p:nvPr/>
        </p:nvGraphicFramePr>
        <p:xfrm>
          <a:off x="6400800" y="3505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91" name="Equation" r:id="rId47" imgW="266400" imgH="279360" progId="Equation.3">
                  <p:embed/>
                </p:oleObj>
              </mc:Choice>
              <mc:Fallback>
                <p:oleObj name="Equation" r:id="rId47" imgW="266400" imgH="279360" progId="Equation.3">
                  <p:embed/>
                  <p:pic>
                    <p:nvPicPr>
                      <p:cNvPr id="0" name="Picture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5052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4" name="Object 1054"/>
          <p:cNvGraphicFramePr>
            <a:graphicFrameLocks noChangeAspect="1"/>
          </p:cNvGraphicFramePr>
          <p:nvPr/>
        </p:nvGraphicFramePr>
        <p:xfrm>
          <a:off x="7467600" y="3429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92" name="Equation" r:id="rId48" imgW="253800" imgH="393480" progId="Equation.3">
                  <p:embed/>
                </p:oleObj>
              </mc:Choice>
              <mc:Fallback>
                <p:oleObj name="Equation" r:id="rId48" imgW="253800" imgH="393480" progId="Equation.3">
                  <p:embed/>
                  <p:pic>
                    <p:nvPicPr>
                      <p:cNvPr id="0" name="Picture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4290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2211" name="Text Box 115"/>
          <p:cNvSpPr txBox="1">
            <a:spLocks noChangeArrowheads="1"/>
          </p:cNvSpPr>
          <p:nvPr/>
        </p:nvSpPr>
        <p:spPr bwMode="auto">
          <a:xfrm>
            <a:off x="57912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Time 7</a:t>
            </a:r>
          </a:p>
        </p:txBody>
      </p:sp>
      <p:graphicFrame>
        <p:nvGraphicFramePr>
          <p:cNvPr id="830495" name="Object 1055"/>
          <p:cNvGraphicFramePr>
            <a:graphicFrameLocks noChangeAspect="1"/>
          </p:cNvGraphicFramePr>
          <p:nvPr/>
        </p:nvGraphicFramePr>
        <p:xfrm>
          <a:off x="3733800" y="3429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93" name="Equation" r:id="rId49" imgW="253800" imgH="368280" progId="Equation.3">
                  <p:embed/>
                </p:oleObj>
              </mc:Choice>
              <mc:Fallback>
                <p:oleObj name="Equation" r:id="rId49" imgW="253800" imgH="368280" progId="Equation.3">
                  <p:embed/>
                  <p:pic>
                    <p:nvPicPr>
                      <p:cNvPr id="0" name="Picture 1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429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96" name="Object 1056"/>
          <p:cNvGraphicFramePr>
            <a:graphicFrameLocks noChangeAspect="1"/>
          </p:cNvGraphicFramePr>
          <p:nvPr/>
        </p:nvGraphicFramePr>
        <p:xfrm>
          <a:off x="8458200" y="3429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94" name="Equation" r:id="rId50" imgW="253800" imgH="368280" progId="Equation.3">
                  <p:embed/>
                </p:oleObj>
              </mc:Choice>
              <mc:Fallback>
                <p:oleObj name="Equation" r:id="rId50" imgW="253800" imgH="368280" progId="Equation.3">
                  <p:embed/>
                  <p:pic>
                    <p:nvPicPr>
                      <p:cNvPr id="0" name="Picture 10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3429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2B7918A-983C-4779-AAA2-AC92403501D8}" type="slidenum">
              <a:rPr lang="en-US" altLang="en-US"/>
              <a:pPr/>
              <a:t>60</a:t>
            </a:fld>
            <a:endParaRPr lang="en-US" altLang="en-US"/>
          </a:p>
        </p:txBody>
      </p:sp>
      <p:graphicFrame>
        <p:nvGraphicFramePr>
          <p:cNvPr id="773122" name="Object 2"/>
          <p:cNvGraphicFramePr>
            <a:graphicFrameLocks noChangeAspect="1"/>
          </p:cNvGraphicFramePr>
          <p:nvPr/>
        </p:nvGraphicFramePr>
        <p:xfrm>
          <a:off x="228600" y="736600"/>
          <a:ext cx="8610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134" name="Equation" r:id="rId3" imgW="9105840" imgH="583920" progId="Equation.3">
                  <p:embed/>
                </p:oleObj>
              </mc:Choice>
              <mc:Fallback>
                <p:oleObj name="Equation" r:id="rId3" imgW="9105840" imgH="5839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36600"/>
                        <a:ext cx="86106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23" name="Object 3"/>
          <p:cNvGraphicFramePr>
            <a:graphicFrameLocks noChangeAspect="1"/>
          </p:cNvGraphicFramePr>
          <p:nvPr/>
        </p:nvGraphicFramePr>
        <p:xfrm>
          <a:off x="4724400" y="2819400"/>
          <a:ext cx="40767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3135" name="Equation" r:id="rId5" imgW="4076640" imgH="990360" progId="Equation.3">
                  <p:embed/>
                </p:oleObj>
              </mc:Choice>
              <mc:Fallback>
                <p:oleObj name="Equation" r:id="rId5" imgW="4076640" imgH="9903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819400"/>
                        <a:ext cx="4076700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3124" name="Text Box 4"/>
          <p:cNvSpPr txBox="1">
            <a:spLocks noChangeArrowheads="1"/>
          </p:cNvSpPr>
          <p:nvPr/>
        </p:nvSpPr>
        <p:spPr bwMode="auto">
          <a:xfrm>
            <a:off x="0" y="3276600"/>
            <a:ext cx="39243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Equivalent notation: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6E2552-876B-48D7-91F9-2ED860A774C6}" type="slidenum">
              <a:rPr lang="en-US" altLang="en-US"/>
              <a:pPr/>
              <a:t>61</a:t>
            </a:fld>
            <a:endParaRPr lang="en-US" altLang="en-US"/>
          </a:p>
        </p:txBody>
      </p:sp>
      <p:sp>
        <p:nvSpPr>
          <p:cNvPr id="775170" name="Text Box 2"/>
          <p:cNvSpPr txBox="1">
            <a:spLocks noChangeArrowheads="1"/>
          </p:cNvSpPr>
          <p:nvPr/>
        </p:nvSpPr>
        <p:spPr bwMode="auto">
          <a:xfrm>
            <a:off x="228600" y="457200"/>
            <a:ext cx="4124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Initial configuration:</a:t>
            </a:r>
          </a:p>
        </p:txBody>
      </p:sp>
      <p:graphicFrame>
        <p:nvGraphicFramePr>
          <p:cNvPr id="831488" name="Object 0"/>
          <p:cNvGraphicFramePr>
            <a:graphicFrameLocks noChangeAspect="1"/>
          </p:cNvGraphicFramePr>
          <p:nvPr/>
        </p:nvGraphicFramePr>
        <p:xfrm>
          <a:off x="4749800" y="431800"/>
          <a:ext cx="990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48" name="Equation" r:id="rId3" imgW="990360" imgH="583920" progId="Equation.3">
                  <p:embed/>
                </p:oleObj>
              </mc:Choice>
              <mc:Fallback>
                <p:oleObj name="Equation" r:id="rId3" imgW="990360" imgH="58392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9800" y="431800"/>
                        <a:ext cx="99060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5172" name="Line 4"/>
          <p:cNvSpPr>
            <a:spLocks noChangeShapeType="1"/>
          </p:cNvSpPr>
          <p:nvPr/>
        </p:nvSpPr>
        <p:spPr bwMode="auto">
          <a:xfrm>
            <a:off x="2438400" y="3962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73" name="Line 5"/>
          <p:cNvSpPr>
            <a:spLocks noChangeShapeType="1"/>
          </p:cNvSpPr>
          <p:nvPr/>
        </p:nvSpPr>
        <p:spPr bwMode="auto">
          <a:xfrm>
            <a:off x="2438400" y="46482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74" name="Line 6"/>
          <p:cNvSpPr>
            <a:spLocks noChangeShapeType="1"/>
          </p:cNvSpPr>
          <p:nvPr/>
        </p:nvSpPr>
        <p:spPr bwMode="auto">
          <a:xfrm>
            <a:off x="28194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75" name="Line 7"/>
          <p:cNvSpPr>
            <a:spLocks noChangeShapeType="1"/>
          </p:cNvSpPr>
          <p:nvPr/>
        </p:nvSpPr>
        <p:spPr bwMode="auto">
          <a:xfrm>
            <a:off x="33528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76" name="Line 8"/>
          <p:cNvSpPr>
            <a:spLocks noChangeShapeType="1"/>
          </p:cNvSpPr>
          <p:nvPr/>
        </p:nvSpPr>
        <p:spPr bwMode="auto">
          <a:xfrm>
            <a:off x="38862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77" name="Line 9"/>
          <p:cNvSpPr>
            <a:spLocks noChangeShapeType="1"/>
          </p:cNvSpPr>
          <p:nvPr/>
        </p:nvSpPr>
        <p:spPr bwMode="auto">
          <a:xfrm>
            <a:off x="44196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78" name="Line 10"/>
          <p:cNvSpPr>
            <a:spLocks noChangeShapeType="1"/>
          </p:cNvSpPr>
          <p:nvPr/>
        </p:nvSpPr>
        <p:spPr bwMode="auto">
          <a:xfrm>
            <a:off x="49530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79" name="Line 11"/>
          <p:cNvSpPr>
            <a:spLocks noChangeShapeType="1"/>
          </p:cNvSpPr>
          <p:nvPr/>
        </p:nvSpPr>
        <p:spPr bwMode="auto">
          <a:xfrm>
            <a:off x="54864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80" name="Line 12"/>
          <p:cNvSpPr>
            <a:spLocks noChangeShapeType="1"/>
          </p:cNvSpPr>
          <p:nvPr/>
        </p:nvSpPr>
        <p:spPr bwMode="auto">
          <a:xfrm>
            <a:off x="60198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5181" name="Line 13"/>
          <p:cNvSpPr>
            <a:spLocks noChangeShapeType="1"/>
          </p:cNvSpPr>
          <p:nvPr/>
        </p:nvSpPr>
        <p:spPr bwMode="auto">
          <a:xfrm flipV="1">
            <a:off x="3657600" y="4648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1489" name="Object 1"/>
          <p:cNvGraphicFramePr>
            <a:graphicFrameLocks noChangeAspect="1"/>
          </p:cNvGraphicFramePr>
          <p:nvPr/>
        </p:nvGraphicFramePr>
        <p:xfrm>
          <a:off x="2971800" y="4114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49" name="Equation" r:id="rId5" imgW="253800" imgH="368280" progId="Equation.3">
                  <p:embed/>
                </p:oleObj>
              </mc:Choice>
              <mc:Fallback>
                <p:oleObj name="Equation" r:id="rId5" imgW="253800" imgH="3682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114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0" name="Object 2"/>
          <p:cNvGraphicFramePr>
            <a:graphicFrameLocks noChangeAspect="1"/>
          </p:cNvGraphicFramePr>
          <p:nvPr/>
        </p:nvGraphicFramePr>
        <p:xfrm>
          <a:off x="5638800" y="4114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0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4114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1" name="Object 3"/>
          <p:cNvGraphicFramePr>
            <a:graphicFrameLocks noChangeAspect="1"/>
          </p:cNvGraphicFramePr>
          <p:nvPr/>
        </p:nvGraphicFramePr>
        <p:xfrm>
          <a:off x="4572000" y="4114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1" name="Equation" r:id="rId9" imgW="253800" imgH="393480" progId="Equation.3">
                  <p:embed/>
                </p:oleObj>
              </mc:Choice>
              <mc:Fallback>
                <p:oleObj name="Equation" r:id="rId9" imgW="25380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1148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2" name="Object 4"/>
          <p:cNvGraphicFramePr>
            <a:graphicFrameLocks noChangeAspect="1"/>
          </p:cNvGraphicFramePr>
          <p:nvPr/>
        </p:nvGraphicFramePr>
        <p:xfrm>
          <a:off x="3505200" y="4191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2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191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3" name="Object 5"/>
          <p:cNvGraphicFramePr>
            <a:graphicFrameLocks noChangeAspect="1"/>
          </p:cNvGraphicFramePr>
          <p:nvPr/>
        </p:nvGraphicFramePr>
        <p:xfrm>
          <a:off x="3429000" y="5024438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3" name="Equation" r:id="rId13" imgW="444240" imgH="533160" progId="Equation.3">
                  <p:embed/>
                </p:oleObj>
              </mc:Choice>
              <mc:Fallback>
                <p:oleObj name="Equation" r:id="rId13" imgW="444240" imgH="5331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024438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4" name="Object 6"/>
          <p:cNvGraphicFramePr>
            <a:graphicFrameLocks noChangeAspect="1"/>
          </p:cNvGraphicFramePr>
          <p:nvPr/>
        </p:nvGraphicFramePr>
        <p:xfrm>
          <a:off x="4038600" y="4191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4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191000"/>
                        <a:ext cx="265113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5" name="Object 7"/>
          <p:cNvGraphicFramePr>
            <a:graphicFrameLocks noChangeAspect="1"/>
          </p:cNvGraphicFramePr>
          <p:nvPr/>
        </p:nvGraphicFramePr>
        <p:xfrm>
          <a:off x="5105400" y="4114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5" name="Equation" r:id="rId17" imgW="253800" imgH="393480" progId="Equation.3">
                  <p:embed/>
                </p:oleObj>
              </mc:Choice>
              <mc:Fallback>
                <p:oleObj name="Equation" r:id="rId17" imgW="253800" imgH="3934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114800"/>
                        <a:ext cx="252413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6" name="Object 8"/>
          <p:cNvGraphicFramePr>
            <a:graphicFrameLocks noChangeAspect="1"/>
          </p:cNvGraphicFramePr>
          <p:nvPr/>
        </p:nvGraphicFramePr>
        <p:xfrm>
          <a:off x="6172200" y="4114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6" name="Equation" r:id="rId19" imgW="253800" imgH="368280" progId="Equation.3">
                  <p:embed/>
                </p:oleObj>
              </mc:Choice>
              <mc:Fallback>
                <p:oleObj name="Equation" r:id="rId19" imgW="253800" imgH="368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114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5191" name="AutoShape 23"/>
          <p:cNvSpPr>
            <a:spLocks/>
          </p:cNvSpPr>
          <p:nvPr/>
        </p:nvSpPr>
        <p:spPr bwMode="auto">
          <a:xfrm rot="-5400000">
            <a:off x="4229100" y="2705100"/>
            <a:ext cx="381000" cy="1981200"/>
          </a:xfrm>
          <a:prstGeom prst="rightBrace">
            <a:avLst>
              <a:gd name="adj1" fmla="val 43333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1497" name="Object 9"/>
          <p:cNvGraphicFramePr>
            <a:graphicFrameLocks noChangeAspect="1"/>
          </p:cNvGraphicFramePr>
          <p:nvPr/>
        </p:nvGraphicFramePr>
        <p:xfrm>
          <a:off x="4267200" y="3124200"/>
          <a:ext cx="368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57" name="Equation" r:id="rId20" imgW="368280" imgH="304560" progId="Equation.3">
                  <p:embed/>
                </p:oleObj>
              </mc:Choice>
              <mc:Fallback>
                <p:oleObj name="Equation" r:id="rId20" imgW="368280" imgH="304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3124200"/>
                        <a:ext cx="3683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5194" name="Text Box 26"/>
          <p:cNvSpPr txBox="1">
            <a:spLocks noChangeArrowheads="1"/>
          </p:cNvSpPr>
          <p:nvPr/>
        </p:nvSpPr>
        <p:spPr bwMode="auto">
          <a:xfrm>
            <a:off x="3276600" y="2133600"/>
            <a:ext cx="2490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Input string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D86C5F-2C48-423A-B326-E53A2FB53143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Accepted Language</a:t>
            </a:r>
          </a:p>
        </p:txBody>
      </p:sp>
      <p:sp>
        <p:nvSpPr>
          <p:cNvPr id="774147" name="Text Box 3"/>
          <p:cNvSpPr txBox="1">
            <a:spLocks noChangeArrowheads="1"/>
          </p:cNvSpPr>
          <p:nvPr/>
        </p:nvSpPr>
        <p:spPr bwMode="auto">
          <a:xfrm>
            <a:off x="288925" y="1244600"/>
            <a:ext cx="4624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Turing Machine</a:t>
            </a:r>
          </a:p>
        </p:txBody>
      </p:sp>
      <p:graphicFrame>
        <p:nvGraphicFramePr>
          <p:cNvPr id="774148" name="Object 4"/>
          <p:cNvGraphicFramePr>
            <a:graphicFrameLocks noChangeAspect="1"/>
          </p:cNvGraphicFramePr>
          <p:nvPr/>
        </p:nvGraphicFramePr>
        <p:xfrm>
          <a:off x="5029200" y="1095263"/>
          <a:ext cx="762000" cy="56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160" name="Equation" r:id="rId3" imgW="495000" imgH="368280" progId="Equation.3">
                  <p:embed/>
                </p:oleObj>
              </mc:Choice>
              <mc:Fallback>
                <p:oleObj name="Equation" r:id="rId3" imgW="495000" imgH="3682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095263"/>
                        <a:ext cx="762000" cy="568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4149" name="Object 5"/>
          <p:cNvGraphicFramePr>
            <a:graphicFrameLocks noChangeAspect="1"/>
          </p:cNvGraphicFramePr>
          <p:nvPr/>
        </p:nvGraphicFramePr>
        <p:xfrm>
          <a:off x="876300" y="2400300"/>
          <a:ext cx="6961188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161" name="Equation" r:id="rId5" imgW="6959520" imgH="1079280" progId="Equation.3">
                  <p:embed/>
                </p:oleObj>
              </mc:Choice>
              <mc:Fallback>
                <p:oleObj name="Equation" r:id="rId5" imgW="6959520" imgH="1079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2400300"/>
                        <a:ext cx="6961188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4150" name="Line 6"/>
          <p:cNvSpPr>
            <a:spLocks noChangeShapeType="1"/>
          </p:cNvSpPr>
          <p:nvPr/>
        </p:nvSpPr>
        <p:spPr bwMode="auto">
          <a:xfrm flipV="1">
            <a:off x="3429000" y="3505200"/>
            <a:ext cx="762000" cy="1143000"/>
          </a:xfrm>
          <a:prstGeom prst="line">
            <a:avLst/>
          </a:prstGeom>
          <a:noFill/>
          <a:ln w="9525">
            <a:solidFill>
              <a:srgbClr val="339933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74151" name="Text Box 7"/>
          <p:cNvSpPr txBox="1">
            <a:spLocks noChangeArrowheads="1"/>
          </p:cNvSpPr>
          <p:nvPr/>
        </p:nvSpPr>
        <p:spPr bwMode="auto">
          <a:xfrm>
            <a:off x="1981200" y="4724400"/>
            <a:ext cx="2493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Initial state</a:t>
            </a:r>
          </a:p>
        </p:txBody>
      </p:sp>
      <p:sp>
        <p:nvSpPr>
          <p:cNvPr id="774152" name="Text Box 8"/>
          <p:cNvSpPr txBox="1">
            <a:spLocks noChangeArrowheads="1"/>
          </p:cNvSpPr>
          <p:nvPr/>
        </p:nvSpPr>
        <p:spPr bwMode="auto">
          <a:xfrm>
            <a:off x="6019800" y="4724400"/>
            <a:ext cx="2211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Final state</a:t>
            </a:r>
          </a:p>
        </p:txBody>
      </p:sp>
      <p:sp>
        <p:nvSpPr>
          <p:cNvPr id="774153" name="Line 9"/>
          <p:cNvSpPr>
            <a:spLocks noChangeShapeType="1"/>
          </p:cNvSpPr>
          <p:nvPr/>
        </p:nvSpPr>
        <p:spPr bwMode="auto">
          <a:xfrm flipH="1" flipV="1">
            <a:off x="6629400" y="3505200"/>
            <a:ext cx="381000" cy="1143000"/>
          </a:xfrm>
          <a:prstGeom prst="line">
            <a:avLst/>
          </a:prstGeom>
          <a:noFill/>
          <a:ln w="9525">
            <a:solidFill>
              <a:srgbClr val="339933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1029D6-A19C-44CF-AA9B-893D98A7F8A8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Turing Machine</a:t>
            </a:r>
          </a:p>
        </p:txBody>
      </p:sp>
      <p:sp>
        <p:nvSpPr>
          <p:cNvPr id="777219" name="Text Box 3"/>
          <p:cNvSpPr txBox="1">
            <a:spLocks noChangeArrowheads="1"/>
          </p:cNvSpPr>
          <p:nvPr/>
        </p:nvSpPr>
        <p:spPr bwMode="auto">
          <a:xfrm>
            <a:off x="1447800" y="2514600"/>
            <a:ext cx="6410325" cy="29162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Deterministic</a:t>
            </a:r>
          </a:p>
          <a:p>
            <a:pPr>
              <a:buFontTx/>
              <a:buChar char="•"/>
            </a:pPr>
            <a:endParaRPr lang="en-US"/>
          </a:p>
          <a:p>
            <a:pPr>
              <a:buFontTx/>
              <a:buChar char="•"/>
            </a:pPr>
            <a:r>
              <a:rPr lang="en-US"/>
              <a:t> Infinite tape in both directions</a:t>
            </a:r>
          </a:p>
          <a:p>
            <a:pPr>
              <a:buFontTx/>
              <a:buChar char="•"/>
            </a:pPr>
            <a:endParaRPr lang="en-US"/>
          </a:p>
          <a:p>
            <a:pPr>
              <a:buFontTx/>
              <a:buChar char="•"/>
            </a:pPr>
            <a:r>
              <a:rPr lang="en-US"/>
              <a:t>Tape is the input/output file</a:t>
            </a:r>
          </a:p>
        </p:txBody>
      </p:sp>
      <p:sp>
        <p:nvSpPr>
          <p:cNvPr id="777220" name="Text Box 4"/>
          <p:cNvSpPr txBox="1">
            <a:spLocks noChangeArrowheads="1"/>
          </p:cNvSpPr>
          <p:nvPr/>
        </p:nvSpPr>
        <p:spPr bwMode="auto">
          <a:xfrm>
            <a:off x="212725" y="1168400"/>
            <a:ext cx="8323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machine we described is the standard: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Computing Functions</a:t>
            </a:r>
            <a:br>
              <a:rPr lang="en-US" sz="4400"/>
            </a:br>
            <a:r>
              <a:rPr lang="en-US" sz="4400"/>
              <a:t>with</a:t>
            </a:r>
            <a:br>
              <a:rPr lang="en-US" sz="4400"/>
            </a:br>
            <a:r>
              <a:rPr lang="en-US" sz="4400"/>
              <a:t>Turing Machines</a:t>
            </a:r>
          </a:p>
        </p:txBody>
      </p:sp>
      <p:sp>
        <p:nvSpPr>
          <p:cNvPr id="783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E91914-830E-459D-AD2A-B9DD419A3978}" type="slidenum">
              <a:rPr lang="en-US" altLang="en-US"/>
              <a:pPr/>
              <a:t>65</a:t>
            </a:fld>
            <a:endParaRPr lang="en-US" altLang="en-US"/>
          </a:p>
        </p:txBody>
      </p:sp>
      <p:sp>
        <p:nvSpPr>
          <p:cNvPr id="784386" name="Text Box 2"/>
          <p:cNvSpPr txBox="1">
            <a:spLocks noChangeArrowheads="1"/>
          </p:cNvSpPr>
          <p:nvPr/>
        </p:nvSpPr>
        <p:spPr bwMode="auto">
          <a:xfrm>
            <a:off x="288925" y="254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84387" name="Text Box 3"/>
          <p:cNvSpPr txBox="1">
            <a:spLocks noChangeArrowheads="1"/>
          </p:cNvSpPr>
          <p:nvPr/>
        </p:nvSpPr>
        <p:spPr bwMode="auto">
          <a:xfrm>
            <a:off x="457200" y="457200"/>
            <a:ext cx="2176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function</a:t>
            </a:r>
          </a:p>
        </p:txBody>
      </p:sp>
      <p:graphicFrame>
        <p:nvGraphicFramePr>
          <p:cNvPr id="784388" name="Object 4"/>
          <p:cNvGraphicFramePr>
            <a:graphicFrameLocks noChangeAspect="1"/>
          </p:cNvGraphicFramePr>
          <p:nvPr/>
        </p:nvGraphicFramePr>
        <p:xfrm>
          <a:off x="2743200" y="4572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30" name="Equation" r:id="rId3" imgW="1079280" imgH="533160" progId="Equation.3">
                  <p:embed/>
                </p:oleObj>
              </mc:Choice>
              <mc:Fallback>
                <p:oleObj name="Equation" r:id="rId3" imgW="107928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"/>
                        <a:ext cx="1079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4389" name="Text Box 5"/>
          <p:cNvSpPr txBox="1">
            <a:spLocks noChangeArrowheads="1"/>
          </p:cNvSpPr>
          <p:nvPr/>
        </p:nvSpPr>
        <p:spPr bwMode="auto">
          <a:xfrm>
            <a:off x="685800" y="16764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Domain:</a:t>
            </a:r>
          </a:p>
        </p:txBody>
      </p:sp>
      <p:sp>
        <p:nvSpPr>
          <p:cNvPr id="784390" name="Text Box 6"/>
          <p:cNvSpPr txBox="1">
            <a:spLocks noChangeArrowheads="1"/>
          </p:cNvSpPr>
          <p:nvPr/>
        </p:nvSpPr>
        <p:spPr bwMode="auto">
          <a:xfrm>
            <a:off x="4953000" y="1600200"/>
            <a:ext cx="2854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Result Region:</a:t>
            </a:r>
          </a:p>
        </p:txBody>
      </p:sp>
      <p:sp>
        <p:nvSpPr>
          <p:cNvPr id="784391" name="Text Box 7"/>
          <p:cNvSpPr txBox="1">
            <a:spLocks noChangeArrowheads="1"/>
          </p:cNvSpPr>
          <p:nvPr/>
        </p:nvSpPr>
        <p:spPr bwMode="auto">
          <a:xfrm>
            <a:off x="4114800" y="457200"/>
            <a:ext cx="947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has:</a:t>
            </a:r>
          </a:p>
        </p:txBody>
      </p:sp>
      <p:graphicFrame>
        <p:nvGraphicFramePr>
          <p:cNvPr id="784392" name="Object 8"/>
          <p:cNvGraphicFramePr>
            <a:graphicFrameLocks noChangeAspect="1"/>
          </p:cNvGraphicFramePr>
          <p:nvPr/>
        </p:nvGraphicFramePr>
        <p:xfrm>
          <a:off x="2362200" y="1752600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31" name="Equation" r:id="rId5" imgW="419040" imgH="393480" progId="Equation.3">
                  <p:embed/>
                </p:oleObj>
              </mc:Choice>
              <mc:Fallback>
                <p:oleObj name="Equation" r:id="rId5" imgW="419040" imgH="393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419100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4393" name="Object 9"/>
          <p:cNvGraphicFramePr>
            <a:graphicFrameLocks noChangeAspect="1"/>
          </p:cNvGraphicFramePr>
          <p:nvPr/>
        </p:nvGraphicFramePr>
        <p:xfrm>
          <a:off x="1295400" y="365760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32" name="Equation" r:id="rId7" imgW="1244520" imgH="406080" progId="Equation.3">
                  <p:embed/>
                </p:oleObj>
              </mc:Choice>
              <mc:Fallback>
                <p:oleObj name="Equation" r:id="rId7" imgW="1244520" imgH="4060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657600"/>
                        <a:ext cx="1244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4394" name="Object 10"/>
          <p:cNvGraphicFramePr>
            <a:graphicFrameLocks noChangeAspect="1"/>
          </p:cNvGraphicFramePr>
          <p:nvPr/>
        </p:nvGraphicFramePr>
        <p:xfrm>
          <a:off x="7848600" y="1676400"/>
          <a:ext cx="328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33" name="Equation" r:id="rId9" imgW="330120" imgH="419040" progId="Equation.3">
                  <p:embed/>
                </p:oleObj>
              </mc:Choice>
              <mc:Fallback>
                <p:oleObj name="Equation" r:id="rId9" imgW="330120" imgH="4190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676400"/>
                        <a:ext cx="3286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4395" name="Object 11"/>
          <p:cNvGraphicFramePr>
            <a:graphicFrameLocks noChangeAspect="1"/>
          </p:cNvGraphicFramePr>
          <p:nvPr/>
        </p:nvGraphicFramePr>
        <p:xfrm>
          <a:off x="5334000" y="3505200"/>
          <a:ext cx="1879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34" name="Equation" r:id="rId11" imgW="1879560" imgH="533160" progId="Equation.3">
                  <p:embed/>
                </p:oleObj>
              </mc:Choice>
              <mc:Fallback>
                <p:oleObj name="Equation" r:id="rId11" imgW="1879560" imgH="5331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505200"/>
                        <a:ext cx="18796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4396" name="Oval 12"/>
          <p:cNvSpPr>
            <a:spLocks noChangeArrowheads="1"/>
          </p:cNvSpPr>
          <p:nvPr/>
        </p:nvSpPr>
        <p:spPr bwMode="auto">
          <a:xfrm>
            <a:off x="762000" y="2362200"/>
            <a:ext cx="2362200" cy="3200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4397" name="Oval 13"/>
          <p:cNvSpPr>
            <a:spLocks noChangeArrowheads="1"/>
          </p:cNvSpPr>
          <p:nvPr/>
        </p:nvSpPr>
        <p:spPr bwMode="auto">
          <a:xfrm>
            <a:off x="5029200" y="2362200"/>
            <a:ext cx="2362200" cy="3200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84398" name="Line 14"/>
          <p:cNvSpPr>
            <a:spLocks noChangeShapeType="1"/>
          </p:cNvSpPr>
          <p:nvPr/>
        </p:nvSpPr>
        <p:spPr bwMode="auto">
          <a:xfrm>
            <a:off x="2667000" y="3886200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84399" name="Object 15"/>
          <p:cNvGraphicFramePr>
            <a:graphicFrameLocks noChangeAspect="1"/>
          </p:cNvGraphicFramePr>
          <p:nvPr/>
        </p:nvGraphicFramePr>
        <p:xfrm>
          <a:off x="3505200" y="31242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435" name="Equation" r:id="rId13" imgW="1079280" imgH="533160" progId="Equation.3">
                  <p:embed/>
                </p:oleObj>
              </mc:Choice>
              <mc:Fallback>
                <p:oleObj name="Equation" r:id="rId13" imgW="107928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124200"/>
                        <a:ext cx="1079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8B96B-26EF-4D6C-8656-9E94E96C2281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785410" name="Text Box 2"/>
          <p:cNvSpPr txBox="1">
            <a:spLocks noChangeArrowheads="1"/>
          </p:cNvSpPr>
          <p:nvPr/>
        </p:nvSpPr>
        <p:spPr bwMode="auto">
          <a:xfrm>
            <a:off x="365125" y="254000"/>
            <a:ext cx="7508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function may have many parameters:</a:t>
            </a:r>
          </a:p>
        </p:txBody>
      </p:sp>
      <p:graphicFrame>
        <p:nvGraphicFramePr>
          <p:cNvPr id="832512" name="Object 0"/>
          <p:cNvGraphicFramePr>
            <a:graphicFrameLocks noChangeAspect="1"/>
          </p:cNvGraphicFramePr>
          <p:nvPr/>
        </p:nvGraphicFramePr>
        <p:xfrm>
          <a:off x="3140075" y="2641600"/>
          <a:ext cx="299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18" name="Equation" r:id="rId3" imgW="2997000" imgH="533160" progId="Equation.3">
                  <p:embed/>
                </p:oleObj>
              </mc:Choice>
              <mc:Fallback>
                <p:oleObj name="Equation" r:id="rId3" imgW="299700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075" y="2641600"/>
                        <a:ext cx="2997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5412" name="Text Box 4"/>
          <p:cNvSpPr txBox="1">
            <a:spLocks noChangeArrowheads="1"/>
          </p:cNvSpPr>
          <p:nvPr/>
        </p:nvSpPr>
        <p:spPr bwMode="auto">
          <a:xfrm>
            <a:off x="517525" y="15494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Example:</a:t>
            </a:r>
          </a:p>
        </p:txBody>
      </p:sp>
      <p:sp>
        <p:nvSpPr>
          <p:cNvPr id="785413" name="Text Box 5"/>
          <p:cNvSpPr txBox="1">
            <a:spLocks noChangeArrowheads="1"/>
          </p:cNvSpPr>
          <p:nvPr/>
        </p:nvSpPr>
        <p:spPr bwMode="auto">
          <a:xfrm>
            <a:off x="2895600" y="1676400"/>
            <a:ext cx="3500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Addition function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8AC18A-DEED-4A66-9116-1849EAF6AE95}" type="slidenum">
              <a:rPr lang="en-US" altLang="en-US"/>
              <a:pPr/>
              <a:t>67</a:t>
            </a:fld>
            <a:endParaRPr lang="en-US" altLang="en-US"/>
          </a:p>
        </p:txBody>
      </p:sp>
      <p:sp>
        <p:nvSpPr>
          <p:cNvPr id="786434" name="Text Box 2"/>
          <p:cNvSpPr txBox="1">
            <a:spLocks noChangeArrowheads="1"/>
          </p:cNvSpPr>
          <p:nvPr/>
        </p:nvSpPr>
        <p:spPr bwMode="auto">
          <a:xfrm>
            <a:off x="593725" y="330200"/>
            <a:ext cx="3148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Integer Domain</a:t>
            </a:r>
          </a:p>
        </p:txBody>
      </p:sp>
      <p:sp>
        <p:nvSpPr>
          <p:cNvPr id="786435" name="Text Box 3"/>
          <p:cNvSpPr txBox="1">
            <a:spLocks noChangeArrowheads="1"/>
          </p:cNvSpPr>
          <p:nvPr/>
        </p:nvSpPr>
        <p:spPr bwMode="auto">
          <a:xfrm>
            <a:off x="1676400" y="3810000"/>
            <a:ext cx="14335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Unary:</a:t>
            </a:r>
          </a:p>
        </p:txBody>
      </p:sp>
      <p:sp>
        <p:nvSpPr>
          <p:cNvPr id="786436" name="Text Box 4"/>
          <p:cNvSpPr txBox="1">
            <a:spLocks noChangeArrowheads="1"/>
          </p:cNvSpPr>
          <p:nvPr/>
        </p:nvSpPr>
        <p:spPr bwMode="auto">
          <a:xfrm>
            <a:off x="1676400" y="2590800"/>
            <a:ext cx="1503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Binary:</a:t>
            </a:r>
          </a:p>
        </p:txBody>
      </p:sp>
      <p:sp>
        <p:nvSpPr>
          <p:cNvPr id="786437" name="Text Box 5"/>
          <p:cNvSpPr txBox="1">
            <a:spLocks noChangeArrowheads="1"/>
          </p:cNvSpPr>
          <p:nvPr/>
        </p:nvSpPr>
        <p:spPr bwMode="auto">
          <a:xfrm>
            <a:off x="1676400" y="1371600"/>
            <a:ext cx="1781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Decimal:</a:t>
            </a:r>
          </a:p>
        </p:txBody>
      </p:sp>
      <p:sp>
        <p:nvSpPr>
          <p:cNvPr id="786438" name="Text Box 6"/>
          <p:cNvSpPr txBox="1">
            <a:spLocks noChangeArrowheads="1"/>
          </p:cNvSpPr>
          <p:nvPr/>
        </p:nvSpPr>
        <p:spPr bwMode="auto">
          <a:xfrm>
            <a:off x="3886200" y="3810000"/>
            <a:ext cx="10969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11111</a:t>
            </a:r>
          </a:p>
        </p:txBody>
      </p:sp>
      <p:sp>
        <p:nvSpPr>
          <p:cNvPr id="786439" name="Text Box 7"/>
          <p:cNvSpPr txBox="1">
            <a:spLocks noChangeArrowheads="1"/>
          </p:cNvSpPr>
          <p:nvPr/>
        </p:nvSpPr>
        <p:spPr bwMode="auto">
          <a:xfrm>
            <a:off x="3886200" y="2590800"/>
            <a:ext cx="796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101</a:t>
            </a:r>
          </a:p>
        </p:txBody>
      </p:sp>
      <p:sp>
        <p:nvSpPr>
          <p:cNvPr id="786440" name="Text Box 8"/>
          <p:cNvSpPr txBox="1">
            <a:spLocks noChangeArrowheads="1"/>
          </p:cNvSpPr>
          <p:nvPr/>
        </p:nvSpPr>
        <p:spPr bwMode="auto">
          <a:xfrm>
            <a:off x="3962400" y="1371600"/>
            <a:ext cx="431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5</a:t>
            </a:r>
          </a:p>
        </p:txBody>
      </p:sp>
      <p:grpSp>
        <p:nvGrpSpPr>
          <p:cNvPr id="786441" name="Group 9"/>
          <p:cNvGrpSpPr>
            <a:grpSpLocks/>
          </p:cNvGrpSpPr>
          <p:nvPr/>
        </p:nvGrpSpPr>
        <p:grpSpPr bwMode="auto">
          <a:xfrm>
            <a:off x="609600" y="3505200"/>
            <a:ext cx="8212138" cy="2941638"/>
            <a:chOff x="96" y="2256"/>
            <a:chExt cx="5173" cy="1853"/>
          </a:xfrm>
        </p:grpSpPr>
        <p:sp>
          <p:nvSpPr>
            <p:cNvPr id="786442" name="Text Box 10"/>
            <p:cNvSpPr txBox="1">
              <a:spLocks noChangeArrowheads="1"/>
            </p:cNvSpPr>
            <p:nvPr/>
          </p:nvSpPr>
          <p:spPr bwMode="auto">
            <a:xfrm>
              <a:off x="96" y="3168"/>
              <a:ext cx="407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/>
                <a:t>We prefer </a:t>
              </a:r>
              <a:r>
                <a:rPr lang="en-US" b="1" dirty="0">
                  <a:solidFill>
                    <a:srgbClr val="FF0000"/>
                  </a:solidFill>
                </a:rPr>
                <a:t>unary</a:t>
              </a:r>
              <a:r>
                <a:rPr lang="en-US" dirty="0"/>
                <a:t> representation:</a:t>
              </a:r>
            </a:p>
          </p:txBody>
        </p:sp>
        <p:sp>
          <p:nvSpPr>
            <p:cNvPr id="786443" name="Text Box 11"/>
            <p:cNvSpPr txBox="1">
              <a:spLocks noChangeArrowheads="1"/>
            </p:cNvSpPr>
            <p:nvPr/>
          </p:nvSpPr>
          <p:spPr bwMode="auto">
            <a:xfrm>
              <a:off x="144" y="3744"/>
              <a:ext cx="512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easier to manipulate with Turing machines</a:t>
              </a:r>
            </a:p>
          </p:txBody>
        </p:sp>
        <p:sp>
          <p:nvSpPr>
            <p:cNvPr id="786444" name="Oval 12"/>
            <p:cNvSpPr>
              <a:spLocks noChangeArrowheads="1"/>
            </p:cNvSpPr>
            <p:nvPr/>
          </p:nvSpPr>
          <p:spPr bwMode="auto">
            <a:xfrm>
              <a:off x="864" y="2256"/>
              <a:ext cx="2496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non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2EDB21-F97E-4CDD-A9FB-A8E4D93F452F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787458" name="Text Box 2"/>
          <p:cNvSpPr txBox="1">
            <a:spLocks noChangeArrowheads="1"/>
          </p:cNvSpPr>
          <p:nvPr/>
        </p:nvSpPr>
        <p:spPr bwMode="auto">
          <a:xfrm>
            <a:off x="0" y="0"/>
            <a:ext cx="22034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Definition:</a:t>
            </a:r>
          </a:p>
        </p:txBody>
      </p:sp>
      <p:sp>
        <p:nvSpPr>
          <p:cNvPr id="787459" name="Text Box 3"/>
          <p:cNvSpPr txBox="1">
            <a:spLocks noChangeArrowheads="1"/>
          </p:cNvSpPr>
          <p:nvPr/>
        </p:nvSpPr>
        <p:spPr bwMode="auto">
          <a:xfrm>
            <a:off x="533400" y="838200"/>
            <a:ext cx="8396850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 function       is computable if there is a</a:t>
            </a:r>
          </a:p>
          <a:p>
            <a:r>
              <a:rPr lang="en-US" dirty="0"/>
              <a:t>Turing Machine       such that: </a:t>
            </a:r>
          </a:p>
        </p:txBody>
      </p:sp>
      <p:graphicFrame>
        <p:nvGraphicFramePr>
          <p:cNvPr id="833536" name="Object 0"/>
          <p:cNvGraphicFramePr>
            <a:graphicFrameLocks noChangeAspect="1"/>
          </p:cNvGraphicFramePr>
          <p:nvPr/>
        </p:nvGraphicFramePr>
        <p:xfrm>
          <a:off x="2819400" y="622362"/>
          <a:ext cx="533400" cy="747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2" name="Equation" r:id="rId3" imgW="380880" imgH="533160" progId="Equation.3">
                  <p:embed/>
                </p:oleObj>
              </mc:Choice>
              <mc:Fallback>
                <p:oleObj name="Equation" r:id="rId3" imgW="38088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622362"/>
                        <a:ext cx="533400" cy="7476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37" name="Object 1"/>
          <p:cNvGraphicFramePr>
            <a:graphicFrameLocks noChangeAspect="1"/>
          </p:cNvGraphicFramePr>
          <p:nvPr/>
        </p:nvGraphicFramePr>
        <p:xfrm>
          <a:off x="3657600" y="1371600"/>
          <a:ext cx="75529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3" name="Equation" r:id="rId5" imgW="545760" imgH="393480" progId="Equation.3">
                  <p:embed/>
                </p:oleObj>
              </mc:Choice>
              <mc:Fallback>
                <p:oleObj name="Equation" r:id="rId5" imgW="545760" imgH="3934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371600"/>
                        <a:ext cx="755292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62" name="Text Box 6"/>
          <p:cNvSpPr txBox="1">
            <a:spLocks noChangeArrowheads="1"/>
          </p:cNvSpPr>
          <p:nvPr/>
        </p:nvSpPr>
        <p:spPr bwMode="auto">
          <a:xfrm>
            <a:off x="152400" y="2895600"/>
            <a:ext cx="4002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 configuration</a:t>
            </a:r>
          </a:p>
        </p:txBody>
      </p:sp>
      <p:sp>
        <p:nvSpPr>
          <p:cNvPr id="787463" name="Text Box 7"/>
          <p:cNvSpPr txBox="1">
            <a:spLocks noChangeArrowheads="1"/>
          </p:cNvSpPr>
          <p:nvPr/>
        </p:nvSpPr>
        <p:spPr bwMode="auto">
          <a:xfrm>
            <a:off x="5029200" y="2895600"/>
            <a:ext cx="37195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configuration</a:t>
            </a:r>
          </a:p>
        </p:txBody>
      </p:sp>
      <p:graphicFrame>
        <p:nvGraphicFramePr>
          <p:cNvPr id="833538" name="Object 2"/>
          <p:cNvGraphicFramePr>
            <a:graphicFrameLocks noChangeAspect="1"/>
          </p:cNvGraphicFramePr>
          <p:nvPr/>
        </p:nvGraphicFramePr>
        <p:xfrm>
          <a:off x="3657600" y="571500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4" name="Equation" r:id="rId7" imgW="1244520" imgH="406080" progId="Equation.3">
                  <p:embed/>
                </p:oleObj>
              </mc:Choice>
              <mc:Fallback>
                <p:oleObj name="Equation" r:id="rId7" imgW="1244520" imgH="4060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715000"/>
                        <a:ext cx="1244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65" name="Text Box 9"/>
          <p:cNvSpPr txBox="1">
            <a:spLocks noChangeArrowheads="1"/>
          </p:cNvSpPr>
          <p:nvPr/>
        </p:nvSpPr>
        <p:spPr bwMode="auto">
          <a:xfrm>
            <a:off x="5181600" y="5638800"/>
            <a:ext cx="1543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Domain</a:t>
            </a:r>
          </a:p>
        </p:txBody>
      </p:sp>
      <p:sp>
        <p:nvSpPr>
          <p:cNvPr id="787466" name="Line 10"/>
          <p:cNvSpPr>
            <a:spLocks noChangeShapeType="1"/>
          </p:cNvSpPr>
          <p:nvPr/>
        </p:nvSpPr>
        <p:spPr bwMode="auto">
          <a:xfrm>
            <a:off x="457200" y="35052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67" name="Line 11"/>
          <p:cNvSpPr>
            <a:spLocks noChangeShapeType="1"/>
          </p:cNvSpPr>
          <p:nvPr/>
        </p:nvSpPr>
        <p:spPr bwMode="auto">
          <a:xfrm>
            <a:off x="457200" y="4191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68" name="Line 12"/>
          <p:cNvSpPr>
            <a:spLocks noChangeShapeType="1"/>
          </p:cNvSpPr>
          <p:nvPr/>
        </p:nvSpPr>
        <p:spPr bwMode="auto">
          <a:xfrm>
            <a:off x="838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69" name="Line 13"/>
          <p:cNvSpPr>
            <a:spLocks noChangeShapeType="1"/>
          </p:cNvSpPr>
          <p:nvPr/>
        </p:nvSpPr>
        <p:spPr bwMode="auto">
          <a:xfrm>
            <a:off x="1371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70" name="Line 14"/>
          <p:cNvSpPr>
            <a:spLocks noChangeShapeType="1"/>
          </p:cNvSpPr>
          <p:nvPr/>
        </p:nvSpPr>
        <p:spPr bwMode="auto">
          <a:xfrm>
            <a:off x="2895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71" name="Line 15"/>
          <p:cNvSpPr>
            <a:spLocks noChangeShapeType="1"/>
          </p:cNvSpPr>
          <p:nvPr/>
        </p:nvSpPr>
        <p:spPr bwMode="auto">
          <a:xfrm flipV="1">
            <a:off x="16002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3539" name="Object 3"/>
          <p:cNvGraphicFramePr>
            <a:graphicFrameLocks noChangeAspect="1"/>
          </p:cNvGraphicFramePr>
          <p:nvPr/>
        </p:nvGraphicFramePr>
        <p:xfrm>
          <a:off x="9906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5" name="Equation" r:id="rId9" imgW="253800" imgH="368280" progId="Equation.3">
                  <p:embed/>
                </p:oleObj>
              </mc:Choice>
              <mc:Fallback>
                <p:oleObj name="Equation" r:id="rId9" imgW="25380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0" name="Object 4"/>
          <p:cNvGraphicFramePr>
            <a:graphicFrameLocks noChangeAspect="1"/>
          </p:cNvGraphicFramePr>
          <p:nvPr/>
        </p:nvGraphicFramePr>
        <p:xfrm>
          <a:off x="1371600" y="4572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6" name="Equation" r:id="rId11" imgW="444240" imgH="533160" progId="Equation.3">
                  <p:embed/>
                </p:oleObj>
              </mc:Choice>
              <mc:Fallback>
                <p:oleObj name="Equation" r:id="rId11" imgW="444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1" name="Object 5"/>
          <p:cNvGraphicFramePr>
            <a:graphicFrameLocks noChangeAspect="1"/>
          </p:cNvGraphicFramePr>
          <p:nvPr/>
        </p:nvGraphicFramePr>
        <p:xfrm>
          <a:off x="30480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7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2" name="Object 6"/>
          <p:cNvGraphicFramePr>
            <a:graphicFrameLocks noChangeAspect="1"/>
          </p:cNvGraphicFramePr>
          <p:nvPr/>
        </p:nvGraphicFramePr>
        <p:xfrm>
          <a:off x="1981200" y="3733800"/>
          <a:ext cx="330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8" name="Equation" r:id="rId15" imgW="330120" imgH="279360" progId="Equation.3">
                  <p:embed/>
                </p:oleObj>
              </mc:Choice>
              <mc:Fallback>
                <p:oleObj name="Equation" r:id="rId15" imgW="330120" imgH="2793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733800"/>
                        <a:ext cx="3302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76" name="Line 20"/>
          <p:cNvSpPr>
            <a:spLocks noChangeShapeType="1"/>
          </p:cNvSpPr>
          <p:nvPr/>
        </p:nvSpPr>
        <p:spPr bwMode="auto">
          <a:xfrm>
            <a:off x="3429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77" name="Line 21"/>
          <p:cNvSpPr>
            <a:spLocks noChangeShapeType="1"/>
          </p:cNvSpPr>
          <p:nvPr/>
        </p:nvSpPr>
        <p:spPr bwMode="auto">
          <a:xfrm>
            <a:off x="5257800" y="35052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78" name="Line 22"/>
          <p:cNvSpPr>
            <a:spLocks noChangeShapeType="1"/>
          </p:cNvSpPr>
          <p:nvPr/>
        </p:nvSpPr>
        <p:spPr bwMode="auto">
          <a:xfrm>
            <a:off x="5257800" y="41910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79" name="Line 23"/>
          <p:cNvSpPr>
            <a:spLocks noChangeShapeType="1"/>
          </p:cNvSpPr>
          <p:nvPr/>
        </p:nvSpPr>
        <p:spPr bwMode="auto">
          <a:xfrm>
            <a:off x="5638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80" name="Line 24"/>
          <p:cNvSpPr>
            <a:spLocks noChangeShapeType="1"/>
          </p:cNvSpPr>
          <p:nvPr/>
        </p:nvSpPr>
        <p:spPr bwMode="auto">
          <a:xfrm>
            <a:off x="6172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81" name="Line 25"/>
          <p:cNvSpPr>
            <a:spLocks noChangeShapeType="1"/>
          </p:cNvSpPr>
          <p:nvPr/>
        </p:nvSpPr>
        <p:spPr bwMode="auto">
          <a:xfrm>
            <a:off x="7696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82" name="Line 26"/>
          <p:cNvSpPr>
            <a:spLocks noChangeShapeType="1"/>
          </p:cNvSpPr>
          <p:nvPr/>
        </p:nvSpPr>
        <p:spPr bwMode="auto">
          <a:xfrm flipV="1">
            <a:off x="64008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3543" name="Object 7"/>
          <p:cNvGraphicFramePr>
            <a:graphicFrameLocks noChangeAspect="1"/>
          </p:cNvGraphicFramePr>
          <p:nvPr/>
        </p:nvGraphicFramePr>
        <p:xfrm>
          <a:off x="57912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09" name="Equation" r:id="rId17" imgW="253800" imgH="368280" progId="Equation.3">
                  <p:embed/>
                </p:oleObj>
              </mc:Choice>
              <mc:Fallback>
                <p:oleObj name="Equation" r:id="rId17" imgW="253800" imgH="3682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4" name="Object 8"/>
          <p:cNvGraphicFramePr>
            <a:graphicFrameLocks noChangeAspect="1"/>
          </p:cNvGraphicFramePr>
          <p:nvPr/>
        </p:nvGraphicFramePr>
        <p:xfrm>
          <a:off x="6127750" y="4533900"/>
          <a:ext cx="531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10" name="Equation" r:id="rId18" imgW="533160" imgH="609480" progId="Equation.3">
                  <p:embed/>
                </p:oleObj>
              </mc:Choice>
              <mc:Fallback>
                <p:oleObj name="Equation" r:id="rId18" imgW="533160" imgH="6094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4533900"/>
                        <a:ext cx="5318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5" name="Object 9"/>
          <p:cNvGraphicFramePr>
            <a:graphicFrameLocks noChangeAspect="1"/>
          </p:cNvGraphicFramePr>
          <p:nvPr/>
        </p:nvGraphicFramePr>
        <p:xfrm>
          <a:off x="78486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11" name="Equation" r:id="rId20" imgW="253800" imgH="368280" progId="Equation.3">
                  <p:embed/>
                </p:oleObj>
              </mc:Choice>
              <mc:Fallback>
                <p:oleObj name="Equation" r:id="rId20" imgW="25380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3546" name="Object 10"/>
          <p:cNvGraphicFramePr>
            <a:graphicFrameLocks noChangeAspect="1"/>
          </p:cNvGraphicFramePr>
          <p:nvPr/>
        </p:nvGraphicFramePr>
        <p:xfrm>
          <a:off x="6477000" y="3581400"/>
          <a:ext cx="9779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12" name="Equation" r:id="rId21" imgW="977760" imgH="482400" progId="Equation.3">
                  <p:embed/>
                </p:oleObj>
              </mc:Choice>
              <mc:Fallback>
                <p:oleObj name="Equation" r:id="rId21" imgW="977760" imgH="4824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581400"/>
                        <a:ext cx="9779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87" name="Line 31"/>
          <p:cNvSpPr>
            <a:spLocks noChangeShapeType="1"/>
          </p:cNvSpPr>
          <p:nvPr/>
        </p:nvSpPr>
        <p:spPr bwMode="auto">
          <a:xfrm>
            <a:off x="8229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7488" name="Text Box 32"/>
          <p:cNvSpPr txBox="1">
            <a:spLocks noChangeArrowheads="1"/>
          </p:cNvSpPr>
          <p:nvPr/>
        </p:nvSpPr>
        <p:spPr bwMode="auto">
          <a:xfrm>
            <a:off x="6781800" y="4572000"/>
            <a:ext cx="2171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final state</a:t>
            </a:r>
          </a:p>
        </p:txBody>
      </p:sp>
      <p:sp>
        <p:nvSpPr>
          <p:cNvPr id="787489" name="Text Box 33"/>
          <p:cNvSpPr txBox="1">
            <a:spLocks noChangeArrowheads="1"/>
          </p:cNvSpPr>
          <p:nvPr/>
        </p:nvSpPr>
        <p:spPr bwMode="auto">
          <a:xfrm>
            <a:off x="1981200" y="45720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initial state</a:t>
            </a:r>
          </a:p>
        </p:txBody>
      </p:sp>
      <p:sp>
        <p:nvSpPr>
          <p:cNvPr id="787490" name="Text Box 34"/>
          <p:cNvSpPr txBox="1">
            <a:spLocks noChangeArrowheads="1"/>
          </p:cNvSpPr>
          <p:nvPr/>
        </p:nvSpPr>
        <p:spPr bwMode="auto">
          <a:xfrm>
            <a:off x="2057400" y="5638800"/>
            <a:ext cx="1392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For all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F22707-E264-4A93-AB49-2FCE3AD5A34D}" type="slidenum">
              <a:rPr lang="en-US" altLang="en-US"/>
              <a:pPr/>
              <a:t>69</a:t>
            </a:fld>
            <a:endParaRPr lang="en-US" altLang="en-US"/>
          </a:p>
        </p:txBody>
      </p:sp>
      <p:graphicFrame>
        <p:nvGraphicFramePr>
          <p:cNvPr id="788482" name="Object 2"/>
          <p:cNvGraphicFramePr>
            <a:graphicFrameLocks noChangeAspect="1"/>
          </p:cNvGraphicFramePr>
          <p:nvPr/>
        </p:nvGraphicFramePr>
        <p:xfrm>
          <a:off x="2438400" y="2362200"/>
          <a:ext cx="3848100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18" name="Equation" r:id="rId3" imgW="3848040" imgH="1079280" progId="Equation.3">
                  <p:embed/>
                </p:oleObj>
              </mc:Choice>
              <mc:Fallback>
                <p:oleObj name="Equation" r:id="rId3" imgW="3848040" imgH="1079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362200"/>
                        <a:ext cx="3848100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83" name="Line 3"/>
          <p:cNvSpPr>
            <a:spLocks noChangeShapeType="1"/>
          </p:cNvSpPr>
          <p:nvPr/>
        </p:nvSpPr>
        <p:spPr bwMode="auto">
          <a:xfrm flipV="1">
            <a:off x="2305050" y="3511550"/>
            <a:ext cx="53340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88484" name="Object 4"/>
          <p:cNvGraphicFramePr>
            <a:graphicFrameLocks noChangeAspect="1"/>
          </p:cNvGraphicFramePr>
          <p:nvPr/>
        </p:nvGraphicFramePr>
        <p:xfrm>
          <a:off x="4248150" y="264160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19" name="Equation" r:id="rId5" imgW="228600" imgH="520560" progId="Equation.3">
                  <p:embed/>
                </p:oleObj>
              </mc:Choice>
              <mc:Fallback>
                <p:oleObj name="Equation" r:id="rId5" imgW="228600" imgH="520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2641600"/>
                        <a:ext cx="228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85" name="Text Box 5"/>
          <p:cNvSpPr txBox="1">
            <a:spLocks noChangeArrowheads="1"/>
          </p:cNvSpPr>
          <p:nvPr/>
        </p:nvSpPr>
        <p:spPr bwMode="auto">
          <a:xfrm>
            <a:off x="612775" y="4146550"/>
            <a:ext cx="27400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Initial </a:t>
            </a:r>
          </a:p>
          <a:p>
            <a:pPr algn="ctr"/>
            <a:r>
              <a:rPr lang="en-US"/>
              <a:t>Configuration</a:t>
            </a:r>
          </a:p>
        </p:txBody>
      </p:sp>
      <p:sp>
        <p:nvSpPr>
          <p:cNvPr id="788486" name="Text Box 6"/>
          <p:cNvSpPr txBox="1">
            <a:spLocks noChangeArrowheads="1"/>
          </p:cNvSpPr>
          <p:nvPr/>
        </p:nvSpPr>
        <p:spPr bwMode="auto">
          <a:xfrm>
            <a:off x="5032375" y="4146550"/>
            <a:ext cx="27400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/>
              <a:t>Final</a:t>
            </a:r>
          </a:p>
          <a:p>
            <a:pPr algn="ctr"/>
            <a:r>
              <a:rPr lang="en-US"/>
              <a:t>Configuration</a:t>
            </a:r>
          </a:p>
        </p:txBody>
      </p:sp>
      <p:sp>
        <p:nvSpPr>
          <p:cNvPr id="788487" name="Line 7"/>
          <p:cNvSpPr>
            <a:spLocks noChangeShapeType="1"/>
          </p:cNvSpPr>
          <p:nvPr/>
        </p:nvSpPr>
        <p:spPr bwMode="auto">
          <a:xfrm flipH="1" flipV="1">
            <a:off x="5337175" y="3460750"/>
            <a:ext cx="549275" cy="58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88488" name="Text Box 8"/>
          <p:cNvSpPr txBox="1">
            <a:spLocks noChangeArrowheads="1"/>
          </p:cNvSpPr>
          <p:nvPr/>
        </p:nvSpPr>
        <p:spPr bwMode="auto">
          <a:xfrm>
            <a:off x="533400" y="838200"/>
            <a:ext cx="831691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function             is computable if</a:t>
            </a:r>
          </a:p>
          <a:p>
            <a:r>
              <a:rPr lang="en-US"/>
              <a:t>there is a Turing Machine          such that: </a:t>
            </a:r>
          </a:p>
        </p:txBody>
      </p:sp>
      <p:graphicFrame>
        <p:nvGraphicFramePr>
          <p:cNvPr id="788489" name="Object 9"/>
          <p:cNvGraphicFramePr>
            <a:graphicFrameLocks noChangeAspect="1"/>
          </p:cNvGraphicFramePr>
          <p:nvPr/>
        </p:nvGraphicFramePr>
        <p:xfrm>
          <a:off x="3127375" y="863600"/>
          <a:ext cx="3794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20" name="Equation" r:id="rId7" imgW="380880" imgH="533160" progId="Equation.3">
                  <p:embed/>
                </p:oleObj>
              </mc:Choice>
              <mc:Fallback>
                <p:oleObj name="Equation" r:id="rId7" imgW="380880" imgH="5331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863600"/>
                        <a:ext cx="3794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490" name="Object 10"/>
          <p:cNvGraphicFramePr>
            <a:graphicFrameLocks noChangeAspect="1"/>
          </p:cNvGraphicFramePr>
          <p:nvPr/>
        </p:nvGraphicFramePr>
        <p:xfrm>
          <a:off x="5867400" y="1447800"/>
          <a:ext cx="5445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21" name="Equation" r:id="rId9" imgW="545760" imgH="393480" progId="Equation.3">
                  <p:embed/>
                </p:oleObj>
              </mc:Choice>
              <mc:Fallback>
                <p:oleObj name="Equation" r:id="rId9" imgW="545760" imgH="393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447800"/>
                        <a:ext cx="544513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91" name="Text Box 11"/>
          <p:cNvSpPr txBox="1">
            <a:spLocks noChangeArrowheads="1"/>
          </p:cNvSpPr>
          <p:nvPr/>
        </p:nvSpPr>
        <p:spPr bwMode="auto">
          <a:xfrm>
            <a:off x="381000" y="228600"/>
            <a:ext cx="3168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other words:</a:t>
            </a:r>
          </a:p>
        </p:txBody>
      </p:sp>
      <p:graphicFrame>
        <p:nvGraphicFramePr>
          <p:cNvPr id="788492" name="Object 12"/>
          <p:cNvGraphicFramePr>
            <a:graphicFrameLocks noChangeAspect="1"/>
          </p:cNvGraphicFramePr>
          <p:nvPr/>
        </p:nvGraphicFramePr>
        <p:xfrm>
          <a:off x="3657600" y="6096000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522" name="Equation" r:id="rId11" imgW="1244520" imgH="406080" progId="Equation.3">
                  <p:embed/>
                </p:oleObj>
              </mc:Choice>
              <mc:Fallback>
                <p:oleObj name="Equation" r:id="rId11" imgW="1244520" imgH="4060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6096000"/>
                        <a:ext cx="1244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493" name="Text Box 13"/>
          <p:cNvSpPr txBox="1">
            <a:spLocks noChangeArrowheads="1"/>
          </p:cNvSpPr>
          <p:nvPr/>
        </p:nvSpPr>
        <p:spPr bwMode="auto">
          <a:xfrm>
            <a:off x="5105400" y="6019800"/>
            <a:ext cx="1543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Domain</a:t>
            </a:r>
          </a:p>
        </p:txBody>
      </p:sp>
      <p:sp>
        <p:nvSpPr>
          <p:cNvPr id="788494" name="Text Box 14"/>
          <p:cNvSpPr txBox="1">
            <a:spLocks noChangeArrowheads="1"/>
          </p:cNvSpPr>
          <p:nvPr/>
        </p:nvSpPr>
        <p:spPr bwMode="auto">
          <a:xfrm>
            <a:off x="2117725" y="5969000"/>
            <a:ext cx="1392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all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2C6AEC-8FFD-4E80-AFA9-82F7459BD6A5}" type="slidenum">
              <a:rPr lang="en-US" altLang="en-US"/>
              <a:pPr/>
              <a:t>70</a:t>
            </a:fld>
            <a:endParaRPr lang="en-US" altLang="en-US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789507" name="Text Box 3"/>
          <p:cNvSpPr txBox="1">
            <a:spLocks noChangeArrowheads="1"/>
          </p:cNvSpPr>
          <p:nvPr/>
        </p:nvSpPr>
        <p:spPr bwMode="auto">
          <a:xfrm>
            <a:off x="288925" y="1168400"/>
            <a:ext cx="2613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function</a:t>
            </a:r>
          </a:p>
        </p:txBody>
      </p:sp>
      <p:graphicFrame>
        <p:nvGraphicFramePr>
          <p:cNvPr id="834560" name="Object 0"/>
          <p:cNvGraphicFramePr>
            <a:graphicFrameLocks noChangeAspect="1"/>
          </p:cNvGraphicFramePr>
          <p:nvPr/>
        </p:nvGraphicFramePr>
        <p:xfrm>
          <a:off x="3048000" y="1193800"/>
          <a:ext cx="299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84" name="Equation" r:id="rId3" imgW="2997000" imgH="533160" progId="Equation.3">
                  <p:embed/>
                </p:oleObj>
              </mc:Choice>
              <mc:Fallback>
                <p:oleObj name="Equation" r:id="rId3" imgW="299700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193800"/>
                        <a:ext cx="2997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509" name="Text Box 5"/>
          <p:cNvSpPr txBox="1">
            <a:spLocks noChangeArrowheads="1"/>
          </p:cNvSpPr>
          <p:nvPr/>
        </p:nvSpPr>
        <p:spPr bwMode="auto">
          <a:xfrm>
            <a:off x="6381750" y="1143000"/>
            <a:ext cx="2762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is computable</a:t>
            </a:r>
          </a:p>
        </p:txBody>
      </p:sp>
      <p:sp>
        <p:nvSpPr>
          <p:cNvPr id="789510" name="Text Box 6"/>
          <p:cNvSpPr txBox="1">
            <a:spLocks noChangeArrowheads="1"/>
          </p:cNvSpPr>
          <p:nvPr/>
        </p:nvSpPr>
        <p:spPr bwMode="auto">
          <a:xfrm>
            <a:off x="228600" y="3352800"/>
            <a:ext cx="3214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Machine:</a:t>
            </a:r>
          </a:p>
        </p:txBody>
      </p:sp>
      <p:sp>
        <p:nvSpPr>
          <p:cNvPr id="789511" name="Text Box 7"/>
          <p:cNvSpPr txBox="1">
            <a:spLocks noChangeArrowheads="1"/>
          </p:cNvSpPr>
          <p:nvPr/>
        </p:nvSpPr>
        <p:spPr bwMode="auto">
          <a:xfrm>
            <a:off x="1828800" y="4267200"/>
            <a:ext cx="2613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string:</a:t>
            </a:r>
          </a:p>
        </p:txBody>
      </p:sp>
      <p:graphicFrame>
        <p:nvGraphicFramePr>
          <p:cNvPr id="834561" name="Object 1"/>
          <p:cNvGraphicFramePr>
            <a:graphicFrameLocks noChangeAspect="1"/>
          </p:cNvGraphicFramePr>
          <p:nvPr/>
        </p:nvGraphicFramePr>
        <p:xfrm>
          <a:off x="4930775" y="429260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85" name="Equation" r:id="rId5" imgW="838080" imgH="520560" progId="Equation.3">
                  <p:embed/>
                </p:oleObj>
              </mc:Choice>
              <mc:Fallback>
                <p:oleObj name="Equation" r:id="rId5" imgW="8380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5" y="4292600"/>
                        <a:ext cx="838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513" name="Text Box 9"/>
          <p:cNvSpPr txBox="1">
            <a:spLocks noChangeArrowheads="1"/>
          </p:cNvSpPr>
          <p:nvPr/>
        </p:nvSpPr>
        <p:spPr bwMode="auto">
          <a:xfrm>
            <a:off x="6569075" y="4318000"/>
            <a:ext cx="1222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unary</a:t>
            </a:r>
          </a:p>
        </p:txBody>
      </p:sp>
      <p:sp>
        <p:nvSpPr>
          <p:cNvPr id="789514" name="Text Box 10"/>
          <p:cNvSpPr txBox="1">
            <a:spLocks noChangeArrowheads="1"/>
          </p:cNvSpPr>
          <p:nvPr/>
        </p:nvSpPr>
        <p:spPr bwMode="auto">
          <a:xfrm>
            <a:off x="1463675" y="5384800"/>
            <a:ext cx="2905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Output string:</a:t>
            </a:r>
          </a:p>
        </p:txBody>
      </p:sp>
      <p:graphicFrame>
        <p:nvGraphicFramePr>
          <p:cNvPr id="834562" name="Object 2"/>
          <p:cNvGraphicFramePr>
            <a:graphicFrameLocks noChangeAspect="1"/>
          </p:cNvGraphicFramePr>
          <p:nvPr/>
        </p:nvGraphicFramePr>
        <p:xfrm>
          <a:off x="4886325" y="5435600"/>
          <a:ext cx="774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86" name="Equation" r:id="rId7" imgW="774360" imgH="520560" progId="Equation.3">
                  <p:embed/>
                </p:oleObj>
              </mc:Choice>
              <mc:Fallback>
                <p:oleObj name="Equation" r:id="rId7" imgW="77436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325" y="5435600"/>
                        <a:ext cx="7747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516" name="Text Box 12"/>
          <p:cNvSpPr txBox="1">
            <a:spLocks noChangeArrowheads="1"/>
          </p:cNvSpPr>
          <p:nvPr/>
        </p:nvSpPr>
        <p:spPr bwMode="auto">
          <a:xfrm>
            <a:off x="6553200" y="5410200"/>
            <a:ext cx="1222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unary</a:t>
            </a:r>
          </a:p>
        </p:txBody>
      </p:sp>
      <p:graphicFrame>
        <p:nvGraphicFramePr>
          <p:cNvPr id="834563" name="Object 3"/>
          <p:cNvGraphicFramePr>
            <a:graphicFrameLocks noChangeAspect="1"/>
          </p:cNvGraphicFramePr>
          <p:nvPr/>
        </p:nvGraphicFramePr>
        <p:xfrm>
          <a:off x="2667000" y="2209800"/>
          <a:ext cx="74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87" name="Equation" r:id="rId9" imgW="749160" imgH="406080" progId="Equation.3">
                  <p:embed/>
                </p:oleObj>
              </mc:Choice>
              <mc:Fallback>
                <p:oleObj name="Equation" r:id="rId9" imgW="749160" imgH="4060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09800"/>
                        <a:ext cx="749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518" name="Text Box 14"/>
          <p:cNvSpPr txBox="1">
            <a:spLocks noChangeArrowheads="1"/>
          </p:cNvSpPr>
          <p:nvPr/>
        </p:nvSpPr>
        <p:spPr bwMode="auto">
          <a:xfrm>
            <a:off x="3962400" y="2057400"/>
            <a:ext cx="2505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are integers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7BBEE0-673D-45FE-B494-415E03ADE8EF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790530" name="Line 2"/>
          <p:cNvSpPr>
            <a:spLocks noChangeShapeType="1"/>
          </p:cNvSpPr>
          <p:nvPr/>
        </p:nvSpPr>
        <p:spPr bwMode="auto">
          <a:xfrm>
            <a:off x="1981200" y="12954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1" name="Line 3"/>
          <p:cNvSpPr>
            <a:spLocks noChangeShapeType="1"/>
          </p:cNvSpPr>
          <p:nvPr/>
        </p:nvSpPr>
        <p:spPr bwMode="auto">
          <a:xfrm>
            <a:off x="1981200" y="19812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2" name="Line 4"/>
          <p:cNvSpPr>
            <a:spLocks noChangeShapeType="1"/>
          </p:cNvSpPr>
          <p:nvPr/>
        </p:nvSpPr>
        <p:spPr bwMode="auto">
          <a:xfrm>
            <a:off x="23622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3" name="Line 5"/>
          <p:cNvSpPr>
            <a:spLocks noChangeShapeType="1"/>
          </p:cNvSpPr>
          <p:nvPr/>
        </p:nvSpPr>
        <p:spPr bwMode="auto">
          <a:xfrm>
            <a:off x="2895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4" name="Line 6"/>
          <p:cNvSpPr>
            <a:spLocks noChangeShapeType="1"/>
          </p:cNvSpPr>
          <p:nvPr/>
        </p:nvSpPr>
        <p:spPr bwMode="auto">
          <a:xfrm>
            <a:off x="34290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5" name="Line 7"/>
          <p:cNvSpPr>
            <a:spLocks noChangeShapeType="1"/>
          </p:cNvSpPr>
          <p:nvPr/>
        </p:nvSpPr>
        <p:spPr bwMode="auto">
          <a:xfrm>
            <a:off x="39624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6" name="Line 8"/>
          <p:cNvSpPr>
            <a:spLocks noChangeShapeType="1"/>
          </p:cNvSpPr>
          <p:nvPr/>
        </p:nvSpPr>
        <p:spPr bwMode="auto">
          <a:xfrm>
            <a:off x="62484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7" name="Line 9"/>
          <p:cNvSpPr>
            <a:spLocks noChangeShapeType="1"/>
          </p:cNvSpPr>
          <p:nvPr/>
        </p:nvSpPr>
        <p:spPr bwMode="auto">
          <a:xfrm>
            <a:off x="67818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8" name="Line 10"/>
          <p:cNvSpPr>
            <a:spLocks noChangeShapeType="1"/>
          </p:cNvSpPr>
          <p:nvPr/>
        </p:nvSpPr>
        <p:spPr bwMode="auto">
          <a:xfrm>
            <a:off x="8229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39" name="Line 11"/>
          <p:cNvSpPr>
            <a:spLocks noChangeShapeType="1"/>
          </p:cNvSpPr>
          <p:nvPr/>
        </p:nvSpPr>
        <p:spPr bwMode="auto">
          <a:xfrm flipV="1">
            <a:off x="3124200" y="198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5584" name="Object 0"/>
          <p:cNvGraphicFramePr>
            <a:graphicFrameLocks noChangeAspect="1"/>
          </p:cNvGraphicFramePr>
          <p:nvPr/>
        </p:nvGraphicFramePr>
        <p:xfrm>
          <a:off x="25146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85" name="Object 1"/>
          <p:cNvGraphicFramePr>
            <a:graphicFrameLocks noChangeAspect="1"/>
          </p:cNvGraphicFramePr>
          <p:nvPr/>
        </p:nvGraphicFramePr>
        <p:xfrm>
          <a:off x="5867400" y="144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3" name="Equation" r:id="rId5" imgW="253800" imgH="380880" progId="Equation.3">
                  <p:embed/>
                </p:oleObj>
              </mc:Choice>
              <mc:Fallback>
                <p:oleObj name="Equation" r:id="rId5" imgW="253800" imgH="3808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44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86" name="Object 2"/>
          <p:cNvGraphicFramePr>
            <a:graphicFrameLocks noChangeAspect="1"/>
          </p:cNvGraphicFramePr>
          <p:nvPr/>
        </p:nvGraphicFramePr>
        <p:xfrm>
          <a:off x="2895600" y="2362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4" name="Equation" r:id="rId7" imgW="444240" imgH="533160" progId="Equation.3">
                  <p:embed/>
                </p:oleObj>
              </mc:Choice>
              <mc:Fallback>
                <p:oleObj name="Equation" r:id="rId7" imgW="44424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3622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87" name="Object 3"/>
          <p:cNvGraphicFramePr>
            <a:graphicFrameLocks noChangeAspect="1"/>
          </p:cNvGraphicFramePr>
          <p:nvPr/>
        </p:nvGraphicFramePr>
        <p:xfrm>
          <a:off x="36576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5" name="Equation" r:id="rId9" imgW="164880" imgH="368280" progId="Equation.3">
                  <p:embed/>
                </p:oleObj>
              </mc:Choice>
              <mc:Fallback>
                <p:oleObj name="Equation" r:id="rId9" imgW="16488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88" name="Object 4"/>
          <p:cNvGraphicFramePr>
            <a:graphicFrameLocks noChangeAspect="1"/>
          </p:cNvGraphicFramePr>
          <p:nvPr/>
        </p:nvGraphicFramePr>
        <p:xfrm>
          <a:off x="64008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6" name="Equation" r:id="rId11" imgW="164880" imgH="368280" progId="Equation.3">
                  <p:embed/>
                </p:oleObj>
              </mc:Choice>
              <mc:Fallback>
                <p:oleObj name="Equation" r:id="rId11" imgW="164880" imgH="3682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89" name="Object 5"/>
          <p:cNvGraphicFramePr>
            <a:graphicFrameLocks noChangeAspect="1"/>
          </p:cNvGraphicFramePr>
          <p:nvPr/>
        </p:nvGraphicFramePr>
        <p:xfrm>
          <a:off x="83820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7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0" name="Object 6"/>
          <p:cNvGraphicFramePr>
            <a:graphicFrameLocks noChangeAspect="1"/>
          </p:cNvGraphicFramePr>
          <p:nvPr/>
        </p:nvGraphicFramePr>
        <p:xfrm>
          <a:off x="3092450" y="14589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8" name="Equation" r:id="rId15" imgW="164880" imgH="368280" progId="Equation.3">
                  <p:embed/>
                </p:oleObj>
              </mc:Choice>
              <mc:Fallback>
                <p:oleObj name="Equation" r:id="rId15" imgW="164880" imgH="368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14589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1" name="Object 7"/>
          <p:cNvGraphicFramePr>
            <a:graphicFrameLocks noChangeAspect="1"/>
          </p:cNvGraphicFramePr>
          <p:nvPr/>
        </p:nvGraphicFramePr>
        <p:xfrm>
          <a:off x="78486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69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2" name="Object 8"/>
          <p:cNvGraphicFramePr>
            <a:graphicFrameLocks noChangeAspect="1"/>
          </p:cNvGraphicFramePr>
          <p:nvPr/>
        </p:nvGraphicFramePr>
        <p:xfrm>
          <a:off x="4178300" y="2159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70" name="Equation" r:id="rId19" imgW="291960" imgH="304560" progId="Equation.3">
                  <p:embed/>
                </p:oleObj>
              </mc:Choice>
              <mc:Fallback>
                <p:oleObj name="Equation" r:id="rId19" imgW="29196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2159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3" name="Object 9"/>
          <p:cNvGraphicFramePr>
            <a:graphicFrameLocks noChangeAspect="1"/>
          </p:cNvGraphicFramePr>
          <p:nvPr/>
        </p:nvGraphicFramePr>
        <p:xfrm>
          <a:off x="7073900" y="20955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71" name="Equation" r:id="rId21" imgW="317160" imgH="406080" progId="Equation.3">
                  <p:embed/>
                </p:oleObj>
              </mc:Choice>
              <mc:Fallback>
                <p:oleObj name="Equation" r:id="rId21" imgW="317160" imgH="4060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209550"/>
                        <a:ext cx="3159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5594" name="Object 10"/>
          <p:cNvGraphicFramePr>
            <a:graphicFrameLocks noChangeAspect="1"/>
          </p:cNvGraphicFramePr>
          <p:nvPr/>
        </p:nvGraphicFramePr>
        <p:xfrm>
          <a:off x="54102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72" name="Equation" r:id="rId23" imgW="164880" imgH="368280" progId="Equation.3">
                  <p:embed/>
                </p:oleObj>
              </mc:Choice>
              <mc:Fallback>
                <p:oleObj name="Equation" r:id="rId23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0551" name="Line 23"/>
          <p:cNvSpPr>
            <a:spLocks noChangeShapeType="1"/>
          </p:cNvSpPr>
          <p:nvPr/>
        </p:nvSpPr>
        <p:spPr bwMode="auto">
          <a:xfrm>
            <a:off x="57150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52" name="Line 24"/>
          <p:cNvSpPr>
            <a:spLocks noChangeShapeType="1"/>
          </p:cNvSpPr>
          <p:nvPr/>
        </p:nvSpPr>
        <p:spPr bwMode="auto">
          <a:xfrm>
            <a:off x="5181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5595" name="Object 11"/>
          <p:cNvGraphicFramePr>
            <a:graphicFrameLocks noChangeAspect="1"/>
          </p:cNvGraphicFramePr>
          <p:nvPr/>
        </p:nvGraphicFramePr>
        <p:xfrm>
          <a:off x="4419600" y="1600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73" name="Equation" r:id="rId24" imgW="419040" imgH="114120" progId="Equation.3">
                  <p:embed/>
                </p:oleObj>
              </mc:Choice>
              <mc:Fallback>
                <p:oleObj name="Equation" r:id="rId24" imgW="419040" imgH="11412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00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0554" name="Line 26"/>
          <p:cNvSpPr>
            <a:spLocks noChangeShapeType="1"/>
          </p:cNvSpPr>
          <p:nvPr/>
        </p:nvSpPr>
        <p:spPr bwMode="auto">
          <a:xfrm>
            <a:off x="76962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5596" name="Object 12"/>
          <p:cNvGraphicFramePr>
            <a:graphicFrameLocks noChangeAspect="1"/>
          </p:cNvGraphicFramePr>
          <p:nvPr/>
        </p:nvGraphicFramePr>
        <p:xfrm>
          <a:off x="7010400" y="1600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674" name="Equation" r:id="rId26" imgW="419040" imgH="114120" progId="Equation.3">
                  <p:embed/>
                </p:oleObj>
              </mc:Choice>
              <mc:Fallback>
                <p:oleObj name="Equation" r:id="rId26" imgW="419040" imgH="11412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600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0556" name="AutoShape 28"/>
          <p:cNvSpPr>
            <a:spLocks/>
          </p:cNvSpPr>
          <p:nvPr/>
        </p:nvSpPr>
        <p:spPr bwMode="auto">
          <a:xfrm rot="16186392">
            <a:off x="4038600" y="-381000"/>
            <a:ext cx="533400" cy="2667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57" name="AutoShape 29"/>
          <p:cNvSpPr>
            <a:spLocks/>
          </p:cNvSpPr>
          <p:nvPr/>
        </p:nvSpPr>
        <p:spPr bwMode="auto">
          <a:xfrm rot="16186392">
            <a:off x="6972300" y="-38100"/>
            <a:ext cx="533400" cy="1981200"/>
          </a:xfrm>
          <a:prstGeom prst="rightBrace">
            <a:avLst>
              <a:gd name="adj1" fmla="val 309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0558" name="Text Box 30"/>
          <p:cNvSpPr txBox="1">
            <a:spLocks noChangeArrowheads="1"/>
          </p:cNvSpPr>
          <p:nvPr/>
        </p:nvSpPr>
        <p:spPr bwMode="auto">
          <a:xfrm>
            <a:off x="304800" y="1295400"/>
            <a:ext cx="125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Start</a:t>
            </a:r>
          </a:p>
        </p:txBody>
      </p:sp>
      <p:sp>
        <p:nvSpPr>
          <p:cNvPr id="790559" name="Text Box 31"/>
          <p:cNvSpPr txBox="1">
            <a:spLocks noChangeArrowheads="1"/>
          </p:cNvSpPr>
          <p:nvPr/>
        </p:nvSpPr>
        <p:spPr bwMode="auto">
          <a:xfrm>
            <a:off x="1752600" y="31242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initial state</a:t>
            </a:r>
          </a:p>
        </p:txBody>
      </p:sp>
      <p:sp>
        <p:nvSpPr>
          <p:cNvPr id="790560" name="Line 32"/>
          <p:cNvSpPr>
            <a:spLocks noChangeShapeType="1"/>
          </p:cNvSpPr>
          <p:nvPr/>
        </p:nvSpPr>
        <p:spPr bwMode="auto">
          <a:xfrm flipH="1" flipV="1">
            <a:off x="6019800" y="2057400"/>
            <a:ext cx="15240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90561" name="Text Box 33"/>
          <p:cNvSpPr txBox="1">
            <a:spLocks noChangeArrowheads="1"/>
          </p:cNvSpPr>
          <p:nvPr/>
        </p:nvSpPr>
        <p:spPr bwMode="auto">
          <a:xfrm>
            <a:off x="3200400" y="4648200"/>
            <a:ext cx="54133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0 is the delimiter that </a:t>
            </a:r>
          </a:p>
          <a:p>
            <a:r>
              <a:rPr lang="en-US"/>
              <a:t>separates the two numbers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91A862-A17A-44C5-BF6E-DE14B53DFB71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791554" name="Line 2"/>
          <p:cNvSpPr>
            <a:spLocks noChangeShapeType="1"/>
          </p:cNvSpPr>
          <p:nvPr/>
        </p:nvSpPr>
        <p:spPr bwMode="auto">
          <a:xfrm>
            <a:off x="1981200" y="12954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55" name="Line 3"/>
          <p:cNvSpPr>
            <a:spLocks noChangeShapeType="1"/>
          </p:cNvSpPr>
          <p:nvPr/>
        </p:nvSpPr>
        <p:spPr bwMode="auto">
          <a:xfrm>
            <a:off x="1981200" y="19812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56" name="Line 4"/>
          <p:cNvSpPr>
            <a:spLocks noChangeShapeType="1"/>
          </p:cNvSpPr>
          <p:nvPr/>
        </p:nvSpPr>
        <p:spPr bwMode="auto">
          <a:xfrm>
            <a:off x="23622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57" name="Line 5"/>
          <p:cNvSpPr>
            <a:spLocks noChangeShapeType="1"/>
          </p:cNvSpPr>
          <p:nvPr/>
        </p:nvSpPr>
        <p:spPr bwMode="auto">
          <a:xfrm>
            <a:off x="2895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58" name="Line 6"/>
          <p:cNvSpPr>
            <a:spLocks noChangeShapeType="1"/>
          </p:cNvSpPr>
          <p:nvPr/>
        </p:nvSpPr>
        <p:spPr bwMode="auto">
          <a:xfrm>
            <a:off x="34290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59" name="Line 7"/>
          <p:cNvSpPr>
            <a:spLocks noChangeShapeType="1"/>
          </p:cNvSpPr>
          <p:nvPr/>
        </p:nvSpPr>
        <p:spPr bwMode="auto">
          <a:xfrm>
            <a:off x="39624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60" name="Line 8"/>
          <p:cNvSpPr>
            <a:spLocks noChangeShapeType="1"/>
          </p:cNvSpPr>
          <p:nvPr/>
        </p:nvSpPr>
        <p:spPr bwMode="auto">
          <a:xfrm>
            <a:off x="62484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61" name="Line 9"/>
          <p:cNvSpPr>
            <a:spLocks noChangeShapeType="1"/>
          </p:cNvSpPr>
          <p:nvPr/>
        </p:nvSpPr>
        <p:spPr bwMode="auto">
          <a:xfrm>
            <a:off x="67818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62" name="Line 10"/>
          <p:cNvSpPr>
            <a:spLocks noChangeShapeType="1"/>
          </p:cNvSpPr>
          <p:nvPr/>
        </p:nvSpPr>
        <p:spPr bwMode="auto">
          <a:xfrm>
            <a:off x="8229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63" name="Line 11"/>
          <p:cNvSpPr>
            <a:spLocks noChangeShapeType="1"/>
          </p:cNvSpPr>
          <p:nvPr/>
        </p:nvSpPr>
        <p:spPr bwMode="auto">
          <a:xfrm flipV="1">
            <a:off x="3124200" y="198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6608" name="Object 0"/>
          <p:cNvGraphicFramePr>
            <a:graphicFrameLocks noChangeAspect="1"/>
          </p:cNvGraphicFramePr>
          <p:nvPr/>
        </p:nvGraphicFramePr>
        <p:xfrm>
          <a:off x="25146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46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09" name="Object 1"/>
          <p:cNvGraphicFramePr>
            <a:graphicFrameLocks noChangeAspect="1"/>
          </p:cNvGraphicFramePr>
          <p:nvPr/>
        </p:nvGraphicFramePr>
        <p:xfrm>
          <a:off x="5867400" y="14478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47" name="Equation" r:id="rId5" imgW="253800" imgH="380880" progId="Equation.3">
                  <p:embed/>
                </p:oleObj>
              </mc:Choice>
              <mc:Fallback>
                <p:oleObj name="Equation" r:id="rId5" imgW="253800" imgH="3808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4478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0" name="Object 2"/>
          <p:cNvGraphicFramePr>
            <a:graphicFrameLocks noChangeAspect="1"/>
          </p:cNvGraphicFramePr>
          <p:nvPr/>
        </p:nvGraphicFramePr>
        <p:xfrm>
          <a:off x="2895600" y="2362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48" name="Equation" r:id="rId7" imgW="444240" imgH="533160" progId="Equation.3">
                  <p:embed/>
                </p:oleObj>
              </mc:Choice>
              <mc:Fallback>
                <p:oleObj name="Equation" r:id="rId7" imgW="44424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3622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1" name="Object 3"/>
          <p:cNvGraphicFramePr>
            <a:graphicFrameLocks noChangeAspect="1"/>
          </p:cNvGraphicFramePr>
          <p:nvPr/>
        </p:nvGraphicFramePr>
        <p:xfrm>
          <a:off x="36576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49" name="Equation" r:id="rId9" imgW="164880" imgH="368280" progId="Equation.3">
                  <p:embed/>
                </p:oleObj>
              </mc:Choice>
              <mc:Fallback>
                <p:oleObj name="Equation" r:id="rId9" imgW="16488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2" name="Object 4"/>
          <p:cNvGraphicFramePr>
            <a:graphicFrameLocks noChangeAspect="1"/>
          </p:cNvGraphicFramePr>
          <p:nvPr/>
        </p:nvGraphicFramePr>
        <p:xfrm>
          <a:off x="64008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0" name="Equation" r:id="rId11" imgW="164880" imgH="368280" progId="Equation.3">
                  <p:embed/>
                </p:oleObj>
              </mc:Choice>
              <mc:Fallback>
                <p:oleObj name="Equation" r:id="rId11" imgW="164880" imgH="3682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3" name="Object 5"/>
          <p:cNvGraphicFramePr>
            <a:graphicFrameLocks noChangeAspect="1"/>
          </p:cNvGraphicFramePr>
          <p:nvPr/>
        </p:nvGraphicFramePr>
        <p:xfrm>
          <a:off x="83820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1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4" name="Object 6"/>
          <p:cNvGraphicFramePr>
            <a:graphicFrameLocks noChangeAspect="1"/>
          </p:cNvGraphicFramePr>
          <p:nvPr/>
        </p:nvGraphicFramePr>
        <p:xfrm>
          <a:off x="3092450" y="14589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2" name="Equation" r:id="rId14" imgW="164880" imgH="368280" progId="Equation.3">
                  <p:embed/>
                </p:oleObj>
              </mc:Choice>
              <mc:Fallback>
                <p:oleObj name="Equation" r:id="rId14" imgW="164880" imgH="368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14589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5" name="Object 7"/>
          <p:cNvGraphicFramePr>
            <a:graphicFrameLocks noChangeAspect="1"/>
          </p:cNvGraphicFramePr>
          <p:nvPr/>
        </p:nvGraphicFramePr>
        <p:xfrm>
          <a:off x="78486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3" name="Equation" r:id="rId15" imgW="164880" imgH="368280" progId="Equation.3">
                  <p:embed/>
                </p:oleObj>
              </mc:Choice>
              <mc:Fallback>
                <p:oleObj name="Equation" r:id="rId15" imgW="164880" imgH="3682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6" name="Object 8"/>
          <p:cNvGraphicFramePr>
            <a:graphicFrameLocks noChangeAspect="1"/>
          </p:cNvGraphicFramePr>
          <p:nvPr/>
        </p:nvGraphicFramePr>
        <p:xfrm>
          <a:off x="4178300" y="2159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4" name="Equation" r:id="rId16" imgW="291960" imgH="304560" progId="Equation.3">
                  <p:embed/>
                </p:oleObj>
              </mc:Choice>
              <mc:Fallback>
                <p:oleObj name="Equation" r:id="rId16" imgW="29196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2159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7" name="Object 9"/>
          <p:cNvGraphicFramePr>
            <a:graphicFrameLocks noChangeAspect="1"/>
          </p:cNvGraphicFramePr>
          <p:nvPr/>
        </p:nvGraphicFramePr>
        <p:xfrm>
          <a:off x="7073900" y="20955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5" name="Equation" r:id="rId18" imgW="317160" imgH="406080" progId="Equation.3">
                  <p:embed/>
                </p:oleObj>
              </mc:Choice>
              <mc:Fallback>
                <p:oleObj name="Equation" r:id="rId18" imgW="317160" imgH="4060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209550"/>
                        <a:ext cx="3159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18" name="Object 10"/>
          <p:cNvGraphicFramePr>
            <a:graphicFrameLocks noChangeAspect="1"/>
          </p:cNvGraphicFramePr>
          <p:nvPr/>
        </p:nvGraphicFramePr>
        <p:xfrm>
          <a:off x="54102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6" name="Equation" r:id="rId20" imgW="164880" imgH="368280" progId="Equation.3">
                  <p:embed/>
                </p:oleObj>
              </mc:Choice>
              <mc:Fallback>
                <p:oleObj name="Equation" r:id="rId20" imgW="164880" imgH="3682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575" name="Line 23"/>
          <p:cNvSpPr>
            <a:spLocks noChangeShapeType="1"/>
          </p:cNvSpPr>
          <p:nvPr/>
        </p:nvSpPr>
        <p:spPr bwMode="auto">
          <a:xfrm>
            <a:off x="57150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76" name="Line 24"/>
          <p:cNvSpPr>
            <a:spLocks noChangeShapeType="1"/>
          </p:cNvSpPr>
          <p:nvPr/>
        </p:nvSpPr>
        <p:spPr bwMode="auto">
          <a:xfrm>
            <a:off x="5181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6619" name="Object 11"/>
          <p:cNvGraphicFramePr>
            <a:graphicFrameLocks noChangeAspect="1"/>
          </p:cNvGraphicFramePr>
          <p:nvPr/>
        </p:nvGraphicFramePr>
        <p:xfrm>
          <a:off x="4419600" y="1600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7" name="Equation" r:id="rId21" imgW="419040" imgH="114120" progId="Equation.3">
                  <p:embed/>
                </p:oleObj>
              </mc:Choice>
              <mc:Fallback>
                <p:oleObj name="Equation" r:id="rId21" imgW="419040" imgH="11412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00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578" name="Line 26"/>
          <p:cNvSpPr>
            <a:spLocks noChangeShapeType="1"/>
          </p:cNvSpPr>
          <p:nvPr/>
        </p:nvSpPr>
        <p:spPr bwMode="auto">
          <a:xfrm>
            <a:off x="76962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6620" name="Object 12"/>
          <p:cNvGraphicFramePr>
            <a:graphicFrameLocks noChangeAspect="1"/>
          </p:cNvGraphicFramePr>
          <p:nvPr/>
        </p:nvGraphicFramePr>
        <p:xfrm>
          <a:off x="7010400" y="1600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8" name="Equation" r:id="rId23" imgW="419040" imgH="114120" progId="Equation.3">
                  <p:embed/>
                </p:oleObj>
              </mc:Choice>
              <mc:Fallback>
                <p:oleObj name="Equation" r:id="rId23" imgW="419040" imgH="11412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1600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580" name="AutoShape 28"/>
          <p:cNvSpPr>
            <a:spLocks/>
          </p:cNvSpPr>
          <p:nvPr/>
        </p:nvSpPr>
        <p:spPr bwMode="auto">
          <a:xfrm rot="16186392">
            <a:off x="4038600" y="-381000"/>
            <a:ext cx="533400" cy="2667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1" name="AutoShape 29"/>
          <p:cNvSpPr>
            <a:spLocks/>
          </p:cNvSpPr>
          <p:nvPr/>
        </p:nvSpPr>
        <p:spPr bwMode="auto">
          <a:xfrm rot="16186392">
            <a:off x="6972300" y="-38100"/>
            <a:ext cx="533400" cy="1981200"/>
          </a:xfrm>
          <a:prstGeom prst="rightBrace">
            <a:avLst>
              <a:gd name="adj1" fmla="val 309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2" name="Line 30"/>
          <p:cNvSpPr>
            <a:spLocks noChangeShapeType="1"/>
          </p:cNvSpPr>
          <p:nvPr/>
        </p:nvSpPr>
        <p:spPr bwMode="auto">
          <a:xfrm>
            <a:off x="1828800" y="50292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3" name="Line 31"/>
          <p:cNvSpPr>
            <a:spLocks noChangeShapeType="1"/>
          </p:cNvSpPr>
          <p:nvPr/>
        </p:nvSpPr>
        <p:spPr bwMode="auto">
          <a:xfrm>
            <a:off x="1828800" y="57150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4" name="Line 32"/>
          <p:cNvSpPr>
            <a:spLocks noChangeShapeType="1"/>
          </p:cNvSpPr>
          <p:nvPr/>
        </p:nvSpPr>
        <p:spPr bwMode="auto">
          <a:xfrm>
            <a:off x="2209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5" name="Line 33"/>
          <p:cNvSpPr>
            <a:spLocks noChangeShapeType="1"/>
          </p:cNvSpPr>
          <p:nvPr/>
        </p:nvSpPr>
        <p:spPr bwMode="auto">
          <a:xfrm>
            <a:off x="2743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6" name="Line 34"/>
          <p:cNvSpPr>
            <a:spLocks noChangeShapeType="1"/>
          </p:cNvSpPr>
          <p:nvPr/>
        </p:nvSpPr>
        <p:spPr bwMode="auto">
          <a:xfrm>
            <a:off x="3276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7" name="Line 35"/>
          <p:cNvSpPr>
            <a:spLocks noChangeShapeType="1"/>
          </p:cNvSpPr>
          <p:nvPr/>
        </p:nvSpPr>
        <p:spPr bwMode="auto">
          <a:xfrm>
            <a:off x="3810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8" name="Line 36"/>
          <p:cNvSpPr>
            <a:spLocks noChangeShapeType="1"/>
          </p:cNvSpPr>
          <p:nvPr/>
        </p:nvSpPr>
        <p:spPr bwMode="auto">
          <a:xfrm>
            <a:off x="6477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89" name="Line 37"/>
          <p:cNvSpPr>
            <a:spLocks noChangeShapeType="1"/>
          </p:cNvSpPr>
          <p:nvPr/>
        </p:nvSpPr>
        <p:spPr bwMode="auto">
          <a:xfrm>
            <a:off x="7010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90" name="Line 38"/>
          <p:cNvSpPr>
            <a:spLocks noChangeShapeType="1"/>
          </p:cNvSpPr>
          <p:nvPr/>
        </p:nvSpPr>
        <p:spPr bwMode="auto">
          <a:xfrm>
            <a:off x="8077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591" name="Line 39"/>
          <p:cNvSpPr>
            <a:spLocks noChangeShapeType="1"/>
          </p:cNvSpPr>
          <p:nvPr/>
        </p:nvSpPr>
        <p:spPr bwMode="auto">
          <a:xfrm flipV="1">
            <a:off x="29718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6621" name="Object 13"/>
          <p:cNvGraphicFramePr>
            <a:graphicFrameLocks noChangeAspect="1"/>
          </p:cNvGraphicFramePr>
          <p:nvPr/>
        </p:nvGraphicFramePr>
        <p:xfrm>
          <a:off x="23622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59" name="Equation" r:id="rId24" imgW="253800" imgH="368280" progId="Equation.3">
                  <p:embed/>
                </p:oleObj>
              </mc:Choice>
              <mc:Fallback>
                <p:oleObj name="Equation" r:id="rId24" imgW="25380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2" name="Object 14"/>
          <p:cNvGraphicFramePr>
            <a:graphicFrameLocks noChangeAspect="1"/>
          </p:cNvGraphicFramePr>
          <p:nvPr/>
        </p:nvGraphicFramePr>
        <p:xfrm>
          <a:off x="7696200" y="5181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0" name="Equation" r:id="rId25" imgW="253800" imgH="380880" progId="Equation.3">
                  <p:embed/>
                </p:oleObj>
              </mc:Choice>
              <mc:Fallback>
                <p:oleObj name="Equation" r:id="rId25" imgW="253800" imgH="3808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5181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3" name="Object 15"/>
          <p:cNvGraphicFramePr>
            <a:graphicFrameLocks noChangeAspect="1"/>
          </p:cNvGraphicFramePr>
          <p:nvPr/>
        </p:nvGraphicFramePr>
        <p:xfrm>
          <a:off x="2698750" y="6057900"/>
          <a:ext cx="531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1" name="Equation" r:id="rId26" imgW="533160" imgH="609480" progId="Equation.3">
                  <p:embed/>
                </p:oleObj>
              </mc:Choice>
              <mc:Fallback>
                <p:oleObj name="Equation" r:id="rId26" imgW="533160" imgH="6094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6057900"/>
                        <a:ext cx="5318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4" name="Object 16"/>
          <p:cNvGraphicFramePr>
            <a:graphicFrameLocks noChangeAspect="1"/>
          </p:cNvGraphicFramePr>
          <p:nvPr/>
        </p:nvGraphicFramePr>
        <p:xfrm>
          <a:off x="35052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2" name="Equation" r:id="rId28" imgW="164880" imgH="368280" progId="Equation.3">
                  <p:embed/>
                </p:oleObj>
              </mc:Choice>
              <mc:Fallback>
                <p:oleObj name="Equation" r:id="rId28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5" name="Object 17"/>
          <p:cNvGraphicFramePr>
            <a:graphicFrameLocks noChangeAspect="1"/>
          </p:cNvGraphicFramePr>
          <p:nvPr/>
        </p:nvGraphicFramePr>
        <p:xfrm>
          <a:off x="82296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3" name="Equation" r:id="rId29" imgW="253800" imgH="368280" progId="Equation.3">
                  <p:embed/>
                </p:oleObj>
              </mc:Choice>
              <mc:Fallback>
                <p:oleObj name="Equation" r:id="rId29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6" name="Object 18"/>
          <p:cNvGraphicFramePr>
            <a:graphicFrameLocks noChangeAspect="1"/>
          </p:cNvGraphicFramePr>
          <p:nvPr/>
        </p:nvGraphicFramePr>
        <p:xfrm>
          <a:off x="2940050" y="51927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4" name="Equation" r:id="rId30" imgW="164880" imgH="368280" progId="Equation.3">
                  <p:embed/>
                </p:oleObj>
              </mc:Choice>
              <mc:Fallback>
                <p:oleObj name="Equation" r:id="rId30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51927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7" name="Object 19"/>
          <p:cNvGraphicFramePr>
            <a:graphicFrameLocks noChangeAspect="1"/>
          </p:cNvGraphicFramePr>
          <p:nvPr/>
        </p:nvGraphicFramePr>
        <p:xfrm>
          <a:off x="4648200" y="3886200"/>
          <a:ext cx="1041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5" name="Equation" r:id="rId31" imgW="1041120" imgH="431640" progId="Equation.3">
                  <p:embed/>
                </p:oleObj>
              </mc:Choice>
              <mc:Fallback>
                <p:oleObj name="Equation" r:id="rId31" imgW="1041120" imgH="43164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886200"/>
                        <a:ext cx="10414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28" name="Object 20"/>
          <p:cNvGraphicFramePr>
            <a:graphicFrameLocks noChangeAspect="1"/>
          </p:cNvGraphicFramePr>
          <p:nvPr/>
        </p:nvGraphicFramePr>
        <p:xfrm>
          <a:off x="5105400" y="5334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6" name="Equation" r:id="rId33" imgW="419040" imgH="114120" progId="Equation.3">
                  <p:embed/>
                </p:oleObj>
              </mc:Choice>
              <mc:Fallback>
                <p:oleObj name="Equation" r:id="rId33" imgW="419040" imgH="11412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334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600" name="Line 48"/>
          <p:cNvSpPr>
            <a:spLocks noChangeShapeType="1"/>
          </p:cNvSpPr>
          <p:nvPr/>
        </p:nvSpPr>
        <p:spPr bwMode="auto">
          <a:xfrm>
            <a:off x="7543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1601" name="AutoShape 49"/>
          <p:cNvSpPr>
            <a:spLocks/>
          </p:cNvSpPr>
          <p:nvPr/>
        </p:nvSpPr>
        <p:spPr bwMode="auto">
          <a:xfrm rot="16186392">
            <a:off x="4913313" y="2319338"/>
            <a:ext cx="533400" cy="4724400"/>
          </a:xfrm>
          <a:prstGeom prst="rightBrace">
            <a:avLst>
              <a:gd name="adj1" fmla="val 7381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6629" name="Object 21"/>
          <p:cNvGraphicFramePr>
            <a:graphicFrameLocks noChangeAspect="1"/>
          </p:cNvGraphicFramePr>
          <p:nvPr/>
        </p:nvGraphicFramePr>
        <p:xfrm>
          <a:off x="72390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7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6630" name="Object 22"/>
          <p:cNvGraphicFramePr>
            <a:graphicFrameLocks noChangeAspect="1"/>
          </p:cNvGraphicFramePr>
          <p:nvPr/>
        </p:nvGraphicFramePr>
        <p:xfrm>
          <a:off x="66294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68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1604" name="Text Box 52"/>
          <p:cNvSpPr txBox="1">
            <a:spLocks noChangeArrowheads="1"/>
          </p:cNvSpPr>
          <p:nvPr/>
        </p:nvSpPr>
        <p:spPr bwMode="auto">
          <a:xfrm>
            <a:off x="304800" y="1295400"/>
            <a:ext cx="125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Start</a:t>
            </a:r>
          </a:p>
        </p:txBody>
      </p:sp>
      <p:sp>
        <p:nvSpPr>
          <p:cNvPr id="791605" name="Text Box 53"/>
          <p:cNvSpPr txBox="1">
            <a:spLocks noChangeArrowheads="1"/>
          </p:cNvSpPr>
          <p:nvPr/>
        </p:nvSpPr>
        <p:spPr bwMode="auto">
          <a:xfrm>
            <a:off x="228600" y="5029200"/>
            <a:ext cx="1304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Finish</a:t>
            </a:r>
          </a:p>
        </p:txBody>
      </p:sp>
      <p:sp>
        <p:nvSpPr>
          <p:cNvPr id="791606" name="Text Box 54"/>
          <p:cNvSpPr txBox="1">
            <a:spLocks noChangeArrowheads="1"/>
          </p:cNvSpPr>
          <p:nvPr/>
        </p:nvSpPr>
        <p:spPr bwMode="auto">
          <a:xfrm>
            <a:off x="3429000" y="6096000"/>
            <a:ext cx="2171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final state</a:t>
            </a:r>
          </a:p>
        </p:txBody>
      </p:sp>
      <p:sp>
        <p:nvSpPr>
          <p:cNvPr id="791607" name="Text Box 55"/>
          <p:cNvSpPr txBox="1">
            <a:spLocks noChangeArrowheads="1"/>
          </p:cNvSpPr>
          <p:nvPr/>
        </p:nvSpPr>
        <p:spPr bwMode="auto">
          <a:xfrm>
            <a:off x="3581400" y="23622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initial state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612897-CDB2-4927-8BC8-D8506AB1A770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792578" name="Line 2"/>
          <p:cNvSpPr>
            <a:spLocks noChangeShapeType="1"/>
          </p:cNvSpPr>
          <p:nvPr/>
        </p:nvSpPr>
        <p:spPr bwMode="auto">
          <a:xfrm>
            <a:off x="1828800" y="50292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79" name="Line 3"/>
          <p:cNvSpPr>
            <a:spLocks noChangeShapeType="1"/>
          </p:cNvSpPr>
          <p:nvPr/>
        </p:nvSpPr>
        <p:spPr bwMode="auto">
          <a:xfrm>
            <a:off x="1828800" y="57150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0" name="Line 4"/>
          <p:cNvSpPr>
            <a:spLocks noChangeShapeType="1"/>
          </p:cNvSpPr>
          <p:nvPr/>
        </p:nvSpPr>
        <p:spPr bwMode="auto">
          <a:xfrm>
            <a:off x="2209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1" name="Line 5"/>
          <p:cNvSpPr>
            <a:spLocks noChangeShapeType="1"/>
          </p:cNvSpPr>
          <p:nvPr/>
        </p:nvSpPr>
        <p:spPr bwMode="auto">
          <a:xfrm>
            <a:off x="2743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2" name="Line 6"/>
          <p:cNvSpPr>
            <a:spLocks noChangeShapeType="1"/>
          </p:cNvSpPr>
          <p:nvPr/>
        </p:nvSpPr>
        <p:spPr bwMode="auto">
          <a:xfrm>
            <a:off x="3276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3" name="Line 7"/>
          <p:cNvSpPr>
            <a:spLocks noChangeShapeType="1"/>
          </p:cNvSpPr>
          <p:nvPr/>
        </p:nvSpPr>
        <p:spPr bwMode="auto">
          <a:xfrm>
            <a:off x="3810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4" name="Line 8"/>
          <p:cNvSpPr>
            <a:spLocks noChangeShapeType="1"/>
          </p:cNvSpPr>
          <p:nvPr/>
        </p:nvSpPr>
        <p:spPr bwMode="auto">
          <a:xfrm>
            <a:off x="6477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5" name="Line 9"/>
          <p:cNvSpPr>
            <a:spLocks noChangeShapeType="1"/>
          </p:cNvSpPr>
          <p:nvPr/>
        </p:nvSpPr>
        <p:spPr bwMode="auto">
          <a:xfrm>
            <a:off x="7010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6" name="Line 10"/>
          <p:cNvSpPr>
            <a:spLocks noChangeShapeType="1"/>
          </p:cNvSpPr>
          <p:nvPr/>
        </p:nvSpPr>
        <p:spPr bwMode="auto">
          <a:xfrm>
            <a:off x="8077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87" name="Line 11"/>
          <p:cNvSpPr>
            <a:spLocks noChangeShapeType="1"/>
          </p:cNvSpPr>
          <p:nvPr/>
        </p:nvSpPr>
        <p:spPr bwMode="auto">
          <a:xfrm flipV="1">
            <a:off x="29718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7632" name="Object 0"/>
          <p:cNvGraphicFramePr>
            <a:graphicFrameLocks noChangeAspect="1"/>
          </p:cNvGraphicFramePr>
          <p:nvPr/>
        </p:nvGraphicFramePr>
        <p:xfrm>
          <a:off x="23622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2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3" name="Object 1"/>
          <p:cNvGraphicFramePr>
            <a:graphicFrameLocks noChangeAspect="1"/>
          </p:cNvGraphicFramePr>
          <p:nvPr/>
        </p:nvGraphicFramePr>
        <p:xfrm>
          <a:off x="7696200" y="5181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3" name="Equation" r:id="rId5" imgW="253800" imgH="380880" progId="Equation.3">
                  <p:embed/>
                </p:oleObj>
              </mc:Choice>
              <mc:Fallback>
                <p:oleObj name="Equation" r:id="rId5" imgW="253800" imgH="3808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5181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4" name="Object 2"/>
          <p:cNvGraphicFramePr>
            <a:graphicFrameLocks noChangeAspect="1"/>
          </p:cNvGraphicFramePr>
          <p:nvPr/>
        </p:nvGraphicFramePr>
        <p:xfrm>
          <a:off x="2698750" y="6057900"/>
          <a:ext cx="531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4" name="Equation" r:id="rId7" imgW="533160" imgH="609480" progId="Equation.3">
                  <p:embed/>
                </p:oleObj>
              </mc:Choice>
              <mc:Fallback>
                <p:oleObj name="Equation" r:id="rId7" imgW="533160" imgH="609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6057900"/>
                        <a:ext cx="5318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5" name="Object 3"/>
          <p:cNvGraphicFramePr>
            <a:graphicFrameLocks noChangeAspect="1"/>
          </p:cNvGraphicFramePr>
          <p:nvPr/>
        </p:nvGraphicFramePr>
        <p:xfrm>
          <a:off x="35052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5" name="Equation" r:id="rId9" imgW="164880" imgH="368280" progId="Equation.3">
                  <p:embed/>
                </p:oleObj>
              </mc:Choice>
              <mc:Fallback>
                <p:oleObj name="Equation" r:id="rId9" imgW="16488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6" name="Object 4"/>
          <p:cNvGraphicFramePr>
            <a:graphicFrameLocks noChangeAspect="1"/>
          </p:cNvGraphicFramePr>
          <p:nvPr/>
        </p:nvGraphicFramePr>
        <p:xfrm>
          <a:off x="82296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6" name="Equation" r:id="rId11" imgW="253800" imgH="368280" progId="Equation.3">
                  <p:embed/>
                </p:oleObj>
              </mc:Choice>
              <mc:Fallback>
                <p:oleObj name="Equation" r:id="rId11" imgW="253800" imgH="3682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7" name="Object 5"/>
          <p:cNvGraphicFramePr>
            <a:graphicFrameLocks noChangeAspect="1"/>
          </p:cNvGraphicFramePr>
          <p:nvPr/>
        </p:nvGraphicFramePr>
        <p:xfrm>
          <a:off x="2940050" y="51927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7" name="Equation" r:id="rId12" imgW="164880" imgH="368280" progId="Equation.3">
                  <p:embed/>
                </p:oleObj>
              </mc:Choice>
              <mc:Fallback>
                <p:oleObj name="Equation" r:id="rId12" imgW="16488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51927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8" name="Object 6"/>
          <p:cNvGraphicFramePr>
            <a:graphicFrameLocks noChangeAspect="1"/>
          </p:cNvGraphicFramePr>
          <p:nvPr/>
        </p:nvGraphicFramePr>
        <p:xfrm>
          <a:off x="4648200" y="3886200"/>
          <a:ext cx="1041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8" name="Equation" r:id="rId13" imgW="1041120" imgH="431640" progId="Equation.3">
                  <p:embed/>
                </p:oleObj>
              </mc:Choice>
              <mc:Fallback>
                <p:oleObj name="Equation" r:id="rId13" imgW="104112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886200"/>
                        <a:ext cx="10414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39" name="Object 7"/>
          <p:cNvGraphicFramePr>
            <a:graphicFrameLocks noChangeAspect="1"/>
          </p:cNvGraphicFramePr>
          <p:nvPr/>
        </p:nvGraphicFramePr>
        <p:xfrm>
          <a:off x="5105400" y="5334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99" name="Equation" r:id="rId15" imgW="419040" imgH="114120" progId="Equation.3">
                  <p:embed/>
                </p:oleObj>
              </mc:Choice>
              <mc:Fallback>
                <p:oleObj name="Equation" r:id="rId15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334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2596" name="Line 20"/>
          <p:cNvSpPr>
            <a:spLocks noChangeShapeType="1"/>
          </p:cNvSpPr>
          <p:nvPr/>
        </p:nvSpPr>
        <p:spPr bwMode="auto">
          <a:xfrm>
            <a:off x="7543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2597" name="AutoShape 21"/>
          <p:cNvSpPr>
            <a:spLocks/>
          </p:cNvSpPr>
          <p:nvPr/>
        </p:nvSpPr>
        <p:spPr bwMode="auto">
          <a:xfrm rot="16186392">
            <a:off x="4913313" y="2319338"/>
            <a:ext cx="533400" cy="4724400"/>
          </a:xfrm>
          <a:prstGeom prst="rightBrace">
            <a:avLst>
              <a:gd name="adj1" fmla="val 7381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7640" name="Object 8"/>
          <p:cNvGraphicFramePr>
            <a:graphicFrameLocks noChangeAspect="1"/>
          </p:cNvGraphicFramePr>
          <p:nvPr/>
        </p:nvGraphicFramePr>
        <p:xfrm>
          <a:off x="72390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700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7641" name="Object 9"/>
          <p:cNvGraphicFramePr>
            <a:graphicFrameLocks noChangeAspect="1"/>
          </p:cNvGraphicFramePr>
          <p:nvPr/>
        </p:nvGraphicFramePr>
        <p:xfrm>
          <a:off x="66294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701" name="Equation" r:id="rId18" imgW="164880" imgH="368280" progId="Equation.3">
                  <p:embed/>
                </p:oleObj>
              </mc:Choice>
              <mc:Fallback>
                <p:oleObj name="Equation" r:id="rId18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2600" name="Text Box 24"/>
          <p:cNvSpPr txBox="1">
            <a:spLocks noChangeArrowheads="1"/>
          </p:cNvSpPr>
          <p:nvPr/>
        </p:nvSpPr>
        <p:spPr bwMode="auto">
          <a:xfrm>
            <a:off x="228600" y="5029200"/>
            <a:ext cx="1304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Finish</a:t>
            </a:r>
          </a:p>
        </p:txBody>
      </p:sp>
      <p:sp>
        <p:nvSpPr>
          <p:cNvPr id="792601" name="Text Box 25"/>
          <p:cNvSpPr txBox="1">
            <a:spLocks noChangeArrowheads="1"/>
          </p:cNvSpPr>
          <p:nvPr/>
        </p:nvSpPr>
        <p:spPr bwMode="auto">
          <a:xfrm>
            <a:off x="3429000" y="6096000"/>
            <a:ext cx="2171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final state</a:t>
            </a:r>
          </a:p>
        </p:txBody>
      </p:sp>
      <p:sp>
        <p:nvSpPr>
          <p:cNvPr id="792602" name="Line 26"/>
          <p:cNvSpPr>
            <a:spLocks noChangeShapeType="1"/>
          </p:cNvSpPr>
          <p:nvPr/>
        </p:nvSpPr>
        <p:spPr bwMode="auto">
          <a:xfrm>
            <a:off x="6781800" y="2438400"/>
            <a:ext cx="91440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92603" name="Text Box 27"/>
          <p:cNvSpPr txBox="1">
            <a:spLocks noChangeArrowheads="1"/>
          </p:cNvSpPr>
          <p:nvPr/>
        </p:nvSpPr>
        <p:spPr bwMode="auto">
          <a:xfrm>
            <a:off x="2590800" y="838200"/>
            <a:ext cx="61166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0 helps when we use</a:t>
            </a:r>
          </a:p>
          <a:p>
            <a:r>
              <a:rPr lang="en-US"/>
              <a:t>the result for other operations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AC4A95-77BA-4240-BF44-4C477EDB3234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793602" name="Oval 2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3603" name="Object 3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695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04" name="Line 4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3605" name="Text Box 5"/>
          <p:cNvSpPr txBox="1">
            <a:spLocks noChangeArrowheads="1"/>
          </p:cNvSpPr>
          <p:nvPr/>
        </p:nvSpPr>
        <p:spPr bwMode="auto">
          <a:xfrm>
            <a:off x="0" y="101600"/>
            <a:ext cx="56054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 for  function</a:t>
            </a:r>
          </a:p>
        </p:txBody>
      </p:sp>
      <p:sp>
        <p:nvSpPr>
          <p:cNvPr id="793606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3607" name="Object 7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696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08" name="Oval 8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3609" name="Object 9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697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10" name="Oval 10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3611" name="Object 11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698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12" name="Line 12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3613" name="Freeform 13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3614" name="Object 1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699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5" name="Object 1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0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16" name="Freeform 16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3617" name="Object 17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1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8" name="Object 18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2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19" name="Object 19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3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20" name="Freeform 20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3621" name="Object 21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4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3622" name="Object 22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5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23" name="Oval 23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3624" name="Line 24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3625" name="Oval 25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3626" name="Object 26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6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3627" name="Line 27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3628" name="Line 28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3629" name="Object 29"/>
          <p:cNvGraphicFramePr>
            <a:graphicFrameLocks noChangeAspect="1"/>
          </p:cNvGraphicFramePr>
          <p:nvPr/>
        </p:nvGraphicFramePr>
        <p:xfrm>
          <a:off x="5867400" y="127000"/>
          <a:ext cx="299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707" name="Equation" r:id="rId27" imgW="2997000" imgH="533160" progId="Equation.3">
                  <p:embed/>
                </p:oleObj>
              </mc:Choice>
              <mc:Fallback>
                <p:oleObj name="Equation" r:id="rId27" imgW="2997000" imgH="53316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7000"/>
                        <a:ext cx="2997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BD755E8-D9E7-41EC-9848-B7B9872ADC17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794626" name="Text Box 2"/>
          <p:cNvSpPr txBox="1">
            <a:spLocks noChangeArrowheads="1"/>
          </p:cNvSpPr>
          <p:nvPr/>
        </p:nvSpPr>
        <p:spPr bwMode="auto">
          <a:xfrm>
            <a:off x="365125" y="177800"/>
            <a:ext cx="3867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Execution Example:</a:t>
            </a:r>
          </a:p>
        </p:txBody>
      </p:sp>
      <p:graphicFrame>
        <p:nvGraphicFramePr>
          <p:cNvPr id="838656" name="Object 0"/>
          <p:cNvGraphicFramePr>
            <a:graphicFrameLocks noChangeAspect="1"/>
          </p:cNvGraphicFramePr>
          <p:nvPr/>
        </p:nvGraphicFramePr>
        <p:xfrm>
          <a:off x="1460500" y="1276350"/>
          <a:ext cx="120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2" name="Equation" r:id="rId3" imgW="1206360" imgH="419040" progId="Equation.3">
                  <p:embed/>
                </p:oleObj>
              </mc:Choice>
              <mc:Fallback>
                <p:oleObj name="Equation" r:id="rId3" imgW="1206360" imgH="41904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1276350"/>
                        <a:ext cx="12065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57" name="Object 1"/>
          <p:cNvGraphicFramePr>
            <a:graphicFrameLocks noChangeAspect="1"/>
          </p:cNvGraphicFramePr>
          <p:nvPr/>
        </p:nvGraphicFramePr>
        <p:xfrm>
          <a:off x="1460500" y="2336800"/>
          <a:ext cx="1244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3" name="Equation" r:id="rId5" imgW="1244520" imgH="520560" progId="Equation.3">
                  <p:embed/>
                </p:oleObj>
              </mc:Choice>
              <mc:Fallback>
                <p:oleObj name="Equation" r:id="rId5" imgW="124452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2336800"/>
                        <a:ext cx="12446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29" name="Line 5"/>
          <p:cNvSpPr>
            <a:spLocks noChangeShapeType="1"/>
          </p:cNvSpPr>
          <p:nvPr/>
        </p:nvSpPr>
        <p:spPr bwMode="auto">
          <a:xfrm>
            <a:off x="4572000" y="1524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0" name="Line 6"/>
          <p:cNvSpPr>
            <a:spLocks noChangeShapeType="1"/>
          </p:cNvSpPr>
          <p:nvPr/>
        </p:nvSpPr>
        <p:spPr bwMode="auto">
          <a:xfrm>
            <a:off x="4572000" y="2209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1" name="Line 7"/>
          <p:cNvSpPr>
            <a:spLocks noChangeShapeType="1"/>
          </p:cNvSpPr>
          <p:nvPr/>
        </p:nvSpPr>
        <p:spPr bwMode="auto">
          <a:xfrm>
            <a:off x="49530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2" name="Line 8"/>
          <p:cNvSpPr>
            <a:spLocks noChangeShapeType="1"/>
          </p:cNvSpPr>
          <p:nvPr/>
        </p:nvSpPr>
        <p:spPr bwMode="auto">
          <a:xfrm>
            <a:off x="54864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3" name="Line 9"/>
          <p:cNvSpPr>
            <a:spLocks noChangeShapeType="1"/>
          </p:cNvSpPr>
          <p:nvPr/>
        </p:nvSpPr>
        <p:spPr bwMode="auto">
          <a:xfrm>
            <a:off x="60198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4" name="Line 10"/>
          <p:cNvSpPr>
            <a:spLocks noChangeShapeType="1"/>
          </p:cNvSpPr>
          <p:nvPr/>
        </p:nvSpPr>
        <p:spPr bwMode="auto">
          <a:xfrm>
            <a:off x="65532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5" name="Line 11"/>
          <p:cNvSpPr>
            <a:spLocks noChangeShapeType="1"/>
          </p:cNvSpPr>
          <p:nvPr/>
        </p:nvSpPr>
        <p:spPr bwMode="auto">
          <a:xfrm>
            <a:off x="70866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6" name="Line 12"/>
          <p:cNvSpPr>
            <a:spLocks noChangeShapeType="1"/>
          </p:cNvSpPr>
          <p:nvPr/>
        </p:nvSpPr>
        <p:spPr bwMode="auto">
          <a:xfrm>
            <a:off x="76200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7" name="Line 13"/>
          <p:cNvSpPr>
            <a:spLocks noChangeShapeType="1"/>
          </p:cNvSpPr>
          <p:nvPr/>
        </p:nvSpPr>
        <p:spPr bwMode="auto">
          <a:xfrm>
            <a:off x="8153400" y="1524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38" name="Line 14"/>
          <p:cNvSpPr>
            <a:spLocks noChangeShapeType="1"/>
          </p:cNvSpPr>
          <p:nvPr/>
        </p:nvSpPr>
        <p:spPr bwMode="auto">
          <a:xfrm flipV="1">
            <a:off x="5715000" y="2209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8658" name="Object 2"/>
          <p:cNvGraphicFramePr>
            <a:graphicFrameLocks noChangeAspect="1"/>
          </p:cNvGraphicFramePr>
          <p:nvPr/>
        </p:nvGraphicFramePr>
        <p:xfrm>
          <a:off x="5105400" y="1676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4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676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59" name="Object 3"/>
          <p:cNvGraphicFramePr>
            <a:graphicFrameLocks noChangeAspect="1"/>
          </p:cNvGraphicFramePr>
          <p:nvPr/>
        </p:nvGraphicFramePr>
        <p:xfrm>
          <a:off x="6705600" y="1681163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5" name="Equation" r:id="rId9" imgW="253800" imgH="380880" progId="Equation.3">
                  <p:embed/>
                </p:oleObj>
              </mc:Choice>
              <mc:Fallback>
                <p:oleObj name="Equation" r:id="rId9" imgW="253800" imgH="380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1681163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0" name="Object 4"/>
          <p:cNvGraphicFramePr>
            <a:graphicFrameLocks noChangeAspect="1"/>
          </p:cNvGraphicFramePr>
          <p:nvPr/>
        </p:nvGraphicFramePr>
        <p:xfrm>
          <a:off x="5486400" y="25908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6" name="Equation" r:id="rId11" imgW="444240" imgH="533160" progId="Equation.3">
                  <p:embed/>
                </p:oleObj>
              </mc:Choice>
              <mc:Fallback>
                <p:oleObj name="Equation" r:id="rId11" imgW="444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5908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1" name="Object 5"/>
          <p:cNvGraphicFramePr>
            <a:graphicFrameLocks noChangeAspect="1"/>
          </p:cNvGraphicFramePr>
          <p:nvPr/>
        </p:nvGraphicFramePr>
        <p:xfrm>
          <a:off x="6248400" y="16764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7" name="Equation" r:id="rId13" imgW="164880" imgH="368280" progId="Equation.3">
                  <p:embed/>
                </p:oleObj>
              </mc:Choice>
              <mc:Fallback>
                <p:oleObj name="Equation" r:id="rId13" imgW="16488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6764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2" name="Object 6"/>
          <p:cNvGraphicFramePr>
            <a:graphicFrameLocks noChangeAspect="1"/>
          </p:cNvGraphicFramePr>
          <p:nvPr/>
        </p:nvGraphicFramePr>
        <p:xfrm>
          <a:off x="7283450" y="16875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8" name="Equation" r:id="rId15" imgW="164880" imgH="368280" progId="Equation.3">
                  <p:embed/>
                </p:oleObj>
              </mc:Choice>
              <mc:Fallback>
                <p:oleObj name="Equation" r:id="rId15" imgW="164880" imgH="368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16875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3" name="Object 7"/>
          <p:cNvGraphicFramePr>
            <a:graphicFrameLocks noChangeAspect="1"/>
          </p:cNvGraphicFramePr>
          <p:nvPr/>
        </p:nvGraphicFramePr>
        <p:xfrm>
          <a:off x="8305800" y="1676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89" name="Equation" r:id="rId17" imgW="253800" imgH="368280" progId="Equation.3">
                  <p:embed/>
                </p:oleObj>
              </mc:Choice>
              <mc:Fallback>
                <p:oleObj name="Equation" r:id="rId17" imgW="253800" imgH="3682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16764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4" name="Object 8"/>
          <p:cNvGraphicFramePr>
            <a:graphicFrameLocks noChangeAspect="1"/>
          </p:cNvGraphicFramePr>
          <p:nvPr/>
        </p:nvGraphicFramePr>
        <p:xfrm>
          <a:off x="5683250" y="16875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0" name="Equation" r:id="rId19" imgW="164880" imgH="368280" progId="Equation.3">
                  <p:embed/>
                </p:oleObj>
              </mc:Choice>
              <mc:Fallback>
                <p:oleObj name="Equation" r:id="rId19" imgW="164880" imgH="368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16875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5" name="Object 9"/>
          <p:cNvGraphicFramePr>
            <a:graphicFrameLocks noChangeAspect="1"/>
          </p:cNvGraphicFramePr>
          <p:nvPr/>
        </p:nvGraphicFramePr>
        <p:xfrm>
          <a:off x="7772400" y="16764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1" name="Equation" r:id="rId21" imgW="164880" imgH="368280" progId="Equation.3">
                  <p:embed/>
                </p:oleObj>
              </mc:Choice>
              <mc:Fallback>
                <p:oleObj name="Equation" r:id="rId21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6764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47" name="Text Box 23"/>
          <p:cNvSpPr txBox="1">
            <a:spLocks noChangeArrowheads="1"/>
          </p:cNvSpPr>
          <p:nvPr/>
        </p:nvSpPr>
        <p:spPr bwMode="auto">
          <a:xfrm>
            <a:off x="6096000" y="304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0</a:t>
            </a:r>
          </a:p>
        </p:txBody>
      </p:sp>
      <p:graphicFrame>
        <p:nvGraphicFramePr>
          <p:cNvPr id="838666" name="Object 10"/>
          <p:cNvGraphicFramePr>
            <a:graphicFrameLocks noChangeAspect="1"/>
          </p:cNvGraphicFramePr>
          <p:nvPr/>
        </p:nvGraphicFramePr>
        <p:xfrm>
          <a:off x="5854700" y="1130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2" name="Equation" r:id="rId23" imgW="291960" imgH="304560" progId="Equation.3">
                  <p:embed/>
                </p:oleObj>
              </mc:Choice>
              <mc:Fallback>
                <p:oleObj name="Equation" r:id="rId23" imgW="291960" imgH="304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4700" y="11303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7" name="Object 11"/>
          <p:cNvGraphicFramePr>
            <a:graphicFrameLocks noChangeAspect="1"/>
          </p:cNvGraphicFramePr>
          <p:nvPr/>
        </p:nvGraphicFramePr>
        <p:xfrm>
          <a:off x="7378700" y="112395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3" name="Equation" r:id="rId25" imgW="317160" imgH="406080" progId="Equation.3">
                  <p:embed/>
                </p:oleObj>
              </mc:Choice>
              <mc:Fallback>
                <p:oleObj name="Equation" r:id="rId25" imgW="317160" imgH="4060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700" y="1123950"/>
                        <a:ext cx="3159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50" name="Text Box 26"/>
          <p:cNvSpPr txBox="1">
            <a:spLocks noChangeArrowheads="1"/>
          </p:cNvSpPr>
          <p:nvPr/>
        </p:nvSpPr>
        <p:spPr bwMode="auto">
          <a:xfrm>
            <a:off x="5486400" y="3886200"/>
            <a:ext cx="2389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Final Result</a:t>
            </a:r>
          </a:p>
        </p:txBody>
      </p:sp>
      <p:sp>
        <p:nvSpPr>
          <p:cNvPr id="794651" name="Line 27"/>
          <p:cNvSpPr>
            <a:spLocks noChangeShapeType="1"/>
          </p:cNvSpPr>
          <p:nvPr/>
        </p:nvSpPr>
        <p:spPr bwMode="auto">
          <a:xfrm>
            <a:off x="4572000" y="50292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2" name="Line 28"/>
          <p:cNvSpPr>
            <a:spLocks noChangeShapeType="1"/>
          </p:cNvSpPr>
          <p:nvPr/>
        </p:nvSpPr>
        <p:spPr bwMode="auto">
          <a:xfrm>
            <a:off x="4572000" y="5715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3" name="Line 29"/>
          <p:cNvSpPr>
            <a:spLocks noChangeShapeType="1"/>
          </p:cNvSpPr>
          <p:nvPr/>
        </p:nvSpPr>
        <p:spPr bwMode="auto">
          <a:xfrm>
            <a:off x="4953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4" name="Line 30"/>
          <p:cNvSpPr>
            <a:spLocks noChangeShapeType="1"/>
          </p:cNvSpPr>
          <p:nvPr/>
        </p:nvSpPr>
        <p:spPr bwMode="auto">
          <a:xfrm>
            <a:off x="5486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5" name="Line 31"/>
          <p:cNvSpPr>
            <a:spLocks noChangeShapeType="1"/>
          </p:cNvSpPr>
          <p:nvPr/>
        </p:nvSpPr>
        <p:spPr bwMode="auto">
          <a:xfrm>
            <a:off x="6019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6" name="Line 32"/>
          <p:cNvSpPr>
            <a:spLocks noChangeShapeType="1"/>
          </p:cNvSpPr>
          <p:nvPr/>
        </p:nvSpPr>
        <p:spPr bwMode="auto">
          <a:xfrm>
            <a:off x="6553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7" name="Line 33"/>
          <p:cNvSpPr>
            <a:spLocks noChangeShapeType="1"/>
          </p:cNvSpPr>
          <p:nvPr/>
        </p:nvSpPr>
        <p:spPr bwMode="auto">
          <a:xfrm>
            <a:off x="7086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8" name="Line 34"/>
          <p:cNvSpPr>
            <a:spLocks noChangeShapeType="1"/>
          </p:cNvSpPr>
          <p:nvPr/>
        </p:nvSpPr>
        <p:spPr bwMode="auto">
          <a:xfrm>
            <a:off x="7620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59" name="Line 35"/>
          <p:cNvSpPr>
            <a:spLocks noChangeShapeType="1"/>
          </p:cNvSpPr>
          <p:nvPr/>
        </p:nvSpPr>
        <p:spPr bwMode="auto">
          <a:xfrm>
            <a:off x="8153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4660" name="Line 36"/>
          <p:cNvSpPr>
            <a:spLocks noChangeShapeType="1"/>
          </p:cNvSpPr>
          <p:nvPr/>
        </p:nvSpPr>
        <p:spPr bwMode="auto">
          <a:xfrm flipV="1">
            <a:off x="57150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8668" name="Object 12"/>
          <p:cNvGraphicFramePr>
            <a:graphicFrameLocks noChangeAspect="1"/>
          </p:cNvGraphicFramePr>
          <p:nvPr/>
        </p:nvGraphicFramePr>
        <p:xfrm>
          <a:off x="51054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4" name="Equation" r:id="rId27" imgW="253800" imgH="368280" progId="Equation.3">
                  <p:embed/>
                </p:oleObj>
              </mc:Choice>
              <mc:Fallback>
                <p:oleObj name="Equation" r:id="rId27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69" name="Object 13"/>
          <p:cNvGraphicFramePr>
            <a:graphicFrameLocks noChangeAspect="1"/>
          </p:cNvGraphicFramePr>
          <p:nvPr/>
        </p:nvGraphicFramePr>
        <p:xfrm>
          <a:off x="7772400" y="5181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5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181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70" name="Object 14"/>
          <p:cNvGraphicFramePr>
            <a:graphicFrameLocks noChangeAspect="1"/>
          </p:cNvGraphicFramePr>
          <p:nvPr/>
        </p:nvGraphicFramePr>
        <p:xfrm>
          <a:off x="5486400" y="61007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6" name="Equation" r:id="rId30" imgW="444240" imgH="520560" progId="Equation.3">
                  <p:embed/>
                </p:oleObj>
              </mc:Choice>
              <mc:Fallback>
                <p:oleObj name="Equation" r:id="rId30" imgW="444240" imgH="5205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61007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71" name="Object 15"/>
          <p:cNvGraphicFramePr>
            <a:graphicFrameLocks noChangeAspect="1"/>
          </p:cNvGraphicFramePr>
          <p:nvPr/>
        </p:nvGraphicFramePr>
        <p:xfrm>
          <a:off x="62484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7" name="Equation" r:id="rId32" imgW="164880" imgH="368280" progId="Equation.3">
                  <p:embed/>
                </p:oleObj>
              </mc:Choice>
              <mc:Fallback>
                <p:oleObj name="Equation" r:id="rId32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72" name="Object 16"/>
          <p:cNvGraphicFramePr>
            <a:graphicFrameLocks noChangeAspect="1"/>
          </p:cNvGraphicFramePr>
          <p:nvPr/>
        </p:nvGraphicFramePr>
        <p:xfrm>
          <a:off x="7283450" y="51927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8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3450" y="51927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73" name="Object 17"/>
          <p:cNvGraphicFramePr>
            <a:graphicFrameLocks noChangeAspect="1"/>
          </p:cNvGraphicFramePr>
          <p:nvPr/>
        </p:nvGraphicFramePr>
        <p:xfrm>
          <a:off x="83058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799" name="Equation" r:id="rId34" imgW="253800" imgH="368280" progId="Equation.3">
                  <p:embed/>
                </p:oleObj>
              </mc:Choice>
              <mc:Fallback>
                <p:oleObj name="Equation" r:id="rId34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74" name="Object 18"/>
          <p:cNvGraphicFramePr>
            <a:graphicFrameLocks noChangeAspect="1"/>
          </p:cNvGraphicFramePr>
          <p:nvPr/>
        </p:nvGraphicFramePr>
        <p:xfrm>
          <a:off x="5683250" y="51927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800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0" y="51927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75" name="Object 19"/>
          <p:cNvGraphicFramePr>
            <a:graphicFrameLocks noChangeAspect="1"/>
          </p:cNvGraphicFramePr>
          <p:nvPr/>
        </p:nvGraphicFramePr>
        <p:xfrm>
          <a:off x="67818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801" name="Equation" r:id="rId36" imgW="164880" imgH="368280" progId="Equation.3">
                  <p:embed/>
                </p:oleObj>
              </mc:Choice>
              <mc:Fallback>
                <p:oleObj name="Equation" r:id="rId36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8676" name="Object 20"/>
          <p:cNvGraphicFramePr>
            <a:graphicFrameLocks noChangeAspect="1"/>
          </p:cNvGraphicFramePr>
          <p:nvPr/>
        </p:nvGraphicFramePr>
        <p:xfrm>
          <a:off x="6172200" y="4572000"/>
          <a:ext cx="10414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802" name="Equation" r:id="rId37" imgW="1041120" imgH="431640" progId="Equation.3">
                  <p:embed/>
                </p:oleObj>
              </mc:Choice>
              <mc:Fallback>
                <p:oleObj name="Equation" r:id="rId37" imgW="1041120" imgH="43164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572000"/>
                        <a:ext cx="10414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4670" name="Text Box 46"/>
          <p:cNvSpPr txBox="1">
            <a:spLocks noChangeArrowheads="1"/>
          </p:cNvSpPr>
          <p:nvPr/>
        </p:nvSpPr>
        <p:spPr bwMode="auto">
          <a:xfrm>
            <a:off x="3124200" y="1219200"/>
            <a:ext cx="730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(2)</a:t>
            </a:r>
          </a:p>
        </p:txBody>
      </p:sp>
      <p:sp>
        <p:nvSpPr>
          <p:cNvPr id="794671" name="Text Box 47"/>
          <p:cNvSpPr txBox="1">
            <a:spLocks noChangeArrowheads="1"/>
          </p:cNvSpPr>
          <p:nvPr/>
        </p:nvSpPr>
        <p:spPr bwMode="auto">
          <a:xfrm>
            <a:off x="3124200" y="2286000"/>
            <a:ext cx="730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(2)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DB5599-8340-489A-9E54-7091FC5937C5}" type="slidenum">
              <a:rPr lang="en-US" altLang="en-US"/>
              <a:pPr/>
              <a:t>76</a:t>
            </a:fld>
            <a:endParaRPr lang="en-US" altLang="en-US"/>
          </a:p>
        </p:txBody>
      </p:sp>
      <p:sp>
        <p:nvSpPr>
          <p:cNvPr id="795650" name="Oval 2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1" name="Line 3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2" name="Line 4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3" name="Line 5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4" name="Line 6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5" name="Line 7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6" name="Line 8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7" name="Line 9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8" name="Line 10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59" name="Line 11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60" name="Line 12"/>
          <p:cNvSpPr>
            <a:spLocks noChangeShapeType="1"/>
          </p:cNvSpPr>
          <p:nvPr/>
        </p:nvSpPr>
        <p:spPr bwMode="auto">
          <a:xfrm flipV="1">
            <a:off x="3810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5661" name="Object 13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795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2" name="Object 14"/>
          <p:cNvGraphicFramePr>
            <a:graphicFrameLocks noChangeAspect="1"/>
          </p:cNvGraphicFramePr>
          <p:nvPr/>
        </p:nvGraphicFramePr>
        <p:xfrm>
          <a:off x="4800600" y="766763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796" name="Equation" r:id="rId5" imgW="253800" imgH="380880" progId="Equation.3">
                  <p:embed/>
                </p:oleObj>
              </mc:Choice>
              <mc:Fallback>
                <p:oleObj name="Equation" r:id="rId5" imgW="253800" imgH="3808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6763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3" name="Object 15"/>
          <p:cNvGraphicFramePr>
            <a:graphicFrameLocks noChangeAspect="1"/>
          </p:cNvGraphicFramePr>
          <p:nvPr/>
        </p:nvGraphicFramePr>
        <p:xfrm>
          <a:off x="3581400" y="1676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797" name="Equation" r:id="rId7" imgW="444240" imgH="533160" progId="Equation.3">
                  <p:embed/>
                </p:oleObj>
              </mc:Choice>
              <mc:Fallback>
                <p:oleObj name="Equation" r:id="rId7" imgW="444240" imgH="53316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764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4" name="Object 16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798" name="Equation" r:id="rId9" imgW="164880" imgH="368280" progId="Equation.3">
                  <p:embed/>
                </p:oleObj>
              </mc:Choice>
              <mc:Fallback>
                <p:oleObj name="Equation" r:id="rId9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65" name="Object 17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799" name="Equation" r:id="rId11" imgW="164880" imgH="368280" progId="Equation.3">
                  <p:embed/>
                </p:oleObj>
              </mc:Choice>
              <mc:Fallback>
                <p:oleObj name="Equation" r:id="rId11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66" name="Text Box 18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0</a:t>
            </a:r>
          </a:p>
        </p:txBody>
      </p:sp>
      <p:graphicFrame>
        <p:nvGraphicFramePr>
          <p:cNvPr id="795667" name="Object 19"/>
          <p:cNvGraphicFramePr>
            <a:graphicFrameLocks noChangeAspect="1"/>
          </p:cNvGraphicFramePr>
          <p:nvPr/>
        </p:nvGraphicFramePr>
        <p:xfrm>
          <a:off x="64008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0" name="Equation" r:id="rId13" imgW="253800" imgH="368280" progId="Equation.3">
                  <p:embed/>
                </p:oleObj>
              </mc:Choice>
              <mc:Fallback>
                <p:oleObj name="Equation" r:id="rId13" imgW="25380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68" name="Oval 20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5669" name="Object 21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1" name="Equation" r:id="rId14" imgW="444240" imgH="533160" progId="Equation.3">
                  <p:embed/>
                </p:oleObj>
              </mc:Choice>
              <mc:Fallback>
                <p:oleObj name="Equation" r:id="rId14" imgW="444240" imgH="5331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70" name="Line 22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71" name="Oval 23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5672" name="Object 24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2" name="Equation" r:id="rId15" imgW="380880" imgH="520560" progId="Equation.3">
                  <p:embed/>
                </p:oleObj>
              </mc:Choice>
              <mc:Fallback>
                <p:oleObj name="Equation" r:id="rId15" imgW="380880" imgH="5205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73" name="Oval 25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5674" name="Object 26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3" name="Equation" r:id="rId17" imgW="444240" imgH="520560" progId="Equation.3">
                  <p:embed/>
                </p:oleObj>
              </mc:Choice>
              <mc:Fallback>
                <p:oleObj name="Equation" r:id="rId17" imgW="444240" imgH="52056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5" name="Object 27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4" name="Equation" r:id="rId19" imgW="431640" imgH="533160" progId="Equation.3">
                  <p:embed/>
                </p:oleObj>
              </mc:Choice>
              <mc:Fallback>
                <p:oleObj name="Equation" r:id="rId19" imgW="431640" imgH="5331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76" name="Line 28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77" name="Freeform 29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5678" name="Object 30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5" name="Equation" r:id="rId21" imgW="1549080" imgH="457200" progId="Equation.3">
                  <p:embed/>
                </p:oleObj>
              </mc:Choice>
              <mc:Fallback>
                <p:oleObj name="Equation" r:id="rId21" imgW="1549080" imgH="45720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79" name="Object 31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6" name="Equation" r:id="rId23" imgW="1460160" imgH="457200" progId="Equation.3">
                  <p:embed/>
                </p:oleObj>
              </mc:Choice>
              <mc:Fallback>
                <p:oleObj name="Equation" r:id="rId23" imgW="1460160" imgH="457200" progId="Equation.3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80" name="Freeform 32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5681" name="Object 33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7" name="Equation" r:id="rId25" imgW="1384200" imgH="457200" progId="Equation.3">
                  <p:embed/>
                </p:oleObj>
              </mc:Choice>
              <mc:Fallback>
                <p:oleObj name="Equation" r:id="rId25" imgW="1384200" imgH="457200" progId="Equation.3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82" name="Object 34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8" name="Equation" r:id="rId27" imgW="1587240" imgH="457200" progId="Equation.3">
                  <p:embed/>
                </p:oleObj>
              </mc:Choice>
              <mc:Fallback>
                <p:oleObj name="Equation" r:id="rId27" imgW="1587240" imgH="4572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83" name="Object 35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09" name="Equation" r:id="rId29" imgW="1485720" imgH="457200" progId="Equation.3">
                  <p:embed/>
                </p:oleObj>
              </mc:Choice>
              <mc:Fallback>
                <p:oleObj name="Equation" r:id="rId29" imgW="1485720" imgH="4572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84" name="Freeform 36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5685" name="Object 37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10" name="Equation" r:id="rId31" imgW="1409400" imgH="457200" progId="Equation.3">
                  <p:embed/>
                </p:oleObj>
              </mc:Choice>
              <mc:Fallback>
                <p:oleObj name="Equation" r:id="rId31" imgW="1409400" imgH="457200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86" name="Object 38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11" name="Equation" r:id="rId33" imgW="444240" imgH="520560" progId="Equation.3">
                  <p:embed/>
                </p:oleObj>
              </mc:Choice>
              <mc:Fallback>
                <p:oleObj name="Equation" r:id="rId33" imgW="444240" imgH="52056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87" name="Oval 39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88" name="Line 40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5689" name="Oval 41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5690" name="Object 42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12" name="Equation" r:id="rId35" imgW="1409400" imgH="457200" progId="Equation.3">
                  <p:embed/>
                </p:oleObj>
              </mc:Choice>
              <mc:Fallback>
                <p:oleObj name="Equation" r:id="rId35" imgW="1409400" imgH="457200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91" name="Line 43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5692" name="Line 44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5693" name="Object 45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13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5694" name="Object 46"/>
          <p:cNvGraphicFramePr>
            <a:graphicFrameLocks noChangeAspect="1"/>
          </p:cNvGraphicFramePr>
          <p:nvPr/>
        </p:nvGraphicFramePr>
        <p:xfrm>
          <a:off x="5867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814" name="Equation" r:id="rId38" imgW="164880" imgH="368280" progId="Equation.3">
                  <p:embed/>
                </p:oleObj>
              </mc:Choice>
              <mc:Fallback>
                <p:oleObj name="Equation" r:id="rId38" imgW="164880" imgH="368280" progId="Equation.3">
                  <p:embed/>
                  <p:pic>
                    <p:nvPicPr>
                      <p:cNvPr id="0" name="Picture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5695" name="Oval 47"/>
          <p:cNvSpPr>
            <a:spLocks noChangeArrowheads="1"/>
          </p:cNvSpPr>
          <p:nvPr/>
        </p:nvSpPr>
        <p:spPr bwMode="auto">
          <a:xfrm>
            <a:off x="0" y="28956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F2A2E9-1F02-41C7-A61F-FC3A06AB80DE}" type="slidenum">
              <a:rPr lang="en-US" altLang="en-US"/>
              <a:pPr/>
              <a:t>77</a:t>
            </a:fld>
            <a:endParaRPr lang="en-US" altLang="en-US"/>
          </a:p>
        </p:txBody>
      </p:sp>
      <p:sp>
        <p:nvSpPr>
          <p:cNvPr id="796674" name="Oval 2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75" name="Line 3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76" name="Line 4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77" name="Line 5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78" name="Line 6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79" name="Line 7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80" name="Line 8"/>
          <p:cNvSpPr>
            <a:spLocks noChangeShapeType="1"/>
          </p:cNvSpPr>
          <p:nvPr/>
        </p:nvSpPr>
        <p:spPr bwMode="auto">
          <a:xfrm flipV="1">
            <a:off x="4419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6681" name="Object 9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18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82" name="Object 10"/>
          <p:cNvGraphicFramePr>
            <a:graphicFrameLocks noChangeAspect="1"/>
          </p:cNvGraphicFramePr>
          <p:nvPr/>
        </p:nvGraphicFramePr>
        <p:xfrm>
          <a:off x="4237038" y="16716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19" name="Equation" r:id="rId5" imgW="444240" imgH="533160" progId="Equation.3">
                  <p:embed/>
                </p:oleObj>
              </mc:Choice>
              <mc:Fallback>
                <p:oleObj name="Equation" r:id="rId5" imgW="4442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7038" y="1671638"/>
                        <a:ext cx="442912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83" name="Object 11"/>
          <p:cNvGraphicFramePr>
            <a:graphicFrameLocks noChangeAspect="1"/>
          </p:cNvGraphicFramePr>
          <p:nvPr/>
        </p:nvGraphicFramePr>
        <p:xfrm>
          <a:off x="63246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0" name="Equation" r:id="rId7" imgW="253800" imgH="368280" progId="Equation.3">
                  <p:embed/>
                </p:oleObj>
              </mc:Choice>
              <mc:Fallback>
                <p:oleObj name="Equation" r:id="rId7" imgW="253800" imgH="3682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684" name="Oval 12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6685" name="Object 13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1" name="Equation" r:id="rId8" imgW="444240" imgH="533160" progId="Equation.3">
                  <p:embed/>
                </p:oleObj>
              </mc:Choice>
              <mc:Fallback>
                <p:oleObj name="Equation" r:id="rId8" imgW="444240" imgH="5331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686" name="Line 14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87" name="Oval 15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6688" name="Object 16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2" name="Equation" r:id="rId9" imgW="380880" imgH="520560" progId="Equation.3">
                  <p:embed/>
                </p:oleObj>
              </mc:Choice>
              <mc:Fallback>
                <p:oleObj name="Equation" r:id="rId9" imgW="380880" imgH="52056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689" name="Oval 17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6690" name="Object 18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3" name="Equation" r:id="rId11" imgW="444240" imgH="520560" progId="Equation.3">
                  <p:embed/>
                </p:oleObj>
              </mc:Choice>
              <mc:Fallback>
                <p:oleObj name="Equation" r:id="rId11" imgW="444240" imgH="52056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91" name="Object 19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4" name="Equation" r:id="rId13" imgW="431640" imgH="533160" progId="Equation.3">
                  <p:embed/>
                </p:oleObj>
              </mc:Choice>
              <mc:Fallback>
                <p:oleObj name="Equation" r:id="rId13" imgW="431640" imgH="53316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692" name="Line 20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693" name="Freeform 21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6694" name="Object 22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5" name="Equation" r:id="rId15" imgW="1549080" imgH="457200" progId="Equation.3">
                  <p:embed/>
                </p:oleObj>
              </mc:Choice>
              <mc:Fallback>
                <p:oleObj name="Equation" r:id="rId15" imgW="1549080" imgH="45720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95" name="Object 23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6" name="Equation" r:id="rId17" imgW="1460160" imgH="457200" progId="Equation.3">
                  <p:embed/>
                </p:oleObj>
              </mc:Choice>
              <mc:Fallback>
                <p:oleObj name="Equation" r:id="rId17" imgW="1460160" imgH="45720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696" name="Freeform 24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6697" name="Object 25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7" name="Equation" r:id="rId19" imgW="1384200" imgH="457200" progId="Equation.3">
                  <p:embed/>
                </p:oleObj>
              </mc:Choice>
              <mc:Fallback>
                <p:oleObj name="Equation" r:id="rId19" imgW="1384200" imgH="4572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98" name="Object 26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8" name="Equation" r:id="rId21" imgW="1587240" imgH="457200" progId="Equation.3">
                  <p:embed/>
                </p:oleObj>
              </mc:Choice>
              <mc:Fallback>
                <p:oleObj name="Equation" r:id="rId21" imgW="1587240" imgH="457200" progId="Equation.3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699" name="Object 27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29" name="Equation" r:id="rId23" imgW="1485720" imgH="457200" progId="Equation.3">
                  <p:embed/>
                </p:oleObj>
              </mc:Choice>
              <mc:Fallback>
                <p:oleObj name="Equation" r:id="rId23" imgW="1485720" imgH="45720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700" name="Freeform 28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6701" name="Object 2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0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02" name="Object 3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1" name="Equation" r:id="rId27" imgW="444240" imgH="520560" progId="Equation.3">
                  <p:embed/>
                </p:oleObj>
              </mc:Choice>
              <mc:Fallback>
                <p:oleObj name="Equation" r:id="rId27" imgW="444240" imgH="52056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703" name="Oval 31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704" name="Line 32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705" name="Oval 33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96706" name="Object 34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2" name="Equation" r:id="rId29" imgW="1409400" imgH="457200" progId="Equation.3">
                  <p:embed/>
                </p:oleObj>
              </mc:Choice>
              <mc:Fallback>
                <p:oleObj name="Equation" r:id="rId29" imgW="1409400" imgH="4572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707" name="Line 35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6708" name="Line 36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709" name="Line 37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710" name="Line 38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711" name="Line 39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6712" name="Line 40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96713" name="Object 41"/>
          <p:cNvGraphicFramePr>
            <a:graphicFrameLocks noChangeAspect="1"/>
          </p:cNvGraphicFramePr>
          <p:nvPr/>
        </p:nvGraphicFramePr>
        <p:xfrm>
          <a:off x="4800600" y="766763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3" name="Equation" r:id="rId30" imgW="253800" imgH="380880" progId="Equation.3">
                  <p:embed/>
                </p:oleObj>
              </mc:Choice>
              <mc:Fallback>
                <p:oleObj name="Equation" r:id="rId30" imgW="253800" imgH="38088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6763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14" name="Object 42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4" name="Equation" r:id="rId32" imgW="164880" imgH="368280" progId="Equation.3">
                  <p:embed/>
                </p:oleObj>
              </mc:Choice>
              <mc:Fallback>
                <p:oleObj name="Equation" r:id="rId32" imgW="164880" imgH="368280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15" name="Object 43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5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16" name="Object 44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6" name="Equation" r:id="rId36" imgW="164880" imgH="368280" progId="Equation.3">
                  <p:embed/>
                </p:oleObj>
              </mc:Choice>
              <mc:Fallback>
                <p:oleObj name="Equation" r:id="rId36" imgW="16488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6717" name="Object 45"/>
          <p:cNvGraphicFramePr>
            <a:graphicFrameLocks noChangeAspect="1"/>
          </p:cNvGraphicFramePr>
          <p:nvPr/>
        </p:nvGraphicFramePr>
        <p:xfrm>
          <a:off x="5867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6837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6718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1</a:t>
            </a:r>
          </a:p>
        </p:txBody>
      </p:sp>
      <p:sp>
        <p:nvSpPr>
          <p:cNvPr id="796719" name="Oval 47"/>
          <p:cNvSpPr>
            <a:spLocks noChangeArrowheads="1"/>
          </p:cNvSpPr>
          <p:nvPr/>
        </p:nvSpPr>
        <p:spPr bwMode="auto">
          <a:xfrm>
            <a:off x="0" y="28956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F1EA6C-D41B-48E9-A373-1EB0C4FE1654}" type="slidenum">
              <a:rPr lang="en-US" altLang="en-US"/>
              <a:pPr/>
              <a:t>78</a:t>
            </a:fld>
            <a:endParaRPr lang="en-US" altLang="en-US"/>
          </a:p>
        </p:txBody>
      </p:sp>
      <p:sp>
        <p:nvSpPr>
          <p:cNvPr id="797698" name="Oval 2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699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9680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0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01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02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9681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1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04" name="Oval 8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9682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2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83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3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07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08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39684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4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85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5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11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39686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6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87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7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88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8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15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39689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09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0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0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18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19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20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39691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1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22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7723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24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25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26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27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28" name="Line 32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29" name="Line 33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30" name="Line 34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31" name="Line 35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32" name="Line 36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7733" name="Line 37"/>
          <p:cNvSpPr>
            <a:spLocks noChangeShapeType="1"/>
          </p:cNvSpPr>
          <p:nvPr/>
        </p:nvSpPr>
        <p:spPr bwMode="auto">
          <a:xfrm flipV="1">
            <a:off x="4953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39692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2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3" name="Object 13"/>
          <p:cNvGraphicFramePr>
            <a:graphicFrameLocks noChangeAspect="1"/>
          </p:cNvGraphicFramePr>
          <p:nvPr/>
        </p:nvGraphicFramePr>
        <p:xfrm>
          <a:off x="4800600" y="766763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3" name="Equation" r:id="rId28" imgW="253800" imgH="380880" progId="Equation.3">
                  <p:embed/>
                </p:oleObj>
              </mc:Choice>
              <mc:Fallback>
                <p:oleObj name="Equation" r:id="rId28" imgW="253800" imgH="3808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6763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4" name="Object 14"/>
          <p:cNvGraphicFramePr>
            <a:graphicFrameLocks noChangeAspect="1"/>
          </p:cNvGraphicFramePr>
          <p:nvPr/>
        </p:nvGraphicFramePr>
        <p:xfrm>
          <a:off x="4724400" y="1676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4" name="Equation" r:id="rId30" imgW="444240" imgH="533160" progId="Equation.3">
                  <p:embed/>
                </p:oleObj>
              </mc:Choice>
              <mc:Fallback>
                <p:oleObj name="Equation" r:id="rId30" imgW="444240" imgH="53316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5" name="Object 15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5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6" name="Object 16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6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7" name="Object 17"/>
          <p:cNvGraphicFramePr>
            <a:graphicFrameLocks noChangeAspect="1"/>
          </p:cNvGraphicFramePr>
          <p:nvPr/>
        </p:nvGraphicFramePr>
        <p:xfrm>
          <a:off x="64008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7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8" name="Object 18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8" name="Equation" r:id="rId36" imgW="164880" imgH="368280" progId="Equation.3">
                  <p:embed/>
                </p:oleObj>
              </mc:Choice>
              <mc:Fallback>
                <p:oleObj name="Equation" r:id="rId36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699" name="Object 19"/>
          <p:cNvGraphicFramePr>
            <a:graphicFrameLocks noChangeAspect="1"/>
          </p:cNvGraphicFramePr>
          <p:nvPr/>
        </p:nvGraphicFramePr>
        <p:xfrm>
          <a:off x="5867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19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742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2</a:t>
            </a:r>
          </a:p>
        </p:txBody>
      </p:sp>
      <p:sp>
        <p:nvSpPr>
          <p:cNvPr id="797743" name="Oval 47"/>
          <p:cNvSpPr>
            <a:spLocks noChangeArrowheads="1"/>
          </p:cNvSpPr>
          <p:nvPr/>
        </p:nvSpPr>
        <p:spPr bwMode="auto">
          <a:xfrm>
            <a:off x="1066800" y="42672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0F5973-7D00-4B76-AB7B-FDDD3D5CC8C8}" type="slidenum">
              <a:rPr lang="en-US" altLang="en-US"/>
              <a:pPr/>
              <a:t>79</a:t>
            </a:fld>
            <a:endParaRPr lang="en-US" altLang="en-US"/>
          </a:p>
        </p:txBody>
      </p:sp>
      <p:sp>
        <p:nvSpPr>
          <p:cNvPr id="798722" name="Oval 2"/>
          <p:cNvSpPr>
            <a:spLocks noChangeArrowheads="1"/>
          </p:cNvSpPr>
          <p:nvPr/>
        </p:nvSpPr>
        <p:spPr bwMode="auto">
          <a:xfrm>
            <a:off x="2743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0704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24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24" name="Line 4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25" name="Oval 5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0705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25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27" name="Oval 7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0706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26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29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0707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27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31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32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0708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28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09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29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35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0710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0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11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1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12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2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39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0713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3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14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4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42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43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44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0715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5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46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8747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48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49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50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51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52" name="Line 32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53" name="Line 33"/>
          <p:cNvSpPr>
            <a:spLocks noChangeShapeType="1"/>
          </p:cNvSpPr>
          <p:nvPr/>
        </p:nvSpPr>
        <p:spPr bwMode="auto">
          <a:xfrm flipV="1">
            <a:off x="5486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0716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6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17" name="Object 13"/>
          <p:cNvGraphicFramePr>
            <a:graphicFrameLocks noChangeAspect="1"/>
          </p:cNvGraphicFramePr>
          <p:nvPr/>
        </p:nvGraphicFramePr>
        <p:xfrm>
          <a:off x="5287963" y="1681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7" name="Equation" r:id="rId28" imgW="380880" imgH="520560" progId="Equation.3">
                  <p:embed/>
                </p:oleObj>
              </mc:Choice>
              <mc:Fallback>
                <p:oleObj name="Equation" r:id="rId28" imgW="380880" imgH="5205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7963" y="16811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18" name="Object 14"/>
          <p:cNvGraphicFramePr>
            <a:graphicFrameLocks noChangeAspect="1"/>
          </p:cNvGraphicFramePr>
          <p:nvPr/>
        </p:nvGraphicFramePr>
        <p:xfrm>
          <a:off x="63246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8" name="Equation" r:id="rId29" imgW="253800" imgH="368280" progId="Equation.3">
                  <p:embed/>
                </p:oleObj>
              </mc:Choice>
              <mc:Fallback>
                <p:oleObj name="Equation" r:id="rId29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7" name="Line 37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58" name="Line 38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59" name="Line 39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8760" name="Line 40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0719" name="Object 15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39" name="Equation" r:id="rId30" imgW="164880" imgH="368280" progId="Equation.3">
                  <p:embed/>
                </p:oleObj>
              </mc:Choice>
              <mc:Fallback>
                <p:oleObj name="Equation" r:id="rId30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20" name="Object 16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40" name="Equation" r:id="rId32" imgW="164880" imgH="368280" progId="Equation.3">
                  <p:embed/>
                </p:oleObj>
              </mc:Choice>
              <mc:Fallback>
                <p:oleObj name="Equation" r:id="rId32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21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41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22" name="Object 18"/>
          <p:cNvGraphicFramePr>
            <a:graphicFrameLocks noChangeAspect="1"/>
          </p:cNvGraphicFramePr>
          <p:nvPr/>
        </p:nvGraphicFramePr>
        <p:xfrm>
          <a:off x="5867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42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0723" name="Object 19"/>
          <p:cNvGraphicFramePr>
            <a:graphicFrameLocks noChangeAspect="1"/>
          </p:cNvGraphicFramePr>
          <p:nvPr/>
        </p:nvGraphicFramePr>
        <p:xfrm>
          <a:off x="48006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43" name="Equation" r:id="rId36" imgW="164880" imgH="368280" progId="Equation.3">
                  <p:embed/>
                </p:oleObj>
              </mc:Choice>
              <mc:Fallback>
                <p:oleObj name="Equation" r:id="rId36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66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3</a:t>
            </a:r>
          </a:p>
        </p:txBody>
      </p:sp>
      <p:sp>
        <p:nvSpPr>
          <p:cNvPr id="798767" name="Oval 47"/>
          <p:cNvSpPr>
            <a:spLocks noChangeArrowheads="1"/>
          </p:cNvSpPr>
          <p:nvPr/>
        </p:nvSpPr>
        <p:spPr bwMode="auto">
          <a:xfrm>
            <a:off x="2209800" y="29718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FEED36-4FB0-45D3-B628-7ED4CD7F6098}" type="slidenum">
              <a:rPr lang="en-US" altLang="en-US"/>
              <a:pPr/>
              <a:t>80</a:t>
            </a:fld>
            <a:endParaRPr lang="en-US" altLang="en-US"/>
          </a:p>
        </p:txBody>
      </p:sp>
      <p:sp>
        <p:nvSpPr>
          <p:cNvPr id="799746" name="Oval 2"/>
          <p:cNvSpPr>
            <a:spLocks noChangeArrowheads="1"/>
          </p:cNvSpPr>
          <p:nvPr/>
        </p:nvSpPr>
        <p:spPr bwMode="auto">
          <a:xfrm>
            <a:off x="2743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1728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48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48" name="Line 4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49" name="Oval 5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1729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49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1" name="Oval 7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1730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0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3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1731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1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5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56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1732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2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33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3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59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1734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4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35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5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36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6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63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1737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7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38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8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66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67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68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1739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59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70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99771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2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3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4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5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6" name="Line 32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7" name="Line 33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8" name="Line 34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79" name="Line 35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80" name="Line 36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99781" name="Line 37"/>
          <p:cNvSpPr>
            <a:spLocks noChangeShapeType="1"/>
          </p:cNvSpPr>
          <p:nvPr/>
        </p:nvSpPr>
        <p:spPr bwMode="auto">
          <a:xfrm flipV="1">
            <a:off x="5943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1740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0" name="Equation" r:id="rId27" imgW="253800" imgH="368280" progId="Equation.3">
                  <p:embed/>
                </p:oleObj>
              </mc:Choice>
              <mc:Fallback>
                <p:oleObj name="Equation" r:id="rId27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1" name="Object 13"/>
          <p:cNvGraphicFramePr>
            <a:graphicFrameLocks noChangeAspect="1"/>
          </p:cNvGraphicFramePr>
          <p:nvPr/>
        </p:nvGraphicFramePr>
        <p:xfrm>
          <a:off x="5745163" y="1681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1" name="Equation" r:id="rId29" imgW="380880" imgH="520560" progId="Equation.3">
                  <p:embed/>
                </p:oleObj>
              </mc:Choice>
              <mc:Fallback>
                <p:oleObj name="Equation" r:id="rId29" imgW="380880" imgH="5205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5163" y="168116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2" name="Object 14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2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3" name="Object 15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3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4" name="Object 16"/>
          <p:cNvGraphicFramePr>
            <a:graphicFrameLocks noChangeAspect="1"/>
          </p:cNvGraphicFramePr>
          <p:nvPr/>
        </p:nvGraphicFramePr>
        <p:xfrm>
          <a:off x="64008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4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5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5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6" name="Object 18"/>
          <p:cNvGraphicFramePr>
            <a:graphicFrameLocks noChangeAspect="1"/>
          </p:cNvGraphicFramePr>
          <p:nvPr/>
        </p:nvGraphicFramePr>
        <p:xfrm>
          <a:off x="5867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6" name="Equation" r:id="rId39" imgW="164880" imgH="368280" progId="Equation.3">
                  <p:embed/>
                </p:oleObj>
              </mc:Choice>
              <mc:Fallback>
                <p:oleObj name="Equation" r:id="rId39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1747" name="Object 19"/>
          <p:cNvGraphicFramePr>
            <a:graphicFrameLocks noChangeAspect="1"/>
          </p:cNvGraphicFramePr>
          <p:nvPr/>
        </p:nvGraphicFramePr>
        <p:xfrm>
          <a:off x="48768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867" name="Equation" r:id="rId41" imgW="164880" imgH="368280" progId="Equation.3">
                  <p:embed/>
                </p:oleObj>
              </mc:Choice>
              <mc:Fallback>
                <p:oleObj name="Equation" r:id="rId41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790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4</a:t>
            </a:r>
          </a:p>
        </p:txBody>
      </p:sp>
      <p:sp>
        <p:nvSpPr>
          <p:cNvPr id="799791" name="Oval 47"/>
          <p:cNvSpPr>
            <a:spLocks noChangeArrowheads="1"/>
          </p:cNvSpPr>
          <p:nvPr/>
        </p:nvSpPr>
        <p:spPr bwMode="auto">
          <a:xfrm>
            <a:off x="2209800" y="29718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5EC6F7-3757-48C4-843C-CB6F0151D1D6}" type="slidenum">
              <a:rPr lang="en-US" altLang="en-US"/>
              <a:pPr/>
              <a:t>81</a:t>
            </a:fld>
            <a:endParaRPr lang="en-US" altLang="en-US"/>
          </a:p>
        </p:txBody>
      </p:sp>
      <p:sp>
        <p:nvSpPr>
          <p:cNvPr id="800770" name="Oval 2"/>
          <p:cNvSpPr>
            <a:spLocks noChangeArrowheads="1"/>
          </p:cNvSpPr>
          <p:nvPr/>
        </p:nvSpPr>
        <p:spPr bwMode="auto">
          <a:xfrm>
            <a:off x="2743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52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2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72" name="Line 4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73" name="Oval 5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53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3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75" name="Oval 7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54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4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77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55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5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79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80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2756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6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57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7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83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2758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8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59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79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60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0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87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2761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1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62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2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90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91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92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2763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3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794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0795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96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97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98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799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800" name="Line 32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801" name="Line 33"/>
          <p:cNvSpPr>
            <a:spLocks noChangeShapeType="1"/>
          </p:cNvSpPr>
          <p:nvPr/>
        </p:nvSpPr>
        <p:spPr bwMode="auto">
          <a:xfrm flipV="1">
            <a:off x="6400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64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4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65" name="Object 13"/>
          <p:cNvGraphicFramePr>
            <a:graphicFrameLocks noChangeAspect="1"/>
          </p:cNvGraphicFramePr>
          <p:nvPr/>
        </p:nvGraphicFramePr>
        <p:xfrm>
          <a:off x="6248400" y="1676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5" name="Equation" r:id="rId28" imgW="380880" imgH="520560" progId="Equation.3">
                  <p:embed/>
                </p:oleObj>
              </mc:Choice>
              <mc:Fallback>
                <p:oleObj name="Equation" r:id="rId28" imgW="380880" imgH="5205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676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66" name="Object 14"/>
          <p:cNvGraphicFramePr>
            <a:graphicFrameLocks noChangeAspect="1"/>
          </p:cNvGraphicFramePr>
          <p:nvPr/>
        </p:nvGraphicFramePr>
        <p:xfrm>
          <a:off x="63246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6" name="Equation" r:id="rId29" imgW="253800" imgH="368280" progId="Equation.3">
                  <p:embed/>
                </p:oleObj>
              </mc:Choice>
              <mc:Fallback>
                <p:oleObj name="Equation" r:id="rId29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805" name="Line 37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806" name="Line 38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807" name="Line 39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0808" name="Line 40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2767" name="Object 15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7" name="Equation" r:id="rId30" imgW="164880" imgH="368280" progId="Equation.3">
                  <p:embed/>
                </p:oleObj>
              </mc:Choice>
              <mc:Fallback>
                <p:oleObj name="Equation" r:id="rId30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68" name="Object 16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8" name="Equation" r:id="rId32" imgW="164880" imgH="368280" progId="Equation.3">
                  <p:embed/>
                </p:oleObj>
              </mc:Choice>
              <mc:Fallback>
                <p:oleObj name="Equation" r:id="rId32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69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89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70" name="Object 18"/>
          <p:cNvGraphicFramePr>
            <a:graphicFrameLocks noChangeAspect="1"/>
          </p:cNvGraphicFramePr>
          <p:nvPr/>
        </p:nvGraphicFramePr>
        <p:xfrm>
          <a:off x="5867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90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2771" name="Object 19"/>
          <p:cNvGraphicFramePr>
            <a:graphicFrameLocks noChangeAspect="1"/>
          </p:cNvGraphicFramePr>
          <p:nvPr/>
        </p:nvGraphicFramePr>
        <p:xfrm>
          <a:off x="48006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891" name="Equation" r:id="rId36" imgW="164880" imgH="368280" progId="Equation.3">
                  <p:embed/>
                </p:oleObj>
              </mc:Choice>
              <mc:Fallback>
                <p:oleObj name="Equation" r:id="rId36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0814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5</a:t>
            </a:r>
          </a:p>
        </p:txBody>
      </p:sp>
      <p:sp>
        <p:nvSpPr>
          <p:cNvPr id="800815" name="Oval 47"/>
          <p:cNvSpPr>
            <a:spLocks noChangeArrowheads="1"/>
          </p:cNvSpPr>
          <p:nvPr/>
        </p:nvSpPr>
        <p:spPr bwMode="auto">
          <a:xfrm>
            <a:off x="3352800" y="42672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1E885E-41C2-4392-87C4-C008AC88347D}" type="slidenum">
              <a:rPr lang="en-US" altLang="en-US"/>
              <a:pPr/>
              <a:t>82</a:t>
            </a:fld>
            <a:endParaRPr lang="en-US" altLang="en-US"/>
          </a:p>
        </p:txBody>
      </p:sp>
      <p:sp>
        <p:nvSpPr>
          <p:cNvPr id="801794" name="Oval 2"/>
          <p:cNvSpPr>
            <a:spLocks noChangeArrowheads="1"/>
          </p:cNvSpPr>
          <p:nvPr/>
        </p:nvSpPr>
        <p:spPr bwMode="auto">
          <a:xfrm>
            <a:off x="52578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795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1796" name="Object 4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38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797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1798" name="Object 6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39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799" name="Oval 7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1800" name="Object 8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0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01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1802" name="Object 10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1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03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04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1805" name="Object 13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2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06" name="Object 14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3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07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1808" name="Object 1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4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09" name="Object 1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5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0" name="Object 1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6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11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1812" name="Object 20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7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13" name="Object 21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8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14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15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16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1817" name="Object 25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49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18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1819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0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1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2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3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4" name="Line 32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5" name="Line 33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6" name="Line 34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7" name="Line 35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8" name="Line 36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1829" name="Line 37"/>
          <p:cNvSpPr>
            <a:spLocks noChangeShapeType="1"/>
          </p:cNvSpPr>
          <p:nvPr/>
        </p:nvSpPr>
        <p:spPr bwMode="auto">
          <a:xfrm flipV="1">
            <a:off x="6019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1830" name="Object 38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0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1" name="Object 39"/>
          <p:cNvGraphicFramePr>
            <a:graphicFrameLocks noChangeAspect="1"/>
          </p:cNvGraphicFramePr>
          <p:nvPr/>
        </p:nvGraphicFramePr>
        <p:xfrm>
          <a:off x="5837238" y="1676400"/>
          <a:ext cx="442912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1" name="Equation" r:id="rId28" imgW="444240" imgH="520560" progId="Equation.3">
                  <p:embed/>
                </p:oleObj>
              </mc:Choice>
              <mc:Fallback>
                <p:oleObj name="Equation" r:id="rId28" imgW="444240" imgH="52056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8" y="1676400"/>
                        <a:ext cx="442912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2" name="Object 40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2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3" name="Object 41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3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4" name="Object 42"/>
          <p:cNvGraphicFramePr>
            <a:graphicFrameLocks noChangeAspect="1"/>
          </p:cNvGraphicFramePr>
          <p:nvPr/>
        </p:nvGraphicFramePr>
        <p:xfrm>
          <a:off x="64008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4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5" name="Object 43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5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6" name="Object 44"/>
          <p:cNvGraphicFramePr>
            <a:graphicFrameLocks noChangeAspect="1"/>
          </p:cNvGraphicFramePr>
          <p:nvPr/>
        </p:nvGraphicFramePr>
        <p:xfrm>
          <a:off x="5867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6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1837" name="Object 45"/>
          <p:cNvGraphicFramePr>
            <a:graphicFrameLocks noChangeAspect="1"/>
          </p:cNvGraphicFramePr>
          <p:nvPr/>
        </p:nvGraphicFramePr>
        <p:xfrm>
          <a:off x="48768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957" name="Equation" r:id="rId36" imgW="164880" imgH="368280" progId="Equation.3">
                  <p:embed/>
                </p:oleObj>
              </mc:Choice>
              <mc:Fallback>
                <p:oleObj name="Equation" r:id="rId36" imgW="16488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1838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6</a:t>
            </a:r>
          </a:p>
        </p:txBody>
      </p:sp>
      <p:sp>
        <p:nvSpPr>
          <p:cNvPr id="801839" name="Oval 47"/>
          <p:cNvSpPr>
            <a:spLocks noChangeArrowheads="1"/>
          </p:cNvSpPr>
          <p:nvPr/>
        </p:nvSpPr>
        <p:spPr bwMode="auto">
          <a:xfrm>
            <a:off x="5867400" y="42672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523558-BE25-4981-8C11-58C731291F8C}" type="slidenum">
              <a:rPr lang="en-US" altLang="en-US"/>
              <a:pPr/>
              <a:t>83</a:t>
            </a:fld>
            <a:endParaRPr lang="en-US" altLang="en-US"/>
          </a:p>
        </p:txBody>
      </p:sp>
      <p:sp>
        <p:nvSpPr>
          <p:cNvPr id="802818" name="Oval 2"/>
          <p:cNvSpPr>
            <a:spLocks noChangeArrowheads="1"/>
          </p:cNvSpPr>
          <p:nvPr/>
        </p:nvSpPr>
        <p:spPr bwMode="auto">
          <a:xfrm>
            <a:off x="7696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19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3776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96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21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22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3777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97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78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98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25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3779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899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27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28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3780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0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81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1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31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3782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2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83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3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84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4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35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3785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5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86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6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38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39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40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3787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7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42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2843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44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45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46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47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48" name="Line 32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49" name="Line 33"/>
          <p:cNvSpPr>
            <a:spLocks noChangeShapeType="1"/>
          </p:cNvSpPr>
          <p:nvPr/>
        </p:nvSpPr>
        <p:spPr bwMode="auto">
          <a:xfrm flipV="1">
            <a:off x="54864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3788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8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89" name="Object 13"/>
          <p:cNvGraphicFramePr>
            <a:graphicFrameLocks noChangeAspect="1"/>
          </p:cNvGraphicFramePr>
          <p:nvPr/>
        </p:nvGraphicFramePr>
        <p:xfrm>
          <a:off x="5334000" y="1676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09" name="Equation" r:id="rId28" imgW="431640" imgH="533160" progId="Equation.3">
                  <p:embed/>
                </p:oleObj>
              </mc:Choice>
              <mc:Fallback>
                <p:oleObj name="Equation" r:id="rId28" imgW="431640" imgH="5331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76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90" name="Object 14"/>
          <p:cNvGraphicFramePr>
            <a:graphicFrameLocks noChangeAspect="1"/>
          </p:cNvGraphicFramePr>
          <p:nvPr/>
        </p:nvGraphicFramePr>
        <p:xfrm>
          <a:off x="63246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10" name="Equation" r:id="rId29" imgW="253800" imgH="368280" progId="Equation.3">
                  <p:embed/>
                </p:oleObj>
              </mc:Choice>
              <mc:Fallback>
                <p:oleObj name="Equation" r:id="rId29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53" name="Line 37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54" name="Line 38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55" name="Line 39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2856" name="Line 40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3791" name="Object 15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11" name="Equation" r:id="rId30" imgW="164880" imgH="368280" progId="Equation.3">
                  <p:embed/>
                </p:oleObj>
              </mc:Choice>
              <mc:Fallback>
                <p:oleObj name="Equation" r:id="rId30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92" name="Object 16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12" name="Equation" r:id="rId32" imgW="164880" imgH="368280" progId="Equation.3">
                  <p:embed/>
                </p:oleObj>
              </mc:Choice>
              <mc:Fallback>
                <p:oleObj name="Equation" r:id="rId32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93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13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94" name="Object 18"/>
          <p:cNvGraphicFramePr>
            <a:graphicFrameLocks noChangeAspect="1"/>
          </p:cNvGraphicFramePr>
          <p:nvPr/>
        </p:nvGraphicFramePr>
        <p:xfrm>
          <a:off x="5822950" y="755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14" name="Equation" r:id="rId35" imgW="253800" imgH="380880" progId="Equation.3">
                  <p:embed/>
                </p:oleObj>
              </mc:Choice>
              <mc:Fallback>
                <p:oleObj name="Equation" r:id="rId35" imgW="253800" imgH="3808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755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3795" name="Object 19"/>
          <p:cNvGraphicFramePr>
            <a:graphicFrameLocks noChangeAspect="1"/>
          </p:cNvGraphicFramePr>
          <p:nvPr/>
        </p:nvGraphicFramePr>
        <p:xfrm>
          <a:off x="48006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915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2862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7</a:t>
            </a:r>
          </a:p>
        </p:txBody>
      </p:sp>
      <p:sp>
        <p:nvSpPr>
          <p:cNvPr id="802863" name="Oval 47"/>
          <p:cNvSpPr>
            <a:spLocks noChangeArrowheads="1"/>
          </p:cNvSpPr>
          <p:nvPr/>
        </p:nvSpPr>
        <p:spPr bwMode="auto">
          <a:xfrm>
            <a:off x="7162800" y="29718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4BAA81-3991-4598-9692-6E4BE9878478}" type="slidenum">
              <a:rPr lang="en-US" altLang="en-US"/>
              <a:pPr/>
              <a:t>84</a:t>
            </a:fld>
            <a:endParaRPr lang="en-US" altLang="en-US"/>
          </a:p>
        </p:txBody>
      </p:sp>
      <p:sp>
        <p:nvSpPr>
          <p:cNvPr id="803842" name="Oval 2"/>
          <p:cNvSpPr>
            <a:spLocks noChangeArrowheads="1"/>
          </p:cNvSpPr>
          <p:nvPr/>
        </p:nvSpPr>
        <p:spPr bwMode="auto">
          <a:xfrm>
            <a:off x="7696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43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3844" name="Object 4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86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45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46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3847" name="Object 7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87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48" name="Object 8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88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49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3850" name="Object 10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89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51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52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3853" name="Object 13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0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54" name="Object 14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1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55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3856" name="Object 1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2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57" name="Object 1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3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58" name="Object 1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4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59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3860" name="Object 20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5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61" name="Object 21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6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62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63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64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03865" name="Object 25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7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66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3867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68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69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0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1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2" name="Line 32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3" name="Line 33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4" name="Line 34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5" name="Line 35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6" name="Line 36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3877" name="Line 37"/>
          <p:cNvSpPr>
            <a:spLocks noChangeShapeType="1"/>
          </p:cNvSpPr>
          <p:nvPr/>
        </p:nvSpPr>
        <p:spPr bwMode="auto">
          <a:xfrm flipV="1">
            <a:off x="4953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03878" name="Object 38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8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79" name="Object 39"/>
          <p:cNvGraphicFramePr>
            <a:graphicFrameLocks noChangeAspect="1"/>
          </p:cNvGraphicFramePr>
          <p:nvPr/>
        </p:nvGraphicFramePr>
        <p:xfrm>
          <a:off x="4730750" y="1671638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3999" name="Equation" r:id="rId28" imgW="431640" imgH="533160" progId="Equation.3">
                  <p:embed/>
                </p:oleObj>
              </mc:Choice>
              <mc:Fallback>
                <p:oleObj name="Equation" r:id="rId28" imgW="431640" imgH="533160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0750" y="1671638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80" name="Object 40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00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81" name="Object 41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01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82" name="Object 42"/>
          <p:cNvGraphicFramePr>
            <a:graphicFrameLocks noChangeAspect="1"/>
          </p:cNvGraphicFramePr>
          <p:nvPr/>
        </p:nvGraphicFramePr>
        <p:xfrm>
          <a:off x="64008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02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83" name="Object 43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03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84" name="Object 44"/>
          <p:cNvGraphicFramePr>
            <a:graphicFrameLocks noChangeAspect="1"/>
          </p:cNvGraphicFramePr>
          <p:nvPr/>
        </p:nvGraphicFramePr>
        <p:xfrm>
          <a:off x="5822950" y="755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04" name="Equation" r:id="rId35" imgW="253800" imgH="380880" progId="Equation.3">
                  <p:embed/>
                </p:oleObj>
              </mc:Choice>
              <mc:Fallback>
                <p:oleObj name="Equation" r:id="rId35" imgW="253800" imgH="380880" progId="Equation.3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755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3885" name="Object 45"/>
          <p:cNvGraphicFramePr>
            <a:graphicFrameLocks noChangeAspect="1"/>
          </p:cNvGraphicFramePr>
          <p:nvPr/>
        </p:nvGraphicFramePr>
        <p:xfrm>
          <a:off x="48768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05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3886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8</a:t>
            </a:r>
          </a:p>
        </p:txBody>
      </p:sp>
      <p:sp>
        <p:nvSpPr>
          <p:cNvPr id="803887" name="Oval 47"/>
          <p:cNvSpPr>
            <a:spLocks noChangeArrowheads="1"/>
          </p:cNvSpPr>
          <p:nvPr/>
        </p:nvSpPr>
        <p:spPr bwMode="auto">
          <a:xfrm>
            <a:off x="7162800" y="29718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288ED1-F21F-4762-9EC1-847C77EFC38E}" type="slidenum">
              <a:rPr lang="en-US" altLang="en-US"/>
              <a:pPr/>
              <a:t>85</a:t>
            </a:fld>
            <a:endParaRPr lang="en-US" altLang="en-US"/>
          </a:p>
        </p:txBody>
      </p:sp>
      <p:sp>
        <p:nvSpPr>
          <p:cNvPr id="804866" name="Oval 2"/>
          <p:cNvSpPr>
            <a:spLocks noChangeArrowheads="1"/>
          </p:cNvSpPr>
          <p:nvPr/>
        </p:nvSpPr>
        <p:spPr bwMode="auto">
          <a:xfrm>
            <a:off x="7696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67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4800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0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69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70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4801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1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02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2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73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4803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3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75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76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4804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4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05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5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79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4806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6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07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7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08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8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83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4809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29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10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0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86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87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88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4811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1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890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4891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92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93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94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95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96" name="Line 32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897" name="Line 33"/>
          <p:cNvSpPr>
            <a:spLocks noChangeShapeType="1"/>
          </p:cNvSpPr>
          <p:nvPr/>
        </p:nvSpPr>
        <p:spPr bwMode="auto">
          <a:xfrm flipV="1">
            <a:off x="4419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4812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2" name="Equation" r:id="rId27" imgW="253800" imgH="368280" progId="Equation.3">
                  <p:embed/>
                </p:oleObj>
              </mc:Choice>
              <mc:Fallback>
                <p:oleObj name="Equation" r:id="rId27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13" name="Object 13"/>
          <p:cNvGraphicFramePr>
            <a:graphicFrameLocks noChangeAspect="1"/>
          </p:cNvGraphicFramePr>
          <p:nvPr/>
        </p:nvGraphicFramePr>
        <p:xfrm>
          <a:off x="4191000" y="1676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3" name="Equation" r:id="rId29" imgW="431640" imgH="533160" progId="Equation.3">
                  <p:embed/>
                </p:oleObj>
              </mc:Choice>
              <mc:Fallback>
                <p:oleObj name="Equation" r:id="rId29" imgW="431640" imgH="5331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676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14" name="Object 14"/>
          <p:cNvGraphicFramePr>
            <a:graphicFrameLocks noChangeAspect="1"/>
          </p:cNvGraphicFramePr>
          <p:nvPr/>
        </p:nvGraphicFramePr>
        <p:xfrm>
          <a:off x="63246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4" name="Equation" r:id="rId31" imgW="253800" imgH="368280" progId="Equation.3">
                  <p:embed/>
                </p:oleObj>
              </mc:Choice>
              <mc:Fallback>
                <p:oleObj name="Equation" r:id="rId31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901" name="Line 37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902" name="Line 38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903" name="Line 39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4904" name="Line 40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4815" name="Object 15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5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16" name="Object 16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6" name="Equation" r:id="rId35" imgW="164880" imgH="368280" progId="Equation.3">
                  <p:embed/>
                </p:oleObj>
              </mc:Choice>
              <mc:Fallback>
                <p:oleObj name="Equation" r:id="rId35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17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7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18" name="Object 18"/>
          <p:cNvGraphicFramePr>
            <a:graphicFrameLocks noChangeAspect="1"/>
          </p:cNvGraphicFramePr>
          <p:nvPr/>
        </p:nvGraphicFramePr>
        <p:xfrm>
          <a:off x="5822950" y="755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8" name="Equation" r:id="rId39" imgW="253800" imgH="380880" progId="Equation.3">
                  <p:embed/>
                </p:oleObj>
              </mc:Choice>
              <mc:Fallback>
                <p:oleObj name="Equation" r:id="rId39" imgW="253800" imgH="3808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755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4819" name="Object 19"/>
          <p:cNvGraphicFramePr>
            <a:graphicFrameLocks noChangeAspect="1"/>
          </p:cNvGraphicFramePr>
          <p:nvPr/>
        </p:nvGraphicFramePr>
        <p:xfrm>
          <a:off x="48006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939" name="Equation" r:id="rId41" imgW="164880" imgH="368280" progId="Equation.3">
                  <p:embed/>
                </p:oleObj>
              </mc:Choice>
              <mc:Fallback>
                <p:oleObj name="Equation" r:id="rId41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4910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9</a:t>
            </a:r>
          </a:p>
        </p:txBody>
      </p:sp>
      <p:sp>
        <p:nvSpPr>
          <p:cNvPr id="804911" name="Oval 47"/>
          <p:cNvSpPr>
            <a:spLocks noChangeArrowheads="1"/>
          </p:cNvSpPr>
          <p:nvPr/>
        </p:nvSpPr>
        <p:spPr bwMode="auto">
          <a:xfrm>
            <a:off x="7162800" y="29718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7F8C4E-496E-4E52-9E89-9199A6487B3E}" type="slidenum">
              <a:rPr lang="en-US" altLang="en-US"/>
              <a:pPr/>
              <a:t>86</a:t>
            </a:fld>
            <a:endParaRPr lang="en-US" altLang="en-US"/>
          </a:p>
        </p:txBody>
      </p:sp>
      <p:sp>
        <p:nvSpPr>
          <p:cNvPr id="805890" name="Oval 2"/>
          <p:cNvSpPr>
            <a:spLocks noChangeArrowheads="1"/>
          </p:cNvSpPr>
          <p:nvPr/>
        </p:nvSpPr>
        <p:spPr bwMode="auto">
          <a:xfrm>
            <a:off x="7696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891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5824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44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893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894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5825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45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26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46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897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5827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47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899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00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5828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48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29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49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03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5830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0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1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1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2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2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07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5833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3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4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4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10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11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12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5835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5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14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5915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16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17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18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19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20" name="Line 32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21" name="Line 33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22" name="Line 34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23" name="Line 35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24" name="Line 36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5925" name="Line 37"/>
          <p:cNvSpPr>
            <a:spLocks noChangeShapeType="1"/>
          </p:cNvSpPr>
          <p:nvPr/>
        </p:nvSpPr>
        <p:spPr bwMode="auto">
          <a:xfrm flipV="1">
            <a:off x="3810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5836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6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7" name="Object 13"/>
          <p:cNvGraphicFramePr>
            <a:graphicFrameLocks noChangeAspect="1"/>
          </p:cNvGraphicFramePr>
          <p:nvPr/>
        </p:nvGraphicFramePr>
        <p:xfrm>
          <a:off x="3581400" y="1676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7" name="Equation" r:id="rId28" imgW="431640" imgH="533160" progId="Equation.3">
                  <p:embed/>
                </p:oleObj>
              </mc:Choice>
              <mc:Fallback>
                <p:oleObj name="Equation" r:id="rId28" imgW="431640" imgH="5331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76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8" name="Object 14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8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39" name="Object 15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59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40" name="Object 16"/>
          <p:cNvGraphicFramePr>
            <a:graphicFrameLocks noChangeAspect="1"/>
          </p:cNvGraphicFramePr>
          <p:nvPr/>
        </p:nvGraphicFramePr>
        <p:xfrm>
          <a:off x="64008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60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41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61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42" name="Object 18"/>
          <p:cNvGraphicFramePr>
            <a:graphicFrameLocks noChangeAspect="1"/>
          </p:cNvGraphicFramePr>
          <p:nvPr/>
        </p:nvGraphicFramePr>
        <p:xfrm>
          <a:off x="5822950" y="755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62" name="Equation" r:id="rId35" imgW="253800" imgH="380880" progId="Equation.3">
                  <p:embed/>
                </p:oleObj>
              </mc:Choice>
              <mc:Fallback>
                <p:oleObj name="Equation" r:id="rId35" imgW="253800" imgH="3808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755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5843" name="Object 19"/>
          <p:cNvGraphicFramePr>
            <a:graphicFrameLocks noChangeAspect="1"/>
          </p:cNvGraphicFramePr>
          <p:nvPr/>
        </p:nvGraphicFramePr>
        <p:xfrm>
          <a:off x="48768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5963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5934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10</a:t>
            </a:r>
          </a:p>
        </p:txBody>
      </p:sp>
      <p:sp>
        <p:nvSpPr>
          <p:cNvPr id="805935" name="Oval 47"/>
          <p:cNvSpPr>
            <a:spLocks noChangeArrowheads="1"/>
          </p:cNvSpPr>
          <p:nvPr/>
        </p:nvSpPr>
        <p:spPr bwMode="auto">
          <a:xfrm>
            <a:off x="7162800" y="29718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8ABBB4-581E-41EA-93AF-612453A8080E}" type="slidenum">
              <a:rPr lang="en-US" altLang="en-US"/>
              <a:pPr/>
              <a:t>87</a:t>
            </a:fld>
            <a:endParaRPr lang="en-US" altLang="en-US"/>
          </a:p>
        </p:txBody>
      </p:sp>
      <p:sp>
        <p:nvSpPr>
          <p:cNvPr id="806914" name="Oval 2"/>
          <p:cNvSpPr>
            <a:spLocks noChangeArrowheads="1"/>
          </p:cNvSpPr>
          <p:nvPr/>
        </p:nvSpPr>
        <p:spPr bwMode="auto">
          <a:xfrm>
            <a:off x="7696200" y="4572000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15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6848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68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17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18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6849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69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50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0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21" name="Oval 9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6851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1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23" name="Line 11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24" name="Freeform 12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6852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2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53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3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27" name="Freeform 15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6854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4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55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5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56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6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31" name="Freeform 19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6857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7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58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8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34" name="Oval 2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35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36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6859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79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38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6939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40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41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42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43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44" name="Line 32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45" name="Line 33"/>
          <p:cNvSpPr>
            <a:spLocks noChangeShapeType="1"/>
          </p:cNvSpPr>
          <p:nvPr/>
        </p:nvSpPr>
        <p:spPr bwMode="auto">
          <a:xfrm flipV="1">
            <a:off x="33528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6860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0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61" name="Object 13"/>
          <p:cNvGraphicFramePr>
            <a:graphicFrameLocks noChangeAspect="1"/>
          </p:cNvGraphicFramePr>
          <p:nvPr/>
        </p:nvGraphicFramePr>
        <p:xfrm>
          <a:off x="3124200" y="16764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1" name="Equation" r:id="rId28" imgW="431640" imgH="533160" progId="Equation.3">
                  <p:embed/>
                </p:oleObj>
              </mc:Choice>
              <mc:Fallback>
                <p:oleObj name="Equation" r:id="rId28" imgW="431640" imgH="5331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764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62" name="Object 14"/>
          <p:cNvGraphicFramePr>
            <a:graphicFrameLocks noChangeAspect="1"/>
          </p:cNvGraphicFramePr>
          <p:nvPr/>
        </p:nvGraphicFramePr>
        <p:xfrm>
          <a:off x="6324600" y="762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2" name="Equation" r:id="rId29" imgW="253800" imgH="368280" progId="Equation.3">
                  <p:embed/>
                </p:oleObj>
              </mc:Choice>
              <mc:Fallback>
                <p:oleObj name="Equation" r:id="rId29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762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49" name="Line 37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50" name="Line 38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51" name="Line 39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6952" name="Line 40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6863" name="Object 15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3" name="Equation" r:id="rId30" imgW="164880" imgH="368280" progId="Equation.3">
                  <p:embed/>
                </p:oleObj>
              </mc:Choice>
              <mc:Fallback>
                <p:oleObj name="Equation" r:id="rId30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64" name="Object 16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4" name="Equation" r:id="rId32" imgW="164880" imgH="368280" progId="Equation.3">
                  <p:embed/>
                </p:oleObj>
              </mc:Choice>
              <mc:Fallback>
                <p:oleObj name="Equation" r:id="rId32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65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5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66" name="Object 18"/>
          <p:cNvGraphicFramePr>
            <a:graphicFrameLocks noChangeAspect="1"/>
          </p:cNvGraphicFramePr>
          <p:nvPr/>
        </p:nvGraphicFramePr>
        <p:xfrm>
          <a:off x="5822950" y="755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6" name="Equation" r:id="rId35" imgW="253800" imgH="380880" progId="Equation.3">
                  <p:embed/>
                </p:oleObj>
              </mc:Choice>
              <mc:Fallback>
                <p:oleObj name="Equation" r:id="rId35" imgW="253800" imgH="3808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755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6867" name="Object 19"/>
          <p:cNvGraphicFramePr>
            <a:graphicFrameLocks noChangeAspect="1"/>
          </p:cNvGraphicFramePr>
          <p:nvPr/>
        </p:nvGraphicFramePr>
        <p:xfrm>
          <a:off x="48006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987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6958" name="Text Box 46"/>
          <p:cNvSpPr txBox="1">
            <a:spLocks noChangeArrowheads="1"/>
          </p:cNvSpPr>
          <p:nvPr/>
        </p:nvSpPr>
        <p:spPr bwMode="auto">
          <a:xfrm>
            <a:off x="609600" y="685800"/>
            <a:ext cx="1600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11</a:t>
            </a:r>
          </a:p>
        </p:txBody>
      </p:sp>
      <p:sp>
        <p:nvSpPr>
          <p:cNvPr id="806959" name="Oval 47"/>
          <p:cNvSpPr>
            <a:spLocks noChangeArrowheads="1"/>
          </p:cNvSpPr>
          <p:nvPr/>
        </p:nvSpPr>
        <p:spPr bwMode="auto">
          <a:xfrm>
            <a:off x="7239000" y="5410200"/>
            <a:ext cx="17526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144DB2-CDB0-4E6C-999F-0855BB11797F}" type="slidenum">
              <a:rPr lang="en-US" altLang="en-US"/>
              <a:pPr/>
              <a:t>88</a:t>
            </a:fld>
            <a:endParaRPr lang="en-US" altLang="en-US"/>
          </a:p>
        </p:txBody>
      </p:sp>
      <p:sp>
        <p:nvSpPr>
          <p:cNvPr id="807938" name="Oval 2"/>
          <p:cNvSpPr>
            <a:spLocks noChangeArrowheads="1"/>
          </p:cNvSpPr>
          <p:nvPr/>
        </p:nvSpPr>
        <p:spPr bwMode="auto">
          <a:xfrm>
            <a:off x="6324600" y="6094413"/>
            <a:ext cx="6858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39" name="Oval 3"/>
          <p:cNvSpPr>
            <a:spLocks noChangeArrowheads="1"/>
          </p:cNvSpPr>
          <p:nvPr/>
        </p:nvSpPr>
        <p:spPr bwMode="auto">
          <a:xfrm>
            <a:off x="2743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7872" name="Object 0"/>
          <p:cNvGraphicFramePr>
            <a:graphicFrameLocks noChangeAspect="1"/>
          </p:cNvGraphicFramePr>
          <p:nvPr/>
        </p:nvGraphicFramePr>
        <p:xfrm>
          <a:off x="609600" y="4570413"/>
          <a:ext cx="4429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2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570413"/>
                        <a:ext cx="4429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41" name="Line 5"/>
          <p:cNvSpPr>
            <a:spLocks noChangeShapeType="1"/>
          </p:cNvSpPr>
          <p:nvPr/>
        </p:nvSpPr>
        <p:spPr bwMode="auto">
          <a:xfrm>
            <a:off x="3429000" y="4875213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42" name="Oval 6"/>
          <p:cNvSpPr>
            <a:spLocks noChangeArrowheads="1"/>
          </p:cNvSpPr>
          <p:nvPr/>
        </p:nvSpPr>
        <p:spPr bwMode="auto">
          <a:xfrm>
            <a:off x="5270500" y="45831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7873" name="Object 1"/>
          <p:cNvGraphicFramePr>
            <a:graphicFrameLocks noChangeAspect="1"/>
          </p:cNvGraphicFramePr>
          <p:nvPr/>
        </p:nvGraphicFramePr>
        <p:xfrm>
          <a:off x="2895600" y="457041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3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570413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44" name="Oval 8"/>
          <p:cNvSpPr>
            <a:spLocks noChangeArrowheads="1"/>
          </p:cNvSpPr>
          <p:nvPr/>
        </p:nvSpPr>
        <p:spPr bwMode="auto">
          <a:xfrm>
            <a:off x="7696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7874" name="Object 2"/>
          <p:cNvGraphicFramePr>
            <a:graphicFrameLocks noChangeAspect="1"/>
          </p:cNvGraphicFramePr>
          <p:nvPr/>
        </p:nvGraphicFramePr>
        <p:xfrm>
          <a:off x="5410200" y="449421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4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49421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46" name="Oval 10"/>
          <p:cNvSpPr>
            <a:spLocks noChangeArrowheads="1"/>
          </p:cNvSpPr>
          <p:nvPr/>
        </p:nvSpPr>
        <p:spPr bwMode="auto">
          <a:xfrm>
            <a:off x="457200" y="4570413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7875" name="Object 3"/>
          <p:cNvGraphicFramePr>
            <a:graphicFrameLocks noChangeAspect="1"/>
          </p:cNvGraphicFramePr>
          <p:nvPr/>
        </p:nvGraphicFramePr>
        <p:xfrm>
          <a:off x="7848600" y="4570413"/>
          <a:ext cx="430213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5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0413"/>
                        <a:ext cx="430213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48" name="Line 12"/>
          <p:cNvSpPr>
            <a:spLocks noChangeShapeType="1"/>
          </p:cNvSpPr>
          <p:nvPr/>
        </p:nvSpPr>
        <p:spPr bwMode="auto">
          <a:xfrm>
            <a:off x="5943600" y="4875213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49" name="Freeform 13"/>
          <p:cNvSpPr>
            <a:spLocks/>
          </p:cNvSpPr>
          <p:nvPr/>
        </p:nvSpPr>
        <p:spPr bwMode="auto">
          <a:xfrm>
            <a:off x="2438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7876" name="Object 4"/>
          <p:cNvGraphicFramePr>
            <a:graphicFrameLocks noChangeAspect="1"/>
          </p:cNvGraphicFramePr>
          <p:nvPr/>
        </p:nvGraphicFramePr>
        <p:xfrm>
          <a:off x="3454400" y="4418013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6" name="Equation" r:id="rId11" imgW="1549080" imgH="457200" progId="Equation.3">
                  <p:embed/>
                </p:oleObj>
              </mc:Choice>
              <mc:Fallback>
                <p:oleObj name="Equation" r:id="rId11" imgW="154908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4418013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77" name="Object 5"/>
          <p:cNvGraphicFramePr>
            <a:graphicFrameLocks noChangeAspect="1"/>
          </p:cNvGraphicFramePr>
          <p:nvPr/>
        </p:nvGraphicFramePr>
        <p:xfrm>
          <a:off x="6007100" y="4429125"/>
          <a:ext cx="1460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7" name="Equation" r:id="rId13" imgW="1460160" imgH="457200" progId="Equation.3">
                  <p:embed/>
                </p:oleObj>
              </mc:Choice>
              <mc:Fallback>
                <p:oleObj name="Equation" r:id="rId13" imgW="146016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29125"/>
                        <a:ext cx="1460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52" name="Freeform 16"/>
          <p:cNvSpPr>
            <a:spLocks/>
          </p:cNvSpPr>
          <p:nvPr/>
        </p:nvSpPr>
        <p:spPr bwMode="auto">
          <a:xfrm>
            <a:off x="7391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7878" name="Object 6"/>
          <p:cNvGraphicFramePr>
            <a:graphicFrameLocks noChangeAspect="1"/>
          </p:cNvGraphicFramePr>
          <p:nvPr/>
        </p:nvGraphicFramePr>
        <p:xfrm>
          <a:off x="7353300" y="3122613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8" name="Equation" r:id="rId15" imgW="1384200" imgH="457200" progId="Equation.3">
                  <p:embed/>
                </p:oleObj>
              </mc:Choice>
              <mc:Fallback>
                <p:oleObj name="Equation" r:id="rId15" imgW="138420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3300" y="3122613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79" name="Object 7"/>
          <p:cNvGraphicFramePr>
            <a:graphicFrameLocks noChangeAspect="1"/>
          </p:cNvGraphicFramePr>
          <p:nvPr/>
        </p:nvGraphicFramePr>
        <p:xfrm>
          <a:off x="7321550" y="5561013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999" name="Equation" r:id="rId17" imgW="1587240" imgH="457200" progId="Equation.3">
                  <p:embed/>
                </p:oleObj>
              </mc:Choice>
              <mc:Fallback>
                <p:oleObj name="Equation" r:id="rId17" imgW="158724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5561013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80" name="Object 8"/>
          <p:cNvGraphicFramePr>
            <a:graphicFrameLocks noChangeAspect="1"/>
          </p:cNvGraphicFramePr>
          <p:nvPr/>
        </p:nvGraphicFramePr>
        <p:xfrm>
          <a:off x="1225550" y="442436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0" name="Equation" r:id="rId19" imgW="1485720" imgH="457200" progId="Equation.3">
                  <p:embed/>
                </p:oleObj>
              </mc:Choice>
              <mc:Fallback>
                <p:oleObj name="Equation" r:id="rId19" imgW="148572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4424363"/>
                        <a:ext cx="1485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56" name="Freeform 20"/>
          <p:cNvSpPr>
            <a:spLocks/>
          </p:cNvSpPr>
          <p:nvPr/>
        </p:nvSpPr>
        <p:spPr bwMode="auto">
          <a:xfrm>
            <a:off x="152400" y="3579813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7881" name="Object 9"/>
          <p:cNvGraphicFramePr>
            <a:graphicFrameLocks noChangeAspect="1"/>
          </p:cNvGraphicFramePr>
          <p:nvPr/>
        </p:nvGraphicFramePr>
        <p:xfrm>
          <a:off x="120650" y="305276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1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305276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82" name="Object 10"/>
          <p:cNvGraphicFramePr>
            <a:graphicFrameLocks noChangeAspect="1"/>
          </p:cNvGraphicFramePr>
          <p:nvPr/>
        </p:nvGraphicFramePr>
        <p:xfrm>
          <a:off x="6400800" y="6099175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2" name="Equation" r:id="rId23" imgW="444240" imgH="520560" progId="Equation.3">
                  <p:embed/>
                </p:oleObj>
              </mc:Choice>
              <mc:Fallback>
                <p:oleObj name="Equation" r:id="rId23" imgW="444240" imgH="5205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6099175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59" name="Line 23"/>
          <p:cNvSpPr>
            <a:spLocks noChangeShapeType="1"/>
          </p:cNvSpPr>
          <p:nvPr/>
        </p:nvSpPr>
        <p:spPr bwMode="auto">
          <a:xfrm>
            <a:off x="1143000" y="48752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60" name="Oval 24"/>
          <p:cNvSpPr>
            <a:spLocks noChangeArrowheads="1"/>
          </p:cNvSpPr>
          <p:nvPr/>
        </p:nvSpPr>
        <p:spPr bwMode="auto">
          <a:xfrm>
            <a:off x="6172200" y="5942013"/>
            <a:ext cx="9906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47883" name="Object 11"/>
          <p:cNvGraphicFramePr>
            <a:graphicFrameLocks noChangeAspect="1"/>
          </p:cNvGraphicFramePr>
          <p:nvPr/>
        </p:nvGraphicFramePr>
        <p:xfrm>
          <a:off x="2451100" y="3122613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3" name="Equation" r:id="rId25" imgW="1409400" imgH="457200" progId="Equation.3">
                  <p:embed/>
                </p:oleObj>
              </mc:Choice>
              <mc:Fallback>
                <p:oleObj name="Equation" r:id="rId25" imgW="1409400" imgH="457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122613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62" name="Line 26"/>
          <p:cNvSpPr>
            <a:spLocks noChangeShapeType="1"/>
          </p:cNvSpPr>
          <p:nvPr/>
        </p:nvSpPr>
        <p:spPr bwMode="auto">
          <a:xfrm>
            <a:off x="0" y="48752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07963" name="Line 27"/>
          <p:cNvSpPr>
            <a:spLocks noChangeShapeType="1"/>
          </p:cNvSpPr>
          <p:nvPr/>
        </p:nvSpPr>
        <p:spPr bwMode="auto">
          <a:xfrm flipH="1">
            <a:off x="7010400" y="5103813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64" name="Line 28"/>
          <p:cNvSpPr>
            <a:spLocks noChangeShapeType="1"/>
          </p:cNvSpPr>
          <p:nvPr/>
        </p:nvSpPr>
        <p:spPr bwMode="auto">
          <a:xfrm>
            <a:off x="2667000" y="609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65" name="Line 29"/>
          <p:cNvSpPr>
            <a:spLocks noChangeShapeType="1"/>
          </p:cNvSpPr>
          <p:nvPr/>
        </p:nvSpPr>
        <p:spPr bwMode="auto">
          <a:xfrm>
            <a:off x="2667000" y="1295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66" name="Line 30"/>
          <p:cNvSpPr>
            <a:spLocks noChangeShapeType="1"/>
          </p:cNvSpPr>
          <p:nvPr/>
        </p:nvSpPr>
        <p:spPr bwMode="auto">
          <a:xfrm>
            <a:off x="3048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67" name="Line 31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68" name="Line 32"/>
          <p:cNvSpPr>
            <a:spLocks noChangeShapeType="1"/>
          </p:cNvSpPr>
          <p:nvPr/>
        </p:nvSpPr>
        <p:spPr bwMode="auto">
          <a:xfrm>
            <a:off x="4114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69" name="Line 33"/>
          <p:cNvSpPr>
            <a:spLocks noChangeShapeType="1"/>
          </p:cNvSpPr>
          <p:nvPr/>
        </p:nvSpPr>
        <p:spPr bwMode="auto">
          <a:xfrm>
            <a:off x="4648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70" name="Line 34"/>
          <p:cNvSpPr>
            <a:spLocks noChangeShapeType="1"/>
          </p:cNvSpPr>
          <p:nvPr/>
        </p:nvSpPr>
        <p:spPr bwMode="auto">
          <a:xfrm>
            <a:off x="5181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71" name="Line 35"/>
          <p:cNvSpPr>
            <a:spLocks noChangeShapeType="1"/>
          </p:cNvSpPr>
          <p:nvPr/>
        </p:nvSpPr>
        <p:spPr bwMode="auto">
          <a:xfrm>
            <a:off x="5715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72" name="Line 36"/>
          <p:cNvSpPr>
            <a:spLocks noChangeShapeType="1"/>
          </p:cNvSpPr>
          <p:nvPr/>
        </p:nvSpPr>
        <p:spPr bwMode="auto">
          <a:xfrm>
            <a:off x="6248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7973" name="Line 37"/>
          <p:cNvSpPr>
            <a:spLocks noChangeShapeType="1"/>
          </p:cNvSpPr>
          <p:nvPr/>
        </p:nvSpPr>
        <p:spPr bwMode="auto">
          <a:xfrm flipV="1">
            <a:off x="38100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7884" name="Object 12"/>
          <p:cNvGraphicFramePr>
            <a:graphicFrameLocks noChangeAspect="1"/>
          </p:cNvGraphicFramePr>
          <p:nvPr/>
        </p:nvGraphicFramePr>
        <p:xfrm>
          <a:off x="32004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4" name="Equation" r:id="rId26" imgW="253800" imgH="368280" progId="Equation.3">
                  <p:embed/>
                </p:oleObj>
              </mc:Choice>
              <mc:Fallback>
                <p:oleObj name="Equation" r:id="rId26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85" name="Object 13"/>
          <p:cNvGraphicFramePr>
            <a:graphicFrameLocks noChangeAspect="1"/>
          </p:cNvGraphicFramePr>
          <p:nvPr/>
        </p:nvGraphicFramePr>
        <p:xfrm>
          <a:off x="3575050" y="1681163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5" name="Equation" r:id="rId28" imgW="444240" imgH="520560" progId="Equation.3">
                  <p:embed/>
                </p:oleObj>
              </mc:Choice>
              <mc:Fallback>
                <p:oleObj name="Equation" r:id="rId28" imgW="444240" imgH="5205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681163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86" name="Object 14"/>
          <p:cNvGraphicFramePr>
            <a:graphicFrameLocks noChangeAspect="1"/>
          </p:cNvGraphicFramePr>
          <p:nvPr/>
        </p:nvGraphicFramePr>
        <p:xfrm>
          <a:off x="43434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6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87" name="Object 15"/>
          <p:cNvGraphicFramePr>
            <a:graphicFrameLocks noChangeAspect="1"/>
          </p:cNvGraphicFramePr>
          <p:nvPr/>
        </p:nvGraphicFramePr>
        <p:xfrm>
          <a:off x="53784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7" name="Equation" r:id="rId31" imgW="164880" imgH="368280" progId="Equation.3">
                  <p:embed/>
                </p:oleObj>
              </mc:Choice>
              <mc:Fallback>
                <p:oleObj name="Equation" r:id="rId31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88" name="Object 16"/>
          <p:cNvGraphicFramePr>
            <a:graphicFrameLocks noChangeAspect="1"/>
          </p:cNvGraphicFramePr>
          <p:nvPr/>
        </p:nvGraphicFramePr>
        <p:xfrm>
          <a:off x="6400800" y="762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8" name="Equation" r:id="rId33" imgW="253800" imgH="368280" progId="Equation.3">
                  <p:embed/>
                </p:oleObj>
              </mc:Choice>
              <mc:Fallback>
                <p:oleObj name="Equation" r:id="rId33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762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89" name="Object 17"/>
          <p:cNvGraphicFramePr>
            <a:graphicFrameLocks noChangeAspect="1"/>
          </p:cNvGraphicFramePr>
          <p:nvPr/>
        </p:nvGraphicFramePr>
        <p:xfrm>
          <a:off x="3778250" y="773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09" name="Equation" r:id="rId34" imgW="164880" imgH="368280" progId="Equation.3">
                  <p:embed/>
                </p:oleObj>
              </mc:Choice>
              <mc:Fallback>
                <p:oleObj name="Equation" r:id="rId34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773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90" name="Object 18"/>
          <p:cNvGraphicFramePr>
            <a:graphicFrameLocks noChangeAspect="1"/>
          </p:cNvGraphicFramePr>
          <p:nvPr/>
        </p:nvGraphicFramePr>
        <p:xfrm>
          <a:off x="5822950" y="75565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10" name="Equation" r:id="rId35" imgW="253800" imgH="380880" progId="Equation.3">
                  <p:embed/>
                </p:oleObj>
              </mc:Choice>
              <mc:Fallback>
                <p:oleObj name="Equation" r:id="rId35" imgW="253800" imgH="3808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2950" y="75565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7891" name="Object 19"/>
          <p:cNvGraphicFramePr>
            <a:graphicFrameLocks noChangeAspect="1"/>
          </p:cNvGraphicFramePr>
          <p:nvPr/>
        </p:nvGraphicFramePr>
        <p:xfrm>
          <a:off x="4876800" y="762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011" name="Equation" r:id="rId37" imgW="164880" imgH="368280" progId="Equation.3">
                  <p:embed/>
                </p:oleObj>
              </mc:Choice>
              <mc:Fallback>
                <p:oleObj name="Equation" r:id="rId37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762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7982" name="Text Box 46"/>
          <p:cNvSpPr txBox="1">
            <a:spLocks noChangeArrowheads="1"/>
          </p:cNvSpPr>
          <p:nvPr/>
        </p:nvSpPr>
        <p:spPr bwMode="auto">
          <a:xfrm>
            <a:off x="2743200" y="6019800"/>
            <a:ext cx="3063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HALT &amp; accept</a:t>
            </a:r>
          </a:p>
        </p:txBody>
      </p:sp>
      <p:sp>
        <p:nvSpPr>
          <p:cNvPr id="807983" name="Text Box 47"/>
          <p:cNvSpPr txBox="1">
            <a:spLocks noChangeArrowheads="1"/>
          </p:cNvSpPr>
          <p:nvPr/>
        </p:nvSpPr>
        <p:spPr bwMode="auto">
          <a:xfrm>
            <a:off x="609600" y="685800"/>
            <a:ext cx="1665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Time 12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4221D6-EDF5-49BD-8E65-8953106F394D}" type="slidenum">
              <a:rPr lang="en-US" altLang="en-US"/>
              <a:pPr/>
              <a:t>89</a:t>
            </a:fld>
            <a:endParaRPr lang="en-US" altLang="en-US"/>
          </a:p>
        </p:txBody>
      </p:sp>
      <p:sp>
        <p:nvSpPr>
          <p:cNvPr id="80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808963" name="Text Box 3"/>
          <p:cNvSpPr txBox="1">
            <a:spLocks noChangeArrowheads="1"/>
          </p:cNvSpPr>
          <p:nvPr/>
        </p:nvSpPr>
        <p:spPr bwMode="auto">
          <a:xfrm>
            <a:off x="288925" y="1168400"/>
            <a:ext cx="2613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function</a:t>
            </a:r>
          </a:p>
        </p:txBody>
      </p:sp>
      <p:graphicFrame>
        <p:nvGraphicFramePr>
          <p:cNvPr id="848896" name="Object 0"/>
          <p:cNvGraphicFramePr>
            <a:graphicFrameLocks noChangeAspect="1"/>
          </p:cNvGraphicFramePr>
          <p:nvPr/>
        </p:nvGraphicFramePr>
        <p:xfrm>
          <a:off x="3530600" y="1193800"/>
          <a:ext cx="2032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920" name="Equation" r:id="rId3" imgW="2031840" imgH="533160" progId="Equation.3">
                  <p:embed/>
                </p:oleObj>
              </mc:Choice>
              <mc:Fallback>
                <p:oleObj name="Equation" r:id="rId3" imgW="20318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1193800"/>
                        <a:ext cx="2032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8965" name="Text Box 5"/>
          <p:cNvSpPr txBox="1">
            <a:spLocks noChangeArrowheads="1"/>
          </p:cNvSpPr>
          <p:nvPr/>
        </p:nvSpPr>
        <p:spPr bwMode="auto">
          <a:xfrm>
            <a:off x="6019800" y="1143000"/>
            <a:ext cx="2762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is computable</a:t>
            </a:r>
          </a:p>
        </p:txBody>
      </p:sp>
      <p:sp>
        <p:nvSpPr>
          <p:cNvPr id="808966" name="Text Box 6"/>
          <p:cNvSpPr txBox="1">
            <a:spLocks noChangeArrowheads="1"/>
          </p:cNvSpPr>
          <p:nvPr/>
        </p:nvSpPr>
        <p:spPr bwMode="auto">
          <a:xfrm>
            <a:off x="304800" y="3276600"/>
            <a:ext cx="3214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Machine:</a:t>
            </a:r>
          </a:p>
        </p:txBody>
      </p:sp>
      <p:sp>
        <p:nvSpPr>
          <p:cNvPr id="808967" name="Text Box 7"/>
          <p:cNvSpPr txBox="1">
            <a:spLocks noChangeArrowheads="1"/>
          </p:cNvSpPr>
          <p:nvPr/>
        </p:nvSpPr>
        <p:spPr bwMode="auto">
          <a:xfrm>
            <a:off x="1828800" y="4191000"/>
            <a:ext cx="2613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string:</a:t>
            </a:r>
          </a:p>
        </p:txBody>
      </p:sp>
      <p:graphicFrame>
        <p:nvGraphicFramePr>
          <p:cNvPr id="848897" name="Object 1"/>
          <p:cNvGraphicFramePr>
            <a:graphicFrameLocks noChangeAspect="1"/>
          </p:cNvGraphicFramePr>
          <p:nvPr/>
        </p:nvGraphicFramePr>
        <p:xfrm>
          <a:off x="5181600" y="4343400"/>
          <a:ext cx="2889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921" name="Equation" r:id="rId5" imgW="291960" imgH="304560" progId="Equation.3">
                  <p:embed/>
                </p:oleObj>
              </mc:Choice>
              <mc:Fallback>
                <p:oleObj name="Equation" r:id="rId5" imgW="291960" imgH="304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343400"/>
                        <a:ext cx="288925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8969" name="Text Box 9"/>
          <p:cNvSpPr txBox="1">
            <a:spLocks noChangeArrowheads="1"/>
          </p:cNvSpPr>
          <p:nvPr/>
        </p:nvSpPr>
        <p:spPr bwMode="auto">
          <a:xfrm>
            <a:off x="6645275" y="4241800"/>
            <a:ext cx="1222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unary</a:t>
            </a:r>
          </a:p>
        </p:txBody>
      </p:sp>
      <p:sp>
        <p:nvSpPr>
          <p:cNvPr id="808970" name="Text Box 10"/>
          <p:cNvSpPr txBox="1">
            <a:spLocks noChangeArrowheads="1"/>
          </p:cNvSpPr>
          <p:nvPr/>
        </p:nvSpPr>
        <p:spPr bwMode="auto">
          <a:xfrm>
            <a:off x="1539875" y="5537200"/>
            <a:ext cx="2905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Output string:</a:t>
            </a:r>
          </a:p>
        </p:txBody>
      </p:sp>
      <p:graphicFrame>
        <p:nvGraphicFramePr>
          <p:cNvPr id="848898" name="Object 2"/>
          <p:cNvGraphicFramePr>
            <a:graphicFrameLocks noChangeAspect="1"/>
          </p:cNvGraphicFramePr>
          <p:nvPr/>
        </p:nvGraphicFramePr>
        <p:xfrm>
          <a:off x="5178425" y="5676900"/>
          <a:ext cx="508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922" name="Equation" r:id="rId7" imgW="507960" imgH="304560" progId="Equation.3">
                  <p:embed/>
                </p:oleObj>
              </mc:Choice>
              <mc:Fallback>
                <p:oleObj name="Equation" r:id="rId7" imgW="507960" imgH="304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425" y="5676900"/>
                        <a:ext cx="5080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8972" name="Text Box 12"/>
          <p:cNvSpPr txBox="1">
            <a:spLocks noChangeArrowheads="1"/>
          </p:cNvSpPr>
          <p:nvPr/>
        </p:nvSpPr>
        <p:spPr bwMode="auto">
          <a:xfrm>
            <a:off x="6721475" y="5537200"/>
            <a:ext cx="1222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unary</a:t>
            </a:r>
          </a:p>
        </p:txBody>
      </p:sp>
      <p:graphicFrame>
        <p:nvGraphicFramePr>
          <p:cNvPr id="848899" name="Object 3"/>
          <p:cNvGraphicFramePr>
            <a:graphicFrameLocks noChangeAspect="1"/>
          </p:cNvGraphicFramePr>
          <p:nvPr/>
        </p:nvGraphicFramePr>
        <p:xfrm>
          <a:off x="5168900" y="22733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8923" name="Equation" r:id="rId9" imgW="291960" imgH="304560" progId="Equation.3">
                  <p:embed/>
                </p:oleObj>
              </mc:Choice>
              <mc:Fallback>
                <p:oleObj name="Equation" r:id="rId9" imgW="291960" imgH="3045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900" y="22733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8974" name="Text Box 14"/>
          <p:cNvSpPr txBox="1">
            <a:spLocks noChangeArrowheads="1"/>
          </p:cNvSpPr>
          <p:nvPr/>
        </p:nvSpPr>
        <p:spPr bwMode="auto">
          <a:xfrm>
            <a:off x="6019800" y="2133600"/>
            <a:ext cx="1993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integer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C1C79A-69F8-4EE7-AE10-11B31DDD587D}" type="slidenum">
              <a:rPr lang="en-US" altLang="en-US"/>
              <a:pPr/>
              <a:t>90</a:t>
            </a:fld>
            <a:endParaRPr lang="en-US" altLang="en-US"/>
          </a:p>
        </p:txBody>
      </p:sp>
      <p:sp>
        <p:nvSpPr>
          <p:cNvPr id="809986" name="Line 2"/>
          <p:cNvSpPr>
            <a:spLocks noChangeShapeType="1"/>
          </p:cNvSpPr>
          <p:nvPr/>
        </p:nvSpPr>
        <p:spPr bwMode="auto">
          <a:xfrm>
            <a:off x="2209800" y="129540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9987" name="Line 3"/>
          <p:cNvSpPr>
            <a:spLocks noChangeShapeType="1"/>
          </p:cNvSpPr>
          <p:nvPr/>
        </p:nvSpPr>
        <p:spPr bwMode="auto">
          <a:xfrm>
            <a:off x="2209800" y="198120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9988" name="Line 4"/>
          <p:cNvSpPr>
            <a:spLocks noChangeShapeType="1"/>
          </p:cNvSpPr>
          <p:nvPr/>
        </p:nvSpPr>
        <p:spPr bwMode="auto">
          <a:xfrm>
            <a:off x="25908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9989" name="Line 5"/>
          <p:cNvSpPr>
            <a:spLocks noChangeShapeType="1"/>
          </p:cNvSpPr>
          <p:nvPr/>
        </p:nvSpPr>
        <p:spPr bwMode="auto">
          <a:xfrm>
            <a:off x="31242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9990" name="Line 6"/>
          <p:cNvSpPr>
            <a:spLocks noChangeShapeType="1"/>
          </p:cNvSpPr>
          <p:nvPr/>
        </p:nvSpPr>
        <p:spPr bwMode="auto">
          <a:xfrm>
            <a:off x="3657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9991" name="Line 7"/>
          <p:cNvSpPr>
            <a:spLocks noChangeShapeType="1"/>
          </p:cNvSpPr>
          <p:nvPr/>
        </p:nvSpPr>
        <p:spPr bwMode="auto">
          <a:xfrm>
            <a:off x="41910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9992" name="Line 8"/>
          <p:cNvSpPr>
            <a:spLocks noChangeShapeType="1"/>
          </p:cNvSpPr>
          <p:nvPr/>
        </p:nvSpPr>
        <p:spPr bwMode="auto">
          <a:xfrm>
            <a:off x="64770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09993" name="Line 9"/>
          <p:cNvSpPr>
            <a:spLocks noChangeShapeType="1"/>
          </p:cNvSpPr>
          <p:nvPr/>
        </p:nvSpPr>
        <p:spPr bwMode="auto">
          <a:xfrm flipV="1">
            <a:off x="3352800" y="1981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9920" name="Object 0"/>
          <p:cNvGraphicFramePr>
            <a:graphicFrameLocks noChangeAspect="1"/>
          </p:cNvGraphicFramePr>
          <p:nvPr/>
        </p:nvGraphicFramePr>
        <p:xfrm>
          <a:off x="27432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28" name="Equation" r:id="rId3" imgW="253800" imgH="368280" progId="Equation.3">
                  <p:embed/>
                </p:oleObj>
              </mc:Choice>
              <mc:Fallback>
                <p:oleObj name="Equation" r:id="rId3" imgW="253800" imgH="3682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21" name="Object 1"/>
          <p:cNvGraphicFramePr>
            <a:graphicFrameLocks noChangeAspect="1"/>
          </p:cNvGraphicFramePr>
          <p:nvPr/>
        </p:nvGraphicFramePr>
        <p:xfrm>
          <a:off x="3124200" y="2362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29" name="Equation" r:id="rId5" imgW="444240" imgH="533160" progId="Equation.3">
                  <p:embed/>
                </p:oleObj>
              </mc:Choice>
              <mc:Fallback>
                <p:oleObj name="Equation" r:id="rId5" imgW="444240" imgH="5331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3622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22" name="Object 2"/>
          <p:cNvGraphicFramePr>
            <a:graphicFrameLocks noChangeAspect="1"/>
          </p:cNvGraphicFramePr>
          <p:nvPr/>
        </p:nvGraphicFramePr>
        <p:xfrm>
          <a:off x="38862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0" name="Equation" r:id="rId7" imgW="164880" imgH="368280" progId="Equation.3">
                  <p:embed/>
                </p:oleObj>
              </mc:Choice>
              <mc:Fallback>
                <p:oleObj name="Equation" r:id="rId7" imgW="164880" imgH="3682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23" name="Object 3"/>
          <p:cNvGraphicFramePr>
            <a:graphicFrameLocks noChangeAspect="1"/>
          </p:cNvGraphicFramePr>
          <p:nvPr/>
        </p:nvGraphicFramePr>
        <p:xfrm>
          <a:off x="6096000" y="14478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1" name="Equation" r:id="rId9" imgW="253800" imgH="368280" progId="Equation.3">
                  <p:embed/>
                </p:oleObj>
              </mc:Choice>
              <mc:Fallback>
                <p:oleObj name="Equation" r:id="rId9" imgW="253800" imgH="3682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4478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24" name="Object 4"/>
          <p:cNvGraphicFramePr>
            <a:graphicFrameLocks noChangeAspect="1"/>
          </p:cNvGraphicFramePr>
          <p:nvPr/>
        </p:nvGraphicFramePr>
        <p:xfrm>
          <a:off x="3321050" y="14589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2" name="Equation" r:id="rId10" imgW="164880" imgH="368280" progId="Equation.3">
                  <p:embed/>
                </p:oleObj>
              </mc:Choice>
              <mc:Fallback>
                <p:oleObj name="Equation" r:id="rId10" imgW="164880" imgH="3682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0" y="14589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25" name="Object 5"/>
          <p:cNvGraphicFramePr>
            <a:graphicFrameLocks noChangeAspect="1"/>
          </p:cNvGraphicFramePr>
          <p:nvPr/>
        </p:nvGraphicFramePr>
        <p:xfrm>
          <a:off x="4406900" y="2159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3" name="Equation" r:id="rId11" imgW="291960" imgH="304560" progId="Equation.3">
                  <p:embed/>
                </p:oleObj>
              </mc:Choice>
              <mc:Fallback>
                <p:oleObj name="Equation" r:id="rId11" imgW="291960" imgH="30456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2159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26" name="Object 6"/>
          <p:cNvGraphicFramePr>
            <a:graphicFrameLocks noChangeAspect="1"/>
          </p:cNvGraphicFramePr>
          <p:nvPr/>
        </p:nvGraphicFramePr>
        <p:xfrm>
          <a:off x="5638800" y="14478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4" name="Equation" r:id="rId13" imgW="164880" imgH="368280" progId="Equation.3">
                  <p:embed/>
                </p:oleObj>
              </mc:Choice>
              <mc:Fallback>
                <p:oleObj name="Equation" r:id="rId13" imgW="164880" imgH="368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478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0001" name="Line 17"/>
          <p:cNvSpPr>
            <a:spLocks noChangeShapeType="1"/>
          </p:cNvSpPr>
          <p:nvPr/>
        </p:nvSpPr>
        <p:spPr bwMode="auto">
          <a:xfrm>
            <a:off x="59436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02" name="Line 18"/>
          <p:cNvSpPr>
            <a:spLocks noChangeShapeType="1"/>
          </p:cNvSpPr>
          <p:nvPr/>
        </p:nvSpPr>
        <p:spPr bwMode="auto">
          <a:xfrm>
            <a:off x="5410200" y="1295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9927" name="Object 7"/>
          <p:cNvGraphicFramePr>
            <a:graphicFrameLocks noChangeAspect="1"/>
          </p:cNvGraphicFramePr>
          <p:nvPr/>
        </p:nvGraphicFramePr>
        <p:xfrm>
          <a:off x="4648200" y="16002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5" name="Equation" r:id="rId14" imgW="419040" imgH="114120" progId="Equation.3">
                  <p:embed/>
                </p:oleObj>
              </mc:Choice>
              <mc:Fallback>
                <p:oleObj name="Equation" r:id="rId14" imgW="419040" imgH="11412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6002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0004" name="AutoShape 20"/>
          <p:cNvSpPr>
            <a:spLocks/>
          </p:cNvSpPr>
          <p:nvPr/>
        </p:nvSpPr>
        <p:spPr bwMode="auto">
          <a:xfrm rot="16186392">
            <a:off x="4267200" y="-381000"/>
            <a:ext cx="533400" cy="2667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05" name="Line 21"/>
          <p:cNvSpPr>
            <a:spLocks noChangeShapeType="1"/>
          </p:cNvSpPr>
          <p:nvPr/>
        </p:nvSpPr>
        <p:spPr bwMode="auto">
          <a:xfrm>
            <a:off x="2057400" y="50292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06" name="Line 22"/>
          <p:cNvSpPr>
            <a:spLocks noChangeShapeType="1"/>
          </p:cNvSpPr>
          <p:nvPr/>
        </p:nvSpPr>
        <p:spPr bwMode="auto">
          <a:xfrm>
            <a:off x="2057400" y="5715000"/>
            <a:ext cx="670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07" name="Line 23"/>
          <p:cNvSpPr>
            <a:spLocks noChangeShapeType="1"/>
          </p:cNvSpPr>
          <p:nvPr/>
        </p:nvSpPr>
        <p:spPr bwMode="auto">
          <a:xfrm>
            <a:off x="2438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08" name="Line 24"/>
          <p:cNvSpPr>
            <a:spLocks noChangeShapeType="1"/>
          </p:cNvSpPr>
          <p:nvPr/>
        </p:nvSpPr>
        <p:spPr bwMode="auto">
          <a:xfrm>
            <a:off x="2971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09" name="Line 25"/>
          <p:cNvSpPr>
            <a:spLocks noChangeShapeType="1"/>
          </p:cNvSpPr>
          <p:nvPr/>
        </p:nvSpPr>
        <p:spPr bwMode="auto">
          <a:xfrm>
            <a:off x="35052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10" name="Line 26"/>
          <p:cNvSpPr>
            <a:spLocks noChangeShapeType="1"/>
          </p:cNvSpPr>
          <p:nvPr/>
        </p:nvSpPr>
        <p:spPr bwMode="auto">
          <a:xfrm>
            <a:off x="4038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11" name="Line 27"/>
          <p:cNvSpPr>
            <a:spLocks noChangeShapeType="1"/>
          </p:cNvSpPr>
          <p:nvPr/>
        </p:nvSpPr>
        <p:spPr bwMode="auto">
          <a:xfrm>
            <a:off x="6705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12" name="Line 28"/>
          <p:cNvSpPr>
            <a:spLocks noChangeShapeType="1"/>
          </p:cNvSpPr>
          <p:nvPr/>
        </p:nvSpPr>
        <p:spPr bwMode="auto">
          <a:xfrm>
            <a:off x="72390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13" name="Line 29"/>
          <p:cNvSpPr>
            <a:spLocks noChangeShapeType="1"/>
          </p:cNvSpPr>
          <p:nvPr/>
        </p:nvSpPr>
        <p:spPr bwMode="auto">
          <a:xfrm>
            <a:off x="83058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14" name="Line 30"/>
          <p:cNvSpPr>
            <a:spLocks noChangeShapeType="1"/>
          </p:cNvSpPr>
          <p:nvPr/>
        </p:nvSpPr>
        <p:spPr bwMode="auto">
          <a:xfrm flipV="1">
            <a:off x="3200400" y="571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9928" name="Object 8"/>
          <p:cNvGraphicFramePr>
            <a:graphicFrameLocks noChangeAspect="1"/>
          </p:cNvGraphicFramePr>
          <p:nvPr/>
        </p:nvGraphicFramePr>
        <p:xfrm>
          <a:off x="25908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6" name="Equation" r:id="rId16" imgW="253800" imgH="368280" progId="Equation.3">
                  <p:embed/>
                </p:oleObj>
              </mc:Choice>
              <mc:Fallback>
                <p:oleObj name="Equation" r:id="rId16" imgW="253800" imgH="368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29" name="Object 9"/>
          <p:cNvGraphicFramePr>
            <a:graphicFrameLocks noChangeAspect="1"/>
          </p:cNvGraphicFramePr>
          <p:nvPr/>
        </p:nvGraphicFramePr>
        <p:xfrm>
          <a:off x="7969250" y="518795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7" name="Equation" r:id="rId17" imgW="164880" imgH="368280" progId="Equation.3">
                  <p:embed/>
                </p:oleObj>
              </mc:Choice>
              <mc:Fallback>
                <p:oleObj name="Equation" r:id="rId17" imgW="164880" imgH="3682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0" y="518795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0" name="Object 10"/>
          <p:cNvGraphicFramePr>
            <a:graphicFrameLocks noChangeAspect="1"/>
          </p:cNvGraphicFramePr>
          <p:nvPr/>
        </p:nvGraphicFramePr>
        <p:xfrm>
          <a:off x="2927350" y="6057900"/>
          <a:ext cx="5318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8" name="Equation" r:id="rId18" imgW="533160" imgH="609480" progId="Equation.3">
                  <p:embed/>
                </p:oleObj>
              </mc:Choice>
              <mc:Fallback>
                <p:oleObj name="Equation" r:id="rId18" imgW="533160" imgH="6094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6057900"/>
                        <a:ext cx="53181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1" name="Object 11"/>
          <p:cNvGraphicFramePr>
            <a:graphicFrameLocks noChangeAspect="1"/>
          </p:cNvGraphicFramePr>
          <p:nvPr/>
        </p:nvGraphicFramePr>
        <p:xfrm>
          <a:off x="37338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39" name="Equation" r:id="rId20" imgW="164880" imgH="368280" progId="Equation.3">
                  <p:embed/>
                </p:oleObj>
              </mc:Choice>
              <mc:Fallback>
                <p:oleObj name="Equation" r:id="rId20" imgW="164880" imgH="3682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2" name="Object 12"/>
          <p:cNvGraphicFramePr>
            <a:graphicFrameLocks noChangeAspect="1"/>
          </p:cNvGraphicFramePr>
          <p:nvPr/>
        </p:nvGraphicFramePr>
        <p:xfrm>
          <a:off x="8458200" y="5181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0" name="Equation" r:id="rId21" imgW="253800" imgH="368280" progId="Equation.3">
                  <p:embed/>
                </p:oleObj>
              </mc:Choice>
              <mc:Fallback>
                <p:oleObj name="Equation" r:id="rId21" imgW="253800" imgH="3682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51816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3" name="Object 13"/>
          <p:cNvGraphicFramePr>
            <a:graphicFrameLocks noChangeAspect="1"/>
          </p:cNvGraphicFramePr>
          <p:nvPr/>
        </p:nvGraphicFramePr>
        <p:xfrm>
          <a:off x="3168650" y="51927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1" name="Equation" r:id="rId22" imgW="164880" imgH="368280" progId="Equation.3">
                  <p:embed/>
                </p:oleObj>
              </mc:Choice>
              <mc:Fallback>
                <p:oleObj name="Equation" r:id="rId22" imgW="16488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650" y="51927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4" name="Object 14"/>
          <p:cNvGraphicFramePr>
            <a:graphicFrameLocks noChangeAspect="1"/>
          </p:cNvGraphicFramePr>
          <p:nvPr/>
        </p:nvGraphicFramePr>
        <p:xfrm>
          <a:off x="5302250" y="3795713"/>
          <a:ext cx="5445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2" name="Equation" r:id="rId23" imgW="545760" imgH="419040" progId="Equation.3">
                  <p:embed/>
                </p:oleObj>
              </mc:Choice>
              <mc:Fallback>
                <p:oleObj name="Equation" r:id="rId23" imgW="545760" imgH="41904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3795713"/>
                        <a:ext cx="5445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5" name="Object 15"/>
          <p:cNvGraphicFramePr>
            <a:graphicFrameLocks noChangeAspect="1"/>
          </p:cNvGraphicFramePr>
          <p:nvPr/>
        </p:nvGraphicFramePr>
        <p:xfrm>
          <a:off x="5334000" y="5334000"/>
          <a:ext cx="419100" cy="11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3" name="Equation" r:id="rId25" imgW="419040" imgH="114120" progId="Equation.3">
                  <p:embed/>
                </p:oleObj>
              </mc:Choice>
              <mc:Fallback>
                <p:oleObj name="Equation" r:id="rId25" imgW="419040" imgH="11412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334000"/>
                        <a:ext cx="419100" cy="112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0023" name="Line 39"/>
          <p:cNvSpPr>
            <a:spLocks noChangeShapeType="1"/>
          </p:cNvSpPr>
          <p:nvPr/>
        </p:nvSpPr>
        <p:spPr bwMode="auto">
          <a:xfrm>
            <a:off x="77724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0024" name="AutoShape 40"/>
          <p:cNvSpPr>
            <a:spLocks/>
          </p:cNvSpPr>
          <p:nvPr/>
        </p:nvSpPr>
        <p:spPr bwMode="auto">
          <a:xfrm rot="16186392">
            <a:off x="5407819" y="2050256"/>
            <a:ext cx="533400" cy="5259388"/>
          </a:xfrm>
          <a:prstGeom prst="rightBrace">
            <a:avLst>
              <a:gd name="adj1" fmla="val 8216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49936" name="Object 16"/>
          <p:cNvGraphicFramePr>
            <a:graphicFrameLocks noChangeAspect="1"/>
          </p:cNvGraphicFramePr>
          <p:nvPr/>
        </p:nvGraphicFramePr>
        <p:xfrm>
          <a:off x="74676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4" name="Equation" r:id="rId27" imgW="164880" imgH="368280" progId="Equation.3">
                  <p:embed/>
                </p:oleObj>
              </mc:Choice>
              <mc:Fallback>
                <p:oleObj name="Equation" r:id="rId27" imgW="16488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37" name="Object 17"/>
          <p:cNvGraphicFramePr>
            <a:graphicFrameLocks noChangeAspect="1"/>
          </p:cNvGraphicFramePr>
          <p:nvPr/>
        </p:nvGraphicFramePr>
        <p:xfrm>
          <a:off x="6858000" y="51816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45" name="Equation" r:id="rId28" imgW="164880" imgH="368280" progId="Equation.3">
                  <p:embed/>
                </p:oleObj>
              </mc:Choice>
              <mc:Fallback>
                <p:oleObj name="Equation" r:id="rId28" imgW="164880" imgH="36828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1816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0027" name="Text Box 43"/>
          <p:cNvSpPr txBox="1">
            <a:spLocks noChangeArrowheads="1"/>
          </p:cNvSpPr>
          <p:nvPr/>
        </p:nvSpPr>
        <p:spPr bwMode="auto">
          <a:xfrm>
            <a:off x="228600" y="1371600"/>
            <a:ext cx="125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Start</a:t>
            </a:r>
          </a:p>
        </p:txBody>
      </p:sp>
      <p:sp>
        <p:nvSpPr>
          <p:cNvPr id="810028" name="Text Box 44"/>
          <p:cNvSpPr txBox="1">
            <a:spLocks noChangeArrowheads="1"/>
          </p:cNvSpPr>
          <p:nvPr/>
        </p:nvSpPr>
        <p:spPr bwMode="auto">
          <a:xfrm>
            <a:off x="228600" y="5029200"/>
            <a:ext cx="1304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Finish</a:t>
            </a:r>
          </a:p>
        </p:txBody>
      </p:sp>
      <p:sp>
        <p:nvSpPr>
          <p:cNvPr id="810029" name="Text Box 45"/>
          <p:cNvSpPr txBox="1">
            <a:spLocks noChangeArrowheads="1"/>
          </p:cNvSpPr>
          <p:nvPr/>
        </p:nvSpPr>
        <p:spPr bwMode="auto">
          <a:xfrm>
            <a:off x="3657600" y="6096000"/>
            <a:ext cx="2171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final state</a:t>
            </a:r>
          </a:p>
        </p:txBody>
      </p:sp>
      <p:sp>
        <p:nvSpPr>
          <p:cNvPr id="810030" name="Text Box 46"/>
          <p:cNvSpPr txBox="1">
            <a:spLocks noChangeArrowheads="1"/>
          </p:cNvSpPr>
          <p:nvPr/>
        </p:nvSpPr>
        <p:spPr bwMode="auto">
          <a:xfrm>
            <a:off x="3733800" y="2438400"/>
            <a:ext cx="23860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initial state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51800-85AB-4829-A26F-45B586F5AB1D}" type="slidenum">
              <a:rPr lang="en-US" altLang="en-US"/>
              <a:pPr/>
              <a:t>91</a:t>
            </a:fld>
            <a:endParaRPr lang="en-US" altLang="en-US"/>
          </a:p>
        </p:txBody>
      </p:sp>
      <p:sp>
        <p:nvSpPr>
          <p:cNvPr id="811010" name="Text Box 2"/>
          <p:cNvSpPr txBox="1">
            <a:spLocks noChangeArrowheads="1"/>
          </p:cNvSpPr>
          <p:nvPr/>
        </p:nvSpPr>
        <p:spPr bwMode="auto">
          <a:xfrm>
            <a:off x="0" y="152400"/>
            <a:ext cx="6254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 Pseudocode for</a:t>
            </a:r>
            <a:r>
              <a:rPr lang="en-US">
                <a:solidFill>
                  <a:srgbClr val="FF0000"/>
                </a:solidFill>
              </a:rPr>
              <a:t> </a:t>
            </a:r>
          </a:p>
        </p:txBody>
      </p:sp>
      <p:graphicFrame>
        <p:nvGraphicFramePr>
          <p:cNvPr id="850944" name="Object 0"/>
          <p:cNvGraphicFramePr>
            <a:graphicFrameLocks noChangeAspect="1"/>
          </p:cNvGraphicFramePr>
          <p:nvPr/>
        </p:nvGraphicFramePr>
        <p:xfrm>
          <a:off x="6299200" y="203200"/>
          <a:ext cx="2032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950" name="Equation" r:id="rId3" imgW="2031840" imgH="533160" progId="Equation.3">
                  <p:embed/>
                </p:oleObj>
              </mc:Choice>
              <mc:Fallback>
                <p:oleObj name="Equation" r:id="rId3" imgW="20318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203200"/>
                        <a:ext cx="2032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1012" name="Text Box 4"/>
          <p:cNvSpPr txBox="1">
            <a:spLocks noChangeArrowheads="1"/>
          </p:cNvSpPr>
          <p:nvPr/>
        </p:nvSpPr>
        <p:spPr bwMode="auto">
          <a:xfrm>
            <a:off x="914400" y="1524000"/>
            <a:ext cx="4732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Replace every </a:t>
            </a:r>
            <a:r>
              <a:rPr lang="en-US">
                <a:solidFill>
                  <a:schemeClr val="tx1"/>
                </a:solidFill>
              </a:rPr>
              <a:t>1</a:t>
            </a:r>
            <a:r>
              <a:rPr lang="en-US"/>
              <a:t> with </a:t>
            </a:r>
            <a:r>
              <a:rPr lang="en-US">
                <a:solidFill>
                  <a:schemeClr val="tx1"/>
                </a:solidFill>
              </a:rPr>
              <a:t>$</a:t>
            </a:r>
          </a:p>
        </p:txBody>
      </p:sp>
      <p:sp>
        <p:nvSpPr>
          <p:cNvPr id="811013" name="Text Box 5"/>
          <p:cNvSpPr txBox="1">
            <a:spLocks noChangeArrowheads="1"/>
          </p:cNvSpPr>
          <p:nvPr/>
        </p:nvSpPr>
        <p:spPr bwMode="auto">
          <a:xfrm>
            <a:off x="914400" y="2438400"/>
            <a:ext cx="1903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solidFill>
                  <a:srgbClr val="008000"/>
                </a:solidFill>
              </a:rPr>
              <a:t> Repeat:</a:t>
            </a:r>
          </a:p>
        </p:txBody>
      </p:sp>
      <p:sp>
        <p:nvSpPr>
          <p:cNvPr id="811014" name="Text Box 6"/>
          <p:cNvSpPr txBox="1">
            <a:spLocks noChangeArrowheads="1"/>
          </p:cNvSpPr>
          <p:nvPr/>
        </p:nvSpPr>
        <p:spPr bwMode="auto">
          <a:xfrm>
            <a:off x="1981200" y="3124200"/>
            <a:ext cx="69707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Find rightmost </a:t>
            </a:r>
            <a:r>
              <a:rPr lang="en-US">
                <a:solidFill>
                  <a:schemeClr val="tx1"/>
                </a:solidFill>
              </a:rPr>
              <a:t>$</a:t>
            </a:r>
            <a:r>
              <a:rPr lang="en-US"/>
              <a:t>, replace it with </a:t>
            </a:r>
            <a:r>
              <a:rPr lang="en-US">
                <a:solidFill>
                  <a:schemeClr val="tx1"/>
                </a:solidFill>
              </a:rPr>
              <a:t>1</a:t>
            </a:r>
          </a:p>
          <a:p>
            <a:endParaRPr lang="en-US"/>
          </a:p>
          <a:p>
            <a:pPr>
              <a:buFontTx/>
              <a:buChar char="•"/>
            </a:pPr>
            <a:r>
              <a:rPr lang="en-US"/>
              <a:t> Go to right end, insert </a:t>
            </a:r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11015" name="Text Box 7"/>
          <p:cNvSpPr txBox="1">
            <a:spLocks noChangeArrowheads="1"/>
          </p:cNvSpPr>
          <p:nvPr/>
        </p:nvSpPr>
        <p:spPr bwMode="auto">
          <a:xfrm>
            <a:off x="1219200" y="5181600"/>
            <a:ext cx="4529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Until </a:t>
            </a:r>
            <a:r>
              <a:rPr lang="en-US"/>
              <a:t>no more </a:t>
            </a:r>
            <a:r>
              <a:rPr lang="en-US">
                <a:solidFill>
                  <a:schemeClr val="tx1"/>
                </a:solidFill>
              </a:rPr>
              <a:t>$</a:t>
            </a:r>
            <a:r>
              <a:rPr lang="en-US"/>
              <a:t> remain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305031-64AF-4C85-861E-C0CE6E889439}" type="slidenum">
              <a:rPr lang="en-US" altLang="en-US"/>
              <a:pPr/>
              <a:t>92</a:t>
            </a:fld>
            <a:endParaRPr lang="en-US" altLang="en-US"/>
          </a:p>
        </p:txBody>
      </p:sp>
      <p:sp>
        <p:nvSpPr>
          <p:cNvPr id="812034" name="Oval 2"/>
          <p:cNvSpPr>
            <a:spLocks noChangeArrowheads="1"/>
          </p:cNvSpPr>
          <p:nvPr/>
        </p:nvSpPr>
        <p:spPr bwMode="auto">
          <a:xfrm>
            <a:off x="3962400" y="43434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2035" name="Object 3"/>
          <p:cNvGraphicFramePr>
            <a:graphicFrameLocks noChangeAspect="1"/>
          </p:cNvGraphicFramePr>
          <p:nvPr/>
        </p:nvGraphicFramePr>
        <p:xfrm>
          <a:off x="1828800" y="43434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0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3434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36" name="Line 4"/>
          <p:cNvSpPr>
            <a:spLocks noChangeShapeType="1"/>
          </p:cNvSpPr>
          <p:nvPr/>
        </p:nvSpPr>
        <p:spPr bwMode="auto">
          <a:xfrm>
            <a:off x="4648200" y="46482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2037" name="Oval 5"/>
          <p:cNvSpPr>
            <a:spLocks noChangeArrowheads="1"/>
          </p:cNvSpPr>
          <p:nvPr/>
        </p:nvSpPr>
        <p:spPr bwMode="auto">
          <a:xfrm>
            <a:off x="6489700" y="43561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2038" name="Object 6"/>
          <p:cNvGraphicFramePr>
            <a:graphicFrameLocks noChangeAspect="1"/>
          </p:cNvGraphicFramePr>
          <p:nvPr/>
        </p:nvGraphicFramePr>
        <p:xfrm>
          <a:off x="4114800" y="4343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1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3434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39" name="Oval 7"/>
          <p:cNvSpPr>
            <a:spLocks noChangeArrowheads="1"/>
          </p:cNvSpPr>
          <p:nvPr/>
        </p:nvSpPr>
        <p:spPr bwMode="auto">
          <a:xfrm>
            <a:off x="2108200" y="5791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2040" name="Object 8"/>
          <p:cNvGraphicFramePr>
            <a:graphicFrameLocks noChangeAspect="1"/>
          </p:cNvGraphicFramePr>
          <p:nvPr/>
        </p:nvGraphicFramePr>
        <p:xfrm>
          <a:off x="6629400" y="42672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2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2672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41" name="Oval 9"/>
          <p:cNvSpPr>
            <a:spLocks noChangeArrowheads="1"/>
          </p:cNvSpPr>
          <p:nvPr/>
        </p:nvSpPr>
        <p:spPr bwMode="auto">
          <a:xfrm>
            <a:off x="1676400" y="43434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2042" name="Object 10"/>
          <p:cNvGraphicFramePr>
            <a:graphicFrameLocks noChangeAspect="1"/>
          </p:cNvGraphicFramePr>
          <p:nvPr/>
        </p:nvGraphicFramePr>
        <p:xfrm>
          <a:off x="2260600" y="57912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3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57912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43" name="Freeform 11"/>
          <p:cNvSpPr>
            <a:spLocks/>
          </p:cNvSpPr>
          <p:nvPr/>
        </p:nvSpPr>
        <p:spPr bwMode="auto">
          <a:xfrm>
            <a:off x="3657600" y="33528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12044" name="Object 12"/>
          <p:cNvGraphicFramePr>
            <a:graphicFrameLocks noChangeAspect="1"/>
          </p:cNvGraphicFramePr>
          <p:nvPr/>
        </p:nvGraphicFramePr>
        <p:xfrm>
          <a:off x="4705350" y="4179888"/>
          <a:ext cx="14859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4" name="Equation" r:id="rId11" imgW="1485720" imgH="482400" progId="Equation.3">
                  <p:embed/>
                </p:oleObj>
              </mc:Choice>
              <mc:Fallback>
                <p:oleObj name="Equation" r:id="rId11" imgW="1485720" imgH="4824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350" y="4179888"/>
                        <a:ext cx="148590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5" name="Object 13"/>
          <p:cNvGraphicFramePr>
            <a:graphicFrameLocks noChangeAspect="1"/>
          </p:cNvGraphicFramePr>
          <p:nvPr/>
        </p:nvGraphicFramePr>
        <p:xfrm>
          <a:off x="4775200" y="5410200"/>
          <a:ext cx="147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5" name="Equation" r:id="rId13" imgW="1473120" imgH="457200" progId="Equation.3">
                  <p:embed/>
                </p:oleObj>
              </mc:Choice>
              <mc:Fallback>
                <p:oleObj name="Equation" r:id="rId13" imgW="1473120" imgH="45720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5410200"/>
                        <a:ext cx="1473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2046" name="Object 14"/>
          <p:cNvGraphicFramePr>
            <a:graphicFrameLocks noChangeAspect="1"/>
          </p:cNvGraphicFramePr>
          <p:nvPr/>
        </p:nvGraphicFramePr>
        <p:xfrm>
          <a:off x="2413000" y="419735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6" name="Equation" r:id="rId15" imgW="1549080" imgH="457200" progId="Equation.3">
                  <p:embed/>
                </p:oleObj>
              </mc:Choice>
              <mc:Fallback>
                <p:oleObj name="Equation" r:id="rId15" imgW="1549080" imgH="4572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419735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47" name="Freeform 15"/>
          <p:cNvSpPr>
            <a:spLocks/>
          </p:cNvSpPr>
          <p:nvPr/>
        </p:nvSpPr>
        <p:spPr bwMode="auto">
          <a:xfrm>
            <a:off x="1371600" y="33528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12048" name="Object 16"/>
          <p:cNvGraphicFramePr>
            <a:graphicFrameLocks noChangeAspect="1"/>
          </p:cNvGraphicFramePr>
          <p:nvPr/>
        </p:nvGraphicFramePr>
        <p:xfrm>
          <a:off x="1301750" y="2814638"/>
          <a:ext cx="14859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7" name="Equation" r:id="rId17" imgW="1485720" imgH="482400" progId="Equation.3">
                  <p:embed/>
                </p:oleObj>
              </mc:Choice>
              <mc:Fallback>
                <p:oleObj name="Equation" r:id="rId17" imgW="1485720" imgH="48240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2814638"/>
                        <a:ext cx="148590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49" name="Line 17"/>
          <p:cNvSpPr>
            <a:spLocks noChangeShapeType="1"/>
          </p:cNvSpPr>
          <p:nvPr/>
        </p:nvSpPr>
        <p:spPr bwMode="auto">
          <a:xfrm>
            <a:off x="2362200" y="4648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2050" name="Object 18"/>
          <p:cNvGraphicFramePr>
            <a:graphicFrameLocks noChangeAspect="1"/>
          </p:cNvGraphicFramePr>
          <p:nvPr/>
        </p:nvGraphicFramePr>
        <p:xfrm>
          <a:off x="3683000" y="2895600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8" name="Equation" r:id="rId19" imgW="1384200" imgH="457200" progId="Equation.3">
                  <p:embed/>
                </p:oleObj>
              </mc:Choice>
              <mc:Fallback>
                <p:oleObj name="Equation" r:id="rId19" imgW="1384200" imgH="4572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0" y="2895600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51" name="Line 19"/>
          <p:cNvSpPr>
            <a:spLocks noChangeShapeType="1"/>
          </p:cNvSpPr>
          <p:nvPr/>
        </p:nvSpPr>
        <p:spPr bwMode="auto">
          <a:xfrm>
            <a:off x="1219200" y="4648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2052" name="Freeform 20"/>
          <p:cNvSpPr>
            <a:spLocks/>
          </p:cNvSpPr>
          <p:nvPr/>
        </p:nvSpPr>
        <p:spPr bwMode="auto">
          <a:xfrm>
            <a:off x="6223000" y="33528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12053" name="Object 21"/>
          <p:cNvGraphicFramePr>
            <a:graphicFrameLocks noChangeAspect="1"/>
          </p:cNvGraphicFramePr>
          <p:nvPr/>
        </p:nvGraphicFramePr>
        <p:xfrm>
          <a:off x="6134100" y="2895600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29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0" y="2895600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54" name="Oval 22"/>
          <p:cNvSpPr>
            <a:spLocks noChangeArrowheads="1"/>
          </p:cNvSpPr>
          <p:nvPr/>
        </p:nvSpPr>
        <p:spPr bwMode="auto">
          <a:xfrm>
            <a:off x="1955800" y="56388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2055" name="Freeform 23"/>
          <p:cNvSpPr>
            <a:spLocks/>
          </p:cNvSpPr>
          <p:nvPr/>
        </p:nvSpPr>
        <p:spPr bwMode="auto">
          <a:xfrm>
            <a:off x="4178300" y="4953000"/>
            <a:ext cx="2654300" cy="1320800"/>
          </a:xfrm>
          <a:custGeom>
            <a:avLst/>
            <a:gdLst/>
            <a:ahLst/>
            <a:cxnLst>
              <a:cxn ang="0">
                <a:pos x="1672" y="0"/>
              </a:cxn>
              <a:cxn ang="0">
                <a:pos x="1432" y="720"/>
              </a:cxn>
              <a:cxn ang="0">
                <a:pos x="232" y="672"/>
              </a:cxn>
              <a:cxn ang="0">
                <a:pos x="40" y="0"/>
              </a:cxn>
            </a:cxnLst>
            <a:rect l="0" t="0" r="r" b="b"/>
            <a:pathLst>
              <a:path w="1672" h="832">
                <a:moveTo>
                  <a:pt x="1672" y="0"/>
                </a:moveTo>
                <a:cubicBezTo>
                  <a:pt x="1672" y="304"/>
                  <a:pt x="1672" y="608"/>
                  <a:pt x="1432" y="720"/>
                </a:cubicBezTo>
                <a:cubicBezTo>
                  <a:pt x="1192" y="832"/>
                  <a:pt x="464" y="792"/>
                  <a:pt x="232" y="672"/>
                </a:cubicBezTo>
                <a:cubicBezTo>
                  <a:pt x="0" y="552"/>
                  <a:pt x="20" y="276"/>
                  <a:pt x="4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2056" name="Line 24"/>
          <p:cNvSpPr>
            <a:spLocks noChangeShapeType="1"/>
          </p:cNvSpPr>
          <p:nvPr/>
        </p:nvSpPr>
        <p:spPr bwMode="auto">
          <a:xfrm flipH="1">
            <a:off x="2870200" y="4800600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2057" name="Object 25"/>
          <p:cNvGraphicFramePr>
            <a:graphicFrameLocks noChangeAspect="1"/>
          </p:cNvGraphicFramePr>
          <p:nvPr/>
        </p:nvGraphicFramePr>
        <p:xfrm>
          <a:off x="1574800" y="51816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30" name="Equation" r:id="rId23" imgW="1587240" imgH="457200" progId="Equation.3">
                  <p:embed/>
                </p:oleObj>
              </mc:Choice>
              <mc:Fallback>
                <p:oleObj name="Equation" r:id="rId23" imgW="1587240" imgH="457200" progId="Equation.3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51816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2058" name="Text Box 26"/>
          <p:cNvSpPr txBox="1">
            <a:spLocks noChangeArrowheads="1"/>
          </p:cNvSpPr>
          <p:nvPr/>
        </p:nvSpPr>
        <p:spPr bwMode="auto">
          <a:xfrm>
            <a:off x="0" y="533400"/>
            <a:ext cx="395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 for</a:t>
            </a:r>
            <a:r>
              <a:rPr lang="en-US"/>
              <a:t> </a:t>
            </a:r>
          </a:p>
        </p:txBody>
      </p:sp>
      <p:graphicFrame>
        <p:nvGraphicFramePr>
          <p:cNvPr id="812059" name="Object 27"/>
          <p:cNvGraphicFramePr>
            <a:graphicFrameLocks noChangeAspect="1"/>
          </p:cNvGraphicFramePr>
          <p:nvPr/>
        </p:nvGraphicFramePr>
        <p:xfrm>
          <a:off x="4029075" y="558800"/>
          <a:ext cx="20320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31" name="Equation" r:id="rId25" imgW="2031840" imgH="533160" progId="Equation.3">
                  <p:embed/>
                </p:oleObj>
              </mc:Choice>
              <mc:Fallback>
                <p:oleObj name="Equation" r:id="rId25" imgW="2031840" imgH="533160" progId="Equation.3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075" y="558800"/>
                        <a:ext cx="20320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7FA303-4144-45A0-A166-A2F73DE1E281}" type="slidenum">
              <a:rPr lang="en-US" altLang="en-US"/>
              <a:pPr/>
              <a:t>93</a:t>
            </a:fld>
            <a:endParaRPr lang="en-US" altLang="en-US"/>
          </a:p>
        </p:txBody>
      </p:sp>
      <p:sp>
        <p:nvSpPr>
          <p:cNvPr id="813058" name="Oval 2"/>
          <p:cNvSpPr>
            <a:spLocks noChangeArrowheads="1"/>
          </p:cNvSpPr>
          <p:nvPr/>
        </p:nvSpPr>
        <p:spPr bwMode="auto">
          <a:xfrm>
            <a:off x="4013200" y="4648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68" name="Object 0"/>
          <p:cNvGraphicFramePr>
            <a:graphicFrameLocks noChangeAspect="1"/>
          </p:cNvGraphicFramePr>
          <p:nvPr/>
        </p:nvGraphicFramePr>
        <p:xfrm>
          <a:off x="1879600" y="4648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06" name="Equation" r:id="rId3" imgW="444240" imgH="533160" progId="Equation.3">
                  <p:embed/>
                </p:oleObj>
              </mc:Choice>
              <mc:Fallback>
                <p:oleObj name="Equation" r:id="rId3" imgW="444240" imgH="53316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6482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60" name="Line 4"/>
          <p:cNvSpPr>
            <a:spLocks noChangeShapeType="1"/>
          </p:cNvSpPr>
          <p:nvPr/>
        </p:nvSpPr>
        <p:spPr bwMode="auto">
          <a:xfrm>
            <a:off x="4699000" y="49530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61" name="Oval 5"/>
          <p:cNvSpPr>
            <a:spLocks noChangeArrowheads="1"/>
          </p:cNvSpPr>
          <p:nvPr/>
        </p:nvSpPr>
        <p:spPr bwMode="auto">
          <a:xfrm>
            <a:off x="6540500" y="46609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69" name="Object 1"/>
          <p:cNvGraphicFramePr>
            <a:graphicFrameLocks noChangeAspect="1"/>
          </p:cNvGraphicFramePr>
          <p:nvPr/>
        </p:nvGraphicFramePr>
        <p:xfrm>
          <a:off x="4165600" y="46482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07" name="Equation" r:id="rId5" imgW="380880" imgH="520560" progId="Equation.3">
                  <p:embed/>
                </p:oleObj>
              </mc:Choice>
              <mc:Fallback>
                <p:oleObj name="Equation" r:id="rId5" imgW="380880" imgH="5205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600" y="4648200"/>
                        <a:ext cx="3810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63" name="Oval 7"/>
          <p:cNvSpPr>
            <a:spLocks noChangeArrowheads="1"/>
          </p:cNvSpPr>
          <p:nvPr/>
        </p:nvSpPr>
        <p:spPr bwMode="auto">
          <a:xfrm>
            <a:off x="2159000" y="60960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70" name="Object 2"/>
          <p:cNvGraphicFramePr>
            <a:graphicFrameLocks noChangeAspect="1"/>
          </p:cNvGraphicFramePr>
          <p:nvPr/>
        </p:nvGraphicFramePr>
        <p:xfrm>
          <a:off x="6680200" y="45720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08" name="Equation" r:id="rId7" imgW="444240" imgH="520560" progId="Equation.3">
                  <p:embed/>
                </p:oleObj>
              </mc:Choice>
              <mc:Fallback>
                <p:oleObj name="Equation" r:id="rId7" imgW="444240" imgH="5205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4572000"/>
                        <a:ext cx="442913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65" name="Oval 9"/>
          <p:cNvSpPr>
            <a:spLocks noChangeArrowheads="1"/>
          </p:cNvSpPr>
          <p:nvPr/>
        </p:nvSpPr>
        <p:spPr bwMode="auto">
          <a:xfrm>
            <a:off x="1727200" y="46482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71" name="Object 3"/>
          <p:cNvGraphicFramePr>
            <a:graphicFrameLocks noChangeAspect="1"/>
          </p:cNvGraphicFramePr>
          <p:nvPr/>
        </p:nvGraphicFramePr>
        <p:xfrm>
          <a:off x="2311400" y="60960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09" name="Equation" r:id="rId9" imgW="431640" imgH="533160" progId="Equation.3">
                  <p:embed/>
                </p:oleObj>
              </mc:Choice>
              <mc:Fallback>
                <p:oleObj name="Equation" r:id="rId9" imgW="43164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60960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67" name="Freeform 11"/>
          <p:cNvSpPr>
            <a:spLocks/>
          </p:cNvSpPr>
          <p:nvPr/>
        </p:nvSpPr>
        <p:spPr bwMode="auto">
          <a:xfrm>
            <a:off x="3708400" y="36576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51972" name="Object 4"/>
          <p:cNvGraphicFramePr>
            <a:graphicFrameLocks noChangeAspect="1"/>
          </p:cNvGraphicFramePr>
          <p:nvPr/>
        </p:nvGraphicFramePr>
        <p:xfrm>
          <a:off x="4756150" y="4484688"/>
          <a:ext cx="14859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0" name="Equation" r:id="rId11" imgW="1485720" imgH="482400" progId="Equation.3">
                  <p:embed/>
                </p:oleObj>
              </mc:Choice>
              <mc:Fallback>
                <p:oleObj name="Equation" r:id="rId11" imgW="1485720" imgH="482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4484688"/>
                        <a:ext cx="148590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3" name="Object 5"/>
          <p:cNvGraphicFramePr>
            <a:graphicFrameLocks noChangeAspect="1"/>
          </p:cNvGraphicFramePr>
          <p:nvPr/>
        </p:nvGraphicFramePr>
        <p:xfrm>
          <a:off x="4826000" y="5715000"/>
          <a:ext cx="147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1" name="Equation" r:id="rId13" imgW="1473120" imgH="457200" progId="Equation.3">
                  <p:embed/>
                </p:oleObj>
              </mc:Choice>
              <mc:Fallback>
                <p:oleObj name="Equation" r:id="rId13" imgW="1473120" imgH="457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0" y="5715000"/>
                        <a:ext cx="1473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74" name="Object 6"/>
          <p:cNvGraphicFramePr>
            <a:graphicFrameLocks noChangeAspect="1"/>
          </p:cNvGraphicFramePr>
          <p:nvPr/>
        </p:nvGraphicFramePr>
        <p:xfrm>
          <a:off x="2463800" y="450215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2" name="Equation" r:id="rId15" imgW="1549080" imgH="457200" progId="Equation.3">
                  <p:embed/>
                </p:oleObj>
              </mc:Choice>
              <mc:Fallback>
                <p:oleObj name="Equation" r:id="rId15" imgW="154908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4502150"/>
                        <a:ext cx="15494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71" name="Freeform 15"/>
          <p:cNvSpPr>
            <a:spLocks/>
          </p:cNvSpPr>
          <p:nvPr/>
        </p:nvSpPr>
        <p:spPr bwMode="auto">
          <a:xfrm>
            <a:off x="1422400" y="36576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51975" name="Object 7"/>
          <p:cNvGraphicFramePr>
            <a:graphicFrameLocks noChangeAspect="1"/>
          </p:cNvGraphicFramePr>
          <p:nvPr/>
        </p:nvGraphicFramePr>
        <p:xfrm>
          <a:off x="1352550" y="3119438"/>
          <a:ext cx="14859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3" name="Equation" r:id="rId17" imgW="1485720" imgH="482400" progId="Equation.3">
                  <p:embed/>
                </p:oleObj>
              </mc:Choice>
              <mc:Fallback>
                <p:oleObj name="Equation" r:id="rId17" imgW="1485720" imgH="4824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2550" y="3119438"/>
                        <a:ext cx="148590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73" name="Line 17"/>
          <p:cNvSpPr>
            <a:spLocks noChangeShapeType="1"/>
          </p:cNvSpPr>
          <p:nvPr/>
        </p:nvSpPr>
        <p:spPr bwMode="auto">
          <a:xfrm>
            <a:off x="2413000" y="49530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76" name="Object 8"/>
          <p:cNvGraphicFramePr>
            <a:graphicFrameLocks noChangeAspect="1"/>
          </p:cNvGraphicFramePr>
          <p:nvPr/>
        </p:nvGraphicFramePr>
        <p:xfrm>
          <a:off x="3733800" y="3200400"/>
          <a:ext cx="1384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4" name="Equation" r:id="rId19" imgW="1384200" imgH="457200" progId="Equation.3">
                  <p:embed/>
                </p:oleObj>
              </mc:Choice>
              <mc:Fallback>
                <p:oleObj name="Equation" r:id="rId19" imgW="138420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200400"/>
                        <a:ext cx="13843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75" name="Line 19"/>
          <p:cNvSpPr>
            <a:spLocks noChangeShapeType="1"/>
          </p:cNvSpPr>
          <p:nvPr/>
        </p:nvSpPr>
        <p:spPr bwMode="auto">
          <a:xfrm>
            <a:off x="1270000" y="4953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3076" name="Freeform 20"/>
          <p:cNvSpPr>
            <a:spLocks/>
          </p:cNvSpPr>
          <p:nvPr/>
        </p:nvSpPr>
        <p:spPr bwMode="auto">
          <a:xfrm>
            <a:off x="6273800" y="3657600"/>
            <a:ext cx="1117600" cy="1003300"/>
          </a:xfrm>
          <a:custGeom>
            <a:avLst/>
            <a:gdLst/>
            <a:ahLst/>
            <a:cxnLst>
              <a:cxn ang="0">
                <a:pos x="296" y="632"/>
              </a:cxn>
              <a:cxn ang="0">
                <a:pos x="8" y="248"/>
              </a:cxn>
              <a:cxn ang="0">
                <a:pos x="344" y="8"/>
              </a:cxn>
              <a:cxn ang="0">
                <a:pos x="680" y="200"/>
              </a:cxn>
              <a:cxn ang="0">
                <a:pos x="488" y="632"/>
              </a:cxn>
            </a:cxnLst>
            <a:rect l="0" t="0" r="r" b="b"/>
            <a:pathLst>
              <a:path w="704" h="632">
                <a:moveTo>
                  <a:pt x="296" y="632"/>
                </a:moveTo>
                <a:cubicBezTo>
                  <a:pt x="148" y="492"/>
                  <a:pt x="0" y="352"/>
                  <a:pt x="8" y="248"/>
                </a:cubicBezTo>
                <a:cubicBezTo>
                  <a:pt x="16" y="144"/>
                  <a:pt x="232" y="16"/>
                  <a:pt x="344" y="8"/>
                </a:cubicBezTo>
                <a:cubicBezTo>
                  <a:pt x="456" y="0"/>
                  <a:pt x="656" y="96"/>
                  <a:pt x="680" y="200"/>
                </a:cubicBezTo>
                <a:cubicBezTo>
                  <a:pt x="704" y="304"/>
                  <a:pt x="596" y="468"/>
                  <a:pt x="488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51977" name="Object 9"/>
          <p:cNvGraphicFramePr>
            <a:graphicFrameLocks noChangeAspect="1"/>
          </p:cNvGraphicFramePr>
          <p:nvPr/>
        </p:nvGraphicFramePr>
        <p:xfrm>
          <a:off x="6184900" y="3200400"/>
          <a:ext cx="140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5" name="Equation" r:id="rId21" imgW="1409400" imgH="457200" progId="Equation.3">
                  <p:embed/>
                </p:oleObj>
              </mc:Choice>
              <mc:Fallback>
                <p:oleObj name="Equation" r:id="rId21" imgW="1409400" imgH="457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200400"/>
                        <a:ext cx="14097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78" name="Oval 22"/>
          <p:cNvSpPr>
            <a:spLocks noChangeArrowheads="1"/>
          </p:cNvSpPr>
          <p:nvPr/>
        </p:nvSpPr>
        <p:spPr bwMode="auto">
          <a:xfrm>
            <a:off x="2006600" y="5943600"/>
            <a:ext cx="9906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79" name="Freeform 23"/>
          <p:cNvSpPr>
            <a:spLocks/>
          </p:cNvSpPr>
          <p:nvPr/>
        </p:nvSpPr>
        <p:spPr bwMode="auto">
          <a:xfrm>
            <a:off x="4229100" y="5257800"/>
            <a:ext cx="2654300" cy="1320800"/>
          </a:xfrm>
          <a:custGeom>
            <a:avLst/>
            <a:gdLst/>
            <a:ahLst/>
            <a:cxnLst>
              <a:cxn ang="0">
                <a:pos x="1672" y="0"/>
              </a:cxn>
              <a:cxn ang="0">
                <a:pos x="1432" y="720"/>
              </a:cxn>
              <a:cxn ang="0">
                <a:pos x="232" y="672"/>
              </a:cxn>
              <a:cxn ang="0">
                <a:pos x="40" y="0"/>
              </a:cxn>
            </a:cxnLst>
            <a:rect l="0" t="0" r="r" b="b"/>
            <a:pathLst>
              <a:path w="1672" h="832">
                <a:moveTo>
                  <a:pt x="1672" y="0"/>
                </a:moveTo>
                <a:cubicBezTo>
                  <a:pt x="1672" y="304"/>
                  <a:pt x="1672" y="608"/>
                  <a:pt x="1432" y="720"/>
                </a:cubicBezTo>
                <a:cubicBezTo>
                  <a:pt x="1192" y="832"/>
                  <a:pt x="464" y="792"/>
                  <a:pt x="232" y="672"/>
                </a:cubicBezTo>
                <a:cubicBezTo>
                  <a:pt x="0" y="552"/>
                  <a:pt x="20" y="276"/>
                  <a:pt x="4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3080" name="Line 24"/>
          <p:cNvSpPr>
            <a:spLocks noChangeShapeType="1"/>
          </p:cNvSpPr>
          <p:nvPr/>
        </p:nvSpPr>
        <p:spPr bwMode="auto">
          <a:xfrm flipH="1">
            <a:off x="2921000" y="5105400"/>
            <a:ext cx="1143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78" name="Object 10"/>
          <p:cNvGraphicFramePr>
            <a:graphicFrameLocks noChangeAspect="1"/>
          </p:cNvGraphicFramePr>
          <p:nvPr/>
        </p:nvGraphicFramePr>
        <p:xfrm>
          <a:off x="1625600" y="5486400"/>
          <a:ext cx="158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6" name="Equation" r:id="rId23" imgW="1587240" imgH="457200" progId="Equation.3">
                  <p:embed/>
                </p:oleObj>
              </mc:Choice>
              <mc:Fallback>
                <p:oleObj name="Equation" r:id="rId23" imgW="1587240" imgH="457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5600" y="5486400"/>
                        <a:ext cx="15875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82" name="Text Box 26"/>
          <p:cNvSpPr txBox="1">
            <a:spLocks noChangeArrowheads="1"/>
          </p:cNvSpPr>
          <p:nvPr/>
        </p:nvSpPr>
        <p:spPr bwMode="auto">
          <a:xfrm>
            <a:off x="3200400" y="0"/>
            <a:ext cx="17526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Example</a:t>
            </a:r>
          </a:p>
        </p:txBody>
      </p:sp>
      <p:sp>
        <p:nvSpPr>
          <p:cNvPr id="813083" name="Line 27"/>
          <p:cNvSpPr>
            <a:spLocks noChangeShapeType="1"/>
          </p:cNvSpPr>
          <p:nvPr/>
        </p:nvSpPr>
        <p:spPr bwMode="auto">
          <a:xfrm>
            <a:off x="0" y="10668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84" name="Line 28"/>
          <p:cNvSpPr>
            <a:spLocks noChangeShapeType="1"/>
          </p:cNvSpPr>
          <p:nvPr/>
        </p:nvSpPr>
        <p:spPr bwMode="auto">
          <a:xfrm>
            <a:off x="0" y="1752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85" name="Line 29"/>
          <p:cNvSpPr>
            <a:spLocks noChangeShapeType="1"/>
          </p:cNvSpPr>
          <p:nvPr/>
        </p:nvSpPr>
        <p:spPr bwMode="auto">
          <a:xfrm>
            <a:off x="3810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86" name="Line 30"/>
          <p:cNvSpPr>
            <a:spLocks noChangeShapeType="1"/>
          </p:cNvSpPr>
          <p:nvPr/>
        </p:nvSpPr>
        <p:spPr bwMode="auto">
          <a:xfrm>
            <a:off x="914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87" name="Line 31"/>
          <p:cNvSpPr>
            <a:spLocks noChangeShapeType="1"/>
          </p:cNvSpPr>
          <p:nvPr/>
        </p:nvSpPr>
        <p:spPr bwMode="auto">
          <a:xfrm>
            <a:off x="14478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88" name="Line 32"/>
          <p:cNvSpPr>
            <a:spLocks noChangeShapeType="1"/>
          </p:cNvSpPr>
          <p:nvPr/>
        </p:nvSpPr>
        <p:spPr bwMode="auto">
          <a:xfrm>
            <a:off x="19812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89" name="Line 33"/>
          <p:cNvSpPr>
            <a:spLocks noChangeShapeType="1"/>
          </p:cNvSpPr>
          <p:nvPr/>
        </p:nvSpPr>
        <p:spPr bwMode="auto">
          <a:xfrm>
            <a:off x="25146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90" name="Line 34"/>
          <p:cNvSpPr>
            <a:spLocks noChangeShapeType="1"/>
          </p:cNvSpPr>
          <p:nvPr/>
        </p:nvSpPr>
        <p:spPr bwMode="auto">
          <a:xfrm flipV="1">
            <a:off x="1143000" y="1752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79" name="Object 11"/>
          <p:cNvGraphicFramePr>
            <a:graphicFrameLocks noChangeAspect="1"/>
          </p:cNvGraphicFramePr>
          <p:nvPr/>
        </p:nvGraphicFramePr>
        <p:xfrm>
          <a:off x="533400" y="1219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7" name="Equation" r:id="rId25" imgW="253800" imgH="368280" progId="Equation.3">
                  <p:embed/>
                </p:oleObj>
              </mc:Choice>
              <mc:Fallback>
                <p:oleObj name="Equation" r:id="rId25" imgW="253800" imgH="36828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19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0" name="Object 12"/>
          <p:cNvGraphicFramePr>
            <a:graphicFrameLocks noChangeAspect="1"/>
          </p:cNvGraphicFramePr>
          <p:nvPr/>
        </p:nvGraphicFramePr>
        <p:xfrm>
          <a:off x="908050" y="2133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8" name="Equation" r:id="rId27" imgW="444240" imgH="533160" progId="Equation.3">
                  <p:embed/>
                </p:oleObj>
              </mc:Choice>
              <mc:Fallback>
                <p:oleObj name="Equation" r:id="rId27" imgW="444240" imgH="5331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2133600"/>
                        <a:ext cx="4429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1" name="Object 13"/>
          <p:cNvGraphicFramePr>
            <a:graphicFrameLocks noChangeAspect="1"/>
          </p:cNvGraphicFramePr>
          <p:nvPr/>
        </p:nvGraphicFramePr>
        <p:xfrm>
          <a:off x="1676400" y="12192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19" name="Equation" r:id="rId29" imgW="164880" imgH="368280" progId="Equation.3">
                  <p:embed/>
                </p:oleObj>
              </mc:Choice>
              <mc:Fallback>
                <p:oleObj name="Equation" r:id="rId29" imgW="164880" imgH="36828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2192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2" name="Object 14"/>
          <p:cNvGraphicFramePr>
            <a:graphicFrameLocks noChangeAspect="1"/>
          </p:cNvGraphicFramePr>
          <p:nvPr/>
        </p:nvGraphicFramePr>
        <p:xfrm>
          <a:off x="2133600" y="1219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0" name="Equation" r:id="rId31" imgW="253800" imgH="368280" progId="Equation.3">
                  <p:embed/>
                </p:oleObj>
              </mc:Choice>
              <mc:Fallback>
                <p:oleObj name="Equation" r:id="rId31" imgW="253800" imgH="36828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2192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3" name="Object 15"/>
          <p:cNvGraphicFramePr>
            <a:graphicFrameLocks noChangeAspect="1"/>
          </p:cNvGraphicFramePr>
          <p:nvPr/>
        </p:nvGraphicFramePr>
        <p:xfrm>
          <a:off x="1111250" y="12303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1" name="Equation" r:id="rId33" imgW="164880" imgH="368280" progId="Equation.3">
                  <p:embed/>
                </p:oleObj>
              </mc:Choice>
              <mc:Fallback>
                <p:oleObj name="Equation" r:id="rId33" imgW="164880" imgH="36828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12303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096" name="Line 40"/>
          <p:cNvSpPr>
            <a:spLocks noChangeShapeType="1"/>
          </p:cNvSpPr>
          <p:nvPr/>
        </p:nvSpPr>
        <p:spPr bwMode="auto">
          <a:xfrm>
            <a:off x="4892675" y="11176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97" name="Line 41"/>
          <p:cNvSpPr>
            <a:spLocks noChangeShapeType="1"/>
          </p:cNvSpPr>
          <p:nvPr/>
        </p:nvSpPr>
        <p:spPr bwMode="auto">
          <a:xfrm>
            <a:off x="4892675" y="18034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98" name="Line 42"/>
          <p:cNvSpPr>
            <a:spLocks noChangeShapeType="1"/>
          </p:cNvSpPr>
          <p:nvPr/>
        </p:nvSpPr>
        <p:spPr bwMode="auto">
          <a:xfrm>
            <a:off x="52736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099" name="Line 43"/>
          <p:cNvSpPr>
            <a:spLocks noChangeShapeType="1"/>
          </p:cNvSpPr>
          <p:nvPr/>
        </p:nvSpPr>
        <p:spPr bwMode="auto">
          <a:xfrm>
            <a:off x="58070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100" name="Line 44"/>
          <p:cNvSpPr>
            <a:spLocks noChangeShapeType="1"/>
          </p:cNvSpPr>
          <p:nvPr/>
        </p:nvSpPr>
        <p:spPr bwMode="auto">
          <a:xfrm>
            <a:off x="84740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101" name="Line 45"/>
          <p:cNvSpPr>
            <a:spLocks noChangeShapeType="1"/>
          </p:cNvSpPr>
          <p:nvPr/>
        </p:nvSpPr>
        <p:spPr bwMode="auto">
          <a:xfrm flipV="1">
            <a:off x="6096000" y="1828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84" name="Object 16"/>
          <p:cNvGraphicFramePr>
            <a:graphicFrameLocks noChangeAspect="1"/>
          </p:cNvGraphicFramePr>
          <p:nvPr/>
        </p:nvGraphicFramePr>
        <p:xfrm>
          <a:off x="5426075" y="1270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2" name="Equation" r:id="rId35" imgW="253800" imgH="368280" progId="Equation.3">
                  <p:embed/>
                </p:oleObj>
              </mc:Choice>
              <mc:Fallback>
                <p:oleObj name="Equation" r:id="rId35" imgW="253800" imgH="36828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6075" y="1270000"/>
                        <a:ext cx="2524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5" name="Object 17"/>
          <p:cNvGraphicFramePr>
            <a:graphicFrameLocks noChangeAspect="1"/>
          </p:cNvGraphicFramePr>
          <p:nvPr/>
        </p:nvGraphicFramePr>
        <p:xfrm>
          <a:off x="5943600" y="2209800"/>
          <a:ext cx="4302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3" name="Equation" r:id="rId36" imgW="431640" imgH="533160" progId="Equation.3">
                  <p:embed/>
                </p:oleObj>
              </mc:Choice>
              <mc:Fallback>
                <p:oleObj name="Equation" r:id="rId36" imgW="431640" imgH="53316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209800"/>
                        <a:ext cx="430213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6" name="Object 18"/>
          <p:cNvGraphicFramePr>
            <a:graphicFrameLocks noChangeAspect="1"/>
          </p:cNvGraphicFramePr>
          <p:nvPr/>
        </p:nvGraphicFramePr>
        <p:xfrm>
          <a:off x="8093075" y="1270000"/>
          <a:ext cx="30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4" name="Equation" r:id="rId38" imgW="253800" imgH="368280" progId="Equation.3">
                  <p:embed/>
                </p:oleObj>
              </mc:Choice>
              <mc:Fallback>
                <p:oleObj name="Equation" r:id="rId38" imgW="253800" imgH="36828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3075" y="1270000"/>
                        <a:ext cx="304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105" name="Line 49"/>
          <p:cNvSpPr>
            <a:spLocks noChangeShapeType="1"/>
          </p:cNvSpPr>
          <p:nvPr/>
        </p:nvSpPr>
        <p:spPr bwMode="auto">
          <a:xfrm>
            <a:off x="63404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106" name="Line 50"/>
          <p:cNvSpPr>
            <a:spLocks noChangeShapeType="1"/>
          </p:cNvSpPr>
          <p:nvPr/>
        </p:nvSpPr>
        <p:spPr bwMode="auto">
          <a:xfrm>
            <a:off x="68738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107" name="Line 51"/>
          <p:cNvSpPr>
            <a:spLocks noChangeShapeType="1"/>
          </p:cNvSpPr>
          <p:nvPr/>
        </p:nvSpPr>
        <p:spPr bwMode="auto">
          <a:xfrm>
            <a:off x="74072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3108" name="Line 52"/>
          <p:cNvSpPr>
            <a:spLocks noChangeShapeType="1"/>
          </p:cNvSpPr>
          <p:nvPr/>
        </p:nvSpPr>
        <p:spPr bwMode="auto">
          <a:xfrm>
            <a:off x="7940675" y="1117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1987" name="Object 19"/>
          <p:cNvGraphicFramePr>
            <a:graphicFrameLocks noChangeAspect="1"/>
          </p:cNvGraphicFramePr>
          <p:nvPr/>
        </p:nvGraphicFramePr>
        <p:xfrm>
          <a:off x="6569075" y="1270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5" name="Equation" r:id="rId39" imgW="164880" imgH="368280" progId="Equation.3">
                  <p:embed/>
                </p:oleObj>
              </mc:Choice>
              <mc:Fallback>
                <p:oleObj name="Equation" r:id="rId39" imgW="164880" imgH="36828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075" y="1270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8" name="Object 20"/>
          <p:cNvGraphicFramePr>
            <a:graphicFrameLocks noChangeAspect="1"/>
          </p:cNvGraphicFramePr>
          <p:nvPr/>
        </p:nvGraphicFramePr>
        <p:xfrm>
          <a:off x="7604125" y="1281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6" name="Equation" r:id="rId40" imgW="164880" imgH="368280" progId="Equation.3">
                  <p:embed/>
                </p:oleObj>
              </mc:Choice>
              <mc:Fallback>
                <p:oleObj name="Equation" r:id="rId40" imgW="164880" imgH="36828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25" y="1281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89" name="Object 21"/>
          <p:cNvGraphicFramePr>
            <a:graphicFrameLocks noChangeAspect="1"/>
          </p:cNvGraphicFramePr>
          <p:nvPr/>
        </p:nvGraphicFramePr>
        <p:xfrm>
          <a:off x="6003925" y="1281113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7" name="Equation" r:id="rId42" imgW="164880" imgH="368280" progId="Equation.3">
                  <p:embed/>
                </p:oleObj>
              </mc:Choice>
              <mc:Fallback>
                <p:oleObj name="Equation" r:id="rId42" imgW="164880" imgH="3682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925" y="1281113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1990" name="Object 22"/>
          <p:cNvGraphicFramePr>
            <a:graphicFrameLocks noChangeAspect="1"/>
          </p:cNvGraphicFramePr>
          <p:nvPr/>
        </p:nvGraphicFramePr>
        <p:xfrm>
          <a:off x="7026275" y="1270000"/>
          <a:ext cx="163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128" name="Equation" r:id="rId43" imgW="164880" imgH="368280" progId="Equation.3">
                  <p:embed/>
                </p:oleObj>
              </mc:Choice>
              <mc:Fallback>
                <p:oleObj name="Equation" r:id="rId43" imgW="164880" imgH="36828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275" y="1270000"/>
                        <a:ext cx="163513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3113" name="Text Box 57"/>
          <p:cNvSpPr txBox="1">
            <a:spLocks noChangeArrowheads="1"/>
          </p:cNvSpPr>
          <p:nvPr/>
        </p:nvSpPr>
        <p:spPr bwMode="auto">
          <a:xfrm>
            <a:off x="898525" y="330200"/>
            <a:ext cx="1254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Start</a:t>
            </a:r>
          </a:p>
        </p:txBody>
      </p:sp>
      <p:sp>
        <p:nvSpPr>
          <p:cNvPr id="813114" name="Text Box 58"/>
          <p:cNvSpPr txBox="1">
            <a:spLocks noChangeArrowheads="1"/>
          </p:cNvSpPr>
          <p:nvPr/>
        </p:nvSpPr>
        <p:spPr bwMode="auto">
          <a:xfrm>
            <a:off x="6553200" y="381000"/>
            <a:ext cx="1304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Finish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459BC1-09C3-4779-B021-B66B7E3B53E0}" type="slidenum">
              <a:rPr lang="en-US" altLang="en-US"/>
              <a:pPr/>
              <a:t>94</a:t>
            </a:fld>
            <a:endParaRPr lang="en-US" altLang="en-US"/>
          </a:p>
        </p:txBody>
      </p:sp>
      <p:sp>
        <p:nvSpPr>
          <p:cNvPr id="81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Example</a:t>
            </a:r>
          </a:p>
        </p:txBody>
      </p:sp>
      <p:sp>
        <p:nvSpPr>
          <p:cNvPr id="814083" name="Text Box 3"/>
          <p:cNvSpPr txBox="1">
            <a:spLocks noChangeArrowheads="1"/>
          </p:cNvSpPr>
          <p:nvPr/>
        </p:nvSpPr>
        <p:spPr bwMode="auto">
          <a:xfrm>
            <a:off x="288925" y="2006600"/>
            <a:ext cx="2613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The function</a:t>
            </a:r>
          </a:p>
        </p:txBody>
      </p:sp>
      <p:graphicFrame>
        <p:nvGraphicFramePr>
          <p:cNvPr id="814084" name="Object 4"/>
          <p:cNvGraphicFramePr>
            <a:graphicFrameLocks noChangeAspect="1"/>
          </p:cNvGraphicFramePr>
          <p:nvPr/>
        </p:nvGraphicFramePr>
        <p:xfrm>
          <a:off x="3505200" y="1981200"/>
          <a:ext cx="1866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16" name="Equation" r:id="rId3" imgW="1866600" imgH="533160" progId="Equation.3">
                  <p:embed/>
                </p:oleObj>
              </mc:Choice>
              <mc:Fallback>
                <p:oleObj name="Equation" r:id="rId3" imgW="1866600" imgH="5331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81200"/>
                        <a:ext cx="18669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4085" name="Text Box 5"/>
          <p:cNvSpPr txBox="1">
            <a:spLocks noChangeArrowheads="1"/>
          </p:cNvSpPr>
          <p:nvPr/>
        </p:nvSpPr>
        <p:spPr bwMode="auto">
          <a:xfrm>
            <a:off x="381000" y="2819400"/>
            <a:ext cx="2762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is computable</a:t>
            </a:r>
          </a:p>
        </p:txBody>
      </p:sp>
      <p:sp>
        <p:nvSpPr>
          <p:cNvPr id="814086" name="AutoShape 6"/>
          <p:cNvSpPr>
            <a:spLocks/>
          </p:cNvSpPr>
          <p:nvPr/>
        </p:nvSpPr>
        <p:spPr bwMode="auto">
          <a:xfrm>
            <a:off x="5486400" y="1371600"/>
            <a:ext cx="381000" cy="1752600"/>
          </a:xfrm>
          <a:prstGeom prst="leftBrace">
            <a:avLst>
              <a:gd name="adj1" fmla="val 3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4087" name="Object 7"/>
          <p:cNvGraphicFramePr>
            <a:graphicFrameLocks noChangeAspect="1"/>
          </p:cNvGraphicFramePr>
          <p:nvPr/>
        </p:nvGraphicFramePr>
        <p:xfrm>
          <a:off x="6165850" y="26479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17" name="Equation" r:id="rId5" imgW="266400" imgH="419040" progId="Equation.3">
                  <p:embed/>
                </p:oleObj>
              </mc:Choice>
              <mc:Fallback>
                <p:oleObj name="Equation" r:id="rId5" imgW="266400" imgH="419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2647950"/>
                        <a:ext cx="2651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8" name="Object 8"/>
          <p:cNvGraphicFramePr>
            <a:graphicFrameLocks noChangeAspect="1"/>
          </p:cNvGraphicFramePr>
          <p:nvPr/>
        </p:nvGraphicFramePr>
        <p:xfrm>
          <a:off x="6242050" y="1428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18" name="Equation" r:id="rId7" imgW="177480" imgH="406080" progId="Equation.3">
                  <p:embed/>
                </p:oleObj>
              </mc:Choice>
              <mc:Fallback>
                <p:oleObj name="Equation" r:id="rId7" imgW="177480" imgH="4060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1428750"/>
                        <a:ext cx="1762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89" name="Object 9"/>
          <p:cNvGraphicFramePr>
            <a:graphicFrameLocks noChangeAspect="1"/>
          </p:cNvGraphicFramePr>
          <p:nvPr/>
        </p:nvGraphicFramePr>
        <p:xfrm>
          <a:off x="7715250" y="1504950"/>
          <a:ext cx="109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19" name="Equation" r:id="rId9" imgW="1091880" imgH="419040" progId="Equation.3">
                  <p:embed/>
                </p:oleObj>
              </mc:Choice>
              <mc:Fallback>
                <p:oleObj name="Equation" r:id="rId9" imgW="1091880" imgH="4190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504950"/>
                        <a:ext cx="1092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4090" name="Object 10"/>
          <p:cNvGraphicFramePr>
            <a:graphicFrameLocks noChangeAspect="1"/>
          </p:cNvGraphicFramePr>
          <p:nvPr/>
        </p:nvGraphicFramePr>
        <p:xfrm>
          <a:off x="7715250" y="2641600"/>
          <a:ext cx="1079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20" name="Equation" r:id="rId11" imgW="1079280" imgH="482400" progId="Equation.3">
                  <p:embed/>
                </p:oleObj>
              </mc:Choice>
              <mc:Fallback>
                <p:oleObj name="Equation" r:id="rId11" imgW="1079280" imgH="4824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2641600"/>
                        <a:ext cx="1079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4091" name="Text Box 11"/>
          <p:cNvSpPr txBox="1">
            <a:spLocks noChangeArrowheads="1"/>
          </p:cNvSpPr>
          <p:nvPr/>
        </p:nvSpPr>
        <p:spPr bwMode="auto">
          <a:xfrm>
            <a:off x="7086600" y="12954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814092" name="Text Box 12"/>
          <p:cNvSpPr txBox="1">
            <a:spLocks noChangeArrowheads="1"/>
          </p:cNvSpPr>
          <p:nvPr/>
        </p:nvSpPr>
        <p:spPr bwMode="auto">
          <a:xfrm>
            <a:off x="7010400" y="25908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2ACFE1-FE9C-40BD-A679-1C8E7C55007F}" type="slidenum">
              <a:rPr lang="en-US" altLang="en-US"/>
              <a:pPr/>
              <a:t>95</a:t>
            </a:fld>
            <a:endParaRPr lang="en-US" altLang="en-US"/>
          </a:p>
        </p:txBody>
      </p:sp>
      <p:sp>
        <p:nvSpPr>
          <p:cNvPr id="815106" name="Text Box 2"/>
          <p:cNvSpPr txBox="1">
            <a:spLocks noChangeArrowheads="1"/>
          </p:cNvSpPr>
          <p:nvPr/>
        </p:nvSpPr>
        <p:spPr bwMode="auto">
          <a:xfrm>
            <a:off x="288925" y="330200"/>
            <a:ext cx="3830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 for</a:t>
            </a:r>
          </a:p>
        </p:txBody>
      </p:sp>
      <p:sp>
        <p:nvSpPr>
          <p:cNvPr id="815107" name="Text Box 3"/>
          <p:cNvSpPr txBox="1">
            <a:spLocks noChangeArrowheads="1"/>
          </p:cNvSpPr>
          <p:nvPr/>
        </p:nvSpPr>
        <p:spPr bwMode="auto">
          <a:xfrm>
            <a:off x="609600" y="4114800"/>
            <a:ext cx="1362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Input:</a:t>
            </a:r>
          </a:p>
        </p:txBody>
      </p:sp>
      <p:graphicFrame>
        <p:nvGraphicFramePr>
          <p:cNvPr id="815108" name="Object 4"/>
          <p:cNvGraphicFramePr>
            <a:graphicFrameLocks noChangeAspect="1"/>
          </p:cNvGraphicFramePr>
          <p:nvPr/>
        </p:nvGraphicFramePr>
        <p:xfrm>
          <a:off x="2438400" y="4114800"/>
          <a:ext cx="838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59" name="Equation" r:id="rId3" imgW="838080" imgH="520560" progId="Equation.3">
                  <p:embed/>
                </p:oleObj>
              </mc:Choice>
              <mc:Fallback>
                <p:oleObj name="Equation" r:id="rId3" imgW="838080" imgH="520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114800"/>
                        <a:ext cx="8382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09" name="Text Box 5"/>
          <p:cNvSpPr txBox="1">
            <a:spLocks noChangeArrowheads="1"/>
          </p:cNvSpPr>
          <p:nvPr/>
        </p:nvSpPr>
        <p:spPr bwMode="auto">
          <a:xfrm>
            <a:off x="365125" y="5588000"/>
            <a:ext cx="1654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Output:</a:t>
            </a:r>
          </a:p>
        </p:txBody>
      </p:sp>
      <p:graphicFrame>
        <p:nvGraphicFramePr>
          <p:cNvPr id="815110" name="Object 6"/>
          <p:cNvGraphicFramePr>
            <a:graphicFrameLocks noChangeAspect="1"/>
          </p:cNvGraphicFramePr>
          <p:nvPr/>
        </p:nvGraphicFramePr>
        <p:xfrm>
          <a:off x="2508250" y="5619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0" name="Equation" r:id="rId5" imgW="177480" imgH="406080" progId="Equation.3">
                  <p:embed/>
                </p:oleObj>
              </mc:Choice>
              <mc:Fallback>
                <p:oleObj name="Equation" r:id="rId5" imgW="177480" imgH="4060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5619750"/>
                        <a:ext cx="1762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1" name="Object 7"/>
          <p:cNvGraphicFramePr>
            <a:graphicFrameLocks noChangeAspect="1"/>
          </p:cNvGraphicFramePr>
          <p:nvPr/>
        </p:nvGraphicFramePr>
        <p:xfrm>
          <a:off x="4260850" y="56197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1" name="Equation" r:id="rId7" imgW="266400" imgH="419040" progId="Equation.3">
                  <p:embed/>
                </p:oleObj>
              </mc:Choice>
              <mc:Fallback>
                <p:oleObj name="Equation" r:id="rId7" imgW="266400" imgH="419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50" y="5619750"/>
                        <a:ext cx="2651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2" name="Text Box 8"/>
          <p:cNvSpPr txBox="1">
            <a:spLocks noChangeArrowheads="1"/>
          </p:cNvSpPr>
          <p:nvPr/>
        </p:nvSpPr>
        <p:spPr bwMode="auto">
          <a:xfrm>
            <a:off x="3200400" y="5562600"/>
            <a:ext cx="593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  <p:graphicFrame>
        <p:nvGraphicFramePr>
          <p:cNvPr id="815113" name="Object 9"/>
          <p:cNvGraphicFramePr>
            <a:graphicFrameLocks noChangeAspect="1"/>
          </p:cNvGraphicFramePr>
          <p:nvPr/>
        </p:nvGraphicFramePr>
        <p:xfrm>
          <a:off x="3505200" y="1981200"/>
          <a:ext cx="1866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2" name="Equation" r:id="rId9" imgW="1866600" imgH="533160" progId="Equation.3">
                  <p:embed/>
                </p:oleObj>
              </mc:Choice>
              <mc:Fallback>
                <p:oleObj name="Equation" r:id="rId9" imgW="1866600" imgH="53316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81200"/>
                        <a:ext cx="18669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4" name="AutoShape 10"/>
          <p:cNvSpPr>
            <a:spLocks/>
          </p:cNvSpPr>
          <p:nvPr/>
        </p:nvSpPr>
        <p:spPr bwMode="auto">
          <a:xfrm>
            <a:off x="5486400" y="1371600"/>
            <a:ext cx="381000" cy="1752600"/>
          </a:xfrm>
          <a:prstGeom prst="leftBrace">
            <a:avLst>
              <a:gd name="adj1" fmla="val 3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15115" name="Object 11"/>
          <p:cNvGraphicFramePr>
            <a:graphicFrameLocks noChangeAspect="1"/>
          </p:cNvGraphicFramePr>
          <p:nvPr/>
        </p:nvGraphicFramePr>
        <p:xfrm>
          <a:off x="6165850" y="2647950"/>
          <a:ext cx="2651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3" name="Equation" r:id="rId11" imgW="266400" imgH="419040" progId="Equation.3">
                  <p:embed/>
                </p:oleObj>
              </mc:Choice>
              <mc:Fallback>
                <p:oleObj name="Equation" r:id="rId11" imgW="266400" imgH="419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850" y="2647950"/>
                        <a:ext cx="265113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6" name="Object 12"/>
          <p:cNvGraphicFramePr>
            <a:graphicFrameLocks noChangeAspect="1"/>
          </p:cNvGraphicFramePr>
          <p:nvPr/>
        </p:nvGraphicFramePr>
        <p:xfrm>
          <a:off x="6242050" y="1428750"/>
          <a:ext cx="176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4" name="Equation" r:id="rId12" imgW="177480" imgH="406080" progId="Equation.3">
                  <p:embed/>
                </p:oleObj>
              </mc:Choice>
              <mc:Fallback>
                <p:oleObj name="Equation" r:id="rId12" imgW="177480" imgH="40608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1428750"/>
                        <a:ext cx="1762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7" name="Object 13"/>
          <p:cNvGraphicFramePr>
            <a:graphicFrameLocks noChangeAspect="1"/>
          </p:cNvGraphicFramePr>
          <p:nvPr/>
        </p:nvGraphicFramePr>
        <p:xfrm>
          <a:off x="7715250" y="1504950"/>
          <a:ext cx="1092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5" name="Equation" r:id="rId13" imgW="1091880" imgH="419040" progId="Equation.3">
                  <p:embed/>
                </p:oleObj>
              </mc:Choice>
              <mc:Fallback>
                <p:oleObj name="Equation" r:id="rId13" imgW="1091880" imgH="41904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1504950"/>
                        <a:ext cx="1092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5118" name="Object 14"/>
          <p:cNvGraphicFramePr>
            <a:graphicFrameLocks noChangeAspect="1"/>
          </p:cNvGraphicFramePr>
          <p:nvPr/>
        </p:nvGraphicFramePr>
        <p:xfrm>
          <a:off x="7715250" y="2641600"/>
          <a:ext cx="10795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66" name="Equation" r:id="rId15" imgW="1079280" imgH="482400" progId="Equation.3">
                  <p:embed/>
                </p:oleObj>
              </mc:Choice>
              <mc:Fallback>
                <p:oleObj name="Equation" r:id="rId15" imgW="1079280" imgH="482400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0" y="2641600"/>
                        <a:ext cx="10795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5119" name="Text Box 15"/>
          <p:cNvSpPr txBox="1">
            <a:spLocks noChangeArrowheads="1"/>
          </p:cNvSpPr>
          <p:nvPr/>
        </p:nvSpPr>
        <p:spPr bwMode="auto">
          <a:xfrm>
            <a:off x="7086600" y="12954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815120" name="Text Box 16"/>
          <p:cNvSpPr txBox="1">
            <a:spLocks noChangeArrowheads="1"/>
          </p:cNvSpPr>
          <p:nvPr/>
        </p:nvSpPr>
        <p:spPr bwMode="auto">
          <a:xfrm>
            <a:off x="7010400" y="25908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A92360-3C89-4BB2-B07B-0B7E42CF94C3}" type="slidenum">
              <a:rPr lang="en-US" altLang="en-US"/>
              <a:pPr/>
              <a:t>96</a:t>
            </a:fld>
            <a:endParaRPr lang="en-US" altLang="en-US"/>
          </a:p>
        </p:txBody>
      </p:sp>
      <p:sp>
        <p:nvSpPr>
          <p:cNvPr id="816130" name="Text Box 2"/>
          <p:cNvSpPr txBox="1">
            <a:spLocks noChangeArrowheads="1"/>
          </p:cNvSpPr>
          <p:nvPr/>
        </p:nvSpPr>
        <p:spPr bwMode="auto">
          <a:xfrm>
            <a:off x="0" y="152400"/>
            <a:ext cx="5516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 Machine Pseudocode:</a:t>
            </a:r>
          </a:p>
        </p:txBody>
      </p:sp>
      <p:sp>
        <p:nvSpPr>
          <p:cNvPr id="816131" name="Text Box 3"/>
          <p:cNvSpPr txBox="1">
            <a:spLocks noChangeArrowheads="1"/>
          </p:cNvSpPr>
          <p:nvPr/>
        </p:nvSpPr>
        <p:spPr bwMode="auto">
          <a:xfrm>
            <a:off x="1752600" y="1752600"/>
            <a:ext cx="64404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Match a </a:t>
            </a:r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/>
              <a:t> from     with a </a:t>
            </a:r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/>
              <a:t> from  </a:t>
            </a:r>
          </a:p>
        </p:txBody>
      </p:sp>
      <p:graphicFrame>
        <p:nvGraphicFramePr>
          <p:cNvPr id="816132" name="Object 4"/>
          <p:cNvGraphicFramePr>
            <a:graphicFrameLocks noChangeAspect="1"/>
          </p:cNvGraphicFramePr>
          <p:nvPr/>
        </p:nvGraphicFramePr>
        <p:xfrm>
          <a:off x="4876800" y="19050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77" name="Equation" r:id="rId3" imgW="291960" imgH="304560" progId="Equation.3">
                  <p:embed/>
                </p:oleObj>
              </mc:Choice>
              <mc:Fallback>
                <p:oleObj name="Equation" r:id="rId3" imgW="291960" imgH="30456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9050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3" name="Object 5"/>
          <p:cNvGraphicFramePr>
            <a:graphicFrameLocks noChangeAspect="1"/>
          </p:cNvGraphicFramePr>
          <p:nvPr/>
        </p:nvGraphicFramePr>
        <p:xfrm>
          <a:off x="8001000" y="182880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78" name="Equation" r:id="rId5" imgW="317160" imgH="406080" progId="Equation.3">
                  <p:embed/>
                </p:oleObj>
              </mc:Choice>
              <mc:Fallback>
                <p:oleObj name="Equation" r:id="rId5" imgW="317160" imgH="4060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828800"/>
                        <a:ext cx="3159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134" name="Text Box 6"/>
          <p:cNvSpPr txBox="1">
            <a:spLocks noChangeArrowheads="1"/>
          </p:cNvSpPr>
          <p:nvPr/>
        </p:nvSpPr>
        <p:spPr bwMode="auto">
          <a:xfrm>
            <a:off x="990600" y="1066800"/>
            <a:ext cx="1781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>
                <a:solidFill>
                  <a:srgbClr val="008000"/>
                </a:solidFill>
              </a:rPr>
              <a:t> Repeat</a:t>
            </a:r>
          </a:p>
        </p:txBody>
      </p:sp>
      <p:sp>
        <p:nvSpPr>
          <p:cNvPr id="816135" name="Text Box 7"/>
          <p:cNvSpPr txBox="1">
            <a:spLocks noChangeArrowheads="1"/>
          </p:cNvSpPr>
          <p:nvPr/>
        </p:nvSpPr>
        <p:spPr bwMode="auto">
          <a:xfrm>
            <a:off x="914400" y="2514600"/>
            <a:ext cx="6997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    </a:t>
            </a:r>
            <a:r>
              <a:rPr lang="en-US" dirty="0">
                <a:solidFill>
                  <a:srgbClr val="008000"/>
                </a:solidFill>
              </a:rPr>
              <a:t>Until </a:t>
            </a:r>
            <a:r>
              <a:rPr lang="en-US" dirty="0"/>
              <a:t>all  of       or       is matched</a:t>
            </a:r>
          </a:p>
        </p:txBody>
      </p:sp>
      <p:graphicFrame>
        <p:nvGraphicFramePr>
          <p:cNvPr id="816136" name="Object 8"/>
          <p:cNvGraphicFramePr>
            <a:graphicFrameLocks noChangeAspect="1"/>
          </p:cNvGraphicFramePr>
          <p:nvPr/>
        </p:nvGraphicFramePr>
        <p:xfrm>
          <a:off x="3810000" y="25908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79" name="Equation" r:id="rId7" imgW="291960" imgH="304560" progId="Equation.3">
                  <p:embed/>
                </p:oleObj>
              </mc:Choice>
              <mc:Fallback>
                <p:oleObj name="Equation" r:id="rId7" imgW="291960" imgH="30456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5908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37" name="Object 9"/>
          <p:cNvGraphicFramePr>
            <a:graphicFrameLocks noChangeAspect="1"/>
          </p:cNvGraphicFramePr>
          <p:nvPr/>
        </p:nvGraphicFramePr>
        <p:xfrm>
          <a:off x="5181600" y="259080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80" name="Equation" r:id="rId9" imgW="317160" imgH="406080" progId="Equation.3">
                  <p:embed/>
                </p:oleObj>
              </mc:Choice>
              <mc:Fallback>
                <p:oleObj name="Equation" r:id="rId9" imgW="317160" imgH="4060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590800"/>
                        <a:ext cx="315913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6138" name="Text Box 10"/>
          <p:cNvSpPr txBox="1">
            <a:spLocks noChangeArrowheads="1"/>
          </p:cNvSpPr>
          <p:nvPr/>
        </p:nvSpPr>
        <p:spPr bwMode="auto">
          <a:xfrm>
            <a:off x="914400" y="3810000"/>
            <a:ext cx="6111875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>
                <a:solidFill>
                  <a:srgbClr val="008000"/>
                </a:solidFill>
              </a:rPr>
              <a:t>If</a:t>
            </a:r>
            <a:r>
              <a:rPr lang="en-US" dirty="0"/>
              <a:t> a </a:t>
            </a:r>
            <a:r>
              <a:rPr lang="en-US" dirty="0">
                <a:solidFill>
                  <a:schemeClr val="tx1"/>
                </a:solidFill>
              </a:rPr>
              <a:t>1</a:t>
            </a:r>
            <a:r>
              <a:rPr lang="en-US" dirty="0"/>
              <a:t> from      is not matched</a:t>
            </a:r>
          </a:p>
          <a:p>
            <a:r>
              <a:rPr lang="en-US" dirty="0"/>
              <a:t>             erase tape, write </a:t>
            </a:r>
            <a:r>
              <a:rPr lang="en-US" dirty="0">
                <a:solidFill>
                  <a:schemeClr val="tx1"/>
                </a:solidFill>
              </a:rPr>
              <a:t>1</a:t>
            </a:r>
          </a:p>
          <a:p>
            <a:r>
              <a:rPr lang="en-US" dirty="0"/>
              <a:t>     </a:t>
            </a:r>
            <a:r>
              <a:rPr lang="en-US" dirty="0">
                <a:solidFill>
                  <a:srgbClr val="008000"/>
                </a:solidFill>
              </a:rPr>
              <a:t>else</a:t>
            </a:r>
          </a:p>
          <a:p>
            <a:r>
              <a:rPr lang="en-US" dirty="0"/>
              <a:t>             erase tape, write </a:t>
            </a:r>
            <a:r>
              <a:rPr lang="en-US" dirty="0">
                <a:solidFill>
                  <a:schemeClr val="tx1"/>
                </a:solidFill>
              </a:rPr>
              <a:t>0</a:t>
            </a:r>
          </a:p>
        </p:txBody>
      </p:sp>
      <p:graphicFrame>
        <p:nvGraphicFramePr>
          <p:cNvPr id="816139" name="Object 11"/>
          <p:cNvGraphicFramePr>
            <a:graphicFrameLocks noChangeAspect="1"/>
          </p:cNvGraphicFramePr>
          <p:nvPr/>
        </p:nvGraphicFramePr>
        <p:xfrm>
          <a:off x="3581400" y="39624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81" name="Equation" r:id="rId11" imgW="291960" imgH="304560" progId="Equation.3">
                  <p:embed/>
                </p:oleObj>
              </mc:Choice>
              <mc:Fallback>
                <p:oleObj name="Equation" r:id="rId11" imgW="291960" imgH="30456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962400"/>
                        <a:ext cx="290513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0" name="Object 12"/>
          <p:cNvGraphicFramePr>
            <a:graphicFrameLocks noChangeAspect="1"/>
          </p:cNvGraphicFramePr>
          <p:nvPr/>
        </p:nvGraphicFramePr>
        <p:xfrm>
          <a:off x="6934200" y="4343400"/>
          <a:ext cx="1435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82" name="Equation" r:id="rId12" imgW="1434960" imgH="533160" progId="Equation.3">
                  <p:embed/>
                </p:oleObj>
              </mc:Choice>
              <mc:Fallback>
                <p:oleObj name="Equation" r:id="rId12" imgW="1434960" imgH="53316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4343400"/>
                        <a:ext cx="14351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6141" name="Object 13"/>
          <p:cNvGraphicFramePr>
            <a:graphicFrameLocks noChangeAspect="1"/>
          </p:cNvGraphicFramePr>
          <p:nvPr/>
        </p:nvGraphicFramePr>
        <p:xfrm>
          <a:off x="7010400" y="5486400"/>
          <a:ext cx="1435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83" name="Equation" r:id="rId14" imgW="1434960" imgH="533160" progId="Equation.3">
                  <p:embed/>
                </p:oleObj>
              </mc:Choice>
              <mc:Fallback>
                <p:oleObj name="Equation" r:id="rId14" imgW="1434960" imgH="533160" progId="Equation.3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486400"/>
                        <a:ext cx="14351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Combining Turing Machines</a:t>
            </a:r>
          </a:p>
        </p:txBody>
      </p:sp>
      <p:sp>
        <p:nvSpPr>
          <p:cNvPr id="81715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4CA4CA-2868-43ED-8CD0-FD2AF57801FB}" type="slidenum">
              <a:rPr lang="en-US" altLang="en-US"/>
              <a:pPr/>
              <a:t>98</a:t>
            </a:fld>
            <a:endParaRPr lang="en-US" altLang="en-US"/>
          </a:p>
        </p:txBody>
      </p:sp>
      <p:sp>
        <p:nvSpPr>
          <p:cNvPr id="818178" name="Text Box 2"/>
          <p:cNvSpPr txBox="1">
            <a:spLocks noChangeArrowheads="1"/>
          </p:cNvSpPr>
          <p:nvPr/>
        </p:nvSpPr>
        <p:spPr bwMode="auto">
          <a:xfrm>
            <a:off x="2895600" y="1371600"/>
            <a:ext cx="2955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Block Diagram</a:t>
            </a:r>
          </a:p>
        </p:txBody>
      </p:sp>
      <p:sp>
        <p:nvSpPr>
          <p:cNvPr id="818179" name="Rectangle 3"/>
          <p:cNvSpPr>
            <a:spLocks noChangeArrowheads="1"/>
          </p:cNvSpPr>
          <p:nvPr/>
        </p:nvSpPr>
        <p:spPr bwMode="auto">
          <a:xfrm>
            <a:off x="2895600" y="3048000"/>
            <a:ext cx="29718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8180" name="Line 4"/>
          <p:cNvSpPr>
            <a:spLocks noChangeShapeType="1"/>
          </p:cNvSpPr>
          <p:nvPr/>
        </p:nvSpPr>
        <p:spPr bwMode="auto">
          <a:xfrm>
            <a:off x="2057400" y="3886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8181" name="Text Box 5"/>
          <p:cNvSpPr txBox="1">
            <a:spLocks noChangeArrowheads="1"/>
          </p:cNvSpPr>
          <p:nvPr/>
        </p:nvSpPr>
        <p:spPr bwMode="auto">
          <a:xfrm>
            <a:off x="3505200" y="3276600"/>
            <a:ext cx="17446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Turing</a:t>
            </a:r>
          </a:p>
          <a:p>
            <a:r>
              <a:rPr lang="en-US">
                <a:solidFill>
                  <a:srgbClr val="CC0099"/>
                </a:solidFill>
              </a:rPr>
              <a:t>Machine</a:t>
            </a:r>
          </a:p>
        </p:txBody>
      </p:sp>
      <p:sp>
        <p:nvSpPr>
          <p:cNvPr id="818182" name="Text Box 6"/>
          <p:cNvSpPr txBox="1">
            <a:spLocks noChangeArrowheads="1"/>
          </p:cNvSpPr>
          <p:nvPr/>
        </p:nvSpPr>
        <p:spPr bwMode="auto">
          <a:xfrm>
            <a:off x="838200" y="3581400"/>
            <a:ext cx="1131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input</a:t>
            </a:r>
          </a:p>
        </p:txBody>
      </p:sp>
      <p:sp>
        <p:nvSpPr>
          <p:cNvPr id="818183" name="Text Box 7"/>
          <p:cNvSpPr txBox="1">
            <a:spLocks noChangeArrowheads="1"/>
          </p:cNvSpPr>
          <p:nvPr/>
        </p:nvSpPr>
        <p:spPr bwMode="auto">
          <a:xfrm>
            <a:off x="6934200" y="3581400"/>
            <a:ext cx="1422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818184" name="Line 8"/>
          <p:cNvSpPr>
            <a:spLocks noChangeShapeType="1"/>
          </p:cNvSpPr>
          <p:nvPr/>
        </p:nvSpPr>
        <p:spPr bwMode="auto">
          <a:xfrm>
            <a:off x="5867400" y="3886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6B2378-51FC-48E9-95F0-264A19479137}" type="slidenum">
              <a:rPr lang="en-US" altLang="en-US"/>
              <a:pPr/>
              <a:t>99</a:t>
            </a:fld>
            <a:endParaRPr lang="en-US" altLang="en-US"/>
          </a:p>
        </p:txBody>
      </p:sp>
      <p:sp>
        <p:nvSpPr>
          <p:cNvPr id="819202" name="Text Box 2"/>
          <p:cNvSpPr txBox="1">
            <a:spLocks noChangeArrowheads="1"/>
          </p:cNvSpPr>
          <p:nvPr/>
        </p:nvSpPr>
        <p:spPr bwMode="auto">
          <a:xfrm>
            <a:off x="365125" y="1778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</a:rPr>
              <a:t>Example:</a:t>
            </a:r>
          </a:p>
        </p:txBody>
      </p:sp>
      <p:graphicFrame>
        <p:nvGraphicFramePr>
          <p:cNvPr id="852992" name="Object 0"/>
          <p:cNvGraphicFramePr>
            <a:graphicFrameLocks noChangeAspect="1"/>
          </p:cNvGraphicFramePr>
          <p:nvPr/>
        </p:nvGraphicFramePr>
        <p:xfrm>
          <a:off x="2209800" y="1143000"/>
          <a:ext cx="16764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58" name="Equation" r:id="rId3" imgW="1676160" imgH="482400" progId="Equation.3">
                  <p:embed/>
                </p:oleObj>
              </mc:Choice>
              <mc:Fallback>
                <p:oleObj name="Equation" r:id="rId3" imgW="1676160" imgH="48240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143000"/>
                        <a:ext cx="1676400" cy="481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04" name="AutoShape 4"/>
          <p:cNvSpPr>
            <a:spLocks/>
          </p:cNvSpPr>
          <p:nvPr/>
        </p:nvSpPr>
        <p:spPr bwMode="auto">
          <a:xfrm>
            <a:off x="4038600" y="457200"/>
            <a:ext cx="381000" cy="1752600"/>
          </a:xfrm>
          <a:prstGeom prst="leftBrace">
            <a:avLst>
              <a:gd name="adj1" fmla="val 3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52993" name="Object 1"/>
          <p:cNvGraphicFramePr>
            <a:graphicFrameLocks noChangeAspect="1"/>
          </p:cNvGraphicFramePr>
          <p:nvPr/>
        </p:nvGraphicFramePr>
        <p:xfrm>
          <a:off x="4724400" y="17526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59" name="Equation" r:id="rId5" imgW="253800" imgH="380880" progId="Equation.3">
                  <p:embed/>
                </p:oleObj>
              </mc:Choice>
              <mc:Fallback>
                <p:oleObj name="Equation" r:id="rId5" imgW="253800" imgH="3808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7526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2994" name="Object 2"/>
          <p:cNvGraphicFramePr>
            <a:graphicFrameLocks noChangeAspect="1"/>
          </p:cNvGraphicFramePr>
          <p:nvPr/>
        </p:nvGraphicFramePr>
        <p:xfrm>
          <a:off x="4413250" y="522288"/>
          <a:ext cx="939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0" name="Equation" r:id="rId7" imgW="939600" imgH="393480" progId="Equation.3">
                  <p:embed/>
                </p:oleObj>
              </mc:Choice>
              <mc:Fallback>
                <p:oleObj name="Equation" r:id="rId7" imgW="93960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250" y="522288"/>
                        <a:ext cx="939800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2995" name="Object 3"/>
          <p:cNvGraphicFramePr>
            <a:graphicFrameLocks noChangeAspect="1"/>
          </p:cNvGraphicFramePr>
          <p:nvPr/>
        </p:nvGraphicFramePr>
        <p:xfrm>
          <a:off x="6324600" y="609600"/>
          <a:ext cx="977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1" name="Equation" r:id="rId9" imgW="977760" imgH="380880" progId="Equation.3">
                  <p:embed/>
                </p:oleObj>
              </mc:Choice>
              <mc:Fallback>
                <p:oleObj name="Equation" r:id="rId9" imgW="977760" imgH="380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609600"/>
                        <a:ext cx="977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2996" name="Object 4"/>
          <p:cNvGraphicFramePr>
            <a:graphicFrameLocks noChangeAspect="1"/>
          </p:cNvGraphicFramePr>
          <p:nvPr/>
        </p:nvGraphicFramePr>
        <p:xfrm>
          <a:off x="6324600" y="1752600"/>
          <a:ext cx="9652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2" name="Equation" r:id="rId11" imgW="965160" imgH="431640" progId="Equation.3">
                  <p:embed/>
                </p:oleObj>
              </mc:Choice>
              <mc:Fallback>
                <p:oleObj name="Equation" r:id="rId11" imgW="96516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752600"/>
                        <a:ext cx="9652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09" name="Text Box 9"/>
          <p:cNvSpPr txBox="1">
            <a:spLocks noChangeArrowheads="1"/>
          </p:cNvSpPr>
          <p:nvPr/>
        </p:nvSpPr>
        <p:spPr bwMode="auto">
          <a:xfrm>
            <a:off x="5638800" y="3810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819210" name="Text Box 10"/>
          <p:cNvSpPr txBox="1">
            <a:spLocks noChangeArrowheads="1"/>
          </p:cNvSpPr>
          <p:nvPr/>
        </p:nvSpPr>
        <p:spPr bwMode="auto">
          <a:xfrm>
            <a:off x="5562600" y="1676400"/>
            <a:ext cx="5048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</a:t>
            </a:r>
          </a:p>
        </p:txBody>
      </p:sp>
      <p:sp>
        <p:nvSpPr>
          <p:cNvPr id="819211" name="Rectangle 11"/>
          <p:cNvSpPr>
            <a:spLocks noChangeArrowheads="1"/>
          </p:cNvSpPr>
          <p:nvPr/>
        </p:nvSpPr>
        <p:spPr bwMode="auto">
          <a:xfrm>
            <a:off x="1676400" y="4191000"/>
            <a:ext cx="21336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9212" name="Text Box 12"/>
          <p:cNvSpPr txBox="1">
            <a:spLocks noChangeArrowheads="1"/>
          </p:cNvSpPr>
          <p:nvPr/>
        </p:nvSpPr>
        <p:spPr bwMode="auto">
          <a:xfrm>
            <a:off x="1752600" y="4419600"/>
            <a:ext cx="1997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Comparer</a:t>
            </a:r>
          </a:p>
        </p:txBody>
      </p:sp>
      <p:sp>
        <p:nvSpPr>
          <p:cNvPr id="819213" name="Rectangle 13"/>
          <p:cNvSpPr>
            <a:spLocks noChangeArrowheads="1"/>
          </p:cNvSpPr>
          <p:nvPr/>
        </p:nvSpPr>
        <p:spPr bwMode="auto">
          <a:xfrm>
            <a:off x="5257800" y="3276600"/>
            <a:ext cx="19050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9214" name="Text Box 14"/>
          <p:cNvSpPr txBox="1">
            <a:spLocks noChangeArrowheads="1"/>
          </p:cNvSpPr>
          <p:nvPr/>
        </p:nvSpPr>
        <p:spPr bwMode="auto">
          <a:xfrm>
            <a:off x="5470525" y="3530600"/>
            <a:ext cx="1374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Adder</a:t>
            </a:r>
          </a:p>
        </p:txBody>
      </p:sp>
      <p:sp>
        <p:nvSpPr>
          <p:cNvPr id="819215" name="Rectangle 15"/>
          <p:cNvSpPr>
            <a:spLocks noChangeArrowheads="1"/>
          </p:cNvSpPr>
          <p:nvPr/>
        </p:nvSpPr>
        <p:spPr bwMode="auto">
          <a:xfrm>
            <a:off x="5257800" y="5181600"/>
            <a:ext cx="19050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9216" name="Text Box 16"/>
          <p:cNvSpPr txBox="1">
            <a:spLocks noChangeArrowheads="1"/>
          </p:cNvSpPr>
          <p:nvPr/>
        </p:nvSpPr>
        <p:spPr bwMode="auto">
          <a:xfrm>
            <a:off x="5470525" y="5435600"/>
            <a:ext cx="1457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C0099"/>
                </a:solidFill>
              </a:rPr>
              <a:t>Eraser</a:t>
            </a:r>
          </a:p>
        </p:txBody>
      </p:sp>
      <p:sp>
        <p:nvSpPr>
          <p:cNvPr id="819217" name="Line 17"/>
          <p:cNvSpPr>
            <a:spLocks noChangeShapeType="1"/>
          </p:cNvSpPr>
          <p:nvPr/>
        </p:nvSpPr>
        <p:spPr bwMode="auto">
          <a:xfrm flipV="1">
            <a:off x="3810000" y="4114800"/>
            <a:ext cx="1371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9218" name="Line 18"/>
          <p:cNvSpPr>
            <a:spLocks noChangeShapeType="1"/>
          </p:cNvSpPr>
          <p:nvPr/>
        </p:nvSpPr>
        <p:spPr bwMode="auto">
          <a:xfrm>
            <a:off x="3810000" y="5181600"/>
            <a:ext cx="1447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9219" name="Line 19"/>
          <p:cNvSpPr>
            <a:spLocks noChangeShapeType="1"/>
          </p:cNvSpPr>
          <p:nvPr/>
        </p:nvSpPr>
        <p:spPr bwMode="auto">
          <a:xfrm>
            <a:off x="7162800" y="3810000"/>
            <a:ext cx="1295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9220" name="Line 20"/>
          <p:cNvSpPr>
            <a:spLocks noChangeShapeType="1"/>
          </p:cNvSpPr>
          <p:nvPr/>
        </p:nvSpPr>
        <p:spPr bwMode="auto">
          <a:xfrm flipV="1">
            <a:off x="7162800" y="4800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19221" name="Line 21"/>
          <p:cNvSpPr>
            <a:spLocks noChangeShapeType="1"/>
          </p:cNvSpPr>
          <p:nvPr/>
        </p:nvSpPr>
        <p:spPr bwMode="auto">
          <a:xfrm>
            <a:off x="1066800" y="3657600"/>
            <a:ext cx="419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9222" name="Line 22"/>
          <p:cNvSpPr>
            <a:spLocks noChangeShapeType="1"/>
          </p:cNvSpPr>
          <p:nvPr/>
        </p:nvSpPr>
        <p:spPr bwMode="auto">
          <a:xfrm>
            <a:off x="0" y="4876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9223" name="Line 23"/>
          <p:cNvSpPr>
            <a:spLocks noChangeShapeType="1"/>
          </p:cNvSpPr>
          <p:nvPr/>
        </p:nvSpPr>
        <p:spPr bwMode="auto">
          <a:xfrm flipV="1">
            <a:off x="1066800" y="3657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852997" name="Object 5"/>
          <p:cNvGraphicFramePr>
            <a:graphicFrameLocks noChangeAspect="1"/>
          </p:cNvGraphicFramePr>
          <p:nvPr/>
        </p:nvGraphicFramePr>
        <p:xfrm>
          <a:off x="152400" y="4419600"/>
          <a:ext cx="685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3" name="Equation" r:id="rId13" imgW="685800" imgH="368280" progId="Equation.3">
                  <p:embed/>
                </p:oleObj>
              </mc:Choice>
              <mc:Fallback>
                <p:oleObj name="Equation" r:id="rId13" imgW="685800" imgH="3682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419600"/>
                        <a:ext cx="685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2998" name="Object 6"/>
          <p:cNvGraphicFramePr>
            <a:graphicFrameLocks noChangeAspect="1"/>
          </p:cNvGraphicFramePr>
          <p:nvPr/>
        </p:nvGraphicFramePr>
        <p:xfrm>
          <a:off x="4114800" y="3200400"/>
          <a:ext cx="685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4" name="Equation" r:id="rId15" imgW="685800" imgH="368280" progId="Equation.3">
                  <p:embed/>
                </p:oleObj>
              </mc:Choice>
              <mc:Fallback>
                <p:oleObj name="Equation" r:id="rId15" imgW="685800" imgH="36828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200400"/>
                        <a:ext cx="6858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2999" name="Object 7"/>
          <p:cNvGraphicFramePr>
            <a:graphicFrameLocks noChangeAspect="1"/>
          </p:cNvGraphicFramePr>
          <p:nvPr/>
        </p:nvGraphicFramePr>
        <p:xfrm>
          <a:off x="4038600" y="4343400"/>
          <a:ext cx="977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5" name="Equation" r:id="rId17" imgW="977760" imgH="380880" progId="Equation.3">
                  <p:embed/>
                </p:oleObj>
              </mc:Choice>
              <mc:Fallback>
                <p:oleObj name="Equation" r:id="rId17" imgW="977760" imgH="38088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343400"/>
                        <a:ext cx="9779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3000" name="Object 8"/>
          <p:cNvGraphicFramePr>
            <a:graphicFrameLocks noChangeAspect="1"/>
          </p:cNvGraphicFramePr>
          <p:nvPr/>
        </p:nvGraphicFramePr>
        <p:xfrm>
          <a:off x="4038600" y="5486400"/>
          <a:ext cx="9652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6" name="Equation" r:id="rId19" imgW="965160" imgH="431640" progId="Equation.3">
                  <p:embed/>
                </p:oleObj>
              </mc:Choice>
              <mc:Fallback>
                <p:oleObj name="Equation" r:id="rId19" imgW="965160" imgH="431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486400"/>
                        <a:ext cx="96520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3001" name="Object 9"/>
          <p:cNvGraphicFramePr>
            <a:graphicFrameLocks noChangeAspect="1"/>
          </p:cNvGraphicFramePr>
          <p:nvPr/>
        </p:nvGraphicFramePr>
        <p:xfrm>
          <a:off x="7696200" y="3733800"/>
          <a:ext cx="9398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7" name="Equation" r:id="rId21" imgW="939600" imgH="393480" progId="Equation.3">
                  <p:embed/>
                </p:oleObj>
              </mc:Choice>
              <mc:Fallback>
                <p:oleObj name="Equation" r:id="rId21" imgW="939600" imgH="39348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3733800"/>
                        <a:ext cx="939800" cy="392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3002" name="Object 10"/>
          <p:cNvGraphicFramePr>
            <a:graphicFrameLocks noChangeAspect="1"/>
          </p:cNvGraphicFramePr>
          <p:nvPr/>
        </p:nvGraphicFramePr>
        <p:xfrm>
          <a:off x="7772400" y="5486400"/>
          <a:ext cx="2524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3068" name="Equation" r:id="rId23" imgW="253800" imgH="380880" progId="Equation.3">
                  <p:embed/>
                </p:oleObj>
              </mc:Choice>
              <mc:Fallback>
                <p:oleObj name="Equation" r:id="rId23" imgW="253800" imgH="3808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486400"/>
                        <a:ext cx="25241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30" name="Line 30"/>
          <p:cNvSpPr>
            <a:spLocks noChangeShapeType="1"/>
          </p:cNvSpPr>
          <p:nvPr/>
        </p:nvSpPr>
        <p:spPr bwMode="auto">
          <a:xfrm>
            <a:off x="8458200" y="4800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F11EA-1FCE-4869-9AA5-6D2CE1FAA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"/>
            <a:ext cx="8839200" cy="62484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Design a TM that multiplies two positive integers in unary notation: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79E14-05FB-4750-B64D-FEE63DA453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E9BDC3-1CF1-462C-B055-589A8687DA40}" type="slidenum">
              <a:rPr lang="en-US" altLang="en-US" smtClean="0"/>
              <a:pPr/>
              <a:t>100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19767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B31DE-5851-4E8F-ACB0-471D8A8AC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57200"/>
            <a:ext cx="8839200" cy="5867400"/>
          </a:xfrm>
        </p:spPr>
        <p:txBody>
          <a:bodyPr/>
          <a:lstStyle/>
          <a:p>
            <a:r>
              <a:rPr lang="en-US" dirty="0"/>
              <a:t>Let’s assume that the initial and final tape contents are as indicated below: </a:t>
            </a:r>
          </a:p>
          <a:p>
            <a:endParaRPr lang="en-US" dirty="0"/>
          </a:p>
          <a:p>
            <a:r>
              <a:rPr lang="en-US" dirty="0"/>
              <a:t>			    0</a:t>
            </a:r>
            <a:r>
              <a:rPr lang="en-US" dirty="0">
                <a:highlight>
                  <a:srgbClr val="FFFF00"/>
                </a:highlight>
              </a:rPr>
              <a:t>  1  1  1  </a:t>
            </a:r>
            <a:r>
              <a:rPr lang="en-US" dirty="0"/>
              <a:t>0</a:t>
            </a:r>
            <a:r>
              <a:rPr lang="en-US" dirty="0">
                <a:highlight>
                  <a:srgbClr val="00FF00"/>
                </a:highlight>
              </a:rPr>
              <a:t> 1  1  </a:t>
            </a:r>
            <a:r>
              <a:rPr lang="en-US" dirty="0"/>
              <a:t>0</a:t>
            </a:r>
          </a:p>
          <a:p>
            <a:r>
              <a:rPr lang="en-US" dirty="0"/>
              <a:t>				    </a:t>
            </a:r>
            <a:r>
              <a:rPr lang="en-US" dirty="0">
                <a:solidFill>
                  <a:schemeClr val="tx1"/>
                </a:solidFill>
              </a:rPr>
              <a:t>y</a:t>
            </a:r>
            <a:r>
              <a:rPr lang="en-US" dirty="0"/>
              <a:t>	  	</a:t>
            </a:r>
            <a:r>
              <a:rPr lang="en-US" dirty="0">
                <a:solidFill>
                  <a:schemeClr val="tx1"/>
                </a:solidFill>
              </a:rPr>
              <a:t>x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/>
              <a:t>0</a:t>
            </a:r>
            <a:r>
              <a:rPr lang="en-US" dirty="0">
                <a:highlight>
                  <a:srgbClr val="FF00FF"/>
                </a:highlight>
              </a:rPr>
              <a:t>  1  1  1  1  1  1  </a:t>
            </a:r>
            <a:r>
              <a:rPr lang="en-US" dirty="0"/>
              <a:t>0</a:t>
            </a:r>
            <a:r>
              <a:rPr lang="en-US" dirty="0">
                <a:highlight>
                  <a:srgbClr val="FFFF00"/>
                </a:highlight>
              </a:rPr>
              <a:t>  1  1  1  </a:t>
            </a:r>
            <a:r>
              <a:rPr lang="en-US" dirty="0"/>
              <a:t>0</a:t>
            </a:r>
            <a:r>
              <a:rPr lang="en-US" dirty="0">
                <a:highlight>
                  <a:srgbClr val="00FF00"/>
                </a:highlight>
              </a:rPr>
              <a:t>  1  1  </a:t>
            </a:r>
            <a:r>
              <a:rPr lang="en-US" dirty="0"/>
              <a:t>0</a:t>
            </a:r>
          </a:p>
          <a:p>
            <a:r>
              <a:rPr lang="en-US" dirty="0">
                <a:solidFill>
                  <a:schemeClr val="tx1"/>
                </a:solidFill>
              </a:rPr>
              <a:t>				</a:t>
            </a:r>
            <a:r>
              <a:rPr lang="en-US" dirty="0" err="1">
                <a:solidFill>
                  <a:schemeClr val="tx1"/>
                </a:solidFill>
              </a:rPr>
              <a:t>xy</a:t>
            </a:r>
            <a:r>
              <a:rPr lang="en-US" dirty="0">
                <a:solidFill>
                  <a:schemeClr val="tx1"/>
                </a:solidFill>
              </a:rPr>
              <a:t>		y		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AEC21-DC62-45A5-A139-3C2BCECE5E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2B726B-6D70-4FA7-B718-ADB245AB6A01}" type="slidenum">
              <a:rPr lang="en-US" altLang="en-US" smtClean="0"/>
              <a:pPr/>
              <a:t>101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9575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733E1-2455-4EC2-893E-36B1EBBB2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33400"/>
            <a:ext cx="8839200" cy="57912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Repeat the following steps until x contains no more 1’s.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Find a 1 in x and replace it with another symbol a.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Replace the leftmost 0 by 0y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Replace all a’s with 1’s.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518CD-2AC6-4795-8DA7-126BEA554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2B726B-6D70-4FA7-B718-ADB245AB6A01}" type="slidenum">
              <a:rPr lang="en-US" altLang="en-US" smtClean="0"/>
              <a:pPr/>
              <a:t>102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44284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83CE-641E-4361-B35F-E1802473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" y="1828800"/>
            <a:ext cx="8839200" cy="1295400"/>
          </a:xfrm>
        </p:spPr>
        <p:txBody>
          <a:bodyPr/>
          <a:lstStyle/>
          <a:p>
            <a:r>
              <a:rPr lang="en-US" dirty="0"/>
              <a:t>Turing’s 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1570-6FAE-439A-9160-8D4467FB5C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2B726B-6D70-4FA7-B718-ADB245AB6A01}" type="slidenum">
              <a:rPr lang="en-US" altLang="en-US" smtClean="0"/>
              <a:pPr/>
              <a:t>103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709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8A5ED5-9AD2-4259-86C5-AE6008116261}" type="slidenum">
              <a:rPr lang="en-US" altLang="en-US"/>
              <a:pPr/>
              <a:t>104</a:t>
            </a:fld>
            <a:endParaRPr lang="en-US" altLang="en-US"/>
          </a:p>
        </p:txBody>
      </p:sp>
      <p:sp>
        <p:nvSpPr>
          <p:cNvPr id="886786" name="Text Box 2"/>
          <p:cNvSpPr txBox="1">
            <a:spLocks noChangeArrowheads="1"/>
          </p:cNvSpPr>
          <p:nvPr/>
        </p:nvSpPr>
        <p:spPr bwMode="auto">
          <a:xfrm>
            <a:off x="304800" y="1474788"/>
            <a:ext cx="36004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Turing’s thesis:</a:t>
            </a:r>
          </a:p>
        </p:txBody>
      </p:sp>
      <p:sp>
        <p:nvSpPr>
          <p:cNvPr id="886787" name="Text Box 3"/>
          <p:cNvSpPr txBox="1">
            <a:spLocks noChangeArrowheads="1"/>
          </p:cNvSpPr>
          <p:nvPr/>
        </p:nvSpPr>
        <p:spPr bwMode="auto">
          <a:xfrm>
            <a:off x="1371600" y="2590800"/>
            <a:ext cx="748506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Any computation  carried out</a:t>
            </a:r>
          </a:p>
          <a:p>
            <a:r>
              <a:rPr lang="en-US" dirty="0"/>
              <a:t>by mechanical means</a:t>
            </a:r>
          </a:p>
          <a:p>
            <a:r>
              <a:rPr lang="en-US" dirty="0"/>
              <a:t>can be performed by a Turing Machine</a:t>
            </a:r>
          </a:p>
        </p:txBody>
      </p:sp>
      <p:sp>
        <p:nvSpPr>
          <p:cNvPr id="886788" name="Text Box 4"/>
          <p:cNvSpPr txBox="1">
            <a:spLocks noChangeArrowheads="1"/>
          </p:cNvSpPr>
          <p:nvPr/>
        </p:nvSpPr>
        <p:spPr bwMode="auto">
          <a:xfrm>
            <a:off x="1524000" y="4572000"/>
            <a:ext cx="1408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(1930)</a:t>
            </a:r>
          </a:p>
        </p:txBody>
      </p:sp>
    </p:spTree>
    <p:extLst>
      <p:ext uri="{BB962C8B-B14F-4D97-AF65-F5344CB8AC3E}">
        <p14:creationId xmlns:p14="http://schemas.microsoft.com/office/powerpoint/2010/main" val="299067216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E6085A-B38D-4B97-BA2F-7B7D6E35EF9C}" type="slidenum">
              <a:rPr lang="en-US" altLang="en-US"/>
              <a:pPr/>
              <a:t>105</a:t>
            </a:fld>
            <a:endParaRPr lang="en-US" altLang="en-US"/>
          </a:p>
        </p:txBody>
      </p:sp>
      <p:sp>
        <p:nvSpPr>
          <p:cNvPr id="887810" name="Text Box 1026"/>
          <p:cNvSpPr txBox="1">
            <a:spLocks noChangeArrowheads="1"/>
          </p:cNvSpPr>
          <p:nvPr/>
        </p:nvSpPr>
        <p:spPr bwMode="auto">
          <a:xfrm>
            <a:off x="0" y="228600"/>
            <a:ext cx="45466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Computer Science Law:</a:t>
            </a:r>
          </a:p>
        </p:txBody>
      </p:sp>
      <p:sp>
        <p:nvSpPr>
          <p:cNvPr id="887811" name="Text Box 1027"/>
          <p:cNvSpPr txBox="1">
            <a:spLocks noChangeArrowheads="1"/>
          </p:cNvSpPr>
          <p:nvPr/>
        </p:nvSpPr>
        <p:spPr bwMode="auto">
          <a:xfrm>
            <a:off x="533400" y="1219200"/>
            <a:ext cx="8124340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A computation is mechanical if and only if</a:t>
            </a:r>
          </a:p>
          <a:p>
            <a:r>
              <a:rPr lang="en-US" dirty="0"/>
              <a:t>it can be performed by a Turing Machine</a:t>
            </a:r>
          </a:p>
        </p:txBody>
      </p:sp>
      <p:sp>
        <p:nvSpPr>
          <p:cNvPr id="887812" name="Text Box 1028"/>
          <p:cNvSpPr txBox="1">
            <a:spLocks noChangeArrowheads="1"/>
          </p:cNvSpPr>
          <p:nvPr/>
        </p:nvSpPr>
        <p:spPr bwMode="auto">
          <a:xfrm>
            <a:off x="609600" y="3505200"/>
            <a:ext cx="77692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There is no known model of computation</a:t>
            </a:r>
          </a:p>
          <a:p>
            <a:r>
              <a:rPr lang="en-US" dirty="0">
                <a:solidFill>
                  <a:srgbClr val="CC0099"/>
                </a:solidFill>
              </a:rPr>
              <a:t>more powerful than Turing Machines</a:t>
            </a:r>
          </a:p>
        </p:txBody>
      </p:sp>
    </p:spTree>
    <p:extLst>
      <p:ext uri="{BB962C8B-B14F-4D97-AF65-F5344CB8AC3E}">
        <p14:creationId xmlns:p14="http://schemas.microsoft.com/office/powerpoint/2010/main" val="13446783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113248-D791-442E-9A20-083167B23759}" type="slidenum">
              <a:rPr lang="en-US" altLang="en-US"/>
              <a:pPr/>
              <a:t>106</a:t>
            </a:fld>
            <a:endParaRPr lang="en-US" altLang="en-US"/>
          </a:p>
        </p:txBody>
      </p:sp>
      <p:sp>
        <p:nvSpPr>
          <p:cNvPr id="888834" name="Text Box 1026"/>
          <p:cNvSpPr txBox="1">
            <a:spLocks noChangeArrowheads="1"/>
          </p:cNvSpPr>
          <p:nvPr/>
        </p:nvSpPr>
        <p:spPr bwMode="auto">
          <a:xfrm>
            <a:off x="533400" y="304800"/>
            <a:ext cx="5593198" cy="5847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Definition of an Algorithm:</a:t>
            </a:r>
          </a:p>
        </p:txBody>
      </p:sp>
      <p:sp>
        <p:nvSpPr>
          <p:cNvPr id="888835" name="Text Box 1027"/>
          <p:cNvSpPr txBox="1">
            <a:spLocks noChangeArrowheads="1"/>
          </p:cNvSpPr>
          <p:nvPr/>
        </p:nvSpPr>
        <p:spPr bwMode="auto">
          <a:xfrm>
            <a:off x="685800" y="1168400"/>
            <a:ext cx="8001000" cy="1175706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An algorithm for function</a:t>
            </a:r>
          </a:p>
          <a:p>
            <a:r>
              <a:rPr lang="en-US" dirty="0"/>
              <a:t>is a Turing Machine which computes </a:t>
            </a:r>
          </a:p>
        </p:txBody>
      </p:sp>
      <p:graphicFrame>
        <p:nvGraphicFramePr>
          <p:cNvPr id="888836" name="Object 1028"/>
          <p:cNvGraphicFramePr>
            <a:graphicFrameLocks noChangeAspect="1"/>
          </p:cNvGraphicFramePr>
          <p:nvPr/>
        </p:nvGraphicFramePr>
        <p:xfrm>
          <a:off x="5943600" y="11430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20" name="Equation" r:id="rId3" imgW="1079280" imgH="533160" progId="Equation.3">
                  <p:embed/>
                </p:oleObj>
              </mc:Choice>
              <mc:Fallback>
                <p:oleObj name="Equation" r:id="rId3" imgW="1079280" imgH="533160" progId="Equation.3">
                  <p:embed/>
                  <p:pic>
                    <p:nvPicPr>
                      <p:cNvPr id="888836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1143000"/>
                        <a:ext cx="1079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37" name="Object 1029"/>
          <p:cNvGraphicFramePr>
            <a:graphicFrameLocks noChangeAspect="1"/>
          </p:cNvGraphicFramePr>
          <p:nvPr/>
        </p:nvGraphicFramePr>
        <p:xfrm>
          <a:off x="7696200" y="1828800"/>
          <a:ext cx="10795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021" name="Equation" r:id="rId5" imgW="1079280" imgH="533160" progId="Equation.3">
                  <p:embed/>
                </p:oleObj>
              </mc:Choice>
              <mc:Fallback>
                <p:oleObj name="Equation" r:id="rId5" imgW="1079280" imgH="533160" progId="Equation.3">
                  <p:embed/>
                  <p:pic>
                    <p:nvPicPr>
                      <p:cNvPr id="888837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1828800"/>
                        <a:ext cx="10795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770238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64AE03-35BB-4891-82EF-6909F782ADF7}" type="slidenum">
              <a:rPr lang="en-US" altLang="en-US"/>
              <a:pPr/>
              <a:t>107</a:t>
            </a:fld>
            <a:endParaRPr lang="en-US" altLang="en-US"/>
          </a:p>
        </p:txBody>
      </p:sp>
      <p:sp>
        <p:nvSpPr>
          <p:cNvPr id="889858" name="Text Box 1026"/>
          <p:cNvSpPr txBox="1">
            <a:spLocks noChangeArrowheads="1"/>
          </p:cNvSpPr>
          <p:nvPr/>
        </p:nvSpPr>
        <p:spPr bwMode="auto">
          <a:xfrm>
            <a:off x="609600" y="1447800"/>
            <a:ext cx="2760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When we say:</a:t>
            </a:r>
          </a:p>
        </p:txBody>
      </p:sp>
      <p:sp>
        <p:nvSpPr>
          <p:cNvPr id="889859" name="Text Box 1027"/>
          <p:cNvSpPr txBox="1">
            <a:spLocks noChangeArrowheads="1"/>
          </p:cNvSpPr>
          <p:nvPr/>
        </p:nvSpPr>
        <p:spPr bwMode="auto">
          <a:xfrm>
            <a:off x="2057400" y="2362200"/>
            <a:ext cx="5089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There exists an algorithm</a:t>
            </a:r>
          </a:p>
        </p:txBody>
      </p:sp>
      <p:sp>
        <p:nvSpPr>
          <p:cNvPr id="889860" name="Text Box 1028"/>
          <p:cNvSpPr txBox="1">
            <a:spLocks noChangeArrowheads="1"/>
          </p:cNvSpPr>
          <p:nvPr/>
        </p:nvSpPr>
        <p:spPr bwMode="auto">
          <a:xfrm>
            <a:off x="457200" y="457200"/>
            <a:ext cx="6462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Algorithms are Turing Machines</a:t>
            </a:r>
          </a:p>
        </p:txBody>
      </p:sp>
      <p:sp>
        <p:nvSpPr>
          <p:cNvPr id="889861" name="Text Box 1029"/>
          <p:cNvSpPr txBox="1">
            <a:spLocks noChangeArrowheads="1"/>
          </p:cNvSpPr>
          <p:nvPr/>
        </p:nvSpPr>
        <p:spPr bwMode="auto">
          <a:xfrm>
            <a:off x="685800" y="3505200"/>
            <a:ext cx="2032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C0099"/>
                </a:solidFill>
              </a:rPr>
              <a:t>We mean:</a:t>
            </a:r>
          </a:p>
        </p:txBody>
      </p:sp>
      <p:sp>
        <p:nvSpPr>
          <p:cNvPr id="889862" name="Text Box 1030"/>
          <p:cNvSpPr txBox="1">
            <a:spLocks noChangeArrowheads="1"/>
          </p:cNvSpPr>
          <p:nvPr/>
        </p:nvSpPr>
        <p:spPr bwMode="auto">
          <a:xfrm>
            <a:off x="2133600" y="4419600"/>
            <a:ext cx="59832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There exists a Turing Machine</a:t>
            </a:r>
          </a:p>
          <a:p>
            <a:r>
              <a:rPr lang="en-US" dirty="0"/>
              <a:t>that executes the algorithm</a:t>
            </a:r>
          </a:p>
        </p:txBody>
      </p:sp>
    </p:spTree>
    <p:extLst>
      <p:ext uri="{BB962C8B-B14F-4D97-AF65-F5344CB8AC3E}">
        <p14:creationId xmlns:p14="http://schemas.microsoft.com/office/powerpoint/2010/main" val="217556300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FB1BCF-8400-4718-8130-C174DF5DE7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E9BDC3-1CF1-462C-B055-589A8687DA40}" type="slidenum">
              <a:rPr lang="en-US" altLang="en-US" smtClean="0"/>
              <a:pPr/>
              <a:t>108</a:t>
            </a:fld>
            <a:endParaRPr lang="en-US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3942B9-AAFD-4164-82F4-765C1E8A2501}"/>
              </a:ext>
            </a:extLst>
          </p:cNvPr>
          <p:cNvSpPr/>
          <p:nvPr/>
        </p:nvSpPr>
        <p:spPr>
          <a:xfrm>
            <a:off x="2286000" y="2890391"/>
            <a:ext cx="6324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http://aturingmachine.com/</a:t>
            </a:r>
          </a:p>
        </p:txBody>
      </p:sp>
    </p:spTree>
    <p:extLst>
      <p:ext uri="{BB962C8B-B14F-4D97-AF65-F5344CB8AC3E}">
        <p14:creationId xmlns:p14="http://schemas.microsoft.com/office/powerpoint/2010/main" val="2309542303"/>
      </p:ext>
    </p:extLst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7125</TotalTime>
  <Words>1106</Words>
  <Application>Microsoft Office PowerPoint</Application>
  <PresentationFormat>On-screen Show (4:3)</PresentationFormat>
  <Paragraphs>491</Paragraphs>
  <Slides>108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4" baseType="lpstr">
      <vt:lpstr>Arial</vt:lpstr>
      <vt:lpstr>Cambria Math</vt:lpstr>
      <vt:lpstr>Comic Sans MS</vt:lpstr>
      <vt:lpstr>Times New Roman</vt:lpstr>
      <vt:lpstr>class</vt:lpstr>
      <vt:lpstr>Equation</vt:lpstr>
      <vt:lpstr>Turing Machines</vt:lpstr>
      <vt:lpstr>The Language Hierarchy</vt:lpstr>
      <vt:lpstr>PowerPoint Presentation</vt:lpstr>
      <vt:lpstr>A Turing Machine</vt:lpstr>
      <vt:lpstr>The Tape</vt:lpstr>
      <vt:lpstr>PowerPoint Presentation</vt:lpstr>
      <vt:lpstr>PowerPoint Presentation</vt:lpstr>
      <vt:lpstr>PowerPoint Presentation</vt:lpstr>
      <vt:lpstr>The Input String</vt:lpstr>
      <vt:lpstr>PowerPoint Presentation</vt:lpstr>
      <vt:lpstr>States &amp; Transitions</vt:lpstr>
      <vt:lpstr>PowerPoint Presentation</vt:lpstr>
      <vt:lpstr>PowerPoint Presentation</vt:lpstr>
      <vt:lpstr>PowerPoint Presentation</vt:lpstr>
      <vt:lpstr>PowerPoint Presentation</vt:lpstr>
      <vt:lpstr>Determinism</vt:lpstr>
      <vt:lpstr>Partial Transition Function</vt:lpstr>
      <vt:lpstr>Halting</vt:lpstr>
      <vt:lpstr>PowerPoint Presentation</vt:lpstr>
      <vt:lpstr>Final States</vt:lpstr>
      <vt:lpstr>Acceptance</vt:lpstr>
      <vt:lpstr>Turing Machine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Infinite Loop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Turing Machine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Formal Definitions for  Turing Machines</vt:lpstr>
      <vt:lpstr>PowerPoint Presentation</vt:lpstr>
      <vt:lpstr>PowerPoint Presentation</vt:lpstr>
      <vt:lpstr>PowerPoint Presentation</vt:lpstr>
      <vt:lpstr>PowerPoint Presentation</vt:lpstr>
      <vt:lpstr>Configuration</vt:lpstr>
      <vt:lpstr>PowerPoint Presentation</vt:lpstr>
      <vt:lpstr>PowerPoint Presentation</vt:lpstr>
      <vt:lpstr>PowerPoint Presentation</vt:lpstr>
      <vt:lpstr>PowerPoint Presentation</vt:lpstr>
      <vt:lpstr>The Accepted Language</vt:lpstr>
      <vt:lpstr>Standard Turing Machine</vt:lpstr>
      <vt:lpstr>Computing Functions with Turing Machines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Example</vt:lpstr>
      <vt:lpstr>PowerPoint Presentation</vt:lpstr>
      <vt:lpstr>PowerPoint Presentation</vt:lpstr>
      <vt:lpstr>PowerPoint Presentation</vt:lpstr>
      <vt:lpstr>PowerPoint Presentation</vt:lpstr>
      <vt:lpstr>Another Example</vt:lpstr>
      <vt:lpstr>PowerPoint Presentation</vt:lpstr>
      <vt:lpstr>PowerPoint Presentation</vt:lpstr>
      <vt:lpstr>Combining Turing Machines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Turing’s Thesis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Naidjate, Madani</cp:lastModifiedBy>
  <cp:revision>1491</cp:revision>
  <cp:lastPrinted>2000-10-19T15:05:32Z</cp:lastPrinted>
  <dcterms:created xsi:type="dcterms:W3CDTF">2000-08-31T01:12:33Z</dcterms:created>
  <dcterms:modified xsi:type="dcterms:W3CDTF">2018-04-24T19:31:54Z</dcterms:modified>
</cp:coreProperties>
</file>