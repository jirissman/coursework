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453" r:id="rId10"/>
    <p:sldId id="455" r:id="rId11"/>
    <p:sldId id="456" r:id="rId12"/>
    <p:sldId id="458" r:id="rId13"/>
    <p:sldId id="454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8" r:id="rId46"/>
    <p:sldId id="369" r:id="rId47"/>
    <p:sldId id="370" r:id="rId48"/>
    <p:sldId id="371" r:id="rId49"/>
    <p:sldId id="441" r:id="rId50"/>
    <p:sldId id="442" r:id="rId51"/>
    <p:sldId id="443" r:id="rId52"/>
    <p:sldId id="444" r:id="rId53"/>
    <p:sldId id="445" r:id="rId54"/>
    <p:sldId id="446" r:id="rId55"/>
    <p:sldId id="447" r:id="rId56"/>
    <p:sldId id="448" r:id="rId57"/>
    <p:sldId id="450" r:id="rId58"/>
    <p:sldId id="451" r:id="rId59"/>
    <p:sldId id="452" r:id="rId60"/>
    <p:sldId id="457" r:id="rId61"/>
    <p:sldId id="373" r:id="rId62"/>
    <p:sldId id="374" r:id="rId63"/>
    <p:sldId id="375" r:id="rId64"/>
    <p:sldId id="376" r:id="rId65"/>
    <p:sldId id="377" r:id="rId66"/>
    <p:sldId id="378" r:id="rId67"/>
    <p:sldId id="379" r:id="rId68"/>
    <p:sldId id="380" r:id="rId69"/>
    <p:sldId id="381" r:id="rId70"/>
    <p:sldId id="382" r:id="rId71"/>
    <p:sldId id="383" r:id="rId72"/>
    <p:sldId id="384" r:id="rId73"/>
    <p:sldId id="385" r:id="rId74"/>
    <p:sldId id="386" r:id="rId75"/>
    <p:sldId id="387" r:id="rId76"/>
    <p:sldId id="388" r:id="rId77"/>
    <p:sldId id="389" r:id="rId78"/>
    <p:sldId id="390" r:id="rId79"/>
    <p:sldId id="391" r:id="rId80"/>
    <p:sldId id="392" r:id="rId81"/>
    <p:sldId id="393" r:id="rId82"/>
    <p:sldId id="394" r:id="rId83"/>
    <p:sldId id="395" r:id="rId84"/>
    <p:sldId id="396" r:id="rId85"/>
    <p:sldId id="397" r:id="rId86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CCCC00"/>
    <a:srgbClr val="FF3399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1" autoAdjust="0"/>
    <p:restoredTop sz="90929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13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14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1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6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11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2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11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8.wmf"/><Relationship Id="rId7" Type="http://schemas.openxmlformats.org/officeDocument/2006/relationships/image" Target="../media/image23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1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1.wmf"/><Relationship Id="rId5" Type="http://schemas.openxmlformats.org/officeDocument/2006/relationships/image" Target="../media/image4.wmf"/><Relationship Id="rId10" Type="http://schemas.openxmlformats.org/officeDocument/2006/relationships/image" Target="../media/image30.wmf"/><Relationship Id="rId4" Type="http://schemas.openxmlformats.org/officeDocument/2006/relationships/image" Target="../media/image3.wmf"/><Relationship Id="rId9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1.wmf"/><Relationship Id="rId5" Type="http://schemas.openxmlformats.org/officeDocument/2006/relationships/image" Target="../media/image4.wmf"/><Relationship Id="rId10" Type="http://schemas.openxmlformats.org/officeDocument/2006/relationships/image" Target="../media/image30.wmf"/><Relationship Id="rId4" Type="http://schemas.openxmlformats.org/officeDocument/2006/relationships/image" Target="../media/image3.wmf"/><Relationship Id="rId9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1.wmf"/><Relationship Id="rId5" Type="http://schemas.openxmlformats.org/officeDocument/2006/relationships/image" Target="../media/image4.wmf"/><Relationship Id="rId10" Type="http://schemas.openxmlformats.org/officeDocument/2006/relationships/image" Target="../media/image30.wmf"/><Relationship Id="rId4" Type="http://schemas.openxmlformats.org/officeDocument/2006/relationships/image" Target="../media/image3.wmf"/><Relationship Id="rId9" Type="http://schemas.openxmlformats.org/officeDocument/2006/relationships/image" Target="../media/image2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8.wmf"/><Relationship Id="rId7" Type="http://schemas.openxmlformats.org/officeDocument/2006/relationships/image" Target="../media/image23.wmf"/><Relationship Id="rId2" Type="http://schemas.openxmlformats.org/officeDocument/2006/relationships/image" Target="../media/image27.wmf"/><Relationship Id="rId1" Type="http://schemas.openxmlformats.org/officeDocument/2006/relationships/image" Target="../media/image32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9.wmf"/><Relationship Id="rId9" Type="http://schemas.openxmlformats.org/officeDocument/2006/relationships/image" Target="../media/image3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8.wmf"/><Relationship Id="rId7" Type="http://schemas.openxmlformats.org/officeDocument/2006/relationships/image" Target="../media/image23.wmf"/><Relationship Id="rId2" Type="http://schemas.openxmlformats.org/officeDocument/2006/relationships/image" Target="../media/image27.wmf"/><Relationship Id="rId1" Type="http://schemas.openxmlformats.org/officeDocument/2006/relationships/image" Target="../media/image33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9.wmf"/><Relationship Id="rId9" Type="http://schemas.openxmlformats.org/officeDocument/2006/relationships/image" Target="../media/image3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4.wmf"/><Relationship Id="rId7" Type="http://schemas.openxmlformats.org/officeDocument/2006/relationships/image" Target="../media/image35.wmf"/><Relationship Id="rId2" Type="http://schemas.openxmlformats.org/officeDocument/2006/relationships/image" Target="../media/image3.wmf"/><Relationship Id="rId1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26.wmf"/><Relationship Id="rId4" Type="http://schemas.openxmlformats.org/officeDocument/2006/relationships/image" Target="../media/image34.wmf"/><Relationship Id="rId9" Type="http://schemas.openxmlformats.org/officeDocument/2006/relationships/image" Target="../media/image3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1.wmf"/><Relationship Id="rId7" Type="http://schemas.openxmlformats.org/officeDocument/2006/relationships/image" Target="../media/image34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10" Type="http://schemas.openxmlformats.org/officeDocument/2006/relationships/image" Target="../media/image35.wmf"/><Relationship Id="rId4" Type="http://schemas.openxmlformats.org/officeDocument/2006/relationships/image" Target="../media/image30.wmf"/><Relationship Id="rId9" Type="http://schemas.openxmlformats.org/officeDocument/2006/relationships/image" Target="../media/image29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8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3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image" Target="../media/image4.wmf"/><Relationship Id="rId4" Type="http://schemas.openxmlformats.org/officeDocument/2006/relationships/image" Target="../media/image34.wmf"/><Relationship Id="rId9" Type="http://schemas.openxmlformats.org/officeDocument/2006/relationships/image" Target="../media/image8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8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.wmf"/><Relationship Id="rId7" Type="http://schemas.openxmlformats.org/officeDocument/2006/relationships/image" Target="../media/image29.wmf"/><Relationship Id="rId2" Type="http://schemas.openxmlformats.org/officeDocument/2006/relationships/image" Target="../media/image30.wmf"/><Relationship Id="rId1" Type="http://schemas.openxmlformats.org/officeDocument/2006/relationships/image" Target="../media/image1.wmf"/><Relationship Id="rId6" Type="http://schemas.openxmlformats.org/officeDocument/2006/relationships/image" Target="../media/image26.wmf"/><Relationship Id="rId5" Type="http://schemas.openxmlformats.org/officeDocument/2006/relationships/image" Target="../media/image34.wmf"/><Relationship Id="rId10" Type="http://schemas.openxmlformats.org/officeDocument/2006/relationships/image" Target="../media/image8.wmf"/><Relationship Id="rId4" Type="http://schemas.openxmlformats.org/officeDocument/2006/relationships/image" Target="../media/image4.wmf"/><Relationship Id="rId9" Type="http://schemas.openxmlformats.org/officeDocument/2006/relationships/image" Target="../media/image6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8.wmf"/><Relationship Id="rId7" Type="http://schemas.openxmlformats.org/officeDocument/2006/relationships/image" Target="../media/image34.wmf"/><Relationship Id="rId2" Type="http://schemas.openxmlformats.org/officeDocument/2006/relationships/image" Target="../media/image6.wmf"/><Relationship Id="rId1" Type="http://schemas.openxmlformats.org/officeDocument/2006/relationships/image" Target="../media/image1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10" Type="http://schemas.openxmlformats.org/officeDocument/2006/relationships/image" Target="../media/image35.wmf"/><Relationship Id="rId4" Type="http://schemas.openxmlformats.org/officeDocument/2006/relationships/image" Target="../media/image30.wmf"/><Relationship Id="rId9" Type="http://schemas.openxmlformats.org/officeDocument/2006/relationships/image" Target="../media/image29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30.wmf"/><Relationship Id="rId7" Type="http://schemas.openxmlformats.org/officeDocument/2006/relationships/image" Target="../media/image26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34.wmf"/><Relationship Id="rId5" Type="http://schemas.openxmlformats.org/officeDocument/2006/relationships/image" Target="../media/image4.wmf"/><Relationship Id="rId10" Type="http://schemas.openxmlformats.org/officeDocument/2006/relationships/image" Target="../media/image1.wmf"/><Relationship Id="rId4" Type="http://schemas.openxmlformats.org/officeDocument/2006/relationships/image" Target="../media/image3.wmf"/><Relationship Id="rId9" Type="http://schemas.openxmlformats.org/officeDocument/2006/relationships/image" Target="../media/image35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1.wmf"/><Relationship Id="rId7" Type="http://schemas.openxmlformats.org/officeDocument/2006/relationships/image" Target="../media/image34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5" Type="http://schemas.openxmlformats.org/officeDocument/2006/relationships/image" Target="../media/image3.wmf"/><Relationship Id="rId10" Type="http://schemas.openxmlformats.org/officeDocument/2006/relationships/image" Target="../media/image35.wmf"/><Relationship Id="rId4" Type="http://schemas.openxmlformats.org/officeDocument/2006/relationships/image" Target="../media/image30.wmf"/><Relationship Id="rId9" Type="http://schemas.openxmlformats.org/officeDocument/2006/relationships/image" Target="../media/image29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4.wmf"/><Relationship Id="rId7" Type="http://schemas.openxmlformats.org/officeDocument/2006/relationships/image" Target="../media/image35.wmf"/><Relationship Id="rId2" Type="http://schemas.openxmlformats.org/officeDocument/2006/relationships/image" Target="../media/image3.wmf"/><Relationship Id="rId1" Type="http://schemas.openxmlformats.org/officeDocument/2006/relationships/image" Target="../media/image30.wmf"/><Relationship Id="rId6" Type="http://schemas.openxmlformats.org/officeDocument/2006/relationships/image" Target="../media/image29.wmf"/><Relationship Id="rId5" Type="http://schemas.openxmlformats.org/officeDocument/2006/relationships/image" Target="../media/image26.wmf"/><Relationship Id="rId4" Type="http://schemas.openxmlformats.org/officeDocument/2006/relationships/image" Target="../media/image34.wmf"/><Relationship Id="rId9" Type="http://schemas.openxmlformats.org/officeDocument/2006/relationships/image" Target="../media/image40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29.wmf"/><Relationship Id="rId1" Type="http://schemas.openxmlformats.org/officeDocument/2006/relationships/image" Target="../media/image41.wmf"/><Relationship Id="rId4" Type="http://schemas.openxmlformats.org/officeDocument/2006/relationships/image" Target="../media/image42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6.wmf"/><Relationship Id="rId5" Type="http://schemas.openxmlformats.org/officeDocument/2006/relationships/image" Target="../media/image45.wmf"/><Relationship Id="rId4" Type="http://schemas.openxmlformats.org/officeDocument/2006/relationships/image" Target="../media/image29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43.wmf"/><Relationship Id="rId1" Type="http://schemas.openxmlformats.org/officeDocument/2006/relationships/image" Target="../media/image6.wmf"/><Relationship Id="rId5" Type="http://schemas.openxmlformats.org/officeDocument/2006/relationships/image" Target="../media/image44.wmf"/><Relationship Id="rId4" Type="http://schemas.openxmlformats.org/officeDocument/2006/relationships/image" Target="../media/image45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43.wmf"/><Relationship Id="rId1" Type="http://schemas.openxmlformats.org/officeDocument/2006/relationships/image" Target="../media/image6.wmf"/><Relationship Id="rId5" Type="http://schemas.openxmlformats.org/officeDocument/2006/relationships/image" Target="../media/image44.wmf"/><Relationship Id="rId4" Type="http://schemas.openxmlformats.org/officeDocument/2006/relationships/image" Target="../media/image45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43.wmf"/><Relationship Id="rId1" Type="http://schemas.openxmlformats.org/officeDocument/2006/relationships/image" Target="../media/image6.wmf"/><Relationship Id="rId5" Type="http://schemas.openxmlformats.org/officeDocument/2006/relationships/image" Target="../media/image44.wmf"/><Relationship Id="rId4" Type="http://schemas.openxmlformats.org/officeDocument/2006/relationships/image" Target="../media/image45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6.wmf"/><Relationship Id="rId1" Type="http://schemas.openxmlformats.org/officeDocument/2006/relationships/image" Target="../media/image6.wmf"/><Relationship Id="rId5" Type="http://schemas.openxmlformats.org/officeDocument/2006/relationships/image" Target="../media/image45.wmf"/><Relationship Id="rId4" Type="http://schemas.openxmlformats.org/officeDocument/2006/relationships/image" Target="../media/image29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6.wmf"/><Relationship Id="rId1" Type="http://schemas.openxmlformats.org/officeDocument/2006/relationships/image" Target="../media/image29.wmf"/><Relationship Id="rId6" Type="http://schemas.openxmlformats.org/officeDocument/2006/relationships/image" Target="../media/image44.wmf"/><Relationship Id="rId5" Type="http://schemas.openxmlformats.org/officeDocument/2006/relationships/image" Target="../media/image45.wmf"/><Relationship Id="rId4" Type="http://schemas.openxmlformats.org/officeDocument/2006/relationships/image" Target="../media/image43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6.wmf"/><Relationship Id="rId1" Type="http://schemas.openxmlformats.org/officeDocument/2006/relationships/image" Target="../media/image29.wmf"/><Relationship Id="rId6" Type="http://schemas.openxmlformats.org/officeDocument/2006/relationships/image" Target="../media/image44.wmf"/><Relationship Id="rId5" Type="http://schemas.openxmlformats.org/officeDocument/2006/relationships/image" Target="../media/image45.wmf"/><Relationship Id="rId4" Type="http://schemas.openxmlformats.org/officeDocument/2006/relationships/image" Target="../media/image43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6.wmf"/><Relationship Id="rId1" Type="http://schemas.openxmlformats.org/officeDocument/2006/relationships/image" Target="../media/image29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6.wmf"/><Relationship Id="rId1" Type="http://schemas.openxmlformats.org/officeDocument/2006/relationships/image" Target="../media/image29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48.wmf"/><Relationship Id="rId7" Type="http://schemas.openxmlformats.org/officeDocument/2006/relationships/image" Target="../media/image9.wmf"/><Relationship Id="rId12" Type="http://schemas.openxmlformats.org/officeDocument/2006/relationships/image" Target="../media/image11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image" Target="../media/image51.wmf"/><Relationship Id="rId4" Type="http://schemas.openxmlformats.org/officeDocument/2006/relationships/image" Target="../media/image6.wmf"/><Relationship Id="rId9" Type="http://schemas.openxmlformats.org/officeDocument/2006/relationships/image" Target="../media/image50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4.wmf"/><Relationship Id="rId7" Type="http://schemas.openxmlformats.org/officeDocument/2006/relationships/image" Target="../media/image57.wmf"/><Relationship Id="rId2" Type="http://schemas.openxmlformats.org/officeDocument/2006/relationships/image" Target="../media/image3.wmf"/><Relationship Id="rId1" Type="http://schemas.openxmlformats.org/officeDocument/2006/relationships/image" Target="../media/image53.wmf"/><Relationship Id="rId6" Type="http://schemas.openxmlformats.org/officeDocument/2006/relationships/image" Target="../media/image56.wmf"/><Relationship Id="rId11" Type="http://schemas.openxmlformats.org/officeDocument/2006/relationships/image" Target="../media/image60.wmf"/><Relationship Id="rId5" Type="http://schemas.openxmlformats.org/officeDocument/2006/relationships/image" Target="../media/image55.wmf"/><Relationship Id="rId10" Type="http://schemas.openxmlformats.org/officeDocument/2006/relationships/image" Target="../media/image36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1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11" Type="http://schemas.openxmlformats.org/officeDocument/2006/relationships/image" Target="../media/image58.wmf"/><Relationship Id="rId5" Type="http://schemas.openxmlformats.org/officeDocument/2006/relationships/image" Target="../media/image3.wmf"/><Relationship Id="rId10" Type="http://schemas.openxmlformats.org/officeDocument/2006/relationships/image" Target="../media/image57.wmf"/><Relationship Id="rId4" Type="http://schemas.openxmlformats.org/officeDocument/2006/relationships/image" Target="../media/image53.wmf"/><Relationship Id="rId9" Type="http://schemas.openxmlformats.org/officeDocument/2006/relationships/image" Target="../media/image56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1.wmf"/><Relationship Id="rId7" Type="http://schemas.openxmlformats.org/officeDocument/2006/relationships/image" Target="../media/image4.wmf"/><Relationship Id="rId12" Type="http://schemas.openxmlformats.org/officeDocument/2006/relationships/image" Target="../media/image58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11" Type="http://schemas.openxmlformats.org/officeDocument/2006/relationships/image" Target="../media/image57.wmf"/><Relationship Id="rId5" Type="http://schemas.openxmlformats.org/officeDocument/2006/relationships/image" Target="../media/image53.wmf"/><Relationship Id="rId10" Type="http://schemas.openxmlformats.org/officeDocument/2006/relationships/image" Target="../media/image56.wmf"/><Relationship Id="rId4" Type="http://schemas.openxmlformats.org/officeDocument/2006/relationships/image" Target="../media/image61.wmf"/><Relationship Id="rId9" Type="http://schemas.openxmlformats.org/officeDocument/2006/relationships/image" Target="../media/image55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image" Target="../media/image62.wmf"/><Relationship Id="rId3" Type="http://schemas.openxmlformats.org/officeDocument/2006/relationships/image" Target="../media/image1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11" Type="http://schemas.openxmlformats.org/officeDocument/2006/relationships/image" Target="../media/image58.wmf"/><Relationship Id="rId5" Type="http://schemas.openxmlformats.org/officeDocument/2006/relationships/image" Target="../media/image3.wmf"/><Relationship Id="rId10" Type="http://schemas.openxmlformats.org/officeDocument/2006/relationships/image" Target="../media/image57.wmf"/><Relationship Id="rId4" Type="http://schemas.openxmlformats.org/officeDocument/2006/relationships/image" Target="../media/image53.wmf"/><Relationship Id="rId9" Type="http://schemas.openxmlformats.org/officeDocument/2006/relationships/image" Target="../media/image56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1.wmf"/><Relationship Id="rId7" Type="http://schemas.openxmlformats.org/officeDocument/2006/relationships/image" Target="../media/image4.wmf"/><Relationship Id="rId12" Type="http://schemas.openxmlformats.org/officeDocument/2006/relationships/image" Target="../media/image58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11" Type="http://schemas.openxmlformats.org/officeDocument/2006/relationships/image" Target="../media/image57.wmf"/><Relationship Id="rId5" Type="http://schemas.openxmlformats.org/officeDocument/2006/relationships/image" Target="../media/image53.wmf"/><Relationship Id="rId10" Type="http://schemas.openxmlformats.org/officeDocument/2006/relationships/image" Target="../media/image56.wmf"/><Relationship Id="rId4" Type="http://schemas.openxmlformats.org/officeDocument/2006/relationships/image" Target="../media/image63.wmf"/><Relationship Id="rId9" Type="http://schemas.openxmlformats.org/officeDocument/2006/relationships/image" Target="../media/image55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1.wmf"/><Relationship Id="rId7" Type="http://schemas.openxmlformats.org/officeDocument/2006/relationships/image" Target="../media/image4.wmf"/><Relationship Id="rId12" Type="http://schemas.openxmlformats.org/officeDocument/2006/relationships/image" Target="../media/image58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11" Type="http://schemas.openxmlformats.org/officeDocument/2006/relationships/image" Target="../media/image57.wmf"/><Relationship Id="rId5" Type="http://schemas.openxmlformats.org/officeDocument/2006/relationships/image" Target="../media/image53.wmf"/><Relationship Id="rId10" Type="http://schemas.openxmlformats.org/officeDocument/2006/relationships/image" Target="../media/image56.wmf"/><Relationship Id="rId4" Type="http://schemas.openxmlformats.org/officeDocument/2006/relationships/image" Target="../media/image63.wmf"/><Relationship Id="rId9" Type="http://schemas.openxmlformats.org/officeDocument/2006/relationships/image" Target="../media/image55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1.wmf"/><Relationship Id="rId7" Type="http://schemas.openxmlformats.org/officeDocument/2006/relationships/image" Target="../media/image4.wmf"/><Relationship Id="rId12" Type="http://schemas.openxmlformats.org/officeDocument/2006/relationships/image" Target="../media/image58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11" Type="http://schemas.openxmlformats.org/officeDocument/2006/relationships/image" Target="../media/image57.wmf"/><Relationship Id="rId5" Type="http://schemas.openxmlformats.org/officeDocument/2006/relationships/image" Target="../media/image53.wmf"/><Relationship Id="rId10" Type="http://schemas.openxmlformats.org/officeDocument/2006/relationships/image" Target="../media/image56.wmf"/><Relationship Id="rId4" Type="http://schemas.openxmlformats.org/officeDocument/2006/relationships/image" Target="../media/image63.wmf"/><Relationship Id="rId9" Type="http://schemas.openxmlformats.org/officeDocument/2006/relationships/image" Target="../media/image55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1.wmf"/><Relationship Id="rId7" Type="http://schemas.openxmlformats.org/officeDocument/2006/relationships/image" Target="../media/image4.wmf"/><Relationship Id="rId12" Type="http://schemas.openxmlformats.org/officeDocument/2006/relationships/image" Target="../media/image58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3.wmf"/><Relationship Id="rId11" Type="http://schemas.openxmlformats.org/officeDocument/2006/relationships/image" Target="../media/image57.wmf"/><Relationship Id="rId5" Type="http://schemas.openxmlformats.org/officeDocument/2006/relationships/image" Target="../media/image53.wmf"/><Relationship Id="rId10" Type="http://schemas.openxmlformats.org/officeDocument/2006/relationships/image" Target="../media/image56.wmf"/><Relationship Id="rId4" Type="http://schemas.openxmlformats.org/officeDocument/2006/relationships/image" Target="../media/image63.wmf"/><Relationship Id="rId9" Type="http://schemas.openxmlformats.org/officeDocument/2006/relationships/image" Target="../media/image55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1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2" Type="http://schemas.openxmlformats.org/officeDocument/2006/relationships/image" Target="../media/image8.wmf"/><Relationship Id="rId1" Type="http://schemas.openxmlformats.org/officeDocument/2006/relationships/image" Target="../media/image6.wmf"/><Relationship Id="rId6" Type="http://schemas.openxmlformats.org/officeDocument/2006/relationships/image" Target="../media/image4.wmf"/><Relationship Id="rId11" Type="http://schemas.openxmlformats.org/officeDocument/2006/relationships/image" Target="../media/image58.wmf"/><Relationship Id="rId5" Type="http://schemas.openxmlformats.org/officeDocument/2006/relationships/image" Target="../media/image3.wmf"/><Relationship Id="rId10" Type="http://schemas.openxmlformats.org/officeDocument/2006/relationships/image" Target="../media/image57.wmf"/><Relationship Id="rId4" Type="http://schemas.openxmlformats.org/officeDocument/2006/relationships/image" Target="../media/image53.wmf"/><Relationship Id="rId9" Type="http://schemas.openxmlformats.org/officeDocument/2006/relationships/image" Target="../media/image56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4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23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12" Type="http://schemas.openxmlformats.org/officeDocument/2006/relationships/image" Target="../media/image70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7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9.wmf"/><Relationship Id="rId7" Type="http://schemas.openxmlformats.org/officeDocument/2006/relationships/image" Target="../media/image6.wmf"/><Relationship Id="rId12" Type="http://schemas.openxmlformats.org/officeDocument/2006/relationships/image" Target="../media/image71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11" Type="http://schemas.openxmlformats.org/officeDocument/2006/relationships/image" Target="../media/image30.wmf"/><Relationship Id="rId5" Type="http://schemas.openxmlformats.org/officeDocument/2006/relationships/image" Target="../media/image4.wmf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image" Target="../media/image1.w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9.wmf"/><Relationship Id="rId7" Type="http://schemas.openxmlformats.org/officeDocument/2006/relationships/image" Target="../media/image2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5" Type="http://schemas.openxmlformats.org/officeDocument/2006/relationships/image" Target="../media/image4.wmf"/><Relationship Id="rId4" Type="http://schemas.openxmlformats.org/officeDocument/2006/relationships/image" Target="../media/image3.wmf"/><Relationship Id="rId9" Type="http://schemas.openxmlformats.org/officeDocument/2006/relationships/image" Target="../media/image73.wmf"/></Relationships>
</file>

<file path=ppt/drawings/_rels/vmlDrawing7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8.wmf"/><Relationship Id="rId7" Type="http://schemas.openxmlformats.org/officeDocument/2006/relationships/image" Target="../media/image23.wmf"/><Relationship Id="rId2" Type="http://schemas.openxmlformats.org/officeDocument/2006/relationships/image" Target="../media/image27.wmf"/><Relationship Id="rId1" Type="http://schemas.openxmlformats.org/officeDocument/2006/relationships/image" Target="../media/image79.wmf"/><Relationship Id="rId6" Type="http://schemas.openxmlformats.org/officeDocument/2006/relationships/image" Target="../media/image4.wmf"/><Relationship Id="rId11" Type="http://schemas.openxmlformats.org/officeDocument/2006/relationships/image" Target="../media/image81.wmf"/><Relationship Id="rId5" Type="http://schemas.openxmlformats.org/officeDocument/2006/relationships/image" Target="../media/image3.wmf"/><Relationship Id="rId10" Type="http://schemas.openxmlformats.org/officeDocument/2006/relationships/image" Target="../media/image80.wmf"/><Relationship Id="rId4" Type="http://schemas.openxmlformats.org/officeDocument/2006/relationships/image" Target="../media/image29.wmf"/><Relationship Id="rId9" Type="http://schemas.openxmlformats.org/officeDocument/2006/relationships/image" Target="../media/image30.wmf"/></Relationships>
</file>

<file path=ppt/drawings/_rels/vmlDrawing7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8.wmf"/><Relationship Id="rId7" Type="http://schemas.openxmlformats.org/officeDocument/2006/relationships/image" Target="../media/image23.wmf"/><Relationship Id="rId2" Type="http://schemas.openxmlformats.org/officeDocument/2006/relationships/image" Target="../media/image27.wmf"/><Relationship Id="rId1" Type="http://schemas.openxmlformats.org/officeDocument/2006/relationships/image" Target="../media/image82.wmf"/><Relationship Id="rId6" Type="http://schemas.openxmlformats.org/officeDocument/2006/relationships/image" Target="../media/image4.wmf"/><Relationship Id="rId11" Type="http://schemas.openxmlformats.org/officeDocument/2006/relationships/image" Target="../media/image83.wmf"/><Relationship Id="rId5" Type="http://schemas.openxmlformats.org/officeDocument/2006/relationships/image" Target="../media/image3.wmf"/><Relationship Id="rId10" Type="http://schemas.openxmlformats.org/officeDocument/2006/relationships/image" Target="../media/image80.wmf"/><Relationship Id="rId4" Type="http://schemas.openxmlformats.org/officeDocument/2006/relationships/image" Target="../media/image29.wmf"/><Relationship Id="rId9" Type="http://schemas.openxmlformats.org/officeDocument/2006/relationships/image" Target="../media/image30.wmf"/></Relationships>
</file>

<file path=ppt/drawings/_rels/vmlDrawing7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9.wmf"/><Relationship Id="rId7" Type="http://schemas.openxmlformats.org/officeDocument/2006/relationships/image" Target="../media/image26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3.wmf"/><Relationship Id="rId5" Type="http://schemas.openxmlformats.org/officeDocument/2006/relationships/image" Target="../media/image4.wmf"/><Relationship Id="rId10" Type="http://schemas.openxmlformats.org/officeDocument/2006/relationships/image" Target="../media/image84.wmf"/><Relationship Id="rId4" Type="http://schemas.openxmlformats.org/officeDocument/2006/relationships/image" Target="../media/image3.wmf"/><Relationship Id="rId9" Type="http://schemas.openxmlformats.org/officeDocument/2006/relationships/image" Target="../media/image8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7BB152EA-048D-4001-97E2-A7A45889313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1400E9A3-4F7D-4C7A-AC78-C9C937CD4D6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D8DBD2-D071-47D7-8CC9-D99902F492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616EC-5A35-43EE-84A6-CDCC27A967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321A66-3C7D-48D5-8864-D323B25E00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37F6F-BCF1-4CF7-89EA-1780304F29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6F642-2EC9-40D5-95D3-BAEDA78D18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AF3E0-1738-43EA-BCDA-D17253EE6A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9DADC-E910-42FE-9F38-FA7709A927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140E2-5A54-4A0E-B981-DF88559D10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D979B7-3F88-47E0-8771-AFC789C7E70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615FAA-8524-45D5-9DF3-69F12DC035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C532E-EABE-4003-956B-2A89941C29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0242D269-895B-4CDF-97E3-65199505E30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2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8.bin"/><Relationship Id="rId10" Type="http://schemas.openxmlformats.org/officeDocument/2006/relationships/oleObject" Target="../embeddings/oleObject13.bin"/><Relationship Id="rId19" Type="http://schemas.openxmlformats.org/officeDocument/2006/relationships/oleObject" Target="../embeddings/oleObject22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Relationship Id="rId14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oleObject" Target="../embeddings/oleObject33.bin"/><Relationship Id="rId18" Type="http://schemas.openxmlformats.org/officeDocument/2006/relationships/oleObject" Target="../embeddings/oleObject3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12" Type="http://schemas.openxmlformats.org/officeDocument/2006/relationships/oleObject" Target="../embeddings/oleObject32.bin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40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6.bin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5.bin"/><Relationship Id="rId10" Type="http://schemas.openxmlformats.org/officeDocument/2006/relationships/oleObject" Target="../embeddings/oleObject30.bin"/><Relationship Id="rId19" Type="http://schemas.openxmlformats.org/officeDocument/2006/relationships/oleObject" Target="../embeddings/oleObject39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Relationship Id="rId14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oleObject" Target="../embeddings/oleObject51.bin"/><Relationship Id="rId18" Type="http://schemas.openxmlformats.org/officeDocument/2006/relationships/oleObject" Target="../embeddings/oleObject5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5.bin"/><Relationship Id="rId12" Type="http://schemas.openxmlformats.org/officeDocument/2006/relationships/oleObject" Target="../embeddings/oleObject50.bin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4.bin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2.bin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5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oleObject" Target="../embeddings/oleObject67.bin"/><Relationship Id="rId18" Type="http://schemas.openxmlformats.org/officeDocument/2006/relationships/oleObject" Target="../embeddings/oleObject7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6.bin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0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0.bin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9.bin"/><Relationship Id="rId10" Type="http://schemas.openxmlformats.org/officeDocument/2006/relationships/oleObject" Target="../embeddings/oleObject64.bin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3.bin"/><Relationship Id="rId14" Type="http://schemas.openxmlformats.org/officeDocument/2006/relationships/oleObject" Target="../embeddings/oleObject6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8.bin"/><Relationship Id="rId12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7.bin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6.bin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5.bin"/><Relationship Id="rId9" Type="http://schemas.openxmlformats.org/officeDocument/2006/relationships/oleObject" Target="../embeddings/oleObject8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7.bin"/><Relationship Id="rId5" Type="http://schemas.openxmlformats.org/officeDocument/2006/relationships/oleObject" Target="../embeddings/oleObject86.bin"/><Relationship Id="rId4" Type="http://schemas.openxmlformats.org/officeDocument/2006/relationships/oleObject" Target="../embeddings/oleObject85.bin"/><Relationship Id="rId9" Type="http://schemas.openxmlformats.org/officeDocument/2006/relationships/oleObject" Target="../embeddings/oleObject9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4.bin"/><Relationship Id="rId5" Type="http://schemas.openxmlformats.org/officeDocument/2006/relationships/oleObject" Target="../embeddings/oleObject93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00.bin"/><Relationship Id="rId4" Type="http://schemas.openxmlformats.org/officeDocument/2006/relationships/oleObject" Target="../embeddings/oleObject9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5.bin"/><Relationship Id="rId12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4.bin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3.bin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2.bin"/><Relationship Id="rId9" Type="http://schemas.openxmlformats.org/officeDocument/2006/relationships/oleObject" Target="../embeddings/oleObject10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15.bin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4.bin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3.bin"/><Relationship Id="rId9" Type="http://schemas.openxmlformats.org/officeDocument/2006/relationships/oleObject" Target="../embeddings/oleObject11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24.bin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3.bin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2.bin"/><Relationship Id="rId9" Type="http://schemas.openxmlformats.org/officeDocument/2006/relationships/oleObject" Target="../embeddings/oleObject12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oleObject" Target="../embeddings/oleObject140.bin"/><Relationship Id="rId18" Type="http://schemas.openxmlformats.org/officeDocument/2006/relationships/oleObject" Target="../embeddings/oleObject14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4.bin"/><Relationship Id="rId12" Type="http://schemas.openxmlformats.org/officeDocument/2006/relationships/oleObject" Target="../embeddings/oleObject139.bin"/><Relationship Id="rId17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3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33.bin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42.bin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1.bin"/><Relationship Id="rId9" Type="http://schemas.openxmlformats.org/officeDocument/2006/relationships/oleObject" Target="../embeddings/oleObject136.bin"/><Relationship Id="rId14" Type="http://schemas.openxmlformats.org/officeDocument/2006/relationships/oleObject" Target="../embeddings/oleObject14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oleObject" Target="../embeddings/oleObject156.bin"/><Relationship Id="rId18" Type="http://schemas.openxmlformats.org/officeDocument/2006/relationships/oleObject" Target="../embeddings/oleObject161.bin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50.bin"/><Relationship Id="rId12" Type="http://schemas.openxmlformats.org/officeDocument/2006/relationships/oleObject" Target="../embeddings/oleObject155.bin"/><Relationship Id="rId1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49.bin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8.bin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47.bin"/><Relationship Id="rId9" Type="http://schemas.openxmlformats.org/officeDocument/2006/relationships/oleObject" Target="../embeddings/oleObject152.bin"/><Relationship Id="rId14" Type="http://schemas.openxmlformats.org/officeDocument/2006/relationships/oleObject" Target="../embeddings/oleObject15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oleObject" Target="../embeddings/oleObject172.bin"/><Relationship Id="rId18" Type="http://schemas.openxmlformats.org/officeDocument/2006/relationships/oleObject" Target="../embeddings/oleObject177.bin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6.bin"/><Relationship Id="rId12" Type="http://schemas.openxmlformats.org/officeDocument/2006/relationships/oleObject" Target="../embeddings/oleObject171.bin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5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65.bin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74.bin"/><Relationship Id="rId10" Type="http://schemas.openxmlformats.org/officeDocument/2006/relationships/oleObject" Target="../embeddings/oleObject169.bin"/><Relationship Id="rId19" Type="http://schemas.openxmlformats.org/officeDocument/2006/relationships/oleObject" Target="../embeddings/oleObject178.bin"/><Relationship Id="rId4" Type="http://schemas.openxmlformats.org/officeDocument/2006/relationships/oleObject" Target="../embeddings/oleObject163.bin"/><Relationship Id="rId9" Type="http://schemas.openxmlformats.org/officeDocument/2006/relationships/oleObject" Target="../embeddings/oleObject168.bin"/><Relationship Id="rId14" Type="http://schemas.openxmlformats.org/officeDocument/2006/relationships/oleObject" Target="../embeddings/oleObject17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oleObject" Target="../embeddings/oleObject189.bin"/><Relationship Id="rId18" Type="http://schemas.openxmlformats.org/officeDocument/2006/relationships/oleObject" Target="../embeddings/oleObject19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3.bin"/><Relationship Id="rId12" Type="http://schemas.openxmlformats.org/officeDocument/2006/relationships/oleObject" Target="../embeddings/oleObject188.bin"/><Relationship Id="rId17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2.bin"/><Relationship Id="rId20" Type="http://schemas.openxmlformats.org/officeDocument/2006/relationships/oleObject" Target="../embeddings/oleObject196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82.bin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91.bin"/><Relationship Id="rId10" Type="http://schemas.openxmlformats.org/officeDocument/2006/relationships/oleObject" Target="../embeddings/oleObject186.bin"/><Relationship Id="rId19" Type="http://schemas.openxmlformats.org/officeDocument/2006/relationships/oleObject" Target="../embeddings/oleObject195.bin"/><Relationship Id="rId4" Type="http://schemas.openxmlformats.org/officeDocument/2006/relationships/oleObject" Target="../embeddings/oleObject180.bin"/><Relationship Id="rId9" Type="http://schemas.openxmlformats.org/officeDocument/2006/relationships/oleObject" Target="../embeddings/oleObject185.bin"/><Relationship Id="rId14" Type="http://schemas.openxmlformats.org/officeDocument/2006/relationships/oleObject" Target="../embeddings/oleObject19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oleObject" Target="../embeddings/oleObject207.bin"/><Relationship Id="rId18" Type="http://schemas.openxmlformats.org/officeDocument/2006/relationships/oleObject" Target="../embeddings/oleObject212.bin"/><Relationship Id="rId3" Type="http://schemas.openxmlformats.org/officeDocument/2006/relationships/oleObject" Target="../embeddings/oleObject197.bin"/><Relationship Id="rId21" Type="http://schemas.openxmlformats.org/officeDocument/2006/relationships/oleObject" Target="../embeddings/oleObject215.bin"/><Relationship Id="rId7" Type="http://schemas.openxmlformats.org/officeDocument/2006/relationships/oleObject" Target="../embeddings/oleObject201.bin"/><Relationship Id="rId12" Type="http://schemas.openxmlformats.org/officeDocument/2006/relationships/oleObject" Target="../embeddings/oleObject206.bin"/><Relationship Id="rId17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0.bin"/><Relationship Id="rId20" Type="http://schemas.openxmlformats.org/officeDocument/2006/relationships/oleObject" Target="../embeddings/oleObject214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00.bin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9.bin"/><Relationship Id="rId10" Type="http://schemas.openxmlformats.org/officeDocument/2006/relationships/oleObject" Target="../embeddings/oleObject204.bin"/><Relationship Id="rId19" Type="http://schemas.openxmlformats.org/officeDocument/2006/relationships/oleObject" Target="../embeddings/oleObject213.bin"/><Relationship Id="rId4" Type="http://schemas.openxmlformats.org/officeDocument/2006/relationships/oleObject" Target="../embeddings/oleObject198.bin"/><Relationship Id="rId9" Type="http://schemas.openxmlformats.org/officeDocument/2006/relationships/oleObject" Target="../embeddings/oleObject203.bin"/><Relationship Id="rId14" Type="http://schemas.openxmlformats.org/officeDocument/2006/relationships/oleObject" Target="../embeddings/oleObject20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oleObject" Target="../embeddings/oleObject226.bin"/><Relationship Id="rId18" Type="http://schemas.openxmlformats.org/officeDocument/2006/relationships/oleObject" Target="../embeddings/oleObject231.bin"/><Relationship Id="rId3" Type="http://schemas.openxmlformats.org/officeDocument/2006/relationships/oleObject" Target="../embeddings/oleObject216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0.bin"/><Relationship Id="rId12" Type="http://schemas.openxmlformats.org/officeDocument/2006/relationships/oleObject" Target="../embeddings/oleObject225.bin"/><Relationship Id="rId17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9.bin"/><Relationship Id="rId20" Type="http://schemas.openxmlformats.org/officeDocument/2006/relationships/oleObject" Target="../embeddings/oleObject233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19.bin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8.bin"/><Relationship Id="rId10" Type="http://schemas.openxmlformats.org/officeDocument/2006/relationships/oleObject" Target="../embeddings/oleObject223.bin"/><Relationship Id="rId19" Type="http://schemas.openxmlformats.org/officeDocument/2006/relationships/oleObject" Target="../embeddings/oleObject232.bin"/><Relationship Id="rId4" Type="http://schemas.openxmlformats.org/officeDocument/2006/relationships/oleObject" Target="../embeddings/oleObject217.bin"/><Relationship Id="rId9" Type="http://schemas.openxmlformats.org/officeDocument/2006/relationships/oleObject" Target="../embeddings/oleObject222.bin"/><Relationship Id="rId14" Type="http://schemas.openxmlformats.org/officeDocument/2006/relationships/oleObject" Target="../embeddings/oleObject22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13" Type="http://schemas.openxmlformats.org/officeDocument/2006/relationships/oleObject" Target="../embeddings/oleObject245.bin"/><Relationship Id="rId18" Type="http://schemas.openxmlformats.org/officeDocument/2006/relationships/oleObject" Target="../embeddings/oleObject250.bin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9.bin"/><Relationship Id="rId12" Type="http://schemas.openxmlformats.org/officeDocument/2006/relationships/oleObject" Target="../embeddings/oleObject244.bin"/><Relationship Id="rId17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8.bin"/><Relationship Id="rId20" Type="http://schemas.openxmlformats.org/officeDocument/2006/relationships/oleObject" Target="../embeddings/oleObject252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38.bin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7.bin"/><Relationship Id="rId10" Type="http://schemas.openxmlformats.org/officeDocument/2006/relationships/oleObject" Target="../embeddings/oleObject242.bin"/><Relationship Id="rId19" Type="http://schemas.openxmlformats.org/officeDocument/2006/relationships/oleObject" Target="../embeddings/oleObject251.bin"/><Relationship Id="rId4" Type="http://schemas.openxmlformats.org/officeDocument/2006/relationships/oleObject" Target="../embeddings/oleObject236.bin"/><Relationship Id="rId9" Type="http://schemas.openxmlformats.org/officeDocument/2006/relationships/oleObject" Target="../embeddings/oleObject241.bin"/><Relationship Id="rId14" Type="http://schemas.openxmlformats.org/officeDocument/2006/relationships/oleObject" Target="../embeddings/oleObject24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oleObject" Target="../embeddings/oleObject263.bin"/><Relationship Id="rId18" Type="http://schemas.openxmlformats.org/officeDocument/2006/relationships/oleObject" Target="../embeddings/oleObject268.bin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7.bin"/><Relationship Id="rId12" Type="http://schemas.openxmlformats.org/officeDocument/2006/relationships/oleObject" Target="../embeddings/oleObject262.bin"/><Relationship Id="rId17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6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56.bin"/><Relationship Id="rId11" Type="http://schemas.openxmlformats.org/officeDocument/2006/relationships/oleObject" Target="../embeddings/oleObject261.bin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5.bin"/><Relationship Id="rId10" Type="http://schemas.openxmlformats.org/officeDocument/2006/relationships/oleObject" Target="../embeddings/oleObject260.bin"/><Relationship Id="rId19" Type="http://schemas.openxmlformats.org/officeDocument/2006/relationships/oleObject" Target="../embeddings/oleObject269.bin"/><Relationship Id="rId4" Type="http://schemas.openxmlformats.org/officeDocument/2006/relationships/oleObject" Target="../embeddings/oleObject254.bin"/><Relationship Id="rId9" Type="http://schemas.openxmlformats.org/officeDocument/2006/relationships/oleObject" Target="../embeddings/oleObject259.bin"/><Relationship Id="rId14" Type="http://schemas.openxmlformats.org/officeDocument/2006/relationships/oleObject" Target="../embeddings/oleObject26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13" Type="http://schemas.openxmlformats.org/officeDocument/2006/relationships/oleObject" Target="../embeddings/oleObject280.bin"/><Relationship Id="rId18" Type="http://schemas.openxmlformats.org/officeDocument/2006/relationships/oleObject" Target="../embeddings/oleObject285.bin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4.bin"/><Relationship Id="rId12" Type="http://schemas.openxmlformats.org/officeDocument/2006/relationships/oleObject" Target="../embeddings/oleObject279.bin"/><Relationship Id="rId17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3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73.bin"/><Relationship Id="rId11" Type="http://schemas.openxmlformats.org/officeDocument/2006/relationships/oleObject" Target="../embeddings/oleObject278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82.bin"/><Relationship Id="rId10" Type="http://schemas.openxmlformats.org/officeDocument/2006/relationships/oleObject" Target="../embeddings/oleObject277.bin"/><Relationship Id="rId4" Type="http://schemas.openxmlformats.org/officeDocument/2006/relationships/oleObject" Target="../embeddings/oleObject271.bin"/><Relationship Id="rId9" Type="http://schemas.openxmlformats.org/officeDocument/2006/relationships/oleObject" Target="../embeddings/oleObject276.bin"/><Relationship Id="rId14" Type="http://schemas.openxmlformats.org/officeDocument/2006/relationships/oleObject" Target="../embeddings/oleObject28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90.bin"/><Relationship Id="rId12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89.bin"/><Relationship Id="rId11" Type="http://schemas.openxmlformats.org/officeDocument/2006/relationships/oleObject" Target="../embeddings/oleObject294.bin"/><Relationship Id="rId5" Type="http://schemas.openxmlformats.org/officeDocument/2006/relationships/oleObject" Target="../embeddings/oleObject288.bin"/><Relationship Id="rId10" Type="http://schemas.openxmlformats.org/officeDocument/2006/relationships/oleObject" Target="../embeddings/oleObject293.bin"/><Relationship Id="rId4" Type="http://schemas.openxmlformats.org/officeDocument/2006/relationships/oleObject" Target="../embeddings/oleObject287.bin"/><Relationship Id="rId9" Type="http://schemas.openxmlformats.org/officeDocument/2006/relationships/oleObject" Target="../embeddings/oleObject29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3" Type="http://schemas.openxmlformats.org/officeDocument/2006/relationships/oleObject" Target="../embeddings/oleObject296.bin"/><Relationship Id="rId7" Type="http://schemas.openxmlformats.org/officeDocument/2006/relationships/oleObject" Target="../embeddings/oleObject300.bin"/><Relationship Id="rId12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99.bin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298.bin"/><Relationship Id="rId10" Type="http://schemas.openxmlformats.org/officeDocument/2006/relationships/oleObject" Target="../embeddings/oleObject303.bin"/><Relationship Id="rId4" Type="http://schemas.openxmlformats.org/officeDocument/2006/relationships/oleObject" Target="../embeddings/oleObject297.bin"/><Relationship Id="rId9" Type="http://schemas.openxmlformats.org/officeDocument/2006/relationships/oleObject" Target="../embeddings/oleObject30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3" Type="http://schemas.openxmlformats.org/officeDocument/2006/relationships/oleObject" Target="../embeddings/oleObject306.bin"/><Relationship Id="rId7" Type="http://schemas.openxmlformats.org/officeDocument/2006/relationships/oleObject" Target="../embeddings/oleObject3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09.bin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08.bin"/><Relationship Id="rId10" Type="http://schemas.openxmlformats.org/officeDocument/2006/relationships/oleObject" Target="../embeddings/oleObject313.bin"/><Relationship Id="rId4" Type="http://schemas.openxmlformats.org/officeDocument/2006/relationships/oleObject" Target="../embeddings/oleObject307.bin"/><Relationship Id="rId9" Type="http://schemas.openxmlformats.org/officeDocument/2006/relationships/oleObject" Target="../embeddings/oleObject31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0.bin"/><Relationship Id="rId13" Type="http://schemas.openxmlformats.org/officeDocument/2006/relationships/oleObject" Target="../embeddings/oleObject325.bin"/><Relationship Id="rId3" Type="http://schemas.openxmlformats.org/officeDocument/2006/relationships/oleObject" Target="../embeddings/oleObject315.bin"/><Relationship Id="rId7" Type="http://schemas.openxmlformats.org/officeDocument/2006/relationships/oleObject" Target="../embeddings/oleObject319.bin"/><Relationship Id="rId12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18.bin"/><Relationship Id="rId11" Type="http://schemas.openxmlformats.org/officeDocument/2006/relationships/oleObject" Target="../embeddings/oleObject323.bin"/><Relationship Id="rId5" Type="http://schemas.openxmlformats.org/officeDocument/2006/relationships/oleObject" Target="../embeddings/oleObject317.bin"/><Relationship Id="rId10" Type="http://schemas.openxmlformats.org/officeDocument/2006/relationships/oleObject" Target="../embeddings/oleObject322.bin"/><Relationship Id="rId4" Type="http://schemas.openxmlformats.org/officeDocument/2006/relationships/oleObject" Target="../embeddings/oleObject316.bin"/><Relationship Id="rId9" Type="http://schemas.openxmlformats.org/officeDocument/2006/relationships/oleObject" Target="../embeddings/oleObject321.bin"/><Relationship Id="rId14" Type="http://schemas.openxmlformats.org/officeDocument/2006/relationships/oleObject" Target="../embeddings/oleObject32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2.bin"/><Relationship Id="rId13" Type="http://schemas.openxmlformats.org/officeDocument/2006/relationships/oleObject" Target="../embeddings/oleObject337.bin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31.bin"/><Relationship Id="rId12" Type="http://schemas.openxmlformats.org/officeDocument/2006/relationships/oleObject" Target="../embeddings/oleObject3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30.bin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29.bin"/><Relationship Id="rId15" Type="http://schemas.openxmlformats.org/officeDocument/2006/relationships/oleObject" Target="../embeddings/oleObject339.bin"/><Relationship Id="rId10" Type="http://schemas.openxmlformats.org/officeDocument/2006/relationships/oleObject" Target="../embeddings/oleObject334.bin"/><Relationship Id="rId4" Type="http://schemas.openxmlformats.org/officeDocument/2006/relationships/oleObject" Target="../embeddings/oleObject328.bin"/><Relationship Id="rId9" Type="http://schemas.openxmlformats.org/officeDocument/2006/relationships/oleObject" Target="../embeddings/oleObject333.bin"/><Relationship Id="rId14" Type="http://schemas.openxmlformats.org/officeDocument/2006/relationships/oleObject" Target="../embeddings/oleObject33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5.bin"/><Relationship Id="rId13" Type="http://schemas.openxmlformats.org/officeDocument/2006/relationships/oleObject" Target="../embeddings/oleObject350.bin"/><Relationship Id="rId3" Type="http://schemas.openxmlformats.org/officeDocument/2006/relationships/oleObject" Target="../embeddings/oleObject340.bin"/><Relationship Id="rId7" Type="http://schemas.openxmlformats.org/officeDocument/2006/relationships/oleObject" Target="../embeddings/oleObject344.bin"/><Relationship Id="rId12" Type="http://schemas.openxmlformats.org/officeDocument/2006/relationships/oleObject" Target="../embeddings/oleObject34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3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43.bin"/><Relationship Id="rId11" Type="http://schemas.openxmlformats.org/officeDocument/2006/relationships/oleObject" Target="../embeddings/oleObject348.bin"/><Relationship Id="rId5" Type="http://schemas.openxmlformats.org/officeDocument/2006/relationships/oleObject" Target="../embeddings/oleObject342.bin"/><Relationship Id="rId15" Type="http://schemas.openxmlformats.org/officeDocument/2006/relationships/oleObject" Target="../embeddings/oleObject352.bin"/><Relationship Id="rId10" Type="http://schemas.openxmlformats.org/officeDocument/2006/relationships/oleObject" Target="../embeddings/oleObject347.bin"/><Relationship Id="rId4" Type="http://schemas.openxmlformats.org/officeDocument/2006/relationships/oleObject" Target="../embeddings/oleObject341.bin"/><Relationship Id="rId9" Type="http://schemas.openxmlformats.org/officeDocument/2006/relationships/oleObject" Target="../embeddings/oleObject346.bin"/><Relationship Id="rId14" Type="http://schemas.openxmlformats.org/officeDocument/2006/relationships/oleObject" Target="../embeddings/oleObject35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9.bin"/><Relationship Id="rId13" Type="http://schemas.openxmlformats.org/officeDocument/2006/relationships/oleObject" Target="../embeddings/oleObject364.bin"/><Relationship Id="rId3" Type="http://schemas.openxmlformats.org/officeDocument/2006/relationships/oleObject" Target="../embeddings/oleObject354.bin"/><Relationship Id="rId7" Type="http://schemas.openxmlformats.org/officeDocument/2006/relationships/oleObject" Target="../embeddings/oleObject358.bin"/><Relationship Id="rId12" Type="http://schemas.openxmlformats.org/officeDocument/2006/relationships/oleObject" Target="../embeddings/oleObject36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7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57.bin"/><Relationship Id="rId11" Type="http://schemas.openxmlformats.org/officeDocument/2006/relationships/oleObject" Target="../embeddings/oleObject362.bin"/><Relationship Id="rId5" Type="http://schemas.openxmlformats.org/officeDocument/2006/relationships/oleObject" Target="../embeddings/oleObject356.bin"/><Relationship Id="rId15" Type="http://schemas.openxmlformats.org/officeDocument/2006/relationships/oleObject" Target="../embeddings/oleObject366.bin"/><Relationship Id="rId10" Type="http://schemas.openxmlformats.org/officeDocument/2006/relationships/oleObject" Target="../embeddings/oleObject361.bin"/><Relationship Id="rId4" Type="http://schemas.openxmlformats.org/officeDocument/2006/relationships/oleObject" Target="../embeddings/oleObject355.bin"/><Relationship Id="rId9" Type="http://schemas.openxmlformats.org/officeDocument/2006/relationships/oleObject" Target="../embeddings/oleObject360.bin"/><Relationship Id="rId14" Type="http://schemas.openxmlformats.org/officeDocument/2006/relationships/oleObject" Target="../embeddings/oleObject36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3.bin"/><Relationship Id="rId13" Type="http://schemas.openxmlformats.org/officeDocument/2006/relationships/oleObject" Target="../embeddings/oleObject378.bin"/><Relationship Id="rId3" Type="http://schemas.openxmlformats.org/officeDocument/2006/relationships/oleObject" Target="../embeddings/oleObject368.bin"/><Relationship Id="rId7" Type="http://schemas.openxmlformats.org/officeDocument/2006/relationships/oleObject" Target="../embeddings/oleObject372.bin"/><Relationship Id="rId12" Type="http://schemas.openxmlformats.org/officeDocument/2006/relationships/oleObject" Target="../embeddings/oleObject37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1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71.bin"/><Relationship Id="rId11" Type="http://schemas.openxmlformats.org/officeDocument/2006/relationships/oleObject" Target="../embeddings/oleObject376.bin"/><Relationship Id="rId5" Type="http://schemas.openxmlformats.org/officeDocument/2006/relationships/oleObject" Target="../embeddings/oleObject370.bin"/><Relationship Id="rId15" Type="http://schemas.openxmlformats.org/officeDocument/2006/relationships/oleObject" Target="../embeddings/oleObject380.bin"/><Relationship Id="rId10" Type="http://schemas.openxmlformats.org/officeDocument/2006/relationships/oleObject" Target="../embeddings/oleObject375.bin"/><Relationship Id="rId4" Type="http://schemas.openxmlformats.org/officeDocument/2006/relationships/oleObject" Target="../embeddings/oleObject369.bin"/><Relationship Id="rId9" Type="http://schemas.openxmlformats.org/officeDocument/2006/relationships/oleObject" Target="../embeddings/oleObject374.bin"/><Relationship Id="rId14" Type="http://schemas.openxmlformats.org/officeDocument/2006/relationships/oleObject" Target="../embeddings/oleObject37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7.bin"/><Relationship Id="rId13" Type="http://schemas.openxmlformats.org/officeDocument/2006/relationships/oleObject" Target="../embeddings/oleObject392.bin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6.bin"/><Relationship Id="rId12" Type="http://schemas.openxmlformats.org/officeDocument/2006/relationships/oleObject" Target="../embeddings/oleObject3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85.bin"/><Relationship Id="rId11" Type="http://schemas.openxmlformats.org/officeDocument/2006/relationships/oleObject" Target="../embeddings/oleObject390.bin"/><Relationship Id="rId5" Type="http://schemas.openxmlformats.org/officeDocument/2006/relationships/oleObject" Target="../embeddings/oleObject384.bin"/><Relationship Id="rId15" Type="http://schemas.openxmlformats.org/officeDocument/2006/relationships/oleObject" Target="../embeddings/oleObject394.bin"/><Relationship Id="rId10" Type="http://schemas.openxmlformats.org/officeDocument/2006/relationships/oleObject" Target="../embeddings/oleObject389.bin"/><Relationship Id="rId4" Type="http://schemas.openxmlformats.org/officeDocument/2006/relationships/oleObject" Target="../embeddings/oleObject383.bin"/><Relationship Id="rId9" Type="http://schemas.openxmlformats.org/officeDocument/2006/relationships/oleObject" Target="../embeddings/oleObject388.bin"/><Relationship Id="rId14" Type="http://schemas.openxmlformats.org/officeDocument/2006/relationships/oleObject" Target="../embeddings/oleObject39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0.bin"/><Relationship Id="rId13" Type="http://schemas.openxmlformats.org/officeDocument/2006/relationships/oleObject" Target="../embeddings/oleObject405.bin"/><Relationship Id="rId3" Type="http://schemas.openxmlformats.org/officeDocument/2006/relationships/oleObject" Target="../embeddings/oleObject395.bin"/><Relationship Id="rId7" Type="http://schemas.openxmlformats.org/officeDocument/2006/relationships/oleObject" Target="../embeddings/oleObject399.bin"/><Relationship Id="rId12" Type="http://schemas.openxmlformats.org/officeDocument/2006/relationships/oleObject" Target="../embeddings/oleObject4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98.bin"/><Relationship Id="rId11" Type="http://schemas.openxmlformats.org/officeDocument/2006/relationships/oleObject" Target="../embeddings/oleObject403.bin"/><Relationship Id="rId5" Type="http://schemas.openxmlformats.org/officeDocument/2006/relationships/oleObject" Target="../embeddings/oleObject397.bin"/><Relationship Id="rId10" Type="http://schemas.openxmlformats.org/officeDocument/2006/relationships/oleObject" Target="../embeddings/oleObject402.bin"/><Relationship Id="rId4" Type="http://schemas.openxmlformats.org/officeDocument/2006/relationships/oleObject" Target="../embeddings/oleObject396.bin"/><Relationship Id="rId9" Type="http://schemas.openxmlformats.org/officeDocument/2006/relationships/oleObject" Target="../embeddings/oleObject401.bin"/><Relationship Id="rId14" Type="http://schemas.openxmlformats.org/officeDocument/2006/relationships/oleObject" Target="../embeddings/oleObject406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2.bin"/><Relationship Id="rId13" Type="http://schemas.openxmlformats.org/officeDocument/2006/relationships/oleObject" Target="../embeddings/oleObject417.bin"/><Relationship Id="rId3" Type="http://schemas.openxmlformats.org/officeDocument/2006/relationships/oleObject" Target="../embeddings/oleObject407.bin"/><Relationship Id="rId7" Type="http://schemas.openxmlformats.org/officeDocument/2006/relationships/oleObject" Target="../embeddings/oleObject411.bin"/><Relationship Id="rId12" Type="http://schemas.openxmlformats.org/officeDocument/2006/relationships/oleObject" Target="../embeddings/oleObject4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410.bin"/><Relationship Id="rId11" Type="http://schemas.openxmlformats.org/officeDocument/2006/relationships/oleObject" Target="../embeddings/oleObject415.bin"/><Relationship Id="rId5" Type="http://schemas.openxmlformats.org/officeDocument/2006/relationships/oleObject" Target="../embeddings/oleObject409.bin"/><Relationship Id="rId10" Type="http://schemas.openxmlformats.org/officeDocument/2006/relationships/oleObject" Target="../embeddings/oleObject414.bin"/><Relationship Id="rId4" Type="http://schemas.openxmlformats.org/officeDocument/2006/relationships/oleObject" Target="../embeddings/oleObject408.bin"/><Relationship Id="rId9" Type="http://schemas.openxmlformats.org/officeDocument/2006/relationships/oleObject" Target="../embeddings/oleObject413.bin"/><Relationship Id="rId14" Type="http://schemas.openxmlformats.org/officeDocument/2006/relationships/oleObject" Target="../embeddings/oleObject41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4.bin"/><Relationship Id="rId13" Type="http://schemas.openxmlformats.org/officeDocument/2006/relationships/oleObject" Target="../embeddings/oleObject429.bin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3.bin"/><Relationship Id="rId12" Type="http://schemas.openxmlformats.org/officeDocument/2006/relationships/oleObject" Target="../embeddings/oleObject4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422.bin"/><Relationship Id="rId11" Type="http://schemas.openxmlformats.org/officeDocument/2006/relationships/oleObject" Target="../embeddings/oleObject427.bin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31.bin"/><Relationship Id="rId10" Type="http://schemas.openxmlformats.org/officeDocument/2006/relationships/oleObject" Target="../embeddings/oleObject426.bin"/><Relationship Id="rId4" Type="http://schemas.openxmlformats.org/officeDocument/2006/relationships/oleObject" Target="../embeddings/oleObject420.bin"/><Relationship Id="rId9" Type="http://schemas.openxmlformats.org/officeDocument/2006/relationships/oleObject" Target="../embeddings/oleObject425.bin"/><Relationship Id="rId14" Type="http://schemas.openxmlformats.org/officeDocument/2006/relationships/oleObject" Target="../embeddings/oleObject43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7.bin"/><Relationship Id="rId13" Type="http://schemas.openxmlformats.org/officeDocument/2006/relationships/oleObject" Target="../embeddings/oleObject442.bin"/><Relationship Id="rId3" Type="http://schemas.openxmlformats.org/officeDocument/2006/relationships/oleObject" Target="../embeddings/oleObject432.bin"/><Relationship Id="rId7" Type="http://schemas.openxmlformats.org/officeDocument/2006/relationships/oleObject" Target="../embeddings/oleObject436.bin"/><Relationship Id="rId12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5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435.bin"/><Relationship Id="rId11" Type="http://schemas.openxmlformats.org/officeDocument/2006/relationships/oleObject" Target="../embeddings/oleObject440.bin"/><Relationship Id="rId5" Type="http://schemas.openxmlformats.org/officeDocument/2006/relationships/oleObject" Target="../embeddings/oleObject434.bin"/><Relationship Id="rId15" Type="http://schemas.openxmlformats.org/officeDocument/2006/relationships/oleObject" Target="../embeddings/oleObject444.bin"/><Relationship Id="rId10" Type="http://schemas.openxmlformats.org/officeDocument/2006/relationships/oleObject" Target="../embeddings/oleObject439.bin"/><Relationship Id="rId4" Type="http://schemas.openxmlformats.org/officeDocument/2006/relationships/oleObject" Target="../embeddings/oleObject433.bin"/><Relationship Id="rId9" Type="http://schemas.openxmlformats.org/officeDocument/2006/relationships/oleObject" Target="../embeddings/oleObject438.bin"/><Relationship Id="rId14" Type="http://schemas.openxmlformats.org/officeDocument/2006/relationships/oleObject" Target="../embeddings/oleObject44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1.bin"/><Relationship Id="rId13" Type="http://schemas.openxmlformats.org/officeDocument/2006/relationships/oleObject" Target="../embeddings/oleObject456.bin"/><Relationship Id="rId3" Type="http://schemas.openxmlformats.org/officeDocument/2006/relationships/oleObject" Target="../embeddings/oleObject446.bin"/><Relationship Id="rId7" Type="http://schemas.openxmlformats.org/officeDocument/2006/relationships/oleObject" Target="../embeddings/oleObject450.bin"/><Relationship Id="rId12" Type="http://schemas.openxmlformats.org/officeDocument/2006/relationships/oleObject" Target="../embeddings/oleObject45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59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449.bin"/><Relationship Id="rId11" Type="http://schemas.openxmlformats.org/officeDocument/2006/relationships/oleObject" Target="../embeddings/oleObject454.bin"/><Relationship Id="rId5" Type="http://schemas.openxmlformats.org/officeDocument/2006/relationships/oleObject" Target="../embeddings/oleObject448.bin"/><Relationship Id="rId15" Type="http://schemas.openxmlformats.org/officeDocument/2006/relationships/oleObject" Target="../embeddings/oleObject458.bin"/><Relationship Id="rId10" Type="http://schemas.openxmlformats.org/officeDocument/2006/relationships/oleObject" Target="../embeddings/oleObject453.bin"/><Relationship Id="rId4" Type="http://schemas.openxmlformats.org/officeDocument/2006/relationships/oleObject" Target="../embeddings/oleObject447.bin"/><Relationship Id="rId9" Type="http://schemas.openxmlformats.org/officeDocument/2006/relationships/oleObject" Target="../embeddings/oleObject452.bin"/><Relationship Id="rId14" Type="http://schemas.openxmlformats.org/officeDocument/2006/relationships/oleObject" Target="../embeddings/oleObject45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5.bin"/><Relationship Id="rId13" Type="http://schemas.openxmlformats.org/officeDocument/2006/relationships/oleObject" Target="../embeddings/oleObject470.bin"/><Relationship Id="rId3" Type="http://schemas.openxmlformats.org/officeDocument/2006/relationships/oleObject" Target="../embeddings/oleObject460.bin"/><Relationship Id="rId7" Type="http://schemas.openxmlformats.org/officeDocument/2006/relationships/oleObject" Target="../embeddings/oleObject464.bin"/><Relationship Id="rId12" Type="http://schemas.openxmlformats.org/officeDocument/2006/relationships/oleObject" Target="../embeddings/oleObject46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3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463.bin"/><Relationship Id="rId11" Type="http://schemas.openxmlformats.org/officeDocument/2006/relationships/oleObject" Target="../embeddings/oleObject468.bin"/><Relationship Id="rId5" Type="http://schemas.openxmlformats.org/officeDocument/2006/relationships/oleObject" Target="../embeddings/oleObject462.bin"/><Relationship Id="rId15" Type="http://schemas.openxmlformats.org/officeDocument/2006/relationships/oleObject" Target="../embeddings/oleObject472.bin"/><Relationship Id="rId10" Type="http://schemas.openxmlformats.org/officeDocument/2006/relationships/oleObject" Target="../embeddings/oleObject467.bin"/><Relationship Id="rId4" Type="http://schemas.openxmlformats.org/officeDocument/2006/relationships/oleObject" Target="../embeddings/oleObject461.bin"/><Relationship Id="rId9" Type="http://schemas.openxmlformats.org/officeDocument/2006/relationships/oleObject" Target="../embeddings/oleObject466.bin"/><Relationship Id="rId14" Type="http://schemas.openxmlformats.org/officeDocument/2006/relationships/oleObject" Target="../embeddings/oleObject47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9.bin"/><Relationship Id="rId13" Type="http://schemas.openxmlformats.org/officeDocument/2006/relationships/oleObject" Target="../embeddings/oleObject484.bin"/><Relationship Id="rId3" Type="http://schemas.openxmlformats.org/officeDocument/2006/relationships/oleObject" Target="../embeddings/oleObject474.bin"/><Relationship Id="rId7" Type="http://schemas.openxmlformats.org/officeDocument/2006/relationships/oleObject" Target="../embeddings/oleObject478.bin"/><Relationship Id="rId12" Type="http://schemas.openxmlformats.org/officeDocument/2006/relationships/oleObject" Target="../embeddings/oleObject4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477.bin"/><Relationship Id="rId11" Type="http://schemas.openxmlformats.org/officeDocument/2006/relationships/oleObject" Target="../embeddings/oleObject482.bin"/><Relationship Id="rId5" Type="http://schemas.openxmlformats.org/officeDocument/2006/relationships/oleObject" Target="../embeddings/oleObject476.bin"/><Relationship Id="rId15" Type="http://schemas.openxmlformats.org/officeDocument/2006/relationships/oleObject" Target="../embeddings/oleObject486.bin"/><Relationship Id="rId10" Type="http://schemas.openxmlformats.org/officeDocument/2006/relationships/oleObject" Target="../embeddings/oleObject481.bin"/><Relationship Id="rId4" Type="http://schemas.openxmlformats.org/officeDocument/2006/relationships/oleObject" Target="../embeddings/oleObject475.bin"/><Relationship Id="rId9" Type="http://schemas.openxmlformats.org/officeDocument/2006/relationships/oleObject" Target="../embeddings/oleObject480.bin"/><Relationship Id="rId14" Type="http://schemas.openxmlformats.org/officeDocument/2006/relationships/oleObject" Target="../embeddings/oleObject48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2.bin"/><Relationship Id="rId13" Type="http://schemas.openxmlformats.org/officeDocument/2006/relationships/oleObject" Target="../embeddings/oleObject497.bin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91.bin"/><Relationship Id="rId12" Type="http://schemas.openxmlformats.org/officeDocument/2006/relationships/oleObject" Target="../embeddings/oleObject4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490.bin"/><Relationship Id="rId11" Type="http://schemas.openxmlformats.org/officeDocument/2006/relationships/oleObject" Target="../embeddings/oleObject495.bin"/><Relationship Id="rId5" Type="http://schemas.openxmlformats.org/officeDocument/2006/relationships/oleObject" Target="../embeddings/oleObject489.bin"/><Relationship Id="rId10" Type="http://schemas.openxmlformats.org/officeDocument/2006/relationships/oleObject" Target="../embeddings/oleObject494.bin"/><Relationship Id="rId4" Type="http://schemas.openxmlformats.org/officeDocument/2006/relationships/oleObject" Target="../embeddings/oleObject488.bin"/><Relationship Id="rId9" Type="http://schemas.openxmlformats.org/officeDocument/2006/relationships/oleObject" Target="../embeddings/oleObject493.bin"/><Relationship Id="rId14" Type="http://schemas.openxmlformats.org/officeDocument/2006/relationships/oleObject" Target="../embeddings/oleObject49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4.bin"/><Relationship Id="rId13" Type="http://schemas.openxmlformats.org/officeDocument/2006/relationships/oleObject" Target="../embeddings/oleObject509.bin"/><Relationship Id="rId3" Type="http://schemas.openxmlformats.org/officeDocument/2006/relationships/oleObject" Target="../embeddings/oleObject499.bin"/><Relationship Id="rId7" Type="http://schemas.openxmlformats.org/officeDocument/2006/relationships/oleObject" Target="../embeddings/oleObject503.bin"/><Relationship Id="rId12" Type="http://schemas.openxmlformats.org/officeDocument/2006/relationships/oleObject" Target="../embeddings/oleObject5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502.bin"/><Relationship Id="rId11" Type="http://schemas.openxmlformats.org/officeDocument/2006/relationships/oleObject" Target="../embeddings/oleObject507.bin"/><Relationship Id="rId5" Type="http://schemas.openxmlformats.org/officeDocument/2006/relationships/oleObject" Target="../embeddings/oleObject501.bin"/><Relationship Id="rId15" Type="http://schemas.openxmlformats.org/officeDocument/2006/relationships/oleObject" Target="../embeddings/oleObject511.bin"/><Relationship Id="rId10" Type="http://schemas.openxmlformats.org/officeDocument/2006/relationships/oleObject" Target="../embeddings/oleObject506.bin"/><Relationship Id="rId4" Type="http://schemas.openxmlformats.org/officeDocument/2006/relationships/oleObject" Target="../embeddings/oleObject500.bin"/><Relationship Id="rId9" Type="http://schemas.openxmlformats.org/officeDocument/2006/relationships/oleObject" Target="../embeddings/oleObject505.bin"/><Relationship Id="rId14" Type="http://schemas.openxmlformats.org/officeDocument/2006/relationships/oleObject" Target="../embeddings/oleObject51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7.bin"/><Relationship Id="rId13" Type="http://schemas.openxmlformats.org/officeDocument/2006/relationships/oleObject" Target="../embeddings/oleObject522.bin"/><Relationship Id="rId3" Type="http://schemas.openxmlformats.org/officeDocument/2006/relationships/oleObject" Target="../embeddings/oleObject512.bin"/><Relationship Id="rId7" Type="http://schemas.openxmlformats.org/officeDocument/2006/relationships/oleObject" Target="../embeddings/oleObject516.bin"/><Relationship Id="rId12" Type="http://schemas.openxmlformats.org/officeDocument/2006/relationships/oleObject" Target="../embeddings/oleObject52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5.bin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515.bin"/><Relationship Id="rId11" Type="http://schemas.openxmlformats.org/officeDocument/2006/relationships/oleObject" Target="../embeddings/oleObject520.bin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24.bin"/><Relationship Id="rId10" Type="http://schemas.openxmlformats.org/officeDocument/2006/relationships/oleObject" Target="../embeddings/oleObject519.bin"/><Relationship Id="rId4" Type="http://schemas.openxmlformats.org/officeDocument/2006/relationships/oleObject" Target="../embeddings/oleObject513.bin"/><Relationship Id="rId9" Type="http://schemas.openxmlformats.org/officeDocument/2006/relationships/oleObject" Target="../embeddings/oleObject518.bin"/><Relationship Id="rId14" Type="http://schemas.openxmlformats.org/officeDocument/2006/relationships/oleObject" Target="../embeddings/oleObject52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1.bin"/><Relationship Id="rId13" Type="http://schemas.openxmlformats.org/officeDocument/2006/relationships/oleObject" Target="../embeddings/oleObject536.bin"/><Relationship Id="rId3" Type="http://schemas.openxmlformats.org/officeDocument/2006/relationships/oleObject" Target="../embeddings/oleObject526.bin"/><Relationship Id="rId7" Type="http://schemas.openxmlformats.org/officeDocument/2006/relationships/oleObject" Target="../embeddings/oleObject530.bin"/><Relationship Id="rId12" Type="http://schemas.openxmlformats.org/officeDocument/2006/relationships/oleObject" Target="../embeddings/oleObject535.bin"/><Relationship Id="rId17" Type="http://schemas.openxmlformats.org/officeDocument/2006/relationships/oleObject" Target="../embeddings/oleObject54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39.bin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529.bin"/><Relationship Id="rId11" Type="http://schemas.openxmlformats.org/officeDocument/2006/relationships/oleObject" Target="../embeddings/oleObject534.bin"/><Relationship Id="rId5" Type="http://schemas.openxmlformats.org/officeDocument/2006/relationships/oleObject" Target="../embeddings/oleObject528.bin"/><Relationship Id="rId15" Type="http://schemas.openxmlformats.org/officeDocument/2006/relationships/oleObject" Target="../embeddings/oleObject538.bin"/><Relationship Id="rId10" Type="http://schemas.openxmlformats.org/officeDocument/2006/relationships/oleObject" Target="../embeddings/oleObject533.bin"/><Relationship Id="rId4" Type="http://schemas.openxmlformats.org/officeDocument/2006/relationships/oleObject" Target="../embeddings/oleObject527.bin"/><Relationship Id="rId9" Type="http://schemas.openxmlformats.org/officeDocument/2006/relationships/oleObject" Target="../embeddings/oleObject532.bin"/><Relationship Id="rId14" Type="http://schemas.openxmlformats.org/officeDocument/2006/relationships/oleObject" Target="../embeddings/oleObject53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6.bin"/><Relationship Id="rId13" Type="http://schemas.openxmlformats.org/officeDocument/2006/relationships/oleObject" Target="../embeddings/oleObject551.bin"/><Relationship Id="rId18" Type="http://schemas.openxmlformats.org/officeDocument/2006/relationships/oleObject" Target="../embeddings/oleObject556.bin"/><Relationship Id="rId3" Type="http://schemas.openxmlformats.org/officeDocument/2006/relationships/oleObject" Target="../embeddings/oleObject541.bin"/><Relationship Id="rId7" Type="http://schemas.openxmlformats.org/officeDocument/2006/relationships/oleObject" Target="../embeddings/oleObject545.bin"/><Relationship Id="rId12" Type="http://schemas.openxmlformats.org/officeDocument/2006/relationships/oleObject" Target="../embeddings/oleObject550.bin"/><Relationship Id="rId17" Type="http://schemas.openxmlformats.org/officeDocument/2006/relationships/oleObject" Target="../embeddings/oleObject55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54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544.bin"/><Relationship Id="rId11" Type="http://schemas.openxmlformats.org/officeDocument/2006/relationships/oleObject" Target="../embeddings/oleObject549.bin"/><Relationship Id="rId5" Type="http://schemas.openxmlformats.org/officeDocument/2006/relationships/oleObject" Target="../embeddings/oleObject543.bin"/><Relationship Id="rId15" Type="http://schemas.openxmlformats.org/officeDocument/2006/relationships/oleObject" Target="../embeddings/oleObject553.bin"/><Relationship Id="rId10" Type="http://schemas.openxmlformats.org/officeDocument/2006/relationships/oleObject" Target="../embeddings/oleObject548.bin"/><Relationship Id="rId4" Type="http://schemas.openxmlformats.org/officeDocument/2006/relationships/oleObject" Target="../embeddings/oleObject542.bin"/><Relationship Id="rId9" Type="http://schemas.openxmlformats.org/officeDocument/2006/relationships/oleObject" Target="../embeddings/oleObject547.bin"/><Relationship Id="rId14" Type="http://schemas.openxmlformats.org/officeDocument/2006/relationships/oleObject" Target="../embeddings/oleObject55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2.bin"/><Relationship Id="rId13" Type="http://schemas.openxmlformats.org/officeDocument/2006/relationships/oleObject" Target="../embeddings/oleObject567.bin"/><Relationship Id="rId18" Type="http://schemas.openxmlformats.org/officeDocument/2006/relationships/oleObject" Target="../embeddings/oleObject572.bin"/><Relationship Id="rId3" Type="http://schemas.openxmlformats.org/officeDocument/2006/relationships/oleObject" Target="../embeddings/oleObject557.bin"/><Relationship Id="rId7" Type="http://schemas.openxmlformats.org/officeDocument/2006/relationships/oleObject" Target="../embeddings/oleObject561.bin"/><Relationship Id="rId12" Type="http://schemas.openxmlformats.org/officeDocument/2006/relationships/oleObject" Target="../embeddings/oleObject566.bin"/><Relationship Id="rId17" Type="http://schemas.openxmlformats.org/officeDocument/2006/relationships/oleObject" Target="../embeddings/oleObject57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70.bin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560.bin"/><Relationship Id="rId11" Type="http://schemas.openxmlformats.org/officeDocument/2006/relationships/oleObject" Target="../embeddings/oleObject565.bin"/><Relationship Id="rId5" Type="http://schemas.openxmlformats.org/officeDocument/2006/relationships/oleObject" Target="../embeddings/oleObject559.bin"/><Relationship Id="rId15" Type="http://schemas.openxmlformats.org/officeDocument/2006/relationships/oleObject" Target="../embeddings/oleObject569.bin"/><Relationship Id="rId10" Type="http://schemas.openxmlformats.org/officeDocument/2006/relationships/oleObject" Target="../embeddings/oleObject564.bin"/><Relationship Id="rId4" Type="http://schemas.openxmlformats.org/officeDocument/2006/relationships/oleObject" Target="../embeddings/oleObject558.bin"/><Relationship Id="rId9" Type="http://schemas.openxmlformats.org/officeDocument/2006/relationships/oleObject" Target="../embeddings/oleObject563.bin"/><Relationship Id="rId14" Type="http://schemas.openxmlformats.org/officeDocument/2006/relationships/oleObject" Target="../embeddings/oleObject568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8.bin"/><Relationship Id="rId3" Type="http://schemas.openxmlformats.org/officeDocument/2006/relationships/oleObject" Target="../embeddings/oleObject573.bin"/><Relationship Id="rId7" Type="http://schemas.openxmlformats.org/officeDocument/2006/relationships/oleObject" Target="../embeddings/oleObject5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576.bin"/><Relationship Id="rId11" Type="http://schemas.openxmlformats.org/officeDocument/2006/relationships/oleObject" Target="../embeddings/oleObject581.bin"/><Relationship Id="rId5" Type="http://schemas.openxmlformats.org/officeDocument/2006/relationships/oleObject" Target="../embeddings/oleObject575.bin"/><Relationship Id="rId10" Type="http://schemas.openxmlformats.org/officeDocument/2006/relationships/oleObject" Target="../embeddings/oleObject580.bin"/><Relationship Id="rId4" Type="http://schemas.openxmlformats.org/officeDocument/2006/relationships/oleObject" Target="../embeddings/oleObject574.bin"/><Relationship Id="rId9" Type="http://schemas.openxmlformats.org/officeDocument/2006/relationships/oleObject" Target="../embeddings/oleObject579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585.bin"/><Relationship Id="rId5" Type="http://schemas.openxmlformats.org/officeDocument/2006/relationships/oleObject" Target="../embeddings/oleObject584.bin"/><Relationship Id="rId4" Type="http://schemas.openxmlformats.org/officeDocument/2006/relationships/oleObject" Target="../embeddings/oleObject58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1.bin"/><Relationship Id="rId3" Type="http://schemas.openxmlformats.org/officeDocument/2006/relationships/oleObject" Target="../embeddings/oleObject586.bin"/><Relationship Id="rId7" Type="http://schemas.openxmlformats.org/officeDocument/2006/relationships/oleObject" Target="../embeddings/oleObject5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589.bin"/><Relationship Id="rId5" Type="http://schemas.openxmlformats.org/officeDocument/2006/relationships/oleObject" Target="../embeddings/oleObject588.bin"/><Relationship Id="rId4" Type="http://schemas.openxmlformats.org/officeDocument/2006/relationships/oleObject" Target="../embeddings/oleObject587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7.bin"/><Relationship Id="rId3" Type="http://schemas.openxmlformats.org/officeDocument/2006/relationships/oleObject" Target="../embeddings/oleObject592.bin"/><Relationship Id="rId7" Type="http://schemas.openxmlformats.org/officeDocument/2006/relationships/oleObject" Target="../embeddings/oleObject5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595.bin"/><Relationship Id="rId5" Type="http://schemas.openxmlformats.org/officeDocument/2006/relationships/oleObject" Target="../embeddings/oleObject594.bin"/><Relationship Id="rId4" Type="http://schemas.openxmlformats.org/officeDocument/2006/relationships/oleObject" Target="../embeddings/oleObject593.bin"/><Relationship Id="rId9" Type="http://schemas.openxmlformats.org/officeDocument/2006/relationships/oleObject" Target="../embeddings/oleObject598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4.bin"/><Relationship Id="rId3" Type="http://schemas.openxmlformats.org/officeDocument/2006/relationships/oleObject" Target="../embeddings/oleObject599.bin"/><Relationship Id="rId7" Type="http://schemas.openxmlformats.org/officeDocument/2006/relationships/oleObject" Target="../embeddings/oleObject6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602.bin"/><Relationship Id="rId5" Type="http://schemas.openxmlformats.org/officeDocument/2006/relationships/oleObject" Target="../embeddings/oleObject601.bin"/><Relationship Id="rId10" Type="http://schemas.openxmlformats.org/officeDocument/2006/relationships/oleObject" Target="../embeddings/oleObject606.bin"/><Relationship Id="rId4" Type="http://schemas.openxmlformats.org/officeDocument/2006/relationships/oleObject" Target="../embeddings/oleObject600.bin"/><Relationship Id="rId9" Type="http://schemas.openxmlformats.org/officeDocument/2006/relationships/oleObject" Target="../embeddings/oleObject605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2.bin"/><Relationship Id="rId3" Type="http://schemas.openxmlformats.org/officeDocument/2006/relationships/oleObject" Target="../embeddings/oleObject607.bin"/><Relationship Id="rId7" Type="http://schemas.openxmlformats.org/officeDocument/2006/relationships/oleObject" Target="../embeddings/oleObject6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610.bin"/><Relationship Id="rId5" Type="http://schemas.openxmlformats.org/officeDocument/2006/relationships/oleObject" Target="../embeddings/oleObject609.bin"/><Relationship Id="rId4" Type="http://schemas.openxmlformats.org/officeDocument/2006/relationships/oleObject" Target="../embeddings/oleObject608.bin"/><Relationship Id="rId9" Type="http://schemas.openxmlformats.org/officeDocument/2006/relationships/oleObject" Target="../embeddings/oleObject613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9.bin"/><Relationship Id="rId3" Type="http://schemas.openxmlformats.org/officeDocument/2006/relationships/oleObject" Target="../embeddings/oleObject614.bin"/><Relationship Id="rId7" Type="http://schemas.openxmlformats.org/officeDocument/2006/relationships/oleObject" Target="../embeddings/oleObject6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617.bin"/><Relationship Id="rId5" Type="http://schemas.openxmlformats.org/officeDocument/2006/relationships/oleObject" Target="../embeddings/oleObject616.bin"/><Relationship Id="rId4" Type="http://schemas.openxmlformats.org/officeDocument/2006/relationships/oleObject" Target="../embeddings/oleObject615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5.bin"/><Relationship Id="rId3" Type="http://schemas.openxmlformats.org/officeDocument/2006/relationships/oleObject" Target="../embeddings/oleObject620.bin"/><Relationship Id="rId7" Type="http://schemas.openxmlformats.org/officeDocument/2006/relationships/oleObject" Target="../embeddings/oleObject6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623.bin"/><Relationship Id="rId5" Type="http://schemas.openxmlformats.org/officeDocument/2006/relationships/oleObject" Target="../embeddings/oleObject622.bin"/><Relationship Id="rId10" Type="http://schemas.openxmlformats.org/officeDocument/2006/relationships/oleObject" Target="../embeddings/oleObject627.bin"/><Relationship Id="rId4" Type="http://schemas.openxmlformats.org/officeDocument/2006/relationships/oleObject" Target="../embeddings/oleObject621.bin"/><Relationship Id="rId9" Type="http://schemas.openxmlformats.org/officeDocument/2006/relationships/oleObject" Target="../embeddings/oleObject626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3.bin"/><Relationship Id="rId3" Type="http://schemas.openxmlformats.org/officeDocument/2006/relationships/oleObject" Target="../embeddings/oleObject628.bin"/><Relationship Id="rId7" Type="http://schemas.openxmlformats.org/officeDocument/2006/relationships/oleObject" Target="../embeddings/oleObject6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631.bin"/><Relationship Id="rId5" Type="http://schemas.openxmlformats.org/officeDocument/2006/relationships/oleObject" Target="../embeddings/oleObject630.bin"/><Relationship Id="rId4" Type="http://schemas.openxmlformats.org/officeDocument/2006/relationships/oleObject" Target="../embeddings/oleObject629.bin"/><Relationship Id="rId9" Type="http://schemas.openxmlformats.org/officeDocument/2006/relationships/oleObject" Target="../embeddings/oleObject634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0.bin"/><Relationship Id="rId3" Type="http://schemas.openxmlformats.org/officeDocument/2006/relationships/oleObject" Target="../embeddings/oleObject635.bin"/><Relationship Id="rId7" Type="http://schemas.openxmlformats.org/officeDocument/2006/relationships/oleObject" Target="../embeddings/oleObject6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638.bin"/><Relationship Id="rId5" Type="http://schemas.openxmlformats.org/officeDocument/2006/relationships/oleObject" Target="../embeddings/oleObject637.bin"/><Relationship Id="rId4" Type="http://schemas.openxmlformats.org/officeDocument/2006/relationships/oleObject" Target="../embeddings/oleObject636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6.bin"/><Relationship Id="rId3" Type="http://schemas.openxmlformats.org/officeDocument/2006/relationships/oleObject" Target="../embeddings/oleObject641.bin"/><Relationship Id="rId7" Type="http://schemas.openxmlformats.org/officeDocument/2006/relationships/oleObject" Target="../embeddings/oleObject6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644.bin"/><Relationship Id="rId5" Type="http://schemas.openxmlformats.org/officeDocument/2006/relationships/oleObject" Target="../embeddings/oleObject643.bin"/><Relationship Id="rId4" Type="http://schemas.openxmlformats.org/officeDocument/2006/relationships/oleObject" Target="../embeddings/oleObject642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6.vml"/><Relationship Id="rId5" Type="http://schemas.openxmlformats.org/officeDocument/2006/relationships/oleObject" Target="../embeddings/oleObject649.bin"/><Relationship Id="rId4" Type="http://schemas.openxmlformats.org/officeDocument/2006/relationships/oleObject" Target="../embeddings/oleObject648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5.bin"/><Relationship Id="rId13" Type="http://schemas.openxmlformats.org/officeDocument/2006/relationships/oleObject" Target="../embeddings/oleObject660.bin"/><Relationship Id="rId18" Type="http://schemas.openxmlformats.org/officeDocument/2006/relationships/oleObject" Target="../embeddings/oleObject665.bin"/><Relationship Id="rId3" Type="http://schemas.openxmlformats.org/officeDocument/2006/relationships/oleObject" Target="../embeddings/oleObject650.bin"/><Relationship Id="rId21" Type="http://schemas.openxmlformats.org/officeDocument/2006/relationships/oleObject" Target="../embeddings/oleObject668.bin"/><Relationship Id="rId7" Type="http://schemas.openxmlformats.org/officeDocument/2006/relationships/oleObject" Target="../embeddings/oleObject654.bin"/><Relationship Id="rId12" Type="http://schemas.openxmlformats.org/officeDocument/2006/relationships/oleObject" Target="../embeddings/oleObject659.bin"/><Relationship Id="rId17" Type="http://schemas.openxmlformats.org/officeDocument/2006/relationships/oleObject" Target="../embeddings/oleObject66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63.bin"/><Relationship Id="rId20" Type="http://schemas.openxmlformats.org/officeDocument/2006/relationships/oleObject" Target="../embeddings/oleObject667.bin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653.bin"/><Relationship Id="rId11" Type="http://schemas.openxmlformats.org/officeDocument/2006/relationships/oleObject" Target="../embeddings/oleObject658.bin"/><Relationship Id="rId5" Type="http://schemas.openxmlformats.org/officeDocument/2006/relationships/oleObject" Target="../embeddings/oleObject652.bin"/><Relationship Id="rId15" Type="http://schemas.openxmlformats.org/officeDocument/2006/relationships/oleObject" Target="../embeddings/oleObject662.bin"/><Relationship Id="rId10" Type="http://schemas.openxmlformats.org/officeDocument/2006/relationships/oleObject" Target="../embeddings/oleObject657.bin"/><Relationship Id="rId19" Type="http://schemas.openxmlformats.org/officeDocument/2006/relationships/oleObject" Target="../embeddings/oleObject666.bin"/><Relationship Id="rId4" Type="http://schemas.openxmlformats.org/officeDocument/2006/relationships/oleObject" Target="../embeddings/oleObject651.bin"/><Relationship Id="rId9" Type="http://schemas.openxmlformats.org/officeDocument/2006/relationships/oleObject" Target="../embeddings/oleObject656.bin"/><Relationship Id="rId14" Type="http://schemas.openxmlformats.org/officeDocument/2006/relationships/oleObject" Target="../embeddings/oleObject661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4.bin"/><Relationship Id="rId13" Type="http://schemas.openxmlformats.org/officeDocument/2006/relationships/oleObject" Target="../embeddings/oleObject679.bin"/><Relationship Id="rId3" Type="http://schemas.openxmlformats.org/officeDocument/2006/relationships/oleObject" Target="../embeddings/oleObject669.bin"/><Relationship Id="rId7" Type="http://schemas.openxmlformats.org/officeDocument/2006/relationships/oleObject" Target="../embeddings/oleObject673.bin"/><Relationship Id="rId12" Type="http://schemas.openxmlformats.org/officeDocument/2006/relationships/oleObject" Target="../embeddings/oleObject67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672.bin"/><Relationship Id="rId11" Type="http://schemas.openxmlformats.org/officeDocument/2006/relationships/oleObject" Target="../embeddings/oleObject677.bin"/><Relationship Id="rId5" Type="http://schemas.openxmlformats.org/officeDocument/2006/relationships/oleObject" Target="../embeddings/oleObject671.bin"/><Relationship Id="rId10" Type="http://schemas.openxmlformats.org/officeDocument/2006/relationships/oleObject" Target="../embeddings/oleObject676.bin"/><Relationship Id="rId4" Type="http://schemas.openxmlformats.org/officeDocument/2006/relationships/oleObject" Target="../embeddings/oleObject670.bin"/><Relationship Id="rId9" Type="http://schemas.openxmlformats.org/officeDocument/2006/relationships/oleObject" Target="../embeddings/oleObject675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5.bin"/><Relationship Id="rId13" Type="http://schemas.openxmlformats.org/officeDocument/2006/relationships/oleObject" Target="../embeddings/oleObject690.bin"/><Relationship Id="rId18" Type="http://schemas.openxmlformats.org/officeDocument/2006/relationships/oleObject" Target="../embeddings/oleObject695.bin"/><Relationship Id="rId3" Type="http://schemas.openxmlformats.org/officeDocument/2006/relationships/oleObject" Target="../embeddings/oleObject680.bin"/><Relationship Id="rId7" Type="http://schemas.openxmlformats.org/officeDocument/2006/relationships/oleObject" Target="../embeddings/oleObject684.bin"/><Relationship Id="rId12" Type="http://schemas.openxmlformats.org/officeDocument/2006/relationships/oleObject" Target="../embeddings/oleObject689.bin"/><Relationship Id="rId17" Type="http://schemas.openxmlformats.org/officeDocument/2006/relationships/oleObject" Target="../embeddings/oleObject69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93.bin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683.bin"/><Relationship Id="rId11" Type="http://schemas.openxmlformats.org/officeDocument/2006/relationships/oleObject" Target="../embeddings/oleObject688.bin"/><Relationship Id="rId5" Type="http://schemas.openxmlformats.org/officeDocument/2006/relationships/oleObject" Target="../embeddings/oleObject682.bin"/><Relationship Id="rId15" Type="http://schemas.openxmlformats.org/officeDocument/2006/relationships/oleObject" Target="../embeddings/oleObject692.bin"/><Relationship Id="rId10" Type="http://schemas.openxmlformats.org/officeDocument/2006/relationships/oleObject" Target="../embeddings/oleObject687.bin"/><Relationship Id="rId4" Type="http://schemas.openxmlformats.org/officeDocument/2006/relationships/oleObject" Target="../embeddings/oleObject681.bin"/><Relationship Id="rId9" Type="http://schemas.openxmlformats.org/officeDocument/2006/relationships/oleObject" Target="../embeddings/oleObject686.bin"/><Relationship Id="rId14" Type="http://schemas.openxmlformats.org/officeDocument/2006/relationships/oleObject" Target="../embeddings/oleObject691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1.bin"/><Relationship Id="rId13" Type="http://schemas.openxmlformats.org/officeDocument/2006/relationships/oleObject" Target="../embeddings/oleObject706.bin"/><Relationship Id="rId18" Type="http://schemas.openxmlformats.org/officeDocument/2006/relationships/oleObject" Target="../embeddings/oleObject711.bin"/><Relationship Id="rId3" Type="http://schemas.openxmlformats.org/officeDocument/2006/relationships/oleObject" Target="../embeddings/oleObject696.bin"/><Relationship Id="rId7" Type="http://schemas.openxmlformats.org/officeDocument/2006/relationships/oleObject" Target="../embeddings/oleObject700.bin"/><Relationship Id="rId12" Type="http://schemas.openxmlformats.org/officeDocument/2006/relationships/oleObject" Target="../embeddings/oleObject705.bin"/><Relationship Id="rId17" Type="http://schemas.openxmlformats.org/officeDocument/2006/relationships/oleObject" Target="../embeddings/oleObject71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09.bin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699.bin"/><Relationship Id="rId11" Type="http://schemas.openxmlformats.org/officeDocument/2006/relationships/oleObject" Target="../embeddings/oleObject704.bin"/><Relationship Id="rId5" Type="http://schemas.openxmlformats.org/officeDocument/2006/relationships/oleObject" Target="../embeddings/oleObject698.bin"/><Relationship Id="rId15" Type="http://schemas.openxmlformats.org/officeDocument/2006/relationships/oleObject" Target="../embeddings/oleObject708.bin"/><Relationship Id="rId10" Type="http://schemas.openxmlformats.org/officeDocument/2006/relationships/oleObject" Target="../embeddings/oleObject703.bin"/><Relationship Id="rId19" Type="http://schemas.openxmlformats.org/officeDocument/2006/relationships/oleObject" Target="../embeddings/oleObject712.bin"/><Relationship Id="rId4" Type="http://schemas.openxmlformats.org/officeDocument/2006/relationships/oleObject" Target="../embeddings/oleObject697.bin"/><Relationship Id="rId9" Type="http://schemas.openxmlformats.org/officeDocument/2006/relationships/oleObject" Target="../embeddings/oleObject702.bin"/><Relationship Id="rId14" Type="http://schemas.openxmlformats.org/officeDocument/2006/relationships/oleObject" Target="../embeddings/oleObject707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8.bin"/><Relationship Id="rId13" Type="http://schemas.openxmlformats.org/officeDocument/2006/relationships/oleObject" Target="../embeddings/oleObject723.bin"/><Relationship Id="rId18" Type="http://schemas.openxmlformats.org/officeDocument/2006/relationships/oleObject" Target="../embeddings/oleObject728.bin"/><Relationship Id="rId3" Type="http://schemas.openxmlformats.org/officeDocument/2006/relationships/oleObject" Target="../embeddings/oleObject713.bin"/><Relationship Id="rId7" Type="http://schemas.openxmlformats.org/officeDocument/2006/relationships/oleObject" Target="../embeddings/oleObject717.bin"/><Relationship Id="rId12" Type="http://schemas.openxmlformats.org/officeDocument/2006/relationships/oleObject" Target="../embeddings/oleObject722.bin"/><Relationship Id="rId17" Type="http://schemas.openxmlformats.org/officeDocument/2006/relationships/oleObject" Target="../embeddings/oleObject72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26.bin"/><Relationship Id="rId20" Type="http://schemas.openxmlformats.org/officeDocument/2006/relationships/oleObject" Target="../embeddings/oleObject730.bin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716.bin"/><Relationship Id="rId11" Type="http://schemas.openxmlformats.org/officeDocument/2006/relationships/oleObject" Target="../embeddings/oleObject721.bin"/><Relationship Id="rId5" Type="http://schemas.openxmlformats.org/officeDocument/2006/relationships/oleObject" Target="../embeddings/oleObject715.bin"/><Relationship Id="rId15" Type="http://schemas.openxmlformats.org/officeDocument/2006/relationships/oleObject" Target="../embeddings/oleObject725.bin"/><Relationship Id="rId10" Type="http://schemas.openxmlformats.org/officeDocument/2006/relationships/oleObject" Target="../embeddings/oleObject720.bin"/><Relationship Id="rId19" Type="http://schemas.openxmlformats.org/officeDocument/2006/relationships/oleObject" Target="../embeddings/oleObject729.bin"/><Relationship Id="rId4" Type="http://schemas.openxmlformats.org/officeDocument/2006/relationships/oleObject" Target="../embeddings/oleObject714.bin"/><Relationship Id="rId9" Type="http://schemas.openxmlformats.org/officeDocument/2006/relationships/oleObject" Target="../embeddings/oleObject719.bin"/><Relationship Id="rId14" Type="http://schemas.openxmlformats.org/officeDocument/2006/relationships/oleObject" Target="../embeddings/oleObject724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6.bin"/><Relationship Id="rId13" Type="http://schemas.openxmlformats.org/officeDocument/2006/relationships/oleObject" Target="../embeddings/oleObject741.bin"/><Relationship Id="rId18" Type="http://schemas.openxmlformats.org/officeDocument/2006/relationships/oleObject" Target="../embeddings/oleObject746.bin"/><Relationship Id="rId3" Type="http://schemas.openxmlformats.org/officeDocument/2006/relationships/oleObject" Target="../embeddings/oleObject731.bin"/><Relationship Id="rId7" Type="http://schemas.openxmlformats.org/officeDocument/2006/relationships/oleObject" Target="../embeddings/oleObject735.bin"/><Relationship Id="rId12" Type="http://schemas.openxmlformats.org/officeDocument/2006/relationships/oleObject" Target="../embeddings/oleObject740.bin"/><Relationship Id="rId17" Type="http://schemas.openxmlformats.org/officeDocument/2006/relationships/oleObject" Target="../embeddings/oleObject74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44.bin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734.bin"/><Relationship Id="rId11" Type="http://schemas.openxmlformats.org/officeDocument/2006/relationships/oleObject" Target="../embeddings/oleObject739.bin"/><Relationship Id="rId5" Type="http://schemas.openxmlformats.org/officeDocument/2006/relationships/oleObject" Target="../embeddings/oleObject733.bin"/><Relationship Id="rId15" Type="http://schemas.openxmlformats.org/officeDocument/2006/relationships/oleObject" Target="../embeddings/oleObject743.bin"/><Relationship Id="rId10" Type="http://schemas.openxmlformats.org/officeDocument/2006/relationships/oleObject" Target="../embeddings/oleObject738.bin"/><Relationship Id="rId19" Type="http://schemas.openxmlformats.org/officeDocument/2006/relationships/oleObject" Target="../embeddings/oleObject747.bin"/><Relationship Id="rId4" Type="http://schemas.openxmlformats.org/officeDocument/2006/relationships/oleObject" Target="../embeddings/oleObject732.bin"/><Relationship Id="rId9" Type="http://schemas.openxmlformats.org/officeDocument/2006/relationships/oleObject" Target="../embeddings/oleObject737.bin"/><Relationship Id="rId14" Type="http://schemas.openxmlformats.org/officeDocument/2006/relationships/oleObject" Target="../embeddings/oleObject742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3.bin"/><Relationship Id="rId13" Type="http://schemas.openxmlformats.org/officeDocument/2006/relationships/oleObject" Target="../embeddings/oleObject758.bin"/><Relationship Id="rId18" Type="http://schemas.openxmlformats.org/officeDocument/2006/relationships/oleObject" Target="../embeddings/oleObject763.bin"/><Relationship Id="rId3" Type="http://schemas.openxmlformats.org/officeDocument/2006/relationships/oleObject" Target="../embeddings/oleObject748.bin"/><Relationship Id="rId7" Type="http://schemas.openxmlformats.org/officeDocument/2006/relationships/oleObject" Target="../embeddings/oleObject752.bin"/><Relationship Id="rId12" Type="http://schemas.openxmlformats.org/officeDocument/2006/relationships/oleObject" Target="../embeddings/oleObject757.bin"/><Relationship Id="rId17" Type="http://schemas.openxmlformats.org/officeDocument/2006/relationships/oleObject" Target="../embeddings/oleObject76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61.bin"/><Relationship Id="rId20" Type="http://schemas.openxmlformats.org/officeDocument/2006/relationships/oleObject" Target="../embeddings/oleObject765.bin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751.bin"/><Relationship Id="rId11" Type="http://schemas.openxmlformats.org/officeDocument/2006/relationships/oleObject" Target="../embeddings/oleObject756.bin"/><Relationship Id="rId5" Type="http://schemas.openxmlformats.org/officeDocument/2006/relationships/oleObject" Target="../embeddings/oleObject750.bin"/><Relationship Id="rId15" Type="http://schemas.openxmlformats.org/officeDocument/2006/relationships/oleObject" Target="../embeddings/oleObject760.bin"/><Relationship Id="rId10" Type="http://schemas.openxmlformats.org/officeDocument/2006/relationships/oleObject" Target="../embeddings/oleObject755.bin"/><Relationship Id="rId19" Type="http://schemas.openxmlformats.org/officeDocument/2006/relationships/oleObject" Target="../embeddings/oleObject764.bin"/><Relationship Id="rId4" Type="http://schemas.openxmlformats.org/officeDocument/2006/relationships/oleObject" Target="../embeddings/oleObject749.bin"/><Relationship Id="rId9" Type="http://schemas.openxmlformats.org/officeDocument/2006/relationships/oleObject" Target="../embeddings/oleObject754.bin"/><Relationship Id="rId14" Type="http://schemas.openxmlformats.org/officeDocument/2006/relationships/oleObject" Target="../embeddings/oleObject759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1.bin"/><Relationship Id="rId13" Type="http://schemas.openxmlformats.org/officeDocument/2006/relationships/oleObject" Target="../embeddings/oleObject776.bin"/><Relationship Id="rId18" Type="http://schemas.openxmlformats.org/officeDocument/2006/relationships/oleObject" Target="../embeddings/oleObject781.bin"/><Relationship Id="rId3" Type="http://schemas.openxmlformats.org/officeDocument/2006/relationships/oleObject" Target="../embeddings/oleObject766.bin"/><Relationship Id="rId7" Type="http://schemas.openxmlformats.org/officeDocument/2006/relationships/oleObject" Target="../embeddings/oleObject770.bin"/><Relationship Id="rId12" Type="http://schemas.openxmlformats.org/officeDocument/2006/relationships/oleObject" Target="../embeddings/oleObject775.bin"/><Relationship Id="rId17" Type="http://schemas.openxmlformats.org/officeDocument/2006/relationships/oleObject" Target="../embeddings/oleObject78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79.bin"/><Relationship Id="rId20" Type="http://schemas.openxmlformats.org/officeDocument/2006/relationships/oleObject" Target="../embeddings/oleObject783.bin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769.bin"/><Relationship Id="rId11" Type="http://schemas.openxmlformats.org/officeDocument/2006/relationships/oleObject" Target="../embeddings/oleObject774.bin"/><Relationship Id="rId5" Type="http://schemas.openxmlformats.org/officeDocument/2006/relationships/oleObject" Target="../embeddings/oleObject768.bin"/><Relationship Id="rId15" Type="http://schemas.openxmlformats.org/officeDocument/2006/relationships/oleObject" Target="../embeddings/oleObject778.bin"/><Relationship Id="rId10" Type="http://schemas.openxmlformats.org/officeDocument/2006/relationships/oleObject" Target="../embeddings/oleObject773.bin"/><Relationship Id="rId19" Type="http://schemas.openxmlformats.org/officeDocument/2006/relationships/oleObject" Target="../embeddings/oleObject782.bin"/><Relationship Id="rId4" Type="http://schemas.openxmlformats.org/officeDocument/2006/relationships/oleObject" Target="../embeddings/oleObject767.bin"/><Relationship Id="rId9" Type="http://schemas.openxmlformats.org/officeDocument/2006/relationships/oleObject" Target="../embeddings/oleObject772.bin"/><Relationship Id="rId14" Type="http://schemas.openxmlformats.org/officeDocument/2006/relationships/oleObject" Target="../embeddings/oleObject777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9.bin"/><Relationship Id="rId13" Type="http://schemas.openxmlformats.org/officeDocument/2006/relationships/oleObject" Target="../embeddings/oleObject794.bin"/><Relationship Id="rId18" Type="http://schemas.openxmlformats.org/officeDocument/2006/relationships/oleObject" Target="../embeddings/oleObject799.bin"/><Relationship Id="rId3" Type="http://schemas.openxmlformats.org/officeDocument/2006/relationships/oleObject" Target="../embeddings/oleObject784.bin"/><Relationship Id="rId7" Type="http://schemas.openxmlformats.org/officeDocument/2006/relationships/oleObject" Target="../embeddings/oleObject788.bin"/><Relationship Id="rId12" Type="http://schemas.openxmlformats.org/officeDocument/2006/relationships/oleObject" Target="../embeddings/oleObject793.bin"/><Relationship Id="rId17" Type="http://schemas.openxmlformats.org/officeDocument/2006/relationships/oleObject" Target="../embeddings/oleObject79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97.bin"/><Relationship Id="rId1" Type="http://schemas.openxmlformats.org/officeDocument/2006/relationships/vmlDrawing" Target="../drawings/vmlDrawing65.vml"/><Relationship Id="rId6" Type="http://schemas.openxmlformats.org/officeDocument/2006/relationships/oleObject" Target="../embeddings/oleObject787.bin"/><Relationship Id="rId11" Type="http://schemas.openxmlformats.org/officeDocument/2006/relationships/oleObject" Target="../embeddings/oleObject792.bin"/><Relationship Id="rId5" Type="http://schemas.openxmlformats.org/officeDocument/2006/relationships/oleObject" Target="../embeddings/oleObject786.bin"/><Relationship Id="rId15" Type="http://schemas.openxmlformats.org/officeDocument/2006/relationships/oleObject" Target="../embeddings/oleObject796.bin"/><Relationship Id="rId10" Type="http://schemas.openxmlformats.org/officeDocument/2006/relationships/oleObject" Target="../embeddings/oleObject791.bin"/><Relationship Id="rId19" Type="http://schemas.openxmlformats.org/officeDocument/2006/relationships/oleObject" Target="../embeddings/oleObject800.bin"/><Relationship Id="rId4" Type="http://schemas.openxmlformats.org/officeDocument/2006/relationships/oleObject" Target="../embeddings/oleObject785.bin"/><Relationship Id="rId9" Type="http://schemas.openxmlformats.org/officeDocument/2006/relationships/oleObject" Target="../embeddings/oleObject790.bin"/><Relationship Id="rId14" Type="http://schemas.openxmlformats.org/officeDocument/2006/relationships/oleObject" Target="../embeddings/oleObject795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6.bin"/><Relationship Id="rId13" Type="http://schemas.openxmlformats.org/officeDocument/2006/relationships/oleObject" Target="../embeddings/oleObject811.bin"/><Relationship Id="rId18" Type="http://schemas.openxmlformats.org/officeDocument/2006/relationships/oleObject" Target="../embeddings/oleObject816.bin"/><Relationship Id="rId3" Type="http://schemas.openxmlformats.org/officeDocument/2006/relationships/oleObject" Target="../embeddings/oleObject801.bin"/><Relationship Id="rId7" Type="http://schemas.openxmlformats.org/officeDocument/2006/relationships/oleObject" Target="../embeddings/oleObject805.bin"/><Relationship Id="rId12" Type="http://schemas.openxmlformats.org/officeDocument/2006/relationships/oleObject" Target="../embeddings/oleObject810.bin"/><Relationship Id="rId17" Type="http://schemas.openxmlformats.org/officeDocument/2006/relationships/oleObject" Target="../embeddings/oleObject81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14.bin"/><Relationship Id="rId1" Type="http://schemas.openxmlformats.org/officeDocument/2006/relationships/vmlDrawing" Target="../drawings/vmlDrawing66.vml"/><Relationship Id="rId6" Type="http://schemas.openxmlformats.org/officeDocument/2006/relationships/oleObject" Target="../embeddings/oleObject804.bin"/><Relationship Id="rId11" Type="http://schemas.openxmlformats.org/officeDocument/2006/relationships/oleObject" Target="../embeddings/oleObject809.bin"/><Relationship Id="rId5" Type="http://schemas.openxmlformats.org/officeDocument/2006/relationships/oleObject" Target="../embeddings/oleObject803.bin"/><Relationship Id="rId15" Type="http://schemas.openxmlformats.org/officeDocument/2006/relationships/oleObject" Target="../embeddings/oleObject813.bin"/><Relationship Id="rId10" Type="http://schemas.openxmlformats.org/officeDocument/2006/relationships/oleObject" Target="../embeddings/oleObject808.bin"/><Relationship Id="rId4" Type="http://schemas.openxmlformats.org/officeDocument/2006/relationships/oleObject" Target="../embeddings/oleObject802.bin"/><Relationship Id="rId9" Type="http://schemas.openxmlformats.org/officeDocument/2006/relationships/oleObject" Target="../embeddings/oleObject807.bin"/><Relationship Id="rId14" Type="http://schemas.openxmlformats.org/officeDocument/2006/relationships/oleObject" Target="../embeddings/oleObject812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820.bin"/><Relationship Id="rId5" Type="http://schemas.openxmlformats.org/officeDocument/2006/relationships/oleObject" Target="../embeddings/oleObject819.bin"/><Relationship Id="rId4" Type="http://schemas.openxmlformats.org/officeDocument/2006/relationships/oleObject" Target="../embeddings/oleObject818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6.bin"/><Relationship Id="rId3" Type="http://schemas.openxmlformats.org/officeDocument/2006/relationships/oleObject" Target="../embeddings/oleObject821.bin"/><Relationship Id="rId7" Type="http://schemas.openxmlformats.org/officeDocument/2006/relationships/oleObject" Target="../embeddings/oleObject8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824.bin"/><Relationship Id="rId5" Type="http://schemas.openxmlformats.org/officeDocument/2006/relationships/oleObject" Target="../embeddings/oleObject823.bin"/><Relationship Id="rId4" Type="http://schemas.openxmlformats.org/officeDocument/2006/relationships/oleObject" Target="../embeddings/oleObject822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9.v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0.v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4.bin"/><Relationship Id="rId13" Type="http://schemas.openxmlformats.org/officeDocument/2006/relationships/oleObject" Target="../embeddings/oleObject839.bin"/><Relationship Id="rId18" Type="http://schemas.openxmlformats.org/officeDocument/2006/relationships/oleObject" Target="../embeddings/oleObject844.bin"/><Relationship Id="rId3" Type="http://schemas.openxmlformats.org/officeDocument/2006/relationships/oleObject" Target="../embeddings/oleObject829.bin"/><Relationship Id="rId21" Type="http://schemas.openxmlformats.org/officeDocument/2006/relationships/oleObject" Target="../embeddings/oleObject847.bin"/><Relationship Id="rId7" Type="http://schemas.openxmlformats.org/officeDocument/2006/relationships/oleObject" Target="../embeddings/oleObject833.bin"/><Relationship Id="rId12" Type="http://schemas.openxmlformats.org/officeDocument/2006/relationships/oleObject" Target="../embeddings/oleObject838.bin"/><Relationship Id="rId17" Type="http://schemas.openxmlformats.org/officeDocument/2006/relationships/oleObject" Target="../embeddings/oleObject84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42.bin"/><Relationship Id="rId20" Type="http://schemas.openxmlformats.org/officeDocument/2006/relationships/oleObject" Target="../embeddings/oleObject846.bin"/><Relationship Id="rId1" Type="http://schemas.openxmlformats.org/officeDocument/2006/relationships/vmlDrawing" Target="../drawings/vmlDrawing71.vml"/><Relationship Id="rId6" Type="http://schemas.openxmlformats.org/officeDocument/2006/relationships/oleObject" Target="../embeddings/oleObject832.bin"/><Relationship Id="rId11" Type="http://schemas.openxmlformats.org/officeDocument/2006/relationships/oleObject" Target="../embeddings/oleObject837.bin"/><Relationship Id="rId5" Type="http://schemas.openxmlformats.org/officeDocument/2006/relationships/oleObject" Target="../embeddings/oleObject831.bin"/><Relationship Id="rId15" Type="http://schemas.openxmlformats.org/officeDocument/2006/relationships/oleObject" Target="../embeddings/oleObject841.bin"/><Relationship Id="rId10" Type="http://schemas.openxmlformats.org/officeDocument/2006/relationships/oleObject" Target="../embeddings/oleObject836.bin"/><Relationship Id="rId19" Type="http://schemas.openxmlformats.org/officeDocument/2006/relationships/oleObject" Target="../embeddings/oleObject845.bin"/><Relationship Id="rId4" Type="http://schemas.openxmlformats.org/officeDocument/2006/relationships/oleObject" Target="../embeddings/oleObject830.bin"/><Relationship Id="rId9" Type="http://schemas.openxmlformats.org/officeDocument/2006/relationships/oleObject" Target="../embeddings/oleObject835.bin"/><Relationship Id="rId14" Type="http://schemas.openxmlformats.org/officeDocument/2006/relationships/oleObject" Target="../embeddings/oleObject840.bin"/><Relationship Id="rId22" Type="http://schemas.openxmlformats.org/officeDocument/2006/relationships/oleObject" Target="../embeddings/oleObject848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4.bin"/><Relationship Id="rId13" Type="http://schemas.openxmlformats.org/officeDocument/2006/relationships/oleObject" Target="../embeddings/oleObject859.bin"/><Relationship Id="rId18" Type="http://schemas.openxmlformats.org/officeDocument/2006/relationships/oleObject" Target="../embeddings/oleObject864.bin"/><Relationship Id="rId3" Type="http://schemas.openxmlformats.org/officeDocument/2006/relationships/oleObject" Target="../embeddings/oleObject849.bin"/><Relationship Id="rId21" Type="http://schemas.openxmlformats.org/officeDocument/2006/relationships/oleObject" Target="../embeddings/oleObject867.bin"/><Relationship Id="rId7" Type="http://schemas.openxmlformats.org/officeDocument/2006/relationships/oleObject" Target="../embeddings/oleObject853.bin"/><Relationship Id="rId12" Type="http://schemas.openxmlformats.org/officeDocument/2006/relationships/oleObject" Target="../embeddings/oleObject858.bin"/><Relationship Id="rId17" Type="http://schemas.openxmlformats.org/officeDocument/2006/relationships/oleObject" Target="../embeddings/oleObject86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62.bin"/><Relationship Id="rId20" Type="http://schemas.openxmlformats.org/officeDocument/2006/relationships/oleObject" Target="../embeddings/oleObject866.bin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852.bin"/><Relationship Id="rId11" Type="http://schemas.openxmlformats.org/officeDocument/2006/relationships/oleObject" Target="../embeddings/oleObject857.bin"/><Relationship Id="rId5" Type="http://schemas.openxmlformats.org/officeDocument/2006/relationships/oleObject" Target="../embeddings/oleObject851.bin"/><Relationship Id="rId15" Type="http://schemas.openxmlformats.org/officeDocument/2006/relationships/oleObject" Target="../embeddings/oleObject861.bin"/><Relationship Id="rId10" Type="http://schemas.openxmlformats.org/officeDocument/2006/relationships/oleObject" Target="../embeddings/oleObject856.bin"/><Relationship Id="rId19" Type="http://schemas.openxmlformats.org/officeDocument/2006/relationships/oleObject" Target="../embeddings/oleObject865.bin"/><Relationship Id="rId4" Type="http://schemas.openxmlformats.org/officeDocument/2006/relationships/oleObject" Target="../embeddings/oleObject850.bin"/><Relationship Id="rId9" Type="http://schemas.openxmlformats.org/officeDocument/2006/relationships/oleObject" Target="../embeddings/oleObject855.bin"/><Relationship Id="rId14" Type="http://schemas.openxmlformats.org/officeDocument/2006/relationships/oleObject" Target="../embeddings/oleObject860.bin"/><Relationship Id="rId22" Type="http://schemas.openxmlformats.org/officeDocument/2006/relationships/oleObject" Target="../embeddings/oleObject868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5.bin"/><Relationship Id="rId3" Type="http://schemas.openxmlformats.org/officeDocument/2006/relationships/oleObject" Target="../embeddings/oleObject870.bin"/><Relationship Id="rId7" Type="http://schemas.openxmlformats.org/officeDocument/2006/relationships/oleObject" Target="../embeddings/oleObject874.bin"/><Relationship Id="rId12" Type="http://schemas.openxmlformats.org/officeDocument/2006/relationships/oleObject" Target="../embeddings/oleObject8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873.bin"/><Relationship Id="rId11" Type="http://schemas.openxmlformats.org/officeDocument/2006/relationships/oleObject" Target="../embeddings/oleObject878.bin"/><Relationship Id="rId5" Type="http://schemas.openxmlformats.org/officeDocument/2006/relationships/oleObject" Target="../embeddings/oleObject872.bin"/><Relationship Id="rId10" Type="http://schemas.openxmlformats.org/officeDocument/2006/relationships/oleObject" Target="../embeddings/oleObject877.bin"/><Relationship Id="rId4" Type="http://schemas.openxmlformats.org/officeDocument/2006/relationships/oleObject" Target="../embeddings/oleObject871.bin"/><Relationship Id="rId9" Type="http://schemas.openxmlformats.org/officeDocument/2006/relationships/oleObject" Target="../embeddings/oleObject876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4" Type="http://schemas.openxmlformats.org/officeDocument/2006/relationships/oleObject" Target="../embeddings/oleObject881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6.vml"/><Relationship Id="rId5" Type="http://schemas.openxmlformats.org/officeDocument/2006/relationships/oleObject" Target="../embeddings/oleObject884.bin"/><Relationship Id="rId4" Type="http://schemas.openxmlformats.org/officeDocument/2006/relationships/oleObject" Target="../embeddings/oleObject883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0.bin"/><Relationship Id="rId13" Type="http://schemas.openxmlformats.org/officeDocument/2006/relationships/oleObject" Target="../embeddings/oleObject895.bin"/><Relationship Id="rId3" Type="http://schemas.openxmlformats.org/officeDocument/2006/relationships/oleObject" Target="../embeddings/oleObject885.bin"/><Relationship Id="rId7" Type="http://schemas.openxmlformats.org/officeDocument/2006/relationships/oleObject" Target="../embeddings/oleObject889.bin"/><Relationship Id="rId12" Type="http://schemas.openxmlformats.org/officeDocument/2006/relationships/oleObject" Target="../embeddings/oleObject8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888.bin"/><Relationship Id="rId11" Type="http://schemas.openxmlformats.org/officeDocument/2006/relationships/oleObject" Target="../embeddings/oleObject893.bin"/><Relationship Id="rId5" Type="http://schemas.openxmlformats.org/officeDocument/2006/relationships/oleObject" Target="../embeddings/oleObject887.bin"/><Relationship Id="rId10" Type="http://schemas.openxmlformats.org/officeDocument/2006/relationships/oleObject" Target="../embeddings/oleObject892.bin"/><Relationship Id="rId4" Type="http://schemas.openxmlformats.org/officeDocument/2006/relationships/oleObject" Target="../embeddings/oleObject886.bin"/><Relationship Id="rId9" Type="http://schemas.openxmlformats.org/officeDocument/2006/relationships/oleObject" Target="../embeddings/oleObject891.bin"/><Relationship Id="rId14" Type="http://schemas.openxmlformats.org/officeDocument/2006/relationships/oleObject" Target="../embeddings/oleObject896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2.bin"/><Relationship Id="rId13" Type="http://schemas.openxmlformats.org/officeDocument/2006/relationships/oleObject" Target="../embeddings/oleObject907.bin"/><Relationship Id="rId3" Type="http://schemas.openxmlformats.org/officeDocument/2006/relationships/oleObject" Target="../embeddings/oleObject897.bin"/><Relationship Id="rId7" Type="http://schemas.openxmlformats.org/officeDocument/2006/relationships/oleObject" Target="../embeddings/oleObject901.bin"/><Relationship Id="rId12" Type="http://schemas.openxmlformats.org/officeDocument/2006/relationships/oleObject" Target="../embeddings/oleObject9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oleObject" Target="../embeddings/oleObject900.bin"/><Relationship Id="rId11" Type="http://schemas.openxmlformats.org/officeDocument/2006/relationships/oleObject" Target="../embeddings/oleObject905.bin"/><Relationship Id="rId5" Type="http://schemas.openxmlformats.org/officeDocument/2006/relationships/oleObject" Target="../embeddings/oleObject899.bin"/><Relationship Id="rId10" Type="http://schemas.openxmlformats.org/officeDocument/2006/relationships/oleObject" Target="../embeddings/oleObject904.bin"/><Relationship Id="rId4" Type="http://schemas.openxmlformats.org/officeDocument/2006/relationships/oleObject" Target="../embeddings/oleObject898.bin"/><Relationship Id="rId9" Type="http://schemas.openxmlformats.org/officeDocument/2006/relationships/oleObject" Target="../embeddings/oleObject903.bin"/><Relationship Id="rId14" Type="http://schemas.openxmlformats.org/officeDocument/2006/relationships/oleObject" Target="../embeddings/oleObject908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4.bin"/><Relationship Id="rId13" Type="http://schemas.openxmlformats.org/officeDocument/2006/relationships/oleObject" Target="../embeddings/oleObject919.bin"/><Relationship Id="rId3" Type="http://schemas.openxmlformats.org/officeDocument/2006/relationships/oleObject" Target="../embeddings/oleObject909.bin"/><Relationship Id="rId7" Type="http://schemas.openxmlformats.org/officeDocument/2006/relationships/oleObject" Target="../embeddings/oleObject913.bin"/><Relationship Id="rId12" Type="http://schemas.openxmlformats.org/officeDocument/2006/relationships/oleObject" Target="../embeddings/oleObject9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6" Type="http://schemas.openxmlformats.org/officeDocument/2006/relationships/oleObject" Target="../embeddings/oleObject912.bin"/><Relationship Id="rId11" Type="http://schemas.openxmlformats.org/officeDocument/2006/relationships/oleObject" Target="../embeddings/oleObject917.bin"/><Relationship Id="rId5" Type="http://schemas.openxmlformats.org/officeDocument/2006/relationships/oleObject" Target="../embeddings/oleObject911.bin"/><Relationship Id="rId10" Type="http://schemas.openxmlformats.org/officeDocument/2006/relationships/oleObject" Target="../embeddings/oleObject916.bin"/><Relationship Id="rId4" Type="http://schemas.openxmlformats.org/officeDocument/2006/relationships/oleObject" Target="../embeddings/oleObject910.bin"/><Relationship Id="rId9" Type="http://schemas.openxmlformats.org/officeDocument/2006/relationships/oleObject" Target="../embeddings/oleObject9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altLang="en-US" sz="4400"/>
              <a:t>Pushdown Automata</a:t>
            </a:r>
            <a:br>
              <a:rPr lang="en-US" altLang="en-US" sz="4400"/>
            </a:br>
            <a:r>
              <a:rPr lang="en-US" altLang="en-US" sz="4400"/>
              <a:t>PDAs</a:t>
            </a:r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19DC-1F5B-4351-BD4A-57D996B84E8D}" type="slidenum">
              <a:rPr lang="en-US"/>
              <a:pPr/>
              <a:t>2</a:t>
            </a:fld>
            <a:endParaRPr lang="en-US"/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Pushdown Automaton -- PDA</a:t>
            </a:r>
          </a:p>
        </p:txBody>
      </p:sp>
      <p:sp>
        <p:nvSpPr>
          <p:cNvPr id="513027" name="Rectangle 3"/>
          <p:cNvSpPr>
            <a:spLocks noChangeArrowheads="1"/>
          </p:cNvSpPr>
          <p:nvPr/>
        </p:nvSpPr>
        <p:spPr bwMode="auto">
          <a:xfrm>
            <a:off x="1066800" y="3581400"/>
            <a:ext cx="3886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28" name="Oval 4"/>
          <p:cNvSpPr>
            <a:spLocks noChangeArrowheads="1"/>
          </p:cNvSpPr>
          <p:nvPr/>
        </p:nvSpPr>
        <p:spPr bwMode="auto">
          <a:xfrm>
            <a:off x="1676400" y="4419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29" name="Oval 5"/>
          <p:cNvSpPr>
            <a:spLocks noChangeArrowheads="1"/>
          </p:cNvSpPr>
          <p:nvPr/>
        </p:nvSpPr>
        <p:spPr bwMode="auto">
          <a:xfrm>
            <a:off x="2743200" y="54102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30" name="Oval 6"/>
          <p:cNvSpPr>
            <a:spLocks noChangeArrowheads="1"/>
          </p:cNvSpPr>
          <p:nvPr/>
        </p:nvSpPr>
        <p:spPr bwMode="auto">
          <a:xfrm>
            <a:off x="2667000" y="4191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31" name="Oval 7"/>
          <p:cNvSpPr>
            <a:spLocks noChangeArrowheads="1"/>
          </p:cNvSpPr>
          <p:nvPr/>
        </p:nvSpPr>
        <p:spPr bwMode="auto">
          <a:xfrm>
            <a:off x="3886200" y="5486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32" name="Line 8"/>
          <p:cNvSpPr>
            <a:spLocks noChangeShapeType="1"/>
          </p:cNvSpPr>
          <p:nvPr/>
        </p:nvSpPr>
        <p:spPr bwMode="auto">
          <a:xfrm flipV="1">
            <a:off x="2057400" y="441960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33" name="Line 9"/>
          <p:cNvSpPr>
            <a:spLocks noChangeShapeType="1"/>
          </p:cNvSpPr>
          <p:nvPr/>
        </p:nvSpPr>
        <p:spPr bwMode="auto">
          <a:xfrm>
            <a:off x="13716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34" name="Oval 10"/>
          <p:cNvSpPr>
            <a:spLocks noChangeArrowheads="1"/>
          </p:cNvSpPr>
          <p:nvPr/>
        </p:nvSpPr>
        <p:spPr bwMode="auto">
          <a:xfrm>
            <a:off x="3810000" y="5410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35" name="Line 11"/>
          <p:cNvSpPr>
            <a:spLocks noChangeShapeType="1"/>
          </p:cNvSpPr>
          <p:nvPr/>
        </p:nvSpPr>
        <p:spPr bwMode="auto">
          <a:xfrm>
            <a:off x="31242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36" name="Oval 12"/>
          <p:cNvSpPr>
            <a:spLocks noChangeArrowheads="1"/>
          </p:cNvSpPr>
          <p:nvPr/>
        </p:nvSpPr>
        <p:spPr bwMode="auto">
          <a:xfrm>
            <a:off x="1981200" y="5257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37" name="Line 13"/>
          <p:cNvSpPr>
            <a:spLocks noChangeShapeType="1"/>
          </p:cNvSpPr>
          <p:nvPr/>
        </p:nvSpPr>
        <p:spPr bwMode="auto">
          <a:xfrm>
            <a:off x="2362200" y="5562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38" name="Line 14"/>
          <p:cNvSpPr>
            <a:spLocks noChangeShapeType="1"/>
          </p:cNvSpPr>
          <p:nvPr/>
        </p:nvSpPr>
        <p:spPr bwMode="auto">
          <a:xfrm>
            <a:off x="2895600" y="4572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39" name="Line 15"/>
          <p:cNvSpPr>
            <a:spLocks noChangeShapeType="1"/>
          </p:cNvSpPr>
          <p:nvPr/>
        </p:nvSpPr>
        <p:spPr bwMode="auto">
          <a:xfrm>
            <a:off x="1905000" y="48006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0" name="Freeform 16"/>
          <p:cNvSpPr>
            <a:spLocks/>
          </p:cNvSpPr>
          <p:nvPr/>
        </p:nvSpPr>
        <p:spPr bwMode="auto">
          <a:xfrm>
            <a:off x="2971800" y="4102100"/>
            <a:ext cx="800100" cy="495300"/>
          </a:xfrm>
          <a:custGeom>
            <a:avLst/>
            <a:gdLst/>
            <a:ahLst/>
            <a:cxnLst>
              <a:cxn ang="0">
                <a:pos x="0" y="104"/>
              </a:cxn>
              <a:cxn ang="0">
                <a:pos x="384" y="8"/>
              </a:cxn>
              <a:cxn ang="0">
                <a:pos x="480" y="152"/>
              </a:cxn>
              <a:cxn ang="0">
                <a:pos x="432" y="296"/>
              </a:cxn>
              <a:cxn ang="0">
                <a:pos x="48" y="248"/>
              </a:cxn>
            </a:cxnLst>
            <a:rect l="0" t="0" r="r" b="b"/>
            <a:pathLst>
              <a:path w="504" h="312">
                <a:moveTo>
                  <a:pt x="0" y="104"/>
                </a:moveTo>
                <a:cubicBezTo>
                  <a:pt x="152" y="52"/>
                  <a:pt x="304" y="0"/>
                  <a:pt x="384" y="8"/>
                </a:cubicBezTo>
                <a:cubicBezTo>
                  <a:pt x="464" y="16"/>
                  <a:pt x="472" y="104"/>
                  <a:pt x="480" y="152"/>
                </a:cubicBezTo>
                <a:cubicBezTo>
                  <a:pt x="488" y="200"/>
                  <a:pt x="504" y="280"/>
                  <a:pt x="432" y="296"/>
                </a:cubicBezTo>
                <a:cubicBezTo>
                  <a:pt x="360" y="312"/>
                  <a:pt x="204" y="280"/>
                  <a:pt x="48" y="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41" name="Rectangle 17"/>
          <p:cNvSpPr>
            <a:spLocks noChangeArrowheads="1"/>
          </p:cNvSpPr>
          <p:nvPr/>
        </p:nvSpPr>
        <p:spPr bwMode="auto">
          <a:xfrm>
            <a:off x="6705600" y="2895600"/>
            <a:ext cx="68580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42" name="Rectangle 18"/>
          <p:cNvSpPr>
            <a:spLocks noChangeArrowheads="1"/>
          </p:cNvSpPr>
          <p:nvPr/>
        </p:nvSpPr>
        <p:spPr bwMode="auto">
          <a:xfrm>
            <a:off x="914400" y="1905000"/>
            <a:ext cx="4191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043" name="Line 19"/>
          <p:cNvSpPr>
            <a:spLocks noChangeShapeType="1"/>
          </p:cNvSpPr>
          <p:nvPr/>
        </p:nvSpPr>
        <p:spPr bwMode="auto">
          <a:xfrm>
            <a:off x="1295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4" name="Line 20"/>
          <p:cNvSpPr>
            <a:spLocks noChangeShapeType="1"/>
          </p:cNvSpPr>
          <p:nvPr/>
        </p:nvSpPr>
        <p:spPr bwMode="auto">
          <a:xfrm>
            <a:off x="1676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5" name="Line 21"/>
          <p:cNvSpPr>
            <a:spLocks noChangeShapeType="1"/>
          </p:cNvSpPr>
          <p:nvPr/>
        </p:nvSpPr>
        <p:spPr bwMode="auto">
          <a:xfrm>
            <a:off x="2057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6" name="Line 22"/>
          <p:cNvSpPr>
            <a:spLocks noChangeShapeType="1"/>
          </p:cNvSpPr>
          <p:nvPr/>
        </p:nvSpPr>
        <p:spPr bwMode="auto">
          <a:xfrm>
            <a:off x="2438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7" name="Line 23"/>
          <p:cNvSpPr>
            <a:spLocks noChangeShapeType="1"/>
          </p:cNvSpPr>
          <p:nvPr/>
        </p:nvSpPr>
        <p:spPr bwMode="auto">
          <a:xfrm>
            <a:off x="2819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8" name="Line 24"/>
          <p:cNvSpPr>
            <a:spLocks noChangeShapeType="1"/>
          </p:cNvSpPr>
          <p:nvPr/>
        </p:nvSpPr>
        <p:spPr bwMode="auto">
          <a:xfrm>
            <a:off x="3200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49" name="Line 25"/>
          <p:cNvSpPr>
            <a:spLocks noChangeShapeType="1"/>
          </p:cNvSpPr>
          <p:nvPr/>
        </p:nvSpPr>
        <p:spPr bwMode="auto">
          <a:xfrm>
            <a:off x="3581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0" name="Line 26"/>
          <p:cNvSpPr>
            <a:spLocks noChangeShapeType="1"/>
          </p:cNvSpPr>
          <p:nvPr/>
        </p:nvSpPr>
        <p:spPr bwMode="auto">
          <a:xfrm>
            <a:off x="3962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1" name="Line 27"/>
          <p:cNvSpPr>
            <a:spLocks noChangeShapeType="1"/>
          </p:cNvSpPr>
          <p:nvPr/>
        </p:nvSpPr>
        <p:spPr bwMode="auto">
          <a:xfrm>
            <a:off x="4343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2" name="Line 28"/>
          <p:cNvSpPr>
            <a:spLocks noChangeShapeType="1"/>
          </p:cNvSpPr>
          <p:nvPr/>
        </p:nvSpPr>
        <p:spPr bwMode="auto">
          <a:xfrm>
            <a:off x="4724400" y="190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3" name="Line 29"/>
          <p:cNvSpPr>
            <a:spLocks noChangeShapeType="1"/>
          </p:cNvSpPr>
          <p:nvPr/>
        </p:nvSpPr>
        <p:spPr bwMode="auto">
          <a:xfrm>
            <a:off x="67056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4" name="Line 30"/>
          <p:cNvSpPr>
            <a:spLocks noChangeShapeType="1"/>
          </p:cNvSpPr>
          <p:nvPr/>
        </p:nvSpPr>
        <p:spPr bwMode="auto">
          <a:xfrm>
            <a:off x="6705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5" name="Line 31"/>
          <p:cNvSpPr>
            <a:spLocks noChangeShapeType="1"/>
          </p:cNvSpPr>
          <p:nvPr/>
        </p:nvSpPr>
        <p:spPr bwMode="auto">
          <a:xfrm>
            <a:off x="6705600" y="5334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6" name="Line 32"/>
          <p:cNvSpPr>
            <a:spLocks noChangeShapeType="1"/>
          </p:cNvSpPr>
          <p:nvPr/>
        </p:nvSpPr>
        <p:spPr bwMode="auto">
          <a:xfrm>
            <a:off x="6705600" y="5029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7" name="Line 33"/>
          <p:cNvSpPr>
            <a:spLocks noChangeShapeType="1"/>
          </p:cNvSpPr>
          <p:nvPr/>
        </p:nvSpPr>
        <p:spPr bwMode="auto">
          <a:xfrm>
            <a:off x="6705600" y="4724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8" name="Line 34"/>
          <p:cNvSpPr>
            <a:spLocks noChangeShapeType="1"/>
          </p:cNvSpPr>
          <p:nvPr/>
        </p:nvSpPr>
        <p:spPr bwMode="auto">
          <a:xfrm>
            <a:off x="6705600" y="441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59" name="Line 35"/>
          <p:cNvSpPr>
            <a:spLocks noChangeShapeType="1"/>
          </p:cNvSpPr>
          <p:nvPr/>
        </p:nvSpPr>
        <p:spPr bwMode="auto">
          <a:xfrm>
            <a:off x="6705600" y="4114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60" name="Line 36"/>
          <p:cNvSpPr>
            <a:spLocks noChangeShapeType="1"/>
          </p:cNvSpPr>
          <p:nvPr/>
        </p:nvSpPr>
        <p:spPr bwMode="auto">
          <a:xfrm>
            <a:off x="6705600" y="3810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61" name="Line 37"/>
          <p:cNvSpPr>
            <a:spLocks noChangeShapeType="1"/>
          </p:cNvSpPr>
          <p:nvPr/>
        </p:nvSpPr>
        <p:spPr bwMode="auto">
          <a:xfrm>
            <a:off x="6705600" y="3505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62" name="Line 38"/>
          <p:cNvSpPr>
            <a:spLocks noChangeShapeType="1"/>
          </p:cNvSpPr>
          <p:nvPr/>
        </p:nvSpPr>
        <p:spPr bwMode="auto">
          <a:xfrm>
            <a:off x="6705600" y="3200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63" name="Line 39"/>
          <p:cNvSpPr>
            <a:spLocks noChangeShapeType="1"/>
          </p:cNvSpPr>
          <p:nvPr/>
        </p:nvSpPr>
        <p:spPr bwMode="auto">
          <a:xfrm>
            <a:off x="2971800" y="2438400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64" name="Line 40"/>
          <p:cNvSpPr>
            <a:spLocks noChangeShapeType="1"/>
          </p:cNvSpPr>
          <p:nvPr/>
        </p:nvSpPr>
        <p:spPr bwMode="auto">
          <a:xfrm flipH="1">
            <a:off x="4953000" y="4876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065" name="Text Box 41"/>
          <p:cNvSpPr txBox="1">
            <a:spLocks noChangeArrowheads="1"/>
          </p:cNvSpPr>
          <p:nvPr/>
        </p:nvSpPr>
        <p:spPr bwMode="auto">
          <a:xfrm>
            <a:off x="1905000" y="1066800"/>
            <a:ext cx="2574925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 String</a:t>
            </a:r>
          </a:p>
        </p:txBody>
      </p:sp>
      <p:sp>
        <p:nvSpPr>
          <p:cNvPr id="513066" name="Text Box 42"/>
          <p:cNvSpPr txBox="1">
            <a:spLocks noChangeArrowheads="1"/>
          </p:cNvSpPr>
          <p:nvPr/>
        </p:nvSpPr>
        <p:spPr bwMode="auto">
          <a:xfrm>
            <a:off x="6400800" y="2133600"/>
            <a:ext cx="1295400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13067" name="Text Box 43"/>
          <p:cNvSpPr txBox="1">
            <a:spLocks noChangeArrowheads="1"/>
          </p:cNvSpPr>
          <p:nvPr/>
        </p:nvSpPr>
        <p:spPr bwMode="auto">
          <a:xfrm>
            <a:off x="1066800" y="3581400"/>
            <a:ext cx="1479550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54BFA-0F6A-4044-9182-392C4C491756}" type="slidenum">
              <a:rPr lang="en-US"/>
              <a:pPr/>
              <a:t>3</a:t>
            </a:fld>
            <a:endParaRPr lang="en-US"/>
          </a:p>
        </p:txBody>
      </p:sp>
      <p:sp>
        <p:nvSpPr>
          <p:cNvPr id="514050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altLang="en-US" sz="3600">
                <a:solidFill>
                  <a:schemeClr val="tx2"/>
                </a:solidFill>
              </a:rPr>
              <a:t>Initial Stack Symbol</a:t>
            </a:r>
          </a:p>
        </p:txBody>
      </p:sp>
      <p:sp>
        <p:nvSpPr>
          <p:cNvPr id="514051" name="Rectangle 3"/>
          <p:cNvSpPr>
            <a:spLocks noChangeArrowheads="1"/>
          </p:cNvSpPr>
          <p:nvPr/>
        </p:nvSpPr>
        <p:spPr bwMode="auto">
          <a:xfrm>
            <a:off x="1981200" y="2590800"/>
            <a:ext cx="8382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4052" name="Line 4"/>
          <p:cNvSpPr>
            <a:spLocks noChangeShapeType="1"/>
          </p:cNvSpPr>
          <p:nvPr/>
        </p:nvSpPr>
        <p:spPr bwMode="auto">
          <a:xfrm>
            <a:off x="1981200" y="3048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4053" name="Line 5"/>
          <p:cNvSpPr>
            <a:spLocks noChangeShapeType="1"/>
          </p:cNvSpPr>
          <p:nvPr/>
        </p:nvSpPr>
        <p:spPr bwMode="auto">
          <a:xfrm>
            <a:off x="1981200" y="3505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4054" name="Line 6"/>
          <p:cNvSpPr>
            <a:spLocks noChangeShapeType="1"/>
          </p:cNvSpPr>
          <p:nvPr/>
        </p:nvSpPr>
        <p:spPr bwMode="auto">
          <a:xfrm>
            <a:off x="1981200" y="3962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4055" name="Text Box 7"/>
          <p:cNvSpPr txBox="1">
            <a:spLocks noChangeArrowheads="1"/>
          </p:cNvSpPr>
          <p:nvPr/>
        </p:nvSpPr>
        <p:spPr bwMode="auto">
          <a:xfrm>
            <a:off x="1752600" y="1905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14056" name="Object 8"/>
          <p:cNvGraphicFramePr>
            <a:graphicFrameLocks noChangeAspect="1"/>
          </p:cNvGraphicFramePr>
          <p:nvPr/>
        </p:nvGraphicFramePr>
        <p:xfrm>
          <a:off x="2286000" y="3962400"/>
          <a:ext cx="228600" cy="419100"/>
        </p:xfrm>
        <a:graphic>
          <a:graphicData uri="http://schemas.openxmlformats.org/presentationml/2006/ole">
            <p:oleObj spid="_x0000_s514056" name="Equation" r:id="rId3" imgW="228600" imgH="419100" progId="Equation.3">
              <p:embed/>
            </p:oleObj>
          </a:graphicData>
        </a:graphic>
      </p:graphicFrame>
      <p:sp>
        <p:nvSpPr>
          <p:cNvPr id="514057" name="Rectangle 9"/>
          <p:cNvSpPr>
            <a:spLocks noChangeArrowheads="1"/>
          </p:cNvSpPr>
          <p:nvPr/>
        </p:nvSpPr>
        <p:spPr bwMode="auto">
          <a:xfrm>
            <a:off x="5638800" y="2667000"/>
            <a:ext cx="8382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4058" name="Line 10"/>
          <p:cNvSpPr>
            <a:spLocks noChangeShapeType="1"/>
          </p:cNvSpPr>
          <p:nvPr/>
        </p:nvSpPr>
        <p:spPr bwMode="auto">
          <a:xfrm>
            <a:off x="5638800" y="3124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4059" name="Line 11"/>
          <p:cNvSpPr>
            <a:spLocks noChangeShapeType="1"/>
          </p:cNvSpPr>
          <p:nvPr/>
        </p:nvSpPr>
        <p:spPr bwMode="auto">
          <a:xfrm>
            <a:off x="5638800" y="3581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4060" name="Line 12"/>
          <p:cNvSpPr>
            <a:spLocks noChangeShapeType="1"/>
          </p:cNvSpPr>
          <p:nvPr/>
        </p:nvSpPr>
        <p:spPr bwMode="auto">
          <a:xfrm>
            <a:off x="5638800" y="4038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4061" name="Text Box 13"/>
          <p:cNvSpPr txBox="1">
            <a:spLocks noChangeArrowheads="1"/>
          </p:cNvSpPr>
          <p:nvPr/>
        </p:nvSpPr>
        <p:spPr bwMode="auto">
          <a:xfrm>
            <a:off x="5410200" y="19812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14062" name="Object 14"/>
          <p:cNvGraphicFramePr>
            <a:graphicFrameLocks noChangeAspect="1"/>
          </p:cNvGraphicFramePr>
          <p:nvPr/>
        </p:nvGraphicFramePr>
        <p:xfrm>
          <a:off x="5949950" y="4133850"/>
          <a:ext cx="215900" cy="228600"/>
        </p:xfrm>
        <a:graphic>
          <a:graphicData uri="http://schemas.openxmlformats.org/presentationml/2006/ole">
            <p:oleObj spid="_x0000_s514062" name="Equation" r:id="rId4" imgW="215900" imgH="228600" progId="Equation.3">
              <p:embed/>
            </p:oleObj>
          </a:graphicData>
        </a:graphic>
      </p:graphicFrame>
      <p:sp>
        <p:nvSpPr>
          <p:cNvPr id="514063" name="Line 15"/>
          <p:cNvSpPr>
            <a:spLocks noChangeShapeType="1"/>
          </p:cNvSpPr>
          <p:nvPr/>
        </p:nvSpPr>
        <p:spPr bwMode="auto">
          <a:xfrm flipH="1" flipV="1">
            <a:off x="2971800" y="4267200"/>
            <a:ext cx="990600" cy="914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4064" name="Line 16"/>
          <p:cNvSpPr>
            <a:spLocks noChangeShapeType="1"/>
          </p:cNvSpPr>
          <p:nvPr/>
        </p:nvSpPr>
        <p:spPr bwMode="auto">
          <a:xfrm flipV="1">
            <a:off x="4343400" y="4267200"/>
            <a:ext cx="1219200" cy="914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4065" name="Text Box 17"/>
          <p:cNvSpPr txBox="1">
            <a:spLocks noChangeArrowheads="1"/>
          </p:cNvSpPr>
          <p:nvPr/>
        </p:nvSpPr>
        <p:spPr bwMode="auto">
          <a:xfrm>
            <a:off x="3352800" y="5181600"/>
            <a:ext cx="1554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bottom</a:t>
            </a:r>
          </a:p>
        </p:txBody>
      </p:sp>
      <p:sp>
        <p:nvSpPr>
          <p:cNvPr id="514066" name="Text Box 18"/>
          <p:cNvSpPr txBox="1">
            <a:spLocks noChangeArrowheads="1"/>
          </p:cNvSpPr>
          <p:nvPr/>
        </p:nvSpPr>
        <p:spPr bwMode="auto">
          <a:xfrm>
            <a:off x="2971800" y="5638800"/>
            <a:ext cx="2879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special symbol</a:t>
            </a:r>
          </a:p>
        </p:txBody>
      </p:sp>
      <p:sp>
        <p:nvSpPr>
          <p:cNvPr id="514067" name="Line 19"/>
          <p:cNvSpPr>
            <a:spLocks noChangeShapeType="1"/>
          </p:cNvSpPr>
          <p:nvPr/>
        </p:nvSpPr>
        <p:spPr bwMode="auto">
          <a:xfrm>
            <a:off x="1447800" y="419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4068" name="Text Box 20"/>
          <p:cNvSpPr txBox="1">
            <a:spLocks noChangeArrowheads="1"/>
          </p:cNvSpPr>
          <p:nvPr/>
        </p:nvSpPr>
        <p:spPr bwMode="auto">
          <a:xfrm>
            <a:off x="212725" y="3606800"/>
            <a:ext cx="12112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</a:t>
            </a:r>
          </a:p>
          <a:p>
            <a:r>
              <a:rPr lang="en-US"/>
              <a:t>head</a:t>
            </a:r>
          </a:p>
        </p:txBody>
      </p:sp>
      <p:sp>
        <p:nvSpPr>
          <p:cNvPr id="514069" name="Line 21"/>
          <p:cNvSpPr>
            <a:spLocks noChangeShapeType="1"/>
          </p:cNvSpPr>
          <p:nvPr/>
        </p:nvSpPr>
        <p:spPr bwMode="auto">
          <a:xfrm flipH="1">
            <a:off x="6477000" y="4191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14070" name="Text Box 22"/>
          <p:cNvSpPr txBox="1">
            <a:spLocks noChangeArrowheads="1"/>
          </p:cNvSpPr>
          <p:nvPr/>
        </p:nvSpPr>
        <p:spPr bwMode="auto">
          <a:xfrm>
            <a:off x="7239000" y="38862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A0884-23B6-4330-9FC9-0662850BF0CD}" type="slidenum">
              <a:rPr lang="en-US"/>
              <a:pPr/>
              <a:t>4</a:t>
            </a:fld>
            <a:endParaRPr lang="en-US"/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States</a:t>
            </a:r>
          </a:p>
        </p:txBody>
      </p:sp>
      <p:sp>
        <p:nvSpPr>
          <p:cNvPr id="515075" name="Oval 3"/>
          <p:cNvSpPr>
            <a:spLocks noChangeArrowheads="1"/>
          </p:cNvSpPr>
          <p:nvPr/>
        </p:nvSpPr>
        <p:spPr bwMode="auto">
          <a:xfrm>
            <a:off x="3124200" y="3886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5076" name="Oval 4"/>
          <p:cNvSpPr>
            <a:spLocks noChangeArrowheads="1"/>
          </p:cNvSpPr>
          <p:nvPr/>
        </p:nvSpPr>
        <p:spPr bwMode="auto">
          <a:xfrm>
            <a:off x="5943600" y="3886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5077" name="Line 5"/>
          <p:cNvSpPr>
            <a:spLocks noChangeShapeType="1"/>
          </p:cNvSpPr>
          <p:nvPr/>
        </p:nvSpPr>
        <p:spPr bwMode="auto">
          <a:xfrm>
            <a:off x="3810000" y="4267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5078" name="Object 6"/>
          <p:cNvGraphicFramePr>
            <a:graphicFrameLocks noChangeAspect="1"/>
          </p:cNvGraphicFramePr>
          <p:nvPr/>
        </p:nvGraphicFramePr>
        <p:xfrm>
          <a:off x="3276600" y="4038600"/>
          <a:ext cx="381000" cy="457200"/>
        </p:xfrm>
        <a:graphic>
          <a:graphicData uri="http://schemas.openxmlformats.org/presentationml/2006/ole">
            <p:oleObj spid="_x0000_s515078" name="Equation" r:id="rId3" imgW="381000" imgH="457200" progId="Equation.3">
              <p:embed/>
            </p:oleObj>
          </a:graphicData>
        </a:graphic>
      </p:graphicFrame>
      <p:graphicFrame>
        <p:nvGraphicFramePr>
          <p:cNvPr id="515079" name="Object 7"/>
          <p:cNvGraphicFramePr>
            <a:graphicFrameLocks noChangeAspect="1"/>
          </p:cNvGraphicFramePr>
          <p:nvPr/>
        </p:nvGraphicFramePr>
        <p:xfrm>
          <a:off x="6070600" y="4038600"/>
          <a:ext cx="431800" cy="457200"/>
        </p:xfrm>
        <a:graphic>
          <a:graphicData uri="http://schemas.openxmlformats.org/presentationml/2006/ole">
            <p:oleObj spid="_x0000_s515079" name="Equation" r:id="rId4" imgW="431800" imgH="457200" progId="Equation.3">
              <p:embed/>
            </p:oleObj>
          </a:graphicData>
        </a:graphic>
      </p:graphicFrame>
      <p:graphicFrame>
        <p:nvGraphicFramePr>
          <p:cNvPr id="515080" name="Object 8"/>
          <p:cNvGraphicFramePr>
            <a:graphicFrameLocks noChangeAspect="1"/>
          </p:cNvGraphicFramePr>
          <p:nvPr/>
        </p:nvGraphicFramePr>
        <p:xfrm>
          <a:off x="3962400" y="3810000"/>
          <a:ext cx="1663700" cy="444500"/>
        </p:xfrm>
        <a:graphic>
          <a:graphicData uri="http://schemas.openxmlformats.org/presentationml/2006/ole">
            <p:oleObj spid="_x0000_s515080" name="Equation" r:id="rId5" imgW="1663700" imgH="444500" progId="Equation.3">
              <p:embed/>
            </p:oleObj>
          </a:graphicData>
        </a:graphic>
      </p:graphicFrame>
      <p:sp>
        <p:nvSpPr>
          <p:cNvPr id="515081" name="Line 9"/>
          <p:cNvSpPr>
            <a:spLocks noChangeShapeType="1"/>
          </p:cNvSpPr>
          <p:nvPr/>
        </p:nvSpPr>
        <p:spPr bwMode="auto">
          <a:xfrm>
            <a:off x="2971800" y="2819400"/>
            <a:ext cx="990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5082" name="Text Box 10"/>
          <p:cNvSpPr txBox="1">
            <a:spLocks noChangeArrowheads="1"/>
          </p:cNvSpPr>
          <p:nvPr/>
        </p:nvSpPr>
        <p:spPr bwMode="auto">
          <a:xfrm>
            <a:off x="1752600" y="1447800"/>
            <a:ext cx="1476375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515083" name="Line 11"/>
          <p:cNvSpPr>
            <a:spLocks noChangeShapeType="1"/>
          </p:cNvSpPr>
          <p:nvPr/>
        </p:nvSpPr>
        <p:spPr bwMode="auto">
          <a:xfrm flipH="1">
            <a:off x="4648200" y="2819400"/>
            <a:ext cx="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5084" name="Text Box 12"/>
          <p:cNvSpPr txBox="1">
            <a:spLocks noChangeArrowheads="1"/>
          </p:cNvSpPr>
          <p:nvPr/>
        </p:nvSpPr>
        <p:spPr bwMode="auto">
          <a:xfrm>
            <a:off x="4191000" y="1371600"/>
            <a:ext cx="1476375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Pop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515085" name="Text Box 13"/>
          <p:cNvSpPr txBox="1">
            <a:spLocks noChangeArrowheads="1"/>
          </p:cNvSpPr>
          <p:nvPr/>
        </p:nvSpPr>
        <p:spPr bwMode="auto">
          <a:xfrm>
            <a:off x="6629400" y="1447800"/>
            <a:ext cx="1476375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Push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515086" name="Line 14"/>
          <p:cNvSpPr>
            <a:spLocks noChangeShapeType="1"/>
          </p:cNvSpPr>
          <p:nvPr/>
        </p:nvSpPr>
        <p:spPr bwMode="auto">
          <a:xfrm flipH="1">
            <a:off x="5638800" y="2819400"/>
            <a:ext cx="1066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C555-33DF-4B50-A007-756EBFD4E5E5}" type="slidenum">
              <a:rPr lang="en-US"/>
              <a:pPr/>
              <a:t>5</a:t>
            </a:fld>
            <a:endParaRPr lang="en-US"/>
          </a:p>
        </p:txBody>
      </p:sp>
      <p:sp>
        <p:nvSpPr>
          <p:cNvPr id="516098" name="Oval 2"/>
          <p:cNvSpPr>
            <a:spLocks noChangeArrowheads="1"/>
          </p:cNvSpPr>
          <p:nvPr/>
        </p:nvSpPr>
        <p:spPr bwMode="auto">
          <a:xfrm>
            <a:off x="28956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099" name="Oval 3"/>
          <p:cNvSpPr>
            <a:spLocks noChangeArrowheads="1"/>
          </p:cNvSpPr>
          <p:nvPr/>
        </p:nvSpPr>
        <p:spPr bwMode="auto">
          <a:xfrm>
            <a:off x="57150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100" name="Line 4"/>
          <p:cNvSpPr>
            <a:spLocks noChangeShapeType="1"/>
          </p:cNvSpPr>
          <p:nvPr/>
        </p:nvSpPr>
        <p:spPr bwMode="auto">
          <a:xfrm>
            <a:off x="3581400" y="990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6101" name="Object 5"/>
          <p:cNvGraphicFramePr>
            <a:graphicFrameLocks noChangeAspect="1"/>
          </p:cNvGraphicFramePr>
          <p:nvPr/>
        </p:nvGraphicFramePr>
        <p:xfrm>
          <a:off x="3048000" y="762000"/>
          <a:ext cx="381000" cy="457200"/>
        </p:xfrm>
        <a:graphic>
          <a:graphicData uri="http://schemas.openxmlformats.org/presentationml/2006/ole">
            <p:oleObj spid="_x0000_s516101" name="Equation" r:id="rId3" imgW="381000" imgH="457200" progId="Equation.3">
              <p:embed/>
            </p:oleObj>
          </a:graphicData>
        </a:graphic>
      </p:graphicFrame>
      <p:graphicFrame>
        <p:nvGraphicFramePr>
          <p:cNvPr id="516102" name="Object 6"/>
          <p:cNvGraphicFramePr>
            <a:graphicFrameLocks noChangeAspect="1"/>
          </p:cNvGraphicFramePr>
          <p:nvPr/>
        </p:nvGraphicFramePr>
        <p:xfrm>
          <a:off x="5842000" y="762000"/>
          <a:ext cx="431800" cy="457200"/>
        </p:xfrm>
        <a:graphic>
          <a:graphicData uri="http://schemas.openxmlformats.org/presentationml/2006/ole">
            <p:oleObj spid="_x0000_s516102" name="Equation" r:id="rId4" imgW="431800" imgH="457200" progId="Equation.3">
              <p:embed/>
            </p:oleObj>
          </a:graphicData>
        </a:graphic>
      </p:graphicFrame>
      <p:graphicFrame>
        <p:nvGraphicFramePr>
          <p:cNvPr id="516103" name="Object 7"/>
          <p:cNvGraphicFramePr>
            <a:graphicFrameLocks noChangeAspect="1"/>
          </p:cNvGraphicFramePr>
          <p:nvPr/>
        </p:nvGraphicFramePr>
        <p:xfrm>
          <a:off x="3810000" y="457200"/>
          <a:ext cx="1663700" cy="444500"/>
        </p:xfrm>
        <a:graphic>
          <a:graphicData uri="http://schemas.openxmlformats.org/presentationml/2006/ole">
            <p:oleObj spid="_x0000_s516103" name="Equation" r:id="rId5" imgW="1663700" imgH="444500" progId="Equation.3">
              <p:embed/>
            </p:oleObj>
          </a:graphicData>
        </a:graphic>
      </p:graphicFrame>
      <p:sp>
        <p:nvSpPr>
          <p:cNvPr id="516104" name="Rectangle 8"/>
          <p:cNvSpPr>
            <a:spLocks noChangeArrowheads="1"/>
          </p:cNvSpPr>
          <p:nvPr/>
        </p:nvSpPr>
        <p:spPr bwMode="auto">
          <a:xfrm>
            <a:off x="4572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6105" name="Line 9"/>
          <p:cNvSpPr>
            <a:spLocks noChangeShapeType="1"/>
          </p:cNvSpPr>
          <p:nvPr/>
        </p:nvSpPr>
        <p:spPr bwMode="auto">
          <a:xfrm>
            <a:off x="1600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2133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107" name="Rectangle 11"/>
          <p:cNvSpPr>
            <a:spLocks noChangeArrowheads="1"/>
          </p:cNvSpPr>
          <p:nvPr/>
        </p:nvSpPr>
        <p:spPr bwMode="auto">
          <a:xfrm>
            <a:off x="838200" y="4648200"/>
            <a:ext cx="838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6108" name="Line 12"/>
          <p:cNvSpPr>
            <a:spLocks noChangeShapeType="1"/>
          </p:cNvSpPr>
          <p:nvPr/>
        </p:nvSpPr>
        <p:spPr bwMode="auto">
          <a:xfrm>
            <a:off x="8382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6109" name="Object 13"/>
          <p:cNvGraphicFramePr>
            <a:graphicFrameLocks noChangeAspect="1"/>
          </p:cNvGraphicFramePr>
          <p:nvPr/>
        </p:nvGraphicFramePr>
        <p:xfrm>
          <a:off x="1752600" y="2971800"/>
          <a:ext cx="254000" cy="254000"/>
        </p:xfrm>
        <a:graphic>
          <a:graphicData uri="http://schemas.openxmlformats.org/presentationml/2006/ole">
            <p:oleObj spid="_x0000_s516109" name="Equation" r:id="rId6" imgW="254000" imgH="254000" progId="Equation.3">
              <p:embed/>
            </p:oleObj>
          </a:graphicData>
        </a:graphic>
      </p:graphicFrame>
      <p:sp>
        <p:nvSpPr>
          <p:cNvPr id="516110" name="Line 14"/>
          <p:cNvSpPr>
            <a:spLocks noChangeShapeType="1"/>
          </p:cNvSpPr>
          <p:nvPr/>
        </p:nvSpPr>
        <p:spPr bwMode="auto">
          <a:xfrm>
            <a:off x="1371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6111" name="Object 15"/>
          <p:cNvGraphicFramePr>
            <a:graphicFrameLocks noChangeAspect="1"/>
          </p:cNvGraphicFramePr>
          <p:nvPr/>
        </p:nvGraphicFramePr>
        <p:xfrm>
          <a:off x="749300" y="3036888"/>
          <a:ext cx="419100" cy="112712"/>
        </p:xfrm>
        <a:graphic>
          <a:graphicData uri="http://schemas.openxmlformats.org/presentationml/2006/ole">
            <p:oleObj spid="_x0000_s516111" name="Equation" r:id="rId7" imgW="419040" imgH="114120" progId="Equation.3">
              <p:embed/>
            </p:oleObj>
          </a:graphicData>
        </a:graphic>
      </p:graphicFrame>
      <p:graphicFrame>
        <p:nvGraphicFramePr>
          <p:cNvPr id="516112" name="Object 16"/>
          <p:cNvGraphicFramePr>
            <a:graphicFrameLocks noChangeAspect="1"/>
          </p:cNvGraphicFramePr>
          <p:nvPr/>
        </p:nvGraphicFramePr>
        <p:xfrm>
          <a:off x="2578100" y="3036888"/>
          <a:ext cx="419100" cy="112712"/>
        </p:xfrm>
        <a:graphic>
          <a:graphicData uri="http://schemas.openxmlformats.org/presentationml/2006/ole">
            <p:oleObj spid="_x0000_s516112" name="Equation" r:id="rId8" imgW="419040" imgH="114120" progId="Equation.3">
              <p:embed/>
            </p:oleObj>
          </a:graphicData>
        </a:graphic>
      </p:graphicFrame>
      <p:graphicFrame>
        <p:nvGraphicFramePr>
          <p:cNvPr id="516113" name="Object 17"/>
          <p:cNvGraphicFramePr>
            <a:graphicFrameLocks noChangeAspect="1"/>
          </p:cNvGraphicFramePr>
          <p:nvPr/>
        </p:nvGraphicFramePr>
        <p:xfrm>
          <a:off x="1143000" y="4724400"/>
          <a:ext cx="254000" cy="355600"/>
        </p:xfrm>
        <a:graphic>
          <a:graphicData uri="http://schemas.openxmlformats.org/presentationml/2006/ole">
            <p:oleObj spid="_x0000_s516113" name="Equation" r:id="rId9" imgW="254000" imgH="355600" progId="Equation.3">
              <p:embed/>
            </p:oleObj>
          </a:graphicData>
        </a:graphic>
      </p:graphicFrame>
      <p:sp>
        <p:nvSpPr>
          <p:cNvPr id="516114" name="Line 18"/>
          <p:cNvSpPr>
            <a:spLocks noChangeShapeType="1"/>
          </p:cNvSpPr>
          <p:nvPr/>
        </p:nvSpPr>
        <p:spPr bwMode="auto">
          <a:xfrm flipH="1">
            <a:off x="16764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6115" name="Text Box 19"/>
          <p:cNvSpPr txBox="1">
            <a:spLocks noChangeArrowheads="1"/>
          </p:cNvSpPr>
          <p:nvPr/>
        </p:nvSpPr>
        <p:spPr bwMode="auto">
          <a:xfrm>
            <a:off x="2286000" y="47244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516116" name="Text Box 20"/>
          <p:cNvSpPr txBox="1">
            <a:spLocks noChangeArrowheads="1"/>
          </p:cNvSpPr>
          <p:nvPr/>
        </p:nvSpPr>
        <p:spPr bwMode="auto">
          <a:xfrm>
            <a:off x="0" y="22098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16117" name="Text Box 21"/>
          <p:cNvSpPr txBox="1">
            <a:spLocks noChangeArrowheads="1"/>
          </p:cNvSpPr>
          <p:nvPr/>
        </p:nvSpPr>
        <p:spPr bwMode="auto">
          <a:xfrm>
            <a:off x="685800" y="40386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16118" name="Rectangle 22"/>
          <p:cNvSpPr>
            <a:spLocks noChangeArrowheads="1"/>
          </p:cNvSpPr>
          <p:nvPr/>
        </p:nvSpPr>
        <p:spPr bwMode="auto">
          <a:xfrm>
            <a:off x="57150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6119" name="Line 23"/>
          <p:cNvSpPr>
            <a:spLocks noChangeShapeType="1"/>
          </p:cNvSpPr>
          <p:nvPr/>
        </p:nvSpPr>
        <p:spPr bwMode="auto">
          <a:xfrm>
            <a:off x="68580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120" name="Line 24"/>
          <p:cNvSpPr>
            <a:spLocks noChangeShapeType="1"/>
          </p:cNvSpPr>
          <p:nvPr/>
        </p:nvSpPr>
        <p:spPr bwMode="auto">
          <a:xfrm>
            <a:off x="7391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6121" name="Object 25"/>
          <p:cNvGraphicFramePr>
            <a:graphicFrameLocks noChangeAspect="1"/>
          </p:cNvGraphicFramePr>
          <p:nvPr/>
        </p:nvGraphicFramePr>
        <p:xfrm>
          <a:off x="7010400" y="2971800"/>
          <a:ext cx="254000" cy="254000"/>
        </p:xfrm>
        <a:graphic>
          <a:graphicData uri="http://schemas.openxmlformats.org/presentationml/2006/ole">
            <p:oleObj spid="_x0000_s516121" name="Equation" r:id="rId10" imgW="254000" imgH="254000" progId="Equation.3">
              <p:embed/>
            </p:oleObj>
          </a:graphicData>
        </a:graphic>
      </p:graphicFrame>
      <p:sp>
        <p:nvSpPr>
          <p:cNvPr id="516122" name="Line 26"/>
          <p:cNvSpPr>
            <a:spLocks noChangeShapeType="1"/>
          </p:cNvSpPr>
          <p:nvPr/>
        </p:nvSpPr>
        <p:spPr bwMode="auto">
          <a:xfrm>
            <a:off x="7086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6123" name="Object 27"/>
          <p:cNvGraphicFramePr>
            <a:graphicFrameLocks noChangeAspect="1"/>
          </p:cNvGraphicFramePr>
          <p:nvPr/>
        </p:nvGraphicFramePr>
        <p:xfrm>
          <a:off x="6007100" y="3036888"/>
          <a:ext cx="419100" cy="112712"/>
        </p:xfrm>
        <a:graphic>
          <a:graphicData uri="http://schemas.openxmlformats.org/presentationml/2006/ole">
            <p:oleObj spid="_x0000_s516123" name="Equation" r:id="rId11" imgW="419040" imgH="114120" progId="Equation.3">
              <p:embed/>
            </p:oleObj>
          </a:graphicData>
        </a:graphic>
      </p:graphicFrame>
      <p:graphicFrame>
        <p:nvGraphicFramePr>
          <p:cNvPr id="516124" name="Object 28"/>
          <p:cNvGraphicFramePr>
            <a:graphicFrameLocks noChangeAspect="1"/>
          </p:cNvGraphicFramePr>
          <p:nvPr/>
        </p:nvGraphicFramePr>
        <p:xfrm>
          <a:off x="7835900" y="3036888"/>
          <a:ext cx="419100" cy="112712"/>
        </p:xfrm>
        <a:graphic>
          <a:graphicData uri="http://schemas.openxmlformats.org/presentationml/2006/ole">
            <p:oleObj spid="_x0000_s516124" name="Equation" r:id="rId12" imgW="419040" imgH="114120" progId="Equation.3">
              <p:embed/>
            </p:oleObj>
          </a:graphicData>
        </a:graphic>
      </p:graphicFrame>
      <p:sp>
        <p:nvSpPr>
          <p:cNvPr id="516125" name="AutoShape 29"/>
          <p:cNvSpPr>
            <a:spLocks noChangeArrowheads="1"/>
          </p:cNvSpPr>
          <p:nvPr/>
        </p:nvSpPr>
        <p:spPr bwMode="auto">
          <a:xfrm>
            <a:off x="3735388" y="4810125"/>
            <a:ext cx="1847850" cy="1077913"/>
          </a:xfrm>
          <a:prstGeom prst="rightArrow">
            <a:avLst>
              <a:gd name="adj1" fmla="val 50000"/>
              <a:gd name="adj2" fmla="val 42857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Replace</a:t>
            </a:r>
          </a:p>
        </p:txBody>
      </p:sp>
      <p:sp>
        <p:nvSpPr>
          <p:cNvPr id="516126" name="Line 30"/>
          <p:cNvSpPr>
            <a:spLocks noChangeShapeType="1"/>
          </p:cNvSpPr>
          <p:nvPr/>
        </p:nvSpPr>
        <p:spPr bwMode="auto">
          <a:xfrm>
            <a:off x="8382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127" name="Line 31"/>
          <p:cNvSpPr>
            <a:spLocks noChangeShapeType="1"/>
          </p:cNvSpPr>
          <p:nvPr/>
        </p:nvSpPr>
        <p:spPr bwMode="auto">
          <a:xfrm>
            <a:off x="8382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6128" name="Object 32"/>
          <p:cNvGraphicFramePr>
            <a:graphicFrameLocks noChangeAspect="1"/>
          </p:cNvGraphicFramePr>
          <p:nvPr/>
        </p:nvGraphicFramePr>
        <p:xfrm>
          <a:off x="1143000" y="5791200"/>
          <a:ext cx="215900" cy="254000"/>
        </p:xfrm>
        <a:graphic>
          <a:graphicData uri="http://schemas.openxmlformats.org/presentationml/2006/ole">
            <p:oleObj spid="_x0000_s516128" name="Equation" r:id="rId13" imgW="215900" imgH="254000" progId="Equation.3">
              <p:embed/>
            </p:oleObj>
          </a:graphicData>
        </a:graphic>
      </p:graphicFrame>
      <p:graphicFrame>
        <p:nvGraphicFramePr>
          <p:cNvPr id="516129" name="Object 33"/>
          <p:cNvGraphicFramePr>
            <a:graphicFrameLocks noChangeAspect="1"/>
          </p:cNvGraphicFramePr>
          <p:nvPr/>
        </p:nvGraphicFramePr>
        <p:xfrm>
          <a:off x="1143000" y="5257800"/>
          <a:ext cx="254000" cy="355600"/>
        </p:xfrm>
        <a:graphic>
          <a:graphicData uri="http://schemas.openxmlformats.org/presentationml/2006/ole">
            <p:oleObj spid="_x0000_s516129" name="Equation" r:id="rId14" imgW="254000" imgH="355600" progId="Equation.3">
              <p:embed/>
            </p:oleObj>
          </a:graphicData>
        </a:graphic>
      </p:graphicFrame>
      <p:graphicFrame>
        <p:nvGraphicFramePr>
          <p:cNvPr id="516130" name="Object 34"/>
          <p:cNvGraphicFramePr>
            <a:graphicFrameLocks noChangeAspect="1"/>
          </p:cNvGraphicFramePr>
          <p:nvPr/>
        </p:nvGraphicFramePr>
        <p:xfrm>
          <a:off x="1143000" y="6172200"/>
          <a:ext cx="239713" cy="430213"/>
        </p:xfrm>
        <a:graphic>
          <a:graphicData uri="http://schemas.openxmlformats.org/presentationml/2006/ole">
            <p:oleObj spid="_x0000_s516130" name="Equation" r:id="rId15" imgW="241200" imgH="431640" progId="Equation.3">
              <p:embed/>
            </p:oleObj>
          </a:graphicData>
        </a:graphic>
      </p:graphicFrame>
      <p:sp>
        <p:nvSpPr>
          <p:cNvPr id="516131" name="Rectangle 35"/>
          <p:cNvSpPr>
            <a:spLocks noChangeArrowheads="1"/>
          </p:cNvSpPr>
          <p:nvPr/>
        </p:nvSpPr>
        <p:spPr bwMode="auto">
          <a:xfrm>
            <a:off x="6248400" y="4648200"/>
            <a:ext cx="838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6132" name="Line 36"/>
          <p:cNvSpPr>
            <a:spLocks noChangeShapeType="1"/>
          </p:cNvSpPr>
          <p:nvPr/>
        </p:nvSpPr>
        <p:spPr bwMode="auto">
          <a:xfrm>
            <a:off x="62484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6133" name="Line 37"/>
          <p:cNvSpPr>
            <a:spLocks noChangeShapeType="1"/>
          </p:cNvSpPr>
          <p:nvPr/>
        </p:nvSpPr>
        <p:spPr bwMode="auto">
          <a:xfrm>
            <a:off x="62484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6134" name="Line 38"/>
          <p:cNvSpPr>
            <a:spLocks noChangeShapeType="1"/>
          </p:cNvSpPr>
          <p:nvPr/>
        </p:nvSpPr>
        <p:spPr bwMode="auto">
          <a:xfrm>
            <a:off x="62484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6135" name="Object 39"/>
          <p:cNvGraphicFramePr>
            <a:graphicFrameLocks noChangeAspect="1"/>
          </p:cNvGraphicFramePr>
          <p:nvPr/>
        </p:nvGraphicFramePr>
        <p:xfrm>
          <a:off x="6553200" y="5791200"/>
          <a:ext cx="215900" cy="254000"/>
        </p:xfrm>
        <a:graphic>
          <a:graphicData uri="http://schemas.openxmlformats.org/presentationml/2006/ole">
            <p:oleObj spid="_x0000_s516135" name="Equation" r:id="rId16" imgW="215900" imgH="254000" progId="Equation.3">
              <p:embed/>
            </p:oleObj>
          </a:graphicData>
        </a:graphic>
      </p:graphicFrame>
      <p:graphicFrame>
        <p:nvGraphicFramePr>
          <p:cNvPr id="516136" name="Object 40"/>
          <p:cNvGraphicFramePr>
            <a:graphicFrameLocks noChangeAspect="1"/>
          </p:cNvGraphicFramePr>
          <p:nvPr/>
        </p:nvGraphicFramePr>
        <p:xfrm>
          <a:off x="6553200" y="5257800"/>
          <a:ext cx="254000" cy="355600"/>
        </p:xfrm>
        <a:graphic>
          <a:graphicData uri="http://schemas.openxmlformats.org/presentationml/2006/ole">
            <p:oleObj spid="_x0000_s516136" name="Equation" r:id="rId17" imgW="254000" imgH="355600" progId="Equation.3">
              <p:embed/>
            </p:oleObj>
          </a:graphicData>
        </a:graphic>
      </p:graphicFrame>
      <p:graphicFrame>
        <p:nvGraphicFramePr>
          <p:cNvPr id="516137" name="Object 41"/>
          <p:cNvGraphicFramePr>
            <a:graphicFrameLocks noChangeAspect="1"/>
          </p:cNvGraphicFramePr>
          <p:nvPr/>
        </p:nvGraphicFramePr>
        <p:xfrm>
          <a:off x="6553200" y="6172200"/>
          <a:ext cx="239713" cy="430213"/>
        </p:xfrm>
        <a:graphic>
          <a:graphicData uri="http://schemas.openxmlformats.org/presentationml/2006/ole">
            <p:oleObj spid="_x0000_s516137" name="Equation" r:id="rId18" imgW="241200" imgH="431640" progId="Equation.3">
              <p:embed/>
            </p:oleObj>
          </a:graphicData>
        </a:graphic>
      </p:graphicFrame>
      <p:graphicFrame>
        <p:nvGraphicFramePr>
          <p:cNvPr id="516138" name="Object 42"/>
          <p:cNvGraphicFramePr>
            <a:graphicFrameLocks noChangeAspect="1"/>
          </p:cNvGraphicFramePr>
          <p:nvPr/>
        </p:nvGraphicFramePr>
        <p:xfrm>
          <a:off x="6553200" y="4800600"/>
          <a:ext cx="239713" cy="279400"/>
        </p:xfrm>
        <a:graphic>
          <a:graphicData uri="http://schemas.openxmlformats.org/presentationml/2006/ole">
            <p:oleObj spid="_x0000_s516138" name="Equation" r:id="rId19" imgW="241200" imgH="279360" progId="Equation.3">
              <p:embed/>
            </p:oleObj>
          </a:graphicData>
        </a:graphic>
      </p:graphicFrame>
      <p:sp>
        <p:nvSpPr>
          <p:cNvPr id="516139" name="Line 43"/>
          <p:cNvSpPr>
            <a:spLocks noChangeShapeType="1"/>
          </p:cNvSpPr>
          <p:nvPr/>
        </p:nvSpPr>
        <p:spPr bwMode="auto">
          <a:xfrm flipH="1">
            <a:off x="7086600" y="4876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03CFD-67D3-4173-A096-110092F41970}" type="slidenum">
              <a:rPr lang="en-US"/>
              <a:pPr/>
              <a:t>6</a:t>
            </a:fld>
            <a:endParaRPr lang="en-US"/>
          </a:p>
        </p:txBody>
      </p:sp>
      <p:sp>
        <p:nvSpPr>
          <p:cNvPr id="517122" name="Oval 2"/>
          <p:cNvSpPr>
            <a:spLocks noChangeArrowheads="1"/>
          </p:cNvSpPr>
          <p:nvPr/>
        </p:nvSpPr>
        <p:spPr bwMode="auto">
          <a:xfrm>
            <a:off x="28956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7123" name="Oval 3"/>
          <p:cNvSpPr>
            <a:spLocks noChangeArrowheads="1"/>
          </p:cNvSpPr>
          <p:nvPr/>
        </p:nvSpPr>
        <p:spPr bwMode="auto">
          <a:xfrm>
            <a:off x="57150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7124" name="Line 4"/>
          <p:cNvSpPr>
            <a:spLocks noChangeShapeType="1"/>
          </p:cNvSpPr>
          <p:nvPr/>
        </p:nvSpPr>
        <p:spPr bwMode="auto">
          <a:xfrm>
            <a:off x="3581400" y="990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9456" name="Object 1024"/>
          <p:cNvGraphicFramePr>
            <a:graphicFrameLocks noChangeAspect="1"/>
          </p:cNvGraphicFramePr>
          <p:nvPr/>
        </p:nvGraphicFramePr>
        <p:xfrm>
          <a:off x="3048000" y="762000"/>
          <a:ext cx="381000" cy="457200"/>
        </p:xfrm>
        <a:graphic>
          <a:graphicData uri="http://schemas.openxmlformats.org/presentationml/2006/ole">
            <p:oleObj spid="_x0000_s659456" name="Equation" r:id="rId3" imgW="381000" imgH="457200" progId="Equation.3">
              <p:embed/>
            </p:oleObj>
          </a:graphicData>
        </a:graphic>
      </p:graphicFrame>
      <p:graphicFrame>
        <p:nvGraphicFramePr>
          <p:cNvPr id="659457" name="Object 1025"/>
          <p:cNvGraphicFramePr>
            <a:graphicFrameLocks noChangeAspect="1"/>
          </p:cNvGraphicFramePr>
          <p:nvPr/>
        </p:nvGraphicFramePr>
        <p:xfrm>
          <a:off x="5842000" y="762000"/>
          <a:ext cx="431800" cy="457200"/>
        </p:xfrm>
        <a:graphic>
          <a:graphicData uri="http://schemas.openxmlformats.org/presentationml/2006/ole">
            <p:oleObj spid="_x0000_s659457" name="Equation" r:id="rId4" imgW="431800" imgH="457200" progId="Equation.3">
              <p:embed/>
            </p:oleObj>
          </a:graphicData>
        </a:graphic>
      </p:graphicFrame>
      <p:graphicFrame>
        <p:nvGraphicFramePr>
          <p:cNvPr id="659458" name="Object 1026"/>
          <p:cNvGraphicFramePr>
            <a:graphicFrameLocks noChangeAspect="1"/>
          </p:cNvGraphicFramePr>
          <p:nvPr/>
        </p:nvGraphicFramePr>
        <p:xfrm>
          <a:off x="3784600" y="444500"/>
          <a:ext cx="1714500" cy="469900"/>
        </p:xfrm>
        <a:graphic>
          <a:graphicData uri="http://schemas.openxmlformats.org/presentationml/2006/ole">
            <p:oleObj spid="_x0000_s659458" name="Equation" r:id="rId5" imgW="1714500" imgH="469900" progId="Equation.3">
              <p:embed/>
            </p:oleObj>
          </a:graphicData>
        </a:graphic>
      </p:graphicFrame>
      <p:sp>
        <p:nvSpPr>
          <p:cNvPr id="517128" name="Rectangle 8"/>
          <p:cNvSpPr>
            <a:spLocks noChangeArrowheads="1"/>
          </p:cNvSpPr>
          <p:nvPr/>
        </p:nvSpPr>
        <p:spPr bwMode="auto">
          <a:xfrm>
            <a:off x="4572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7129" name="Line 9"/>
          <p:cNvSpPr>
            <a:spLocks noChangeShapeType="1"/>
          </p:cNvSpPr>
          <p:nvPr/>
        </p:nvSpPr>
        <p:spPr bwMode="auto">
          <a:xfrm>
            <a:off x="1600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7130" name="Line 10"/>
          <p:cNvSpPr>
            <a:spLocks noChangeShapeType="1"/>
          </p:cNvSpPr>
          <p:nvPr/>
        </p:nvSpPr>
        <p:spPr bwMode="auto">
          <a:xfrm>
            <a:off x="2133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9459" name="Object 1027"/>
          <p:cNvGraphicFramePr>
            <a:graphicFrameLocks noChangeAspect="1"/>
          </p:cNvGraphicFramePr>
          <p:nvPr/>
        </p:nvGraphicFramePr>
        <p:xfrm>
          <a:off x="1752600" y="2971800"/>
          <a:ext cx="254000" cy="254000"/>
        </p:xfrm>
        <a:graphic>
          <a:graphicData uri="http://schemas.openxmlformats.org/presentationml/2006/ole">
            <p:oleObj spid="_x0000_s659459" name="Equation" r:id="rId6" imgW="254000" imgH="254000" progId="Equation.3">
              <p:embed/>
            </p:oleObj>
          </a:graphicData>
        </a:graphic>
      </p:graphicFrame>
      <p:sp>
        <p:nvSpPr>
          <p:cNvPr id="517132" name="Line 12"/>
          <p:cNvSpPr>
            <a:spLocks noChangeShapeType="1"/>
          </p:cNvSpPr>
          <p:nvPr/>
        </p:nvSpPr>
        <p:spPr bwMode="auto">
          <a:xfrm>
            <a:off x="1371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9460" name="Object 1028"/>
          <p:cNvGraphicFramePr>
            <a:graphicFrameLocks noChangeAspect="1"/>
          </p:cNvGraphicFramePr>
          <p:nvPr/>
        </p:nvGraphicFramePr>
        <p:xfrm>
          <a:off x="749300" y="3036888"/>
          <a:ext cx="419100" cy="112712"/>
        </p:xfrm>
        <a:graphic>
          <a:graphicData uri="http://schemas.openxmlformats.org/presentationml/2006/ole">
            <p:oleObj spid="_x0000_s659460" name="Equation" r:id="rId7" imgW="419040" imgH="114120" progId="Equation.3">
              <p:embed/>
            </p:oleObj>
          </a:graphicData>
        </a:graphic>
      </p:graphicFrame>
      <p:graphicFrame>
        <p:nvGraphicFramePr>
          <p:cNvPr id="659461" name="Object 1029"/>
          <p:cNvGraphicFramePr>
            <a:graphicFrameLocks noChangeAspect="1"/>
          </p:cNvGraphicFramePr>
          <p:nvPr/>
        </p:nvGraphicFramePr>
        <p:xfrm>
          <a:off x="2578100" y="3036888"/>
          <a:ext cx="419100" cy="112712"/>
        </p:xfrm>
        <a:graphic>
          <a:graphicData uri="http://schemas.openxmlformats.org/presentationml/2006/ole">
            <p:oleObj spid="_x0000_s659461" name="Equation" r:id="rId8" imgW="419040" imgH="114120" progId="Equation.3">
              <p:embed/>
            </p:oleObj>
          </a:graphicData>
        </a:graphic>
      </p:graphicFrame>
      <p:sp>
        <p:nvSpPr>
          <p:cNvPr id="517135" name="Rectangle 15"/>
          <p:cNvSpPr>
            <a:spLocks noChangeArrowheads="1"/>
          </p:cNvSpPr>
          <p:nvPr/>
        </p:nvSpPr>
        <p:spPr bwMode="auto">
          <a:xfrm>
            <a:off x="57150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7136" name="Line 16"/>
          <p:cNvSpPr>
            <a:spLocks noChangeShapeType="1"/>
          </p:cNvSpPr>
          <p:nvPr/>
        </p:nvSpPr>
        <p:spPr bwMode="auto">
          <a:xfrm>
            <a:off x="68580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7137" name="Line 17"/>
          <p:cNvSpPr>
            <a:spLocks noChangeShapeType="1"/>
          </p:cNvSpPr>
          <p:nvPr/>
        </p:nvSpPr>
        <p:spPr bwMode="auto">
          <a:xfrm>
            <a:off x="7391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9462" name="Object 1030"/>
          <p:cNvGraphicFramePr>
            <a:graphicFrameLocks noChangeAspect="1"/>
          </p:cNvGraphicFramePr>
          <p:nvPr/>
        </p:nvGraphicFramePr>
        <p:xfrm>
          <a:off x="7010400" y="2971800"/>
          <a:ext cx="254000" cy="254000"/>
        </p:xfrm>
        <a:graphic>
          <a:graphicData uri="http://schemas.openxmlformats.org/presentationml/2006/ole">
            <p:oleObj spid="_x0000_s659462" name="Equation" r:id="rId9" imgW="254000" imgH="254000" progId="Equation.3">
              <p:embed/>
            </p:oleObj>
          </a:graphicData>
        </a:graphic>
      </p:graphicFrame>
      <p:sp>
        <p:nvSpPr>
          <p:cNvPr id="517139" name="Line 19"/>
          <p:cNvSpPr>
            <a:spLocks noChangeShapeType="1"/>
          </p:cNvSpPr>
          <p:nvPr/>
        </p:nvSpPr>
        <p:spPr bwMode="auto">
          <a:xfrm>
            <a:off x="7086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9463" name="Object 1031"/>
          <p:cNvGraphicFramePr>
            <a:graphicFrameLocks noChangeAspect="1"/>
          </p:cNvGraphicFramePr>
          <p:nvPr/>
        </p:nvGraphicFramePr>
        <p:xfrm>
          <a:off x="6007100" y="3036888"/>
          <a:ext cx="419100" cy="112712"/>
        </p:xfrm>
        <a:graphic>
          <a:graphicData uri="http://schemas.openxmlformats.org/presentationml/2006/ole">
            <p:oleObj spid="_x0000_s659463" name="Equation" r:id="rId10" imgW="419040" imgH="114120" progId="Equation.3">
              <p:embed/>
            </p:oleObj>
          </a:graphicData>
        </a:graphic>
      </p:graphicFrame>
      <p:graphicFrame>
        <p:nvGraphicFramePr>
          <p:cNvPr id="659464" name="Object 1032"/>
          <p:cNvGraphicFramePr>
            <a:graphicFrameLocks noChangeAspect="1"/>
          </p:cNvGraphicFramePr>
          <p:nvPr/>
        </p:nvGraphicFramePr>
        <p:xfrm>
          <a:off x="7835900" y="3036888"/>
          <a:ext cx="419100" cy="112712"/>
        </p:xfrm>
        <a:graphic>
          <a:graphicData uri="http://schemas.openxmlformats.org/presentationml/2006/ole">
            <p:oleObj spid="_x0000_s659464" name="Equation" r:id="rId11" imgW="419040" imgH="114120" progId="Equation.3">
              <p:embed/>
            </p:oleObj>
          </a:graphicData>
        </a:graphic>
      </p:graphicFrame>
      <p:sp>
        <p:nvSpPr>
          <p:cNvPr id="517142" name="AutoShape 22"/>
          <p:cNvSpPr>
            <a:spLocks noChangeArrowheads="1"/>
          </p:cNvSpPr>
          <p:nvPr/>
        </p:nvSpPr>
        <p:spPr bwMode="auto">
          <a:xfrm>
            <a:off x="4030663" y="4810125"/>
            <a:ext cx="1171575" cy="1077913"/>
          </a:xfrm>
          <a:prstGeom prst="rightArrow">
            <a:avLst>
              <a:gd name="adj1" fmla="val 50000"/>
              <a:gd name="adj2" fmla="val 27172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Push</a:t>
            </a:r>
          </a:p>
        </p:txBody>
      </p:sp>
      <p:sp>
        <p:nvSpPr>
          <p:cNvPr id="517143" name="Rectangle 23"/>
          <p:cNvSpPr>
            <a:spLocks noChangeArrowheads="1"/>
          </p:cNvSpPr>
          <p:nvPr/>
        </p:nvSpPr>
        <p:spPr bwMode="auto">
          <a:xfrm>
            <a:off x="838200" y="4648200"/>
            <a:ext cx="838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7144" name="Line 24"/>
          <p:cNvSpPr>
            <a:spLocks noChangeShapeType="1"/>
          </p:cNvSpPr>
          <p:nvPr/>
        </p:nvSpPr>
        <p:spPr bwMode="auto">
          <a:xfrm>
            <a:off x="8382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9465" name="Object 1033"/>
          <p:cNvGraphicFramePr>
            <a:graphicFrameLocks noChangeAspect="1"/>
          </p:cNvGraphicFramePr>
          <p:nvPr/>
        </p:nvGraphicFramePr>
        <p:xfrm>
          <a:off x="1143000" y="4724400"/>
          <a:ext cx="254000" cy="355600"/>
        </p:xfrm>
        <a:graphic>
          <a:graphicData uri="http://schemas.openxmlformats.org/presentationml/2006/ole">
            <p:oleObj spid="_x0000_s659465" name="Equation" r:id="rId12" imgW="254000" imgH="355600" progId="Equation.3">
              <p:embed/>
            </p:oleObj>
          </a:graphicData>
        </a:graphic>
      </p:graphicFrame>
      <p:sp>
        <p:nvSpPr>
          <p:cNvPr id="517146" name="Line 26"/>
          <p:cNvSpPr>
            <a:spLocks noChangeShapeType="1"/>
          </p:cNvSpPr>
          <p:nvPr/>
        </p:nvSpPr>
        <p:spPr bwMode="auto">
          <a:xfrm>
            <a:off x="8382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7147" name="Line 27"/>
          <p:cNvSpPr>
            <a:spLocks noChangeShapeType="1"/>
          </p:cNvSpPr>
          <p:nvPr/>
        </p:nvSpPr>
        <p:spPr bwMode="auto">
          <a:xfrm>
            <a:off x="8382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9466" name="Object 1034"/>
          <p:cNvGraphicFramePr>
            <a:graphicFrameLocks noChangeAspect="1"/>
          </p:cNvGraphicFramePr>
          <p:nvPr/>
        </p:nvGraphicFramePr>
        <p:xfrm>
          <a:off x="1143000" y="5791200"/>
          <a:ext cx="215900" cy="254000"/>
        </p:xfrm>
        <a:graphic>
          <a:graphicData uri="http://schemas.openxmlformats.org/presentationml/2006/ole">
            <p:oleObj spid="_x0000_s659466" name="Equation" r:id="rId13" imgW="215900" imgH="254000" progId="Equation.3">
              <p:embed/>
            </p:oleObj>
          </a:graphicData>
        </a:graphic>
      </p:graphicFrame>
      <p:graphicFrame>
        <p:nvGraphicFramePr>
          <p:cNvPr id="659467" name="Object 1035"/>
          <p:cNvGraphicFramePr>
            <a:graphicFrameLocks noChangeAspect="1"/>
          </p:cNvGraphicFramePr>
          <p:nvPr/>
        </p:nvGraphicFramePr>
        <p:xfrm>
          <a:off x="1143000" y="5257800"/>
          <a:ext cx="254000" cy="355600"/>
        </p:xfrm>
        <a:graphic>
          <a:graphicData uri="http://schemas.openxmlformats.org/presentationml/2006/ole">
            <p:oleObj spid="_x0000_s659467" name="Equation" r:id="rId14" imgW="254000" imgH="355600" progId="Equation.3">
              <p:embed/>
            </p:oleObj>
          </a:graphicData>
        </a:graphic>
      </p:graphicFrame>
      <p:graphicFrame>
        <p:nvGraphicFramePr>
          <p:cNvPr id="659468" name="Object 1036"/>
          <p:cNvGraphicFramePr>
            <a:graphicFrameLocks noChangeAspect="1"/>
          </p:cNvGraphicFramePr>
          <p:nvPr/>
        </p:nvGraphicFramePr>
        <p:xfrm>
          <a:off x="1143000" y="6172200"/>
          <a:ext cx="239713" cy="430213"/>
        </p:xfrm>
        <a:graphic>
          <a:graphicData uri="http://schemas.openxmlformats.org/presentationml/2006/ole">
            <p:oleObj spid="_x0000_s659468" name="Equation" r:id="rId15" imgW="241200" imgH="431640" progId="Equation.3">
              <p:embed/>
            </p:oleObj>
          </a:graphicData>
        </a:graphic>
      </p:graphicFrame>
      <p:sp>
        <p:nvSpPr>
          <p:cNvPr id="517151" name="Rectangle 31"/>
          <p:cNvSpPr>
            <a:spLocks noChangeArrowheads="1"/>
          </p:cNvSpPr>
          <p:nvPr/>
        </p:nvSpPr>
        <p:spPr bwMode="auto">
          <a:xfrm>
            <a:off x="6248400" y="4114800"/>
            <a:ext cx="8382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7152" name="Line 32"/>
          <p:cNvSpPr>
            <a:spLocks noChangeShapeType="1"/>
          </p:cNvSpPr>
          <p:nvPr/>
        </p:nvSpPr>
        <p:spPr bwMode="auto">
          <a:xfrm>
            <a:off x="62484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7153" name="Line 33"/>
          <p:cNvSpPr>
            <a:spLocks noChangeShapeType="1"/>
          </p:cNvSpPr>
          <p:nvPr/>
        </p:nvSpPr>
        <p:spPr bwMode="auto">
          <a:xfrm>
            <a:off x="62484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7154" name="Line 34"/>
          <p:cNvSpPr>
            <a:spLocks noChangeShapeType="1"/>
          </p:cNvSpPr>
          <p:nvPr/>
        </p:nvSpPr>
        <p:spPr bwMode="auto">
          <a:xfrm>
            <a:off x="62484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9469" name="Object 1037"/>
          <p:cNvGraphicFramePr>
            <a:graphicFrameLocks noChangeAspect="1"/>
          </p:cNvGraphicFramePr>
          <p:nvPr/>
        </p:nvGraphicFramePr>
        <p:xfrm>
          <a:off x="6553200" y="5791200"/>
          <a:ext cx="215900" cy="254000"/>
        </p:xfrm>
        <a:graphic>
          <a:graphicData uri="http://schemas.openxmlformats.org/presentationml/2006/ole">
            <p:oleObj spid="_x0000_s659469" name="Equation" r:id="rId16" imgW="215900" imgH="254000" progId="Equation.3">
              <p:embed/>
            </p:oleObj>
          </a:graphicData>
        </a:graphic>
      </p:graphicFrame>
      <p:graphicFrame>
        <p:nvGraphicFramePr>
          <p:cNvPr id="659470" name="Object 1038"/>
          <p:cNvGraphicFramePr>
            <a:graphicFrameLocks noChangeAspect="1"/>
          </p:cNvGraphicFramePr>
          <p:nvPr/>
        </p:nvGraphicFramePr>
        <p:xfrm>
          <a:off x="6553200" y="5257800"/>
          <a:ext cx="254000" cy="355600"/>
        </p:xfrm>
        <a:graphic>
          <a:graphicData uri="http://schemas.openxmlformats.org/presentationml/2006/ole">
            <p:oleObj spid="_x0000_s659470" name="Equation" r:id="rId17" imgW="254000" imgH="355600" progId="Equation.3">
              <p:embed/>
            </p:oleObj>
          </a:graphicData>
        </a:graphic>
      </p:graphicFrame>
      <p:graphicFrame>
        <p:nvGraphicFramePr>
          <p:cNvPr id="659471" name="Object 1039"/>
          <p:cNvGraphicFramePr>
            <a:graphicFrameLocks noChangeAspect="1"/>
          </p:cNvGraphicFramePr>
          <p:nvPr/>
        </p:nvGraphicFramePr>
        <p:xfrm>
          <a:off x="6553200" y="6172200"/>
          <a:ext cx="239713" cy="430213"/>
        </p:xfrm>
        <a:graphic>
          <a:graphicData uri="http://schemas.openxmlformats.org/presentationml/2006/ole">
            <p:oleObj spid="_x0000_s659471" name="Equation" r:id="rId18" imgW="241200" imgH="431640" progId="Equation.3">
              <p:embed/>
            </p:oleObj>
          </a:graphicData>
        </a:graphic>
      </p:graphicFrame>
      <p:graphicFrame>
        <p:nvGraphicFramePr>
          <p:cNvPr id="659472" name="Object 1040"/>
          <p:cNvGraphicFramePr>
            <a:graphicFrameLocks noChangeAspect="1"/>
          </p:cNvGraphicFramePr>
          <p:nvPr/>
        </p:nvGraphicFramePr>
        <p:xfrm>
          <a:off x="6553200" y="4724400"/>
          <a:ext cx="254000" cy="355600"/>
        </p:xfrm>
        <a:graphic>
          <a:graphicData uri="http://schemas.openxmlformats.org/presentationml/2006/ole">
            <p:oleObj spid="_x0000_s659472" name="Equation" r:id="rId19" imgW="254000" imgH="355600" progId="Equation.3">
              <p:embed/>
            </p:oleObj>
          </a:graphicData>
        </a:graphic>
      </p:graphicFrame>
      <p:sp>
        <p:nvSpPr>
          <p:cNvPr id="517159" name="Line 39"/>
          <p:cNvSpPr>
            <a:spLocks noChangeShapeType="1"/>
          </p:cNvSpPr>
          <p:nvPr/>
        </p:nvSpPr>
        <p:spPr bwMode="auto">
          <a:xfrm>
            <a:off x="6248400" y="4648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9473" name="Object 1041"/>
          <p:cNvGraphicFramePr>
            <a:graphicFrameLocks noChangeAspect="1"/>
          </p:cNvGraphicFramePr>
          <p:nvPr/>
        </p:nvGraphicFramePr>
        <p:xfrm>
          <a:off x="6553200" y="4267200"/>
          <a:ext cx="239713" cy="279400"/>
        </p:xfrm>
        <a:graphic>
          <a:graphicData uri="http://schemas.openxmlformats.org/presentationml/2006/ole">
            <p:oleObj spid="_x0000_s659473" name="Equation" r:id="rId20" imgW="241200" imgH="279360" progId="Equation.3">
              <p:embed/>
            </p:oleObj>
          </a:graphicData>
        </a:graphic>
      </p:graphicFrame>
      <p:sp>
        <p:nvSpPr>
          <p:cNvPr id="517161" name="Line 41"/>
          <p:cNvSpPr>
            <a:spLocks noChangeShapeType="1"/>
          </p:cNvSpPr>
          <p:nvPr/>
        </p:nvSpPr>
        <p:spPr bwMode="auto">
          <a:xfrm flipH="1">
            <a:off x="16764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7162" name="Text Box 42"/>
          <p:cNvSpPr txBox="1">
            <a:spLocks noChangeArrowheads="1"/>
          </p:cNvSpPr>
          <p:nvPr/>
        </p:nvSpPr>
        <p:spPr bwMode="auto">
          <a:xfrm>
            <a:off x="2286000" y="47244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517163" name="Text Box 43"/>
          <p:cNvSpPr txBox="1">
            <a:spLocks noChangeArrowheads="1"/>
          </p:cNvSpPr>
          <p:nvPr/>
        </p:nvSpPr>
        <p:spPr bwMode="auto">
          <a:xfrm>
            <a:off x="0" y="22098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17164" name="Text Box 44"/>
          <p:cNvSpPr txBox="1">
            <a:spLocks noChangeArrowheads="1"/>
          </p:cNvSpPr>
          <p:nvPr/>
        </p:nvSpPr>
        <p:spPr bwMode="auto">
          <a:xfrm>
            <a:off x="685800" y="40386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17165" name="Line 45"/>
          <p:cNvSpPr>
            <a:spLocks noChangeShapeType="1"/>
          </p:cNvSpPr>
          <p:nvPr/>
        </p:nvSpPr>
        <p:spPr bwMode="auto">
          <a:xfrm flipH="1">
            <a:off x="70866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9D6A-FF81-46C7-84A8-8961B90F318D}" type="slidenum">
              <a:rPr lang="en-US"/>
              <a:pPr/>
              <a:t>7</a:t>
            </a:fld>
            <a:endParaRPr lang="en-US"/>
          </a:p>
        </p:txBody>
      </p:sp>
      <p:sp>
        <p:nvSpPr>
          <p:cNvPr id="518146" name="Oval 2"/>
          <p:cNvSpPr>
            <a:spLocks noChangeArrowheads="1"/>
          </p:cNvSpPr>
          <p:nvPr/>
        </p:nvSpPr>
        <p:spPr bwMode="auto">
          <a:xfrm>
            <a:off x="28956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8147" name="Oval 3"/>
          <p:cNvSpPr>
            <a:spLocks noChangeArrowheads="1"/>
          </p:cNvSpPr>
          <p:nvPr/>
        </p:nvSpPr>
        <p:spPr bwMode="auto">
          <a:xfrm>
            <a:off x="57150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8148" name="Line 4"/>
          <p:cNvSpPr>
            <a:spLocks noChangeShapeType="1"/>
          </p:cNvSpPr>
          <p:nvPr/>
        </p:nvSpPr>
        <p:spPr bwMode="auto">
          <a:xfrm>
            <a:off x="3581400" y="990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8149" name="Object 5"/>
          <p:cNvGraphicFramePr>
            <a:graphicFrameLocks noChangeAspect="1"/>
          </p:cNvGraphicFramePr>
          <p:nvPr/>
        </p:nvGraphicFramePr>
        <p:xfrm>
          <a:off x="3048000" y="762000"/>
          <a:ext cx="381000" cy="457200"/>
        </p:xfrm>
        <a:graphic>
          <a:graphicData uri="http://schemas.openxmlformats.org/presentationml/2006/ole">
            <p:oleObj spid="_x0000_s518149" name="Equation" r:id="rId3" imgW="381000" imgH="457200" progId="Equation.3">
              <p:embed/>
            </p:oleObj>
          </a:graphicData>
        </a:graphic>
      </p:graphicFrame>
      <p:graphicFrame>
        <p:nvGraphicFramePr>
          <p:cNvPr id="518150" name="Object 6"/>
          <p:cNvGraphicFramePr>
            <a:graphicFrameLocks noChangeAspect="1"/>
          </p:cNvGraphicFramePr>
          <p:nvPr/>
        </p:nvGraphicFramePr>
        <p:xfrm>
          <a:off x="5842000" y="762000"/>
          <a:ext cx="431800" cy="457200"/>
        </p:xfrm>
        <a:graphic>
          <a:graphicData uri="http://schemas.openxmlformats.org/presentationml/2006/ole">
            <p:oleObj spid="_x0000_s518150" name="Equation" r:id="rId4" imgW="431800" imgH="457200" progId="Equation.3">
              <p:embed/>
            </p:oleObj>
          </a:graphicData>
        </a:graphic>
      </p:graphicFrame>
      <p:graphicFrame>
        <p:nvGraphicFramePr>
          <p:cNvPr id="518151" name="Object 7"/>
          <p:cNvGraphicFramePr>
            <a:graphicFrameLocks noChangeAspect="1"/>
          </p:cNvGraphicFramePr>
          <p:nvPr/>
        </p:nvGraphicFramePr>
        <p:xfrm>
          <a:off x="3771900" y="444500"/>
          <a:ext cx="1739900" cy="469900"/>
        </p:xfrm>
        <a:graphic>
          <a:graphicData uri="http://schemas.openxmlformats.org/presentationml/2006/ole">
            <p:oleObj spid="_x0000_s518151" name="Equation" r:id="rId5" imgW="1739900" imgH="469900" progId="Equation.3">
              <p:embed/>
            </p:oleObj>
          </a:graphicData>
        </a:graphic>
      </p:graphicFrame>
      <p:sp>
        <p:nvSpPr>
          <p:cNvPr id="518152" name="Rectangle 8"/>
          <p:cNvSpPr>
            <a:spLocks noChangeArrowheads="1"/>
          </p:cNvSpPr>
          <p:nvPr/>
        </p:nvSpPr>
        <p:spPr bwMode="auto">
          <a:xfrm>
            <a:off x="4572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8153" name="Line 9"/>
          <p:cNvSpPr>
            <a:spLocks noChangeShapeType="1"/>
          </p:cNvSpPr>
          <p:nvPr/>
        </p:nvSpPr>
        <p:spPr bwMode="auto">
          <a:xfrm>
            <a:off x="1600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8154" name="Line 10"/>
          <p:cNvSpPr>
            <a:spLocks noChangeShapeType="1"/>
          </p:cNvSpPr>
          <p:nvPr/>
        </p:nvSpPr>
        <p:spPr bwMode="auto">
          <a:xfrm>
            <a:off x="2133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8155" name="Object 11"/>
          <p:cNvGraphicFramePr>
            <a:graphicFrameLocks noChangeAspect="1"/>
          </p:cNvGraphicFramePr>
          <p:nvPr/>
        </p:nvGraphicFramePr>
        <p:xfrm>
          <a:off x="1752600" y="2971800"/>
          <a:ext cx="254000" cy="254000"/>
        </p:xfrm>
        <a:graphic>
          <a:graphicData uri="http://schemas.openxmlformats.org/presentationml/2006/ole">
            <p:oleObj spid="_x0000_s518155" name="Equation" r:id="rId6" imgW="254000" imgH="254000" progId="Equation.3">
              <p:embed/>
            </p:oleObj>
          </a:graphicData>
        </a:graphic>
      </p:graphicFrame>
      <p:sp>
        <p:nvSpPr>
          <p:cNvPr id="518156" name="Line 12"/>
          <p:cNvSpPr>
            <a:spLocks noChangeShapeType="1"/>
          </p:cNvSpPr>
          <p:nvPr/>
        </p:nvSpPr>
        <p:spPr bwMode="auto">
          <a:xfrm>
            <a:off x="1371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8157" name="Object 13"/>
          <p:cNvGraphicFramePr>
            <a:graphicFrameLocks noChangeAspect="1"/>
          </p:cNvGraphicFramePr>
          <p:nvPr/>
        </p:nvGraphicFramePr>
        <p:xfrm>
          <a:off x="749300" y="3036888"/>
          <a:ext cx="419100" cy="112712"/>
        </p:xfrm>
        <a:graphic>
          <a:graphicData uri="http://schemas.openxmlformats.org/presentationml/2006/ole">
            <p:oleObj spid="_x0000_s518157" name="Equation" r:id="rId7" imgW="419040" imgH="114120" progId="Equation.3">
              <p:embed/>
            </p:oleObj>
          </a:graphicData>
        </a:graphic>
      </p:graphicFrame>
      <p:graphicFrame>
        <p:nvGraphicFramePr>
          <p:cNvPr id="518158" name="Object 14"/>
          <p:cNvGraphicFramePr>
            <a:graphicFrameLocks noChangeAspect="1"/>
          </p:cNvGraphicFramePr>
          <p:nvPr/>
        </p:nvGraphicFramePr>
        <p:xfrm>
          <a:off x="2578100" y="3036888"/>
          <a:ext cx="419100" cy="112712"/>
        </p:xfrm>
        <a:graphic>
          <a:graphicData uri="http://schemas.openxmlformats.org/presentationml/2006/ole">
            <p:oleObj spid="_x0000_s518158" name="Equation" r:id="rId8" imgW="419040" imgH="114120" progId="Equation.3">
              <p:embed/>
            </p:oleObj>
          </a:graphicData>
        </a:graphic>
      </p:graphicFrame>
      <p:sp>
        <p:nvSpPr>
          <p:cNvPr id="518159" name="Rectangle 15"/>
          <p:cNvSpPr>
            <a:spLocks noChangeArrowheads="1"/>
          </p:cNvSpPr>
          <p:nvPr/>
        </p:nvSpPr>
        <p:spPr bwMode="auto">
          <a:xfrm>
            <a:off x="57150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8160" name="Line 16"/>
          <p:cNvSpPr>
            <a:spLocks noChangeShapeType="1"/>
          </p:cNvSpPr>
          <p:nvPr/>
        </p:nvSpPr>
        <p:spPr bwMode="auto">
          <a:xfrm>
            <a:off x="68580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8161" name="Line 17"/>
          <p:cNvSpPr>
            <a:spLocks noChangeShapeType="1"/>
          </p:cNvSpPr>
          <p:nvPr/>
        </p:nvSpPr>
        <p:spPr bwMode="auto">
          <a:xfrm>
            <a:off x="7391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8162" name="Object 18"/>
          <p:cNvGraphicFramePr>
            <a:graphicFrameLocks noChangeAspect="1"/>
          </p:cNvGraphicFramePr>
          <p:nvPr/>
        </p:nvGraphicFramePr>
        <p:xfrm>
          <a:off x="7010400" y="2971800"/>
          <a:ext cx="254000" cy="254000"/>
        </p:xfrm>
        <a:graphic>
          <a:graphicData uri="http://schemas.openxmlformats.org/presentationml/2006/ole">
            <p:oleObj spid="_x0000_s518162" name="Equation" r:id="rId9" imgW="254000" imgH="254000" progId="Equation.3">
              <p:embed/>
            </p:oleObj>
          </a:graphicData>
        </a:graphic>
      </p:graphicFrame>
      <p:sp>
        <p:nvSpPr>
          <p:cNvPr id="518163" name="Line 19"/>
          <p:cNvSpPr>
            <a:spLocks noChangeShapeType="1"/>
          </p:cNvSpPr>
          <p:nvPr/>
        </p:nvSpPr>
        <p:spPr bwMode="auto">
          <a:xfrm>
            <a:off x="7086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8164" name="Object 20"/>
          <p:cNvGraphicFramePr>
            <a:graphicFrameLocks noChangeAspect="1"/>
          </p:cNvGraphicFramePr>
          <p:nvPr/>
        </p:nvGraphicFramePr>
        <p:xfrm>
          <a:off x="6007100" y="3036888"/>
          <a:ext cx="419100" cy="112712"/>
        </p:xfrm>
        <a:graphic>
          <a:graphicData uri="http://schemas.openxmlformats.org/presentationml/2006/ole">
            <p:oleObj spid="_x0000_s518164" name="Equation" r:id="rId10" imgW="419040" imgH="114120" progId="Equation.3">
              <p:embed/>
            </p:oleObj>
          </a:graphicData>
        </a:graphic>
      </p:graphicFrame>
      <p:graphicFrame>
        <p:nvGraphicFramePr>
          <p:cNvPr id="518165" name="Object 21"/>
          <p:cNvGraphicFramePr>
            <a:graphicFrameLocks noChangeAspect="1"/>
          </p:cNvGraphicFramePr>
          <p:nvPr/>
        </p:nvGraphicFramePr>
        <p:xfrm>
          <a:off x="7835900" y="3036888"/>
          <a:ext cx="419100" cy="112712"/>
        </p:xfrm>
        <a:graphic>
          <a:graphicData uri="http://schemas.openxmlformats.org/presentationml/2006/ole">
            <p:oleObj spid="_x0000_s518165" name="Equation" r:id="rId11" imgW="419040" imgH="114120" progId="Equation.3">
              <p:embed/>
            </p:oleObj>
          </a:graphicData>
        </a:graphic>
      </p:graphicFrame>
      <p:sp>
        <p:nvSpPr>
          <p:cNvPr id="518166" name="AutoShape 22"/>
          <p:cNvSpPr>
            <a:spLocks noChangeArrowheads="1"/>
          </p:cNvSpPr>
          <p:nvPr/>
        </p:nvSpPr>
        <p:spPr bwMode="auto">
          <a:xfrm>
            <a:off x="4137025" y="4810125"/>
            <a:ext cx="928688" cy="107791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Pop</a:t>
            </a:r>
          </a:p>
        </p:txBody>
      </p:sp>
      <p:sp>
        <p:nvSpPr>
          <p:cNvPr id="518167" name="Rectangle 23"/>
          <p:cNvSpPr>
            <a:spLocks noChangeArrowheads="1"/>
          </p:cNvSpPr>
          <p:nvPr/>
        </p:nvSpPr>
        <p:spPr bwMode="auto">
          <a:xfrm>
            <a:off x="838200" y="4648200"/>
            <a:ext cx="838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8168" name="Line 24"/>
          <p:cNvSpPr>
            <a:spLocks noChangeShapeType="1"/>
          </p:cNvSpPr>
          <p:nvPr/>
        </p:nvSpPr>
        <p:spPr bwMode="auto">
          <a:xfrm>
            <a:off x="8382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8169" name="Object 25"/>
          <p:cNvGraphicFramePr>
            <a:graphicFrameLocks noChangeAspect="1"/>
          </p:cNvGraphicFramePr>
          <p:nvPr/>
        </p:nvGraphicFramePr>
        <p:xfrm>
          <a:off x="1143000" y="4724400"/>
          <a:ext cx="254000" cy="355600"/>
        </p:xfrm>
        <a:graphic>
          <a:graphicData uri="http://schemas.openxmlformats.org/presentationml/2006/ole">
            <p:oleObj spid="_x0000_s518169" name="Equation" r:id="rId12" imgW="254000" imgH="355600" progId="Equation.3">
              <p:embed/>
            </p:oleObj>
          </a:graphicData>
        </a:graphic>
      </p:graphicFrame>
      <p:sp>
        <p:nvSpPr>
          <p:cNvPr id="518170" name="Line 26"/>
          <p:cNvSpPr>
            <a:spLocks noChangeShapeType="1"/>
          </p:cNvSpPr>
          <p:nvPr/>
        </p:nvSpPr>
        <p:spPr bwMode="auto">
          <a:xfrm>
            <a:off x="8382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8171" name="Line 27"/>
          <p:cNvSpPr>
            <a:spLocks noChangeShapeType="1"/>
          </p:cNvSpPr>
          <p:nvPr/>
        </p:nvSpPr>
        <p:spPr bwMode="auto">
          <a:xfrm>
            <a:off x="8382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8172" name="Object 28"/>
          <p:cNvGraphicFramePr>
            <a:graphicFrameLocks noChangeAspect="1"/>
          </p:cNvGraphicFramePr>
          <p:nvPr/>
        </p:nvGraphicFramePr>
        <p:xfrm>
          <a:off x="1143000" y="5791200"/>
          <a:ext cx="215900" cy="254000"/>
        </p:xfrm>
        <a:graphic>
          <a:graphicData uri="http://schemas.openxmlformats.org/presentationml/2006/ole">
            <p:oleObj spid="_x0000_s518172" name="Equation" r:id="rId13" imgW="215900" imgH="254000" progId="Equation.3">
              <p:embed/>
            </p:oleObj>
          </a:graphicData>
        </a:graphic>
      </p:graphicFrame>
      <p:graphicFrame>
        <p:nvGraphicFramePr>
          <p:cNvPr id="518173" name="Object 29"/>
          <p:cNvGraphicFramePr>
            <a:graphicFrameLocks noChangeAspect="1"/>
          </p:cNvGraphicFramePr>
          <p:nvPr/>
        </p:nvGraphicFramePr>
        <p:xfrm>
          <a:off x="1143000" y="5257800"/>
          <a:ext cx="254000" cy="355600"/>
        </p:xfrm>
        <a:graphic>
          <a:graphicData uri="http://schemas.openxmlformats.org/presentationml/2006/ole">
            <p:oleObj spid="_x0000_s518173" name="Equation" r:id="rId14" imgW="254000" imgH="355600" progId="Equation.3">
              <p:embed/>
            </p:oleObj>
          </a:graphicData>
        </a:graphic>
      </p:graphicFrame>
      <p:graphicFrame>
        <p:nvGraphicFramePr>
          <p:cNvPr id="518174" name="Object 30"/>
          <p:cNvGraphicFramePr>
            <a:graphicFrameLocks noChangeAspect="1"/>
          </p:cNvGraphicFramePr>
          <p:nvPr/>
        </p:nvGraphicFramePr>
        <p:xfrm>
          <a:off x="1143000" y="6172200"/>
          <a:ext cx="239713" cy="430213"/>
        </p:xfrm>
        <a:graphic>
          <a:graphicData uri="http://schemas.openxmlformats.org/presentationml/2006/ole">
            <p:oleObj spid="_x0000_s518174" name="Equation" r:id="rId15" imgW="241200" imgH="431640" progId="Equation.3">
              <p:embed/>
            </p:oleObj>
          </a:graphicData>
        </a:graphic>
      </p:graphicFrame>
      <p:sp>
        <p:nvSpPr>
          <p:cNvPr id="518175" name="Rectangle 31"/>
          <p:cNvSpPr>
            <a:spLocks noChangeArrowheads="1"/>
          </p:cNvSpPr>
          <p:nvPr/>
        </p:nvSpPr>
        <p:spPr bwMode="auto">
          <a:xfrm>
            <a:off x="6248400" y="5181600"/>
            <a:ext cx="838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8176" name="Line 32"/>
          <p:cNvSpPr>
            <a:spLocks noChangeShapeType="1"/>
          </p:cNvSpPr>
          <p:nvPr/>
        </p:nvSpPr>
        <p:spPr bwMode="auto">
          <a:xfrm>
            <a:off x="62484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8177" name="Line 33"/>
          <p:cNvSpPr>
            <a:spLocks noChangeShapeType="1"/>
          </p:cNvSpPr>
          <p:nvPr/>
        </p:nvSpPr>
        <p:spPr bwMode="auto">
          <a:xfrm>
            <a:off x="62484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8178" name="Object 34"/>
          <p:cNvGraphicFramePr>
            <a:graphicFrameLocks noChangeAspect="1"/>
          </p:cNvGraphicFramePr>
          <p:nvPr/>
        </p:nvGraphicFramePr>
        <p:xfrm>
          <a:off x="6553200" y="5791200"/>
          <a:ext cx="215900" cy="254000"/>
        </p:xfrm>
        <a:graphic>
          <a:graphicData uri="http://schemas.openxmlformats.org/presentationml/2006/ole">
            <p:oleObj spid="_x0000_s518178" name="Equation" r:id="rId16" imgW="215900" imgH="254000" progId="Equation.3">
              <p:embed/>
            </p:oleObj>
          </a:graphicData>
        </a:graphic>
      </p:graphicFrame>
      <p:graphicFrame>
        <p:nvGraphicFramePr>
          <p:cNvPr id="518179" name="Object 35"/>
          <p:cNvGraphicFramePr>
            <a:graphicFrameLocks noChangeAspect="1"/>
          </p:cNvGraphicFramePr>
          <p:nvPr/>
        </p:nvGraphicFramePr>
        <p:xfrm>
          <a:off x="6553200" y="5257800"/>
          <a:ext cx="254000" cy="355600"/>
        </p:xfrm>
        <a:graphic>
          <a:graphicData uri="http://schemas.openxmlformats.org/presentationml/2006/ole">
            <p:oleObj spid="_x0000_s518179" name="Equation" r:id="rId17" imgW="254000" imgH="355600" progId="Equation.3">
              <p:embed/>
            </p:oleObj>
          </a:graphicData>
        </a:graphic>
      </p:graphicFrame>
      <p:graphicFrame>
        <p:nvGraphicFramePr>
          <p:cNvPr id="518180" name="Object 36"/>
          <p:cNvGraphicFramePr>
            <a:graphicFrameLocks noChangeAspect="1"/>
          </p:cNvGraphicFramePr>
          <p:nvPr/>
        </p:nvGraphicFramePr>
        <p:xfrm>
          <a:off x="6553200" y="6172200"/>
          <a:ext cx="239713" cy="430213"/>
        </p:xfrm>
        <a:graphic>
          <a:graphicData uri="http://schemas.openxmlformats.org/presentationml/2006/ole">
            <p:oleObj spid="_x0000_s518180" name="Equation" r:id="rId18" imgW="241200" imgH="431640" progId="Equation.3">
              <p:embed/>
            </p:oleObj>
          </a:graphicData>
        </a:graphic>
      </p:graphicFrame>
      <p:sp>
        <p:nvSpPr>
          <p:cNvPr id="518181" name="Line 37"/>
          <p:cNvSpPr>
            <a:spLocks noChangeShapeType="1"/>
          </p:cNvSpPr>
          <p:nvPr/>
        </p:nvSpPr>
        <p:spPr bwMode="auto">
          <a:xfrm flipH="1">
            <a:off x="16764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8182" name="Text Box 38"/>
          <p:cNvSpPr txBox="1">
            <a:spLocks noChangeArrowheads="1"/>
          </p:cNvSpPr>
          <p:nvPr/>
        </p:nvSpPr>
        <p:spPr bwMode="auto">
          <a:xfrm>
            <a:off x="2286000" y="47244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518183" name="Text Box 39"/>
          <p:cNvSpPr txBox="1">
            <a:spLocks noChangeArrowheads="1"/>
          </p:cNvSpPr>
          <p:nvPr/>
        </p:nvSpPr>
        <p:spPr bwMode="auto">
          <a:xfrm>
            <a:off x="0" y="22098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18184" name="Text Box 40"/>
          <p:cNvSpPr txBox="1">
            <a:spLocks noChangeArrowheads="1"/>
          </p:cNvSpPr>
          <p:nvPr/>
        </p:nvSpPr>
        <p:spPr bwMode="auto">
          <a:xfrm>
            <a:off x="685800" y="40386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18185" name="Line 41"/>
          <p:cNvSpPr>
            <a:spLocks noChangeShapeType="1"/>
          </p:cNvSpPr>
          <p:nvPr/>
        </p:nvSpPr>
        <p:spPr bwMode="auto">
          <a:xfrm flipH="1">
            <a:off x="7086600" y="5410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28DA3-BAD1-4260-B455-AAA9AE476A03}" type="slidenum">
              <a:rPr lang="en-US"/>
              <a:pPr/>
              <a:t>8</a:t>
            </a:fld>
            <a:endParaRPr lang="en-US"/>
          </a:p>
        </p:txBody>
      </p:sp>
      <p:sp>
        <p:nvSpPr>
          <p:cNvPr id="519170" name="Oval 2"/>
          <p:cNvSpPr>
            <a:spLocks noChangeArrowheads="1"/>
          </p:cNvSpPr>
          <p:nvPr/>
        </p:nvSpPr>
        <p:spPr bwMode="auto">
          <a:xfrm>
            <a:off x="28956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9171" name="Oval 3"/>
          <p:cNvSpPr>
            <a:spLocks noChangeArrowheads="1"/>
          </p:cNvSpPr>
          <p:nvPr/>
        </p:nvSpPr>
        <p:spPr bwMode="auto">
          <a:xfrm>
            <a:off x="57150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9172" name="Line 4"/>
          <p:cNvSpPr>
            <a:spLocks noChangeShapeType="1"/>
          </p:cNvSpPr>
          <p:nvPr/>
        </p:nvSpPr>
        <p:spPr bwMode="auto">
          <a:xfrm>
            <a:off x="3581400" y="990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0480" name="Object 1024"/>
          <p:cNvGraphicFramePr>
            <a:graphicFrameLocks noChangeAspect="1"/>
          </p:cNvGraphicFramePr>
          <p:nvPr/>
        </p:nvGraphicFramePr>
        <p:xfrm>
          <a:off x="3048000" y="762000"/>
          <a:ext cx="381000" cy="457200"/>
        </p:xfrm>
        <a:graphic>
          <a:graphicData uri="http://schemas.openxmlformats.org/presentationml/2006/ole">
            <p:oleObj spid="_x0000_s660480" name="Equation" r:id="rId3" imgW="381000" imgH="457200" progId="Equation.3">
              <p:embed/>
            </p:oleObj>
          </a:graphicData>
        </a:graphic>
      </p:graphicFrame>
      <p:graphicFrame>
        <p:nvGraphicFramePr>
          <p:cNvPr id="660481" name="Object 1025"/>
          <p:cNvGraphicFramePr>
            <a:graphicFrameLocks noChangeAspect="1"/>
          </p:cNvGraphicFramePr>
          <p:nvPr/>
        </p:nvGraphicFramePr>
        <p:xfrm>
          <a:off x="5842000" y="762000"/>
          <a:ext cx="431800" cy="457200"/>
        </p:xfrm>
        <a:graphic>
          <a:graphicData uri="http://schemas.openxmlformats.org/presentationml/2006/ole">
            <p:oleObj spid="_x0000_s660481" name="Equation" r:id="rId4" imgW="431800" imgH="457200" progId="Equation.3">
              <p:embed/>
            </p:oleObj>
          </a:graphicData>
        </a:graphic>
      </p:graphicFrame>
      <p:graphicFrame>
        <p:nvGraphicFramePr>
          <p:cNvPr id="660482" name="Object 1026"/>
          <p:cNvGraphicFramePr>
            <a:graphicFrameLocks noChangeAspect="1"/>
          </p:cNvGraphicFramePr>
          <p:nvPr/>
        </p:nvGraphicFramePr>
        <p:xfrm>
          <a:off x="3746500" y="444500"/>
          <a:ext cx="1790700" cy="469900"/>
        </p:xfrm>
        <a:graphic>
          <a:graphicData uri="http://schemas.openxmlformats.org/presentationml/2006/ole">
            <p:oleObj spid="_x0000_s660482" name="Equation" r:id="rId5" imgW="1790700" imgH="469900" progId="Equation.3">
              <p:embed/>
            </p:oleObj>
          </a:graphicData>
        </a:graphic>
      </p:graphicFrame>
      <p:sp>
        <p:nvSpPr>
          <p:cNvPr id="519176" name="Rectangle 8"/>
          <p:cNvSpPr>
            <a:spLocks noChangeArrowheads="1"/>
          </p:cNvSpPr>
          <p:nvPr/>
        </p:nvSpPr>
        <p:spPr bwMode="auto">
          <a:xfrm>
            <a:off x="4572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177" name="Line 9"/>
          <p:cNvSpPr>
            <a:spLocks noChangeShapeType="1"/>
          </p:cNvSpPr>
          <p:nvPr/>
        </p:nvSpPr>
        <p:spPr bwMode="auto">
          <a:xfrm>
            <a:off x="1600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9178" name="Line 10"/>
          <p:cNvSpPr>
            <a:spLocks noChangeShapeType="1"/>
          </p:cNvSpPr>
          <p:nvPr/>
        </p:nvSpPr>
        <p:spPr bwMode="auto">
          <a:xfrm>
            <a:off x="2133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0483" name="Object 1027"/>
          <p:cNvGraphicFramePr>
            <a:graphicFrameLocks noChangeAspect="1"/>
          </p:cNvGraphicFramePr>
          <p:nvPr/>
        </p:nvGraphicFramePr>
        <p:xfrm>
          <a:off x="1752600" y="2971800"/>
          <a:ext cx="254000" cy="254000"/>
        </p:xfrm>
        <a:graphic>
          <a:graphicData uri="http://schemas.openxmlformats.org/presentationml/2006/ole">
            <p:oleObj spid="_x0000_s660483" name="Equation" r:id="rId6" imgW="254000" imgH="254000" progId="Equation.3">
              <p:embed/>
            </p:oleObj>
          </a:graphicData>
        </a:graphic>
      </p:graphicFrame>
      <p:sp>
        <p:nvSpPr>
          <p:cNvPr id="519180" name="Line 12"/>
          <p:cNvSpPr>
            <a:spLocks noChangeShapeType="1"/>
          </p:cNvSpPr>
          <p:nvPr/>
        </p:nvSpPr>
        <p:spPr bwMode="auto">
          <a:xfrm>
            <a:off x="1371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0484" name="Object 1028"/>
          <p:cNvGraphicFramePr>
            <a:graphicFrameLocks noChangeAspect="1"/>
          </p:cNvGraphicFramePr>
          <p:nvPr/>
        </p:nvGraphicFramePr>
        <p:xfrm>
          <a:off x="749300" y="3036888"/>
          <a:ext cx="419100" cy="112712"/>
        </p:xfrm>
        <a:graphic>
          <a:graphicData uri="http://schemas.openxmlformats.org/presentationml/2006/ole">
            <p:oleObj spid="_x0000_s660484" name="Equation" r:id="rId7" imgW="419040" imgH="114120" progId="Equation.3">
              <p:embed/>
            </p:oleObj>
          </a:graphicData>
        </a:graphic>
      </p:graphicFrame>
      <p:graphicFrame>
        <p:nvGraphicFramePr>
          <p:cNvPr id="660485" name="Object 1029"/>
          <p:cNvGraphicFramePr>
            <a:graphicFrameLocks noChangeAspect="1"/>
          </p:cNvGraphicFramePr>
          <p:nvPr/>
        </p:nvGraphicFramePr>
        <p:xfrm>
          <a:off x="2578100" y="3036888"/>
          <a:ext cx="419100" cy="112712"/>
        </p:xfrm>
        <a:graphic>
          <a:graphicData uri="http://schemas.openxmlformats.org/presentationml/2006/ole">
            <p:oleObj spid="_x0000_s660485" name="Equation" r:id="rId8" imgW="419040" imgH="114120" progId="Equation.3">
              <p:embed/>
            </p:oleObj>
          </a:graphicData>
        </a:graphic>
      </p:graphicFrame>
      <p:sp>
        <p:nvSpPr>
          <p:cNvPr id="519183" name="Rectangle 15"/>
          <p:cNvSpPr>
            <a:spLocks noChangeArrowheads="1"/>
          </p:cNvSpPr>
          <p:nvPr/>
        </p:nvSpPr>
        <p:spPr bwMode="auto">
          <a:xfrm>
            <a:off x="5715000" y="2743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184" name="Line 16"/>
          <p:cNvSpPr>
            <a:spLocks noChangeShapeType="1"/>
          </p:cNvSpPr>
          <p:nvPr/>
        </p:nvSpPr>
        <p:spPr bwMode="auto">
          <a:xfrm>
            <a:off x="68580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9185" name="Line 17"/>
          <p:cNvSpPr>
            <a:spLocks noChangeShapeType="1"/>
          </p:cNvSpPr>
          <p:nvPr/>
        </p:nvSpPr>
        <p:spPr bwMode="auto">
          <a:xfrm>
            <a:off x="7391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0486" name="Object 1030"/>
          <p:cNvGraphicFramePr>
            <a:graphicFrameLocks noChangeAspect="1"/>
          </p:cNvGraphicFramePr>
          <p:nvPr/>
        </p:nvGraphicFramePr>
        <p:xfrm>
          <a:off x="7010400" y="2971800"/>
          <a:ext cx="254000" cy="254000"/>
        </p:xfrm>
        <a:graphic>
          <a:graphicData uri="http://schemas.openxmlformats.org/presentationml/2006/ole">
            <p:oleObj spid="_x0000_s660486" name="Equation" r:id="rId9" imgW="254000" imgH="254000" progId="Equation.3">
              <p:embed/>
            </p:oleObj>
          </a:graphicData>
        </a:graphic>
      </p:graphicFrame>
      <p:sp>
        <p:nvSpPr>
          <p:cNvPr id="519187" name="Line 19"/>
          <p:cNvSpPr>
            <a:spLocks noChangeShapeType="1"/>
          </p:cNvSpPr>
          <p:nvPr/>
        </p:nvSpPr>
        <p:spPr bwMode="auto">
          <a:xfrm>
            <a:off x="7086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0487" name="Object 1031"/>
          <p:cNvGraphicFramePr>
            <a:graphicFrameLocks noChangeAspect="1"/>
          </p:cNvGraphicFramePr>
          <p:nvPr/>
        </p:nvGraphicFramePr>
        <p:xfrm>
          <a:off x="6007100" y="3036888"/>
          <a:ext cx="419100" cy="112712"/>
        </p:xfrm>
        <a:graphic>
          <a:graphicData uri="http://schemas.openxmlformats.org/presentationml/2006/ole">
            <p:oleObj spid="_x0000_s660487" name="Equation" r:id="rId10" imgW="419040" imgH="114120" progId="Equation.3">
              <p:embed/>
            </p:oleObj>
          </a:graphicData>
        </a:graphic>
      </p:graphicFrame>
      <p:graphicFrame>
        <p:nvGraphicFramePr>
          <p:cNvPr id="660488" name="Object 1032"/>
          <p:cNvGraphicFramePr>
            <a:graphicFrameLocks noChangeAspect="1"/>
          </p:cNvGraphicFramePr>
          <p:nvPr/>
        </p:nvGraphicFramePr>
        <p:xfrm>
          <a:off x="7835900" y="3036888"/>
          <a:ext cx="419100" cy="112712"/>
        </p:xfrm>
        <a:graphic>
          <a:graphicData uri="http://schemas.openxmlformats.org/presentationml/2006/ole">
            <p:oleObj spid="_x0000_s660488" name="Equation" r:id="rId11" imgW="419040" imgH="114120" progId="Equation.3">
              <p:embed/>
            </p:oleObj>
          </a:graphicData>
        </a:graphic>
      </p:graphicFrame>
      <p:sp>
        <p:nvSpPr>
          <p:cNvPr id="519190" name="AutoShape 22"/>
          <p:cNvSpPr>
            <a:spLocks noChangeArrowheads="1"/>
          </p:cNvSpPr>
          <p:nvPr/>
        </p:nvSpPr>
        <p:spPr bwMode="auto">
          <a:xfrm>
            <a:off x="3459163" y="4810125"/>
            <a:ext cx="2478087" cy="1077913"/>
          </a:xfrm>
          <a:prstGeom prst="rightArrow">
            <a:avLst>
              <a:gd name="adj1" fmla="val 50000"/>
              <a:gd name="adj2" fmla="val 57474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No Change</a:t>
            </a:r>
          </a:p>
        </p:txBody>
      </p:sp>
      <p:sp>
        <p:nvSpPr>
          <p:cNvPr id="519191" name="Rectangle 23"/>
          <p:cNvSpPr>
            <a:spLocks noChangeArrowheads="1"/>
          </p:cNvSpPr>
          <p:nvPr/>
        </p:nvSpPr>
        <p:spPr bwMode="auto">
          <a:xfrm>
            <a:off x="838200" y="4648200"/>
            <a:ext cx="838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192" name="Line 24"/>
          <p:cNvSpPr>
            <a:spLocks noChangeShapeType="1"/>
          </p:cNvSpPr>
          <p:nvPr/>
        </p:nvSpPr>
        <p:spPr bwMode="auto">
          <a:xfrm>
            <a:off x="8382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0489" name="Object 1033"/>
          <p:cNvGraphicFramePr>
            <a:graphicFrameLocks noChangeAspect="1"/>
          </p:cNvGraphicFramePr>
          <p:nvPr/>
        </p:nvGraphicFramePr>
        <p:xfrm>
          <a:off x="1143000" y="4724400"/>
          <a:ext cx="254000" cy="355600"/>
        </p:xfrm>
        <a:graphic>
          <a:graphicData uri="http://schemas.openxmlformats.org/presentationml/2006/ole">
            <p:oleObj spid="_x0000_s660489" name="Equation" r:id="rId12" imgW="254000" imgH="355600" progId="Equation.3">
              <p:embed/>
            </p:oleObj>
          </a:graphicData>
        </a:graphic>
      </p:graphicFrame>
      <p:sp>
        <p:nvSpPr>
          <p:cNvPr id="519194" name="Line 26"/>
          <p:cNvSpPr>
            <a:spLocks noChangeShapeType="1"/>
          </p:cNvSpPr>
          <p:nvPr/>
        </p:nvSpPr>
        <p:spPr bwMode="auto">
          <a:xfrm>
            <a:off x="8382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9195" name="Line 27"/>
          <p:cNvSpPr>
            <a:spLocks noChangeShapeType="1"/>
          </p:cNvSpPr>
          <p:nvPr/>
        </p:nvSpPr>
        <p:spPr bwMode="auto">
          <a:xfrm>
            <a:off x="8382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0490" name="Object 1034"/>
          <p:cNvGraphicFramePr>
            <a:graphicFrameLocks noChangeAspect="1"/>
          </p:cNvGraphicFramePr>
          <p:nvPr/>
        </p:nvGraphicFramePr>
        <p:xfrm>
          <a:off x="1143000" y="5791200"/>
          <a:ext cx="215900" cy="254000"/>
        </p:xfrm>
        <a:graphic>
          <a:graphicData uri="http://schemas.openxmlformats.org/presentationml/2006/ole">
            <p:oleObj spid="_x0000_s660490" name="Equation" r:id="rId13" imgW="215900" imgH="254000" progId="Equation.3">
              <p:embed/>
            </p:oleObj>
          </a:graphicData>
        </a:graphic>
      </p:graphicFrame>
      <p:graphicFrame>
        <p:nvGraphicFramePr>
          <p:cNvPr id="660491" name="Object 1035"/>
          <p:cNvGraphicFramePr>
            <a:graphicFrameLocks noChangeAspect="1"/>
          </p:cNvGraphicFramePr>
          <p:nvPr/>
        </p:nvGraphicFramePr>
        <p:xfrm>
          <a:off x="1143000" y="5257800"/>
          <a:ext cx="254000" cy="355600"/>
        </p:xfrm>
        <a:graphic>
          <a:graphicData uri="http://schemas.openxmlformats.org/presentationml/2006/ole">
            <p:oleObj spid="_x0000_s660491" name="Equation" r:id="rId14" imgW="254000" imgH="355600" progId="Equation.3">
              <p:embed/>
            </p:oleObj>
          </a:graphicData>
        </a:graphic>
      </p:graphicFrame>
      <p:graphicFrame>
        <p:nvGraphicFramePr>
          <p:cNvPr id="660492" name="Object 1036"/>
          <p:cNvGraphicFramePr>
            <a:graphicFrameLocks noChangeAspect="1"/>
          </p:cNvGraphicFramePr>
          <p:nvPr/>
        </p:nvGraphicFramePr>
        <p:xfrm>
          <a:off x="1143000" y="6172200"/>
          <a:ext cx="239713" cy="430213"/>
        </p:xfrm>
        <a:graphic>
          <a:graphicData uri="http://schemas.openxmlformats.org/presentationml/2006/ole">
            <p:oleObj spid="_x0000_s660492" name="Equation" r:id="rId15" imgW="241200" imgH="431640" progId="Equation.3">
              <p:embed/>
            </p:oleObj>
          </a:graphicData>
        </a:graphic>
      </p:graphicFrame>
      <p:sp>
        <p:nvSpPr>
          <p:cNvPr id="519199" name="Rectangle 31"/>
          <p:cNvSpPr>
            <a:spLocks noChangeArrowheads="1"/>
          </p:cNvSpPr>
          <p:nvPr/>
        </p:nvSpPr>
        <p:spPr bwMode="auto">
          <a:xfrm>
            <a:off x="6248400" y="4648200"/>
            <a:ext cx="838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200" name="Line 32"/>
          <p:cNvSpPr>
            <a:spLocks noChangeShapeType="1"/>
          </p:cNvSpPr>
          <p:nvPr/>
        </p:nvSpPr>
        <p:spPr bwMode="auto">
          <a:xfrm>
            <a:off x="62484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201" name="Line 33"/>
          <p:cNvSpPr>
            <a:spLocks noChangeShapeType="1"/>
          </p:cNvSpPr>
          <p:nvPr/>
        </p:nvSpPr>
        <p:spPr bwMode="auto">
          <a:xfrm>
            <a:off x="62484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9202" name="Line 34"/>
          <p:cNvSpPr>
            <a:spLocks noChangeShapeType="1"/>
          </p:cNvSpPr>
          <p:nvPr/>
        </p:nvSpPr>
        <p:spPr bwMode="auto">
          <a:xfrm>
            <a:off x="6248400" y="617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0493" name="Object 1037"/>
          <p:cNvGraphicFramePr>
            <a:graphicFrameLocks noChangeAspect="1"/>
          </p:cNvGraphicFramePr>
          <p:nvPr/>
        </p:nvGraphicFramePr>
        <p:xfrm>
          <a:off x="6553200" y="5791200"/>
          <a:ext cx="215900" cy="254000"/>
        </p:xfrm>
        <a:graphic>
          <a:graphicData uri="http://schemas.openxmlformats.org/presentationml/2006/ole">
            <p:oleObj spid="_x0000_s660493" name="Equation" r:id="rId16" imgW="215900" imgH="254000" progId="Equation.3">
              <p:embed/>
            </p:oleObj>
          </a:graphicData>
        </a:graphic>
      </p:graphicFrame>
      <p:graphicFrame>
        <p:nvGraphicFramePr>
          <p:cNvPr id="660494" name="Object 1038"/>
          <p:cNvGraphicFramePr>
            <a:graphicFrameLocks noChangeAspect="1"/>
          </p:cNvGraphicFramePr>
          <p:nvPr/>
        </p:nvGraphicFramePr>
        <p:xfrm>
          <a:off x="6553200" y="5257800"/>
          <a:ext cx="254000" cy="355600"/>
        </p:xfrm>
        <a:graphic>
          <a:graphicData uri="http://schemas.openxmlformats.org/presentationml/2006/ole">
            <p:oleObj spid="_x0000_s660494" name="Equation" r:id="rId17" imgW="254000" imgH="355600" progId="Equation.3">
              <p:embed/>
            </p:oleObj>
          </a:graphicData>
        </a:graphic>
      </p:graphicFrame>
      <p:graphicFrame>
        <p:nvGraphicFramePr>
          <p:cNvPr id="660495" name="Object 1039"/>
          <p:cNvGraphicFramePr>
            <a:graphicFrameLocks noChangeAspect="1"/>
          </p:cNvGraphicFramePr>
          <p:nvPr/>
        </p:nvGraphicFramePr>
        <p:xfrm>
          <a:off x="6553200" y="6172200"/>
          <a:ext cx="239713" cy="430213"/>
        </p:xfrm>
        <a:graphic>
          <a:graphicData uri="http://schemas.openxmlformats.org/presentationml/2006/ole">
            <p:oleObj spid="_x0000_s660495" name="Equation" r:id="rId18" imgW="241200" imgH="431640" progId="Equation.3">
              <p:embed/>
            </p:oleObj>
          </a:graphicData>
        </a:graphic>
      </p:graphicFrame>
      <p:graphicFrame>
        <p:nvGraphicFramePr>
          <p:cNvPr id="660496" name="Object 1040"/>
          <p:cNvGraphicFramePr>
            <a:graphicFrameLocks noChangeAspect="1"/>
          </p:cNvGraphicFramePr>
          <p:nvPr/>
        </p:nvGraphicFramePr>
        <p:xfrm>
          <a:off x="6546850" y="4745038"/>
          <a:ext cx="252413" cy="392112"/>
        </p:xfrm>
        <a:graphic>
          <a:graphicData uri="http://schemas.openxmlformats.org/presentationml/2006/ole">
            <p:oleObj spid="_x0000_s660496" name="Equation" r:id="rId19" imgW="253800" imgH="393480" progId="Equation.3">
              <p:embed/>
            </p:oleObj>
          </a:graphicData>
        </a:graphic>
      </p:graphicFrame>
      <p:sp>
        <p:nvSpPr>
          <p:cNvPr id="519207" name="Line 39"/>
          <p:cNvSpPr>
            <a:spLocks noChangeShapeType="1"/>
          </p:cNvSpPr>
          <p:nvPr/>
        </p:nvSpPr>
        <p:spPr bwMode="auto">
          <a:xfrm flipH="1">
            <a:off x="16764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208" name="Text Box 40"/>
          <p:cNvSpPr txBox="1">
            <a:spLocks noChangeArrowheads="1"/>
          </p:cNvSpPr>
          <p:nvPr/>
        </p:nvSpPr>
        <p:spPr bwMode="auto">
          <a:xfrm>
            <a:off x="2286000" y="47244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519209" name="Text Box 41"/>
          <p:cNvSpPr txBox="1">
            <a:spLocks noChangeArrowheads="1"/>
          </p:cNvSpPr>
          <p:nvPr/>
        </p:nvSpPr>
        <p:spPr bwMode="auto">
          <a:xfrm>
            <a:off x="0" y="22098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19210" name="Text Box 42"/>
          <p:cNvSpPr txBox="1">
            <a:spLocks noChangeArrowheads="1"/>
          </p:cNvSpPr>
          <p:nvPr/>
        </p:nvSpPr>
        <p:spPr bwMode="auto">
          <a:xfrm>
            <a:off x="685800" y="40386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19211" name="Line 43"/>
          <p:cNvSpPr>
            <a:spLocks noChangeShapeType="1"/>
          </p:cNvSpPr>
          <p:nvPr/>
        </p:nvSpPr>
        <p:spPr bwMode="auto">
          <a:xfrm flipH="1">
            <a:off x="7086600" y="4876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E4FC-108F-485E-97CB-CC54BD63500F}" type="slidenum">
              <a:rPr lang="en-US"/>
              <a:pPr/>
              <a:t>9</a:t>
            </a:fld>
            <a:endParaRPr lang="en-US"/>
          </a:p>
        </p:txBody>
      </p:sp>
      <p:sp>
        <p:nvSpPr>
          <p:cNvPr id="653314" name="Oval 2"/>
          <p:cNvSpPr>
            <a:spLocks noChangeArrowheads="1"/>
          </p:cNvSpPr>
          <p:nvPr/>
        </p:nvSpPr>
        <p:spPr bwMode="auto">
          <a:xfrm>
            <a:off x="28956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3315" name="Oval 3"/>
          <p:cNvSpPr>
            <a:spLocks noChangeArrowheads="1"/>
          </p:cNvSpPr>
          <p:nvPr/>
        </p:nvSpPr>
        <p:spPr bwMode="auto">
          <a:xfrm>
            <a:off x="57150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3316" name="Line 4"/>
          <p:cNvSpPr>
            <a:spLocks noChangeShapeType="1"/>
          </p:cNvSpPr>
          <p:nvPr/>
        </p:nvSpPr>
        <p:spPr bwMode="auto">
          <a:xfrm>
            <a:off x="3581400" y="1600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3317" name="Object 5"/>
          <p:cNvGraphicFramePr>
            <a:graphicFrameLocks noChangeAspect="1"/>
          </p:cNvGraphicFramePr>
          <p:nvPr/>
        </p:nvGraphicFramePr>
        <p:xfrm>
          <a:off x="3048000" y="1371600"/>
          <a:ext cx="381000" cy="457200"/>
        </p:xfrm>
        <a:graphic>
          <a:graphicData uri="http://schemas.openxmlformats.org/presentationml/2006/ole">
            <p:oleObj spid="_x0000_s653317" name="Equation" r:id="rId3" imgW="381000" imgH="457200" progId="Equation.3">
              <p:embed/>
            </p:oleObj>
          </a:graphicData>
        </a:graphic>
      </p:graphicFrame>
      <p:graphicFrame>
        <p:nvGraphicFramePr>
          <p:cNvPr id="653318" name="Object 6"/>
          <p:cNvGraphicFramePr>
            <a:graphicFrameLocks noChangeAspect="1"/>
          </p:cNvGraphicFramePr>
          <p:nvPr/>
        </p:nvGraphicFramePr>
        <p:xfrm>
          <a:off x="5842000" y="1371600"/>
          <a:ext cx="431800" cy="457200"/>
        </p:xfrm>
        <a:graphic>
          <a:graphicData uri="http://schemas.openxmlformats.org/presentationml/2006/ole">
            <p:oleObj spid="_x0000_s653318" name="Equation" r:id="rId4" imgW="431800" imgH="457200" progId="Equation.3">
              <p:embed/>
            </p:oleObj>
          </a:graphicData>
        </a:graphic>
      </p:graphicFrame>
      <p:graphicFrame>
        <p:nvGraphicFramePr>
          <p:cNvPr id="653319" name="Object 7"/>
          <p:cNvGraphicFramePr>
            <a:graphicFrameLocks noChangeAspect="1"/>
          </p:cNvGraphicFramePr>
          <p:nvPr/>
        </p:nvGraphicFramePr>
        <p:xfrm>
          <a:off x="3810000" y="1066800"/>
          <a:ext cx="1638300" cy="522288"/>
        </p:xfrm>
        <a:graphic>
          <a:graphicData uri="http://schemas.openxmlformats.org/presentationml/2006/ole">
            <p:oleObj spid="_x0000_s653319" name="Equation" r:id="rId5" imgW="1434960" imgH="457200" progId="Equation.3">
              <p:embed/>
            </p:oleObj>
          </a:graphicData>
        </a:graphic>
      </p:graphicFrame>
      <p:sp>
        <p:nvSpPr>
          <p:cNvPr id="653320" name="Rectangle 8"/>
          <p:cNvSpPr>
            <a:spLocks noChangeArrowheads="1"/>
          </p:cNvSpPr>
          <p:nvPr/>
        </p:nvSpPr>
        <p:spPr bwMode="auto">
          <a:xfrm>
            <a:off x="457200" y="2438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3321" name="Line 9"/>
          <p:cNvSpPr>
            <a:spLocks noChangeShapeType="1"/>
          </p:cNvSpPr>
          <p:nvPr/>
        </p:nvSpPr>
        <p:spPr bwMode="auto">
          <a:xfrm>
            <a:off x="16002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3322" name="Line 10"/>
          <p:cNvSpPr>
            <a:spLocks noChangeShapeType="1"/>
          </p:cNvSpPr>
          <p:nvPr/>
        </p:nvSpPr>
        <p:spPr bwMode="auto">
          <a:xfrm>
            <a:off x="21336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3323" name="Object 11"/>
          <p:cNvGraphicFramePr>
            <a:graphicFrameLocks noChangeAspect="1"/>
          </p:cNvGraphicFramePr>
          <p:nvPr/>
        </p:nvGraphicFramePr>
        <p:xfrm>
          <a:off x="1752600" y="2667000"/>
          <a:ext cx="254000" cy="254000"/>
        </p:xfrm>
        <a:graphic>
          <a:graphicData uri="http://schemas.openxmlformats.org/presentationml/2006/ole">
            <p:oleObj spid="_x0000_s653323" name="Equation" r:id="rId6" imgW="254000" imgH="254000" progId="Equation.3">
              <p:embed/>
            </p:oleObj>
          </a:graphicData>
        </a:graphic>
      </p:graphicFrame>
      <p:sp>
        <p:nvSpPr>
          <p:cNvPr id="653324" name="Line 12"/>
          <p:cNvSpPr>
            <a:spLocks noChangeShapeType="1"/>
          </p:cNvSpPr>
          <p:nvPr/>
        </p:nvSpPr>
        <p:spPr bwMode="auto">
          <a:xfrm>
            <a:off x="1371600" y="1828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3325" name="Object 13"/>
          <p:cNvGraphicFramePr>
            <a:graphicFrameLocks noChangeAspect="1"/>
          </p:cNvGraphicFramePr>
          <p:nvPr/>
        </p:nvGraphicFramePr>
        <p:xfrm>
          <a:off x="749300" y="2732088"/>
          <a:ext cx="419100" cy="112712"/>
        </p:xfrm>
        <a:graphic>
          <a:graphicData uri="http://schemas.openxmlformats.org/presentationml/2006/ole">
            <p:oleObj spid="_x0000_s653325" name="Equation" r:id="rId7" imgW="419040" imgH="114120" progId="Equation.3">
              <p:embed/>
            </p:oleObj>
          </a:graphicData>
        </a:graphic>
      </p:graphicFrame>
      <p:graphicFrame>
        <p:nvGraphicFramePr>
          <p:cNvPr id="653326" name="Object 14"/>
          <p:cNvGraphicFramePr>
            <a:graphicFrameLocks noChangeAspect="1"/>
          </p:cNvGraphicFramePr>
          <p:nvPr/>
        </p:nvGraphicFramePr>
        <p:xfrm>
          <a:off x="2578100" y="2732088"/>
          <a:ext cx="419100" cy="112712"/>
        </p:xfrm>
        <a:graphic>
          <a:graphicData uri="http://schemas.openxmlformats.org/presentationml/2006/ole">
            <p:oleObj spid="_x0000_s653326" name="Equation" r:id="rId8" imgW="419040" imgH="114120" progId="Equation.3">
              <p:embed/>
            </p:oleObj>
          </a:graphicData>
        </a:graphic>
      </p:graphicFrame>
      <p:sp>
        <p:nvSpPr>
          <p:cNvPr id="653327" name="Rectangle 15"/>
          <p:cNvSpPr>
            <a:spLocks noChangeArrowheads="1"/>
          </p:cNvSpPr>
          <p:nvPr/>
        </p:nvSpPr>
        <p:spPr bwMode="auto">
          <a:xfrm>
            <a:off x="5715000" y="2438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3328" name="Line 16"/>
          <p:cNvSpPr>
            <a:spLocks noChangeShapeType="1"/>
          </p:cNvSpPr>
          <p:nvPr/>
        </p:nvSpPr>
        <p:spPr bwMode="auto">
          <a:xfrm>
            <a:off x="68580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3329" name="Line 17"/>
          <p:cNvSpPr>
            <a:spLocks noChangeShapeType="1"/>
          </p:cNvSpPr>
          <p:nvPr/>
        </p:nvSpPr>
        <p:spPr bwMode="auto">
          <a:xfrm>
            <a:off x="73914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3330" name="Object 18"/>
          <p:cNvGraphicFramePr>
            <a:graphicFrameLocks noChangeAspect="1"/>
          </p:cNvGraphicFramePr>
          <p:nvPr/>
        </p:nvGraphicFramePr>
        <p:xfrm>
          <a:off x="7010400" y="2667000"/>
          <a:ext cx="254000" cy="254000"/>
        </p:xfrm>
        <a:graphic>
          <a:graphicData uri="http://schemas.openxmlformats.org/presentationml/2006/ole">
            <p:oleObj spid="_x0000_s653330" name="Equation" r:id="rId9" imgW="254000" imgH="254000" progId="Equation.3">
              <p:embed/>
            </p:oleObj>
          </a:graphicData>
        </a:graphic>
      </p:graphicFrame>
      <p:sp>
        <p:nvSpPr>
          <p:cNvPr id="653331" name="Line 19"/>
          <p:cNvSpPr>
            <a:spLocks noChangeShapeType="1"/>
          </p:cNvSpPr>
          <p:nvPr/>
        </p:nvSpPr>
        <p:spPr bwMode="auto">
          <a:xfrm>
            <a:off x="7086600" y="1828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3332" name="Object 20"/>
          <p:cNvGraphicFramePr>
            <a:graphicFrameLocks noChangeAspect="1"/>
          </p:cNvGraphicFramePr>
          <p:nvPr/>
        </p:nvGraphicFramePr>
        <p:xfrm>
          <a:off x="6007100" y="2732088"/>
          <a:ext cx="419100" cy="112712"/>
        </p:xfrm>
        <a:graphic>
          <a:graphicData uri="http://schemas.openxmlformats.org/presentationml/2006/ole">
            <p:oleObj spid="_x0000_s653332" name="Equation" r:id="rId10" imgW="419040" imgH="114120" progId="Equation.3">
              <p:embed/>
            </p:oleObj>
          </a:graphicData>
        </a:graphic>
      </p:graphicFrame>
      <p:graphicFrame>
        <p:nvGraphicFramePr>
          <p:cNvPr id="653333" name="Object 21"/>
          <p:cNvGraphicFramePr>
            <a:graphicFrameLocks noChangeAspect="1"/>
          </p:cNvGraphicFramePr>
          <p:nvPr/>
        </p:nvGraphicFramePr>
        <p:xfrm>
          <a:off x="7835900" y="2732088"/>
          <a:ext cx="419100" cy="112712"/>
        </p:xfrm>
        <a:graphic>
          <a:graphicData uri="http://schemas.openxmlformats.org/presentationml/2006/ole">
            <p:oleObj spid="_x0000_s653333" name="Equation" r:id="rId11" imgW="419040" imgH="114120" progId="Equation.3">
              <p:embed/>
            </p:oleObj>
          </a:graphicData>
        </a:graphic>
      </p:graphicFrame>
      <p:sp>
        <p:nvSpPr>
          <p:cNvPr id="653334" name="AutoShape 22"/>
          <p:cNvSpPr>
            <a:spLocks noChangeArrowheads="1"/>
          </p:cNvSpPr>
          <p:nvPr/>
        </p:nvSpPr>
        <p:spPr bwMode="auto">
          <a:xfrm>
            <a:off x="4137025" y="3819525"/>
            <a:ext cx="928688" cy="107791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Pop</a:t>
            </a:r>
          </a:p>
        </p:txBody>
      </p:sp>
      <p:sp>
        <p:nvSpPr>
          <p:cNvPr id="653335" name="Rectangle 23"/>
          <p:cNvSpPr>
            <a:spLocks noChangeArrowheads="1"/>
          </p:cNvSpPr>
          <p:nvPr/>
        </p:nvSpPr>
        <p:spPr bwMode="auto">
          <a:xfrm>
            <a:off x="838200" y="4191000"/>
            <a:ext cx="838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3342" name="Object 30"/>
          <p:cNvGraphicFramePr>
            <a:graphicFrameLocks noChangeAspect="1"/>
          </p:cNvGraphicFramePr>
          <p:nvPr/>
        </p:nvGraphicFramePr>
        <p:xfrm>
          <a:off x="1143000" y="4267200"/>
          <a:ext cx="239713" cy="430213"/>
        </p:xfrm>
        <a:graphic>
          <a:graphicData uri="http://schemas.openxmlformats.org/presentationml/2006/ole">
            <p:oleObj spid="_x0000_s653342" name="Equation" r:id="rId12" imgW="241200" imgH="431640" progId="Equation.3">
              <p:embed/>
            </p:oleObj>
          </a:graphicData>
        </a:graphic>
      </p:graphicFrame>
      <p:sp>
        <p:nvSpPr>
          <p:cNvPr id="653343" name="Rectangle 31"/>
          <p:cNvSpPr>
            <a:spLocks noChangeArrowheads="1"/>
          </p:cNvSpPr>
          <p:nvPr/>
        </p:nvSpPr>
        <p:spPr bwMode="auto">
          <a:xfrm>
            <a:off x="6172200" y="4495800"/>
            <a:ext cx="838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3349" name="Line 37"/>
          <p:cNvSpPr>
            <a:spLocks noChangeShapeType="1"/>
          </p:cNvSpPr>
          <p:nvPr/>
        </p:nvSpPr>
        <p:spPr bwMode="auto">
          <a:xfrm flipH="1">
            <a:off x="16764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3350" name="Text Box 38"/>
          <p:cNvSpPr txBox="1">
            <a:spLocks noChangeArrowheads="1"/>
          </p:cNvSpPr>
          <p:nvPr/>
        </p:nvSpPr>
        <p:spPr bwMode="auto">
          <a:xfrm>
            <a:off x="2209800" y="41148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653351" name="Text Box 39"/>
          <p:cNvSpPr txBox="1">
            <a:spLocks noChangeArrowheads="1"/>
          </p:cNvSpPr>
          <p:nvPr/>
        </p:nvSpPr>
        <p:spPr bwMode="auto">
          <a:xfrm>
            <a:off x="0" y="19050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3352" name="Text Box 40"/>
          <p:cNvSpPr txBox="1">
            <a:spLocks noChangeArrowheads="1"/>
          </p:cNvSpPr>
          <p:nvPr/>
        </p:nvSpPr>
        <p:spPr bwMode="auto">
          <a:xfrm>
            <a:off x="609600" y="35814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53353" name="Line 41"/>
          <p:cNvSpPr>
            <a:spLocks noChangeShapeType="1"/>
          </p:cNvSpPr>
          <p:nvPr/>
        </p:nvSpPr>
        <p:spPr bwMode="auto">
          <a:xfrm flipH="1">
            <a:off x="7086600" y="472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3354" name="Text Box 42"/>
          <p:cNvSpPr txBox="1">
            <a:spLocks noChangeArrowheads="1"/>
          </p:cNvSpPr>
          <p:nvPr/>
        </p:nvSpPr>
        <p:spPr bwMode="auto">
          <a:xfrm>
            <a:off x="2438400" y="0"/>
            <a:ext cx="4175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Possible Transition</a:t>
            </a:r>
          </a:p>
        </p:txBody>
      </p:sp>
      <p:sp>
        <p:nvSpPr>
          <p:cNvPr id="653355" name="Text Box 43"/>
          <p:cNvSpPr txBox="1">
            <a:spLocks noChangeArrowheads="1"/>
          </p:cNvSpPr>
          <p:nvPr/>
        </p:nvSpPr>
        <p:spPr bwMode="auto">
          <a:xfrm>
            <a:off x="6019800" y="3581400"/>
            <a:ext cx="1343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empty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EAA1F-5992-40FE-AE43-3B1798AF3567}" type="slidenum">
              <a:rPr lang="en-US"/>
              <a:pPr/>
              <a:t>10</a:t>
            </a:fld>
            <a:endParaRPr lang="en-US"/>
          </a:p>
        </p:txBody>
      </p:sp>
      <p:sp>
        <p:nvSpPr>
          <p:cNvPr id="655362" name="Oval 1026"/>
          <p:cNvSpPr>
            <a:spLocks noChangeArrowheads="1"/>
          </p:cNvSpPr>
          <p:nvPr/>
        </p:nvSpPr>
        <p:spPr bwMode="auto">
          <a:xfrm>
            <a:off x="28956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63" name="Oval 1027"/>
          <p:cNvSpPr>
            <a:spLocks noChangeArrowheads="1"/>
          </p:cNvSpPr>
          <p:nvPr/>
        </p:nvSpPr>
        <p:spPr bwMode="auto">
          <a:xfrm>
            <a:off x="57150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64" name="Line 1028"/>
          <p:cNvSpPr>
            <a:spLocks noChangeShapeType="1"/>
          </p:cNvSpPr>
          <p:nvPr/>
        </p:nvSpPr>
        <p:spPr bwMode="auto">
          <a:xfrm>
            <a:off x="3581400" y="1600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5365" name="Object 1029"/>
          <p:cNvGraphicFramePr>
            <a:graphicFrameLocks noChangeAspect="1"/>
          </p:cNvGraphicFramePr>
          <p:nvPr/>
        </p:nvGraphicFramePr>
        <p:xfrm>
          <a:off x="3048000" y="1371600"/>
          <a:ext cx="381000" cy="457200"/>
        </p:xfrm>
        <a:graphic>
          <a:graphicData uri="http://schemas.openxmlformats.org/presentationml/2006/ole">
            <p:oleObj spid="_x0000_s655365" name="Equation" r:id="rId3" imgW="381000" imgH="457200" progId="Equation.3">
              <p:embed/>
            </p:oleObj>
          </a:graphicData>
        </a:graphic>
      </p:graphicFrame>
      <p:graphicFrame>
        <p:nvGraphicFramePr>
          <p:cNvPr id="655366" name="Object 1030"/>
          <p:cNvGraphicFramePr>
            <a:graphicFrameLocks noChangeAspect="1"/>
          </p:cNvGraphicFramePr>
          <p:nvPr/>
        </p:nvGraphicFramePr>
        <p:xfrm>
          <a:off x="5842000" y="1371600"/>
          <a:ext cx="431800" cy="457200"/>
        </p:xfrm>
        <a:graphic>
          <a:graphicData uri="http://schemas.openxmlformats.org/presentationml/2006/ole">
            <p:oleObj spid="_x0000_s655366" name="Equation" r:id="rId4" imgW="431800" imgH="457200" progId="Equation.3">
              <p:embed/>
            </p:oleObj>
          </a:graphicData>
        </a:graphic>
      </p:graphicFrame>
      <p:graphicFrame>
        <p:nvGraphicFramePr>
          <p:cNvPr id="655367" name="Object 1031"/>
          <p:cNvGraphicFramePr>
            <a:graphicFrameLocks noChangeAspect="1"/>
          </p:cNvGraphicFramePr>
          <p:nvPr/>
        </p:nvGraphicFramePr>
        <p:xfrm>
          <a:off x="3838575" y="1073150"/>
          <a:ext cx="1581150" cy="508000"/>
        </p:xfrm>
        <a:graphic>
          <a:graphicData uri="http://schemas.openxmlformats.org/presentationml/2006/ole">
            <p:oleObj spid="_x0000_s655367" name="Equation" r:id="rId5" imgW="1384200" imgH="444240" progId="Equation.3">
              <p:embed/>
            </p:oleObj>
          </a:graphicData>
        </a:graphic>
      </p:graphicFrame>
      <p:sp>
        <p:nvSpPr>
          <p:cNvPr id="655368" name="Rectangle 1032"/>
          <p:cNvSpPr>
            <a:spLocks noChangeArrowheads="1"/>
          </p:cNvSpPr>
          <p:nvPr/>
        </p:nvSpPr>
        <p:spPr bwMode="auto">
          <a:xfrm>
            <a:off x="457200" y="2438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5369" name="Line 1033"/>
          <p:cNvSpPr>
            <a:spLocks noChangeShapeType="1"/>
          </p:cNvSpPr>
          <p:nvPr/>
        </p:nvSpPr>
        <p:spPr bwMode="auto">
          <a:xfrm>
            <a:off x="16002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70" name="Line 1034"/>
          <p:cNvSpPr>
            <a:spLocks noChangeShapeType="1"/>
          </p:cNvSpPr>
          <p:nvPr/>
        </p:nvSpPr>
        <p:spPr bwMode="auto">
          <a:xfrm>
            <a:off x="21336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5371" name="Object 1035"/>
          <p:cNvGraphicFramePr>
            <a:graphicFrameLocks noChangeAspect="1"/>
          </p:cNvGraphicFramePr>
          <p:nvPr/>
        </p:nvGraphicFramePr>
        <p:xfrm>
          <a:off x="1752600" y="2667000"/>
          <a:ext cx="254000" cy="254000"/>
        </p:xfrm>
        <a:graphic>
          <a:graphicData uri="http://schemas.openxmlformats.org/presentationml/2006/ole">
            <p:oleObj spid="_x0000_s655371" name="Equation" r:id="rId6" imgW="254000" imgH="254000" progId="Equation.3">
              <p:embed/>
            </p:oleObj>
          </a:graphicData>
        </a:graphic>
      </p:graphicFrame>
      <p:sp>
        <p:nvSpPr>
          <p:cNvPr id="655372" name="Line 1036"/>
          <p:cNvSpPr>
            <a:spLocks noChangeShapeType="1"/>
          </p:cNvSpPr>
          <p:nvPr/>
        </p:nvSpPr>
        <p:spPr bwMode="auto">
          <a:xfrm>
            <a:off x="1371600" y="1828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5373" name="Object 1037"/>
          <p:cNvGraphicFramePr>
            <a:graphicFrameLocks noChangeAspect="1"/>
          </p:cNvGraphicFramePr>
          <p:nvPr/>
        </p:nvGraphicFramePr>
        <p:xfrm>
          <a:off x="749300" y="2732088"/>
          <a:ext cx="419100" cy="112712"/>
        </p:xfrm>
        <a:graphic>
          <a:graphicData uri="http://schemas.openxmlformats.org/presentationml/2006/ole">
            <p:oleObj spid="_x0000_s655373" name="Equation" r:id="rId7" imgW="419040" imgH="114120" progId="Equation.3">
              <p:embed/>
            </p:oleObj>
          </a:graphicData>
        </a:graphic>
      </p:graphicFrame>
      <p:graphicFrame>
        <p:nvGraphicFramePr>
          <p:cNvPr id="655374" name="Object 1038"/>
          <p:cNvGraphicFramePr>
            <a:graphicFrameLocks noChangeAspect="1"/>
          </p:cNvGraphicFramePr>
          <p:nvPr/>
        </p:nvGraphicFramePr>
        <p:xfrm>
          <a:off x="2578100" y="2732088"/>
          <a:ext cx="419100" cy="112712"/>
        </p:xfrm>
        <a:graphic>
          <a:graphicData uri="http://schemas.openxmlformats.org/presentationml/2006/ole">
            <p:oleObj spid="_x0000_s655374" name="Equation" r:id="rId8" imgW="419040" imgH="114120" progId="Equation.3">
              <p:embed/>
            </p:oleObj>
          </a:graphicData>
        </a:graphic>
      </p:graphicFrame>
      <p:sp>
        <p:nvSpPr>
          <p:cNvPr id="655388" name="Text Box 1052"/>
          <p:cNvSpPr txBox="1">
            <a:spLocks noChangeArrowheads="1"/>
          </p:cNvSpPr>
          <p:nvPr/>
        </p:nvSpPr>
        <p:spPr bwMode="auto">
          <a:xfrm>
            <a:off x="0" y="19050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5391" name="Text Box 1055"/>
          <p:cNvSpPr txBox="1">
            <a:spLocks noChangeArrowheads="1"/>
          </p:cNvSpPr>
          <p:nvPr/>
        </p:nvSpPr>
        <p:spPr bwMode="auto">
          <a:xfrm>
            <a:off x="2819400" y="0"/>
            <a:ext cx="3365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Bad Transition</a:t>
            </a:r>
          </a:p>
        </p:txBody>
      </p:sp>
      <p:sp>
        <p:nvSpPr>
          <p:cNvPr id="655393" name="Text Box 1057"/>
          <p:cNvSpPr txBox="1">
            <a:spLocks noChangeArrowheads="1"/>
          </p:cNvSpPr>
          <p:nvPr/>
        </p:nvSpPr>
        <p:spPr bwMode="auto">
          <a:xfrm>
            <a:off x="1295400" y="5257800"/>
            <a:ext cx="5876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automaton </a:t>
            </a:r>
            <a:r>
              <a:rPr lang="en-US" b="1">
                <a:solidFill>
                  <a:srgbClr val="FF3300"/>
                </a:solidFill>
              </a:rPr>
              <a:t>Halts</a:t>
            </a:r>
            <a:r>
              <a:rPr lang="en-US"/>
              <a:t> in state </a:t>
            </a:r>
          </a:p>
          <a:p>
            <a:r>
              <a:rPr lang="en-US"/>
              <a:t>and </a:t>
            </a:r>
            <a:r>
              <a:rPr lang="en-US" b="1">
                <a:solidFill>
                  <a:srgbClr val="FF3300"/>
                </a:solidFill>
              </a:rPr>
              <a:t>Rejects</a:t>
            </a:r>
            <a:r>
              <a:rPr lang="en-US"/>
              <a:t> the input string</a:t>
            </a:r>
            <a:endParaRPr lang="en-US" b="1"/>
          </a:p>
        </p:txBody>
      </p:sp>
      <p:sp>
        <p:nvSpPr>
          <p:cNvPr id="655394" name="Rectangle 1058"/>
          <p:cNvSpPr>
            <a:spLocks noChangeArrowheads="1"/>
          </p:cNvSpPr>
          <p:nvPr/>
        </p:nvSpPr>
        <p:spPr bwMode="auto">
          <a:xfrm>
            <a:off x="1219200" y="4495800"/>
            <a:ext cx="838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5395" name="Line 1059"/>
          <p:cNvSpPr>
            <a:spLocks noChangeShapeType="1"/>
          </p:cNvSpPr>
          <p:nvPr/>
        </p:nvSpPr>
        <p:spPr bwMode="auto">
          <a:xfrm flipH="1">
            <a:off x="2133600" y="472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5396" name="Text Box 1060"/>
          <p:cNvSpPr txBox="1">
            <a:spLocks noChangeArrowheads="1"/>
          </p:cNvSpPr>
          <p:nvPr/>
        </p:nvSpPr>
        <p:spPr bwMode="auto">
          <a:xfrm>
            <a:off x="533400" y="3581400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Empty stack</a:t>
            </a:r>
          </a:p>
        </p:txBody>
      </p:sp>
      <p:graphicFrame>
        <p:nvGraphicFramePr>
          <p:cNvPr id="655397" name="Object 1061"/>
          <p:cNvGraphicFramePr>
            <a:graphicFrameLocks noChangeAspect="1"/>
          </p:cNvGraphicFramePr>
          <p:nvPr/>
        </p:nvGraphicFramePr>
        <p:xfrm>
          <a:off x="7162800" y="5257800"/>
          <a:ext cx="444500" cy="533400"/>
        </p:xfrm>
        <a:graphic>
          <a:graphicData uri="http://schemas.openxmlformats.org/presentationml/2006/ole">
            <p:oleObj spid="_x0000_s655397" name="Equation" r:id="rId9" imgW="381000" imgH="457200" progId="Equation.3">
              <p:embed/>
            </p:oleObj>
          </a:graphicData>
        </a:graphic>
      </p:graphicFrame>
      <p:sp>
        <p:nvSpPr>
          <p:cNvPr id="655398" name="AutoShape 1062"/>
          <p:cNvSpPr>
            <a:spLocks noChangeArrowheads="1"/>
          </p:cNvSpPr>
          <p:nvPr/>
        </p:nvSpPr>
        <p:spPr bwMode="auto">
          <a:xfrm>
            <a:off x="4094163" y="3819525"/>
            <a:ext cx="1031875" cy="107791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      </a:t>
            </a:r>
          </a:p>
        </p:txBody>
      </p:sp>
      <p:sp>
        <p:nvSpPr>
          <p:cNvPr id="655399" name="Text Box 1063"/>
          <p:cNvSpPr txBox="1">
            <a:spLocks noChangeArrowheads="1"/>
          </p:cNvSpPr>
          <p:nvPr/>
        </p:nvSpPr>
        <p:spPr bwMode="auto">
          <a:xfrm>
            <a:off x="6003925" y="4064000"/>
            <a:ext cx="1300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HALT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5ED30-1D32-434A-B1AF-3EBF87C73D84}" type="slidenum">
              <a:rPr lang="en-US"/>
              <a:pPr/>
              <a:t>11</a:t>
            </a:fld>
            <a:endParaRPr lang="en-US"/>
          </a:p>
        </p:txBody>
      </p:sp>
      <p:sp>
        <p:nvSpPr>
          <p:cNvPr id="656386" name="Oval 1026"/>
          <p:cNvSpPr>
            <a:spLocks noChangeArrowheads="1"/>
          </p:cNvSpPr>
          <p:nvPr/>
        </p:nvSpPr>
        <p:spPr bwMode="auto">
          <a:xfrm>
            <a:off x="28956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387" name="Oval 1027"/>
          <p:cNvSpPr>
            <a:spLocks noChangeArrowheads="1"/>
          </p:cNvSpPr>
          <p:nvPr/>
        </p:nvSpPr>
        <p:spPr bwMode="auto">
          <a:xfrm>
            <a:off x="57150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388" name="Line 1028"/>
          <p:cNvSpPr>
            <a:spLocks noChangeShapeType="1"/>
          </p:cNvSpPr>
          <p:nvPr/>
        </p:nvSpPr>
        <p:spPr bwMode="auto">
          <a:xfrm>
            <a:off x="3581400" y="1600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6389" name="Object 1029"/>
          <p:cNvGraphicFramePr>
            <a:graphicFrameLocks noChangeAspect="1"/>
          </p:cNvGraphicFramePr>
          <p:nvPr/>
        </p:nvGraphicFramePr>
        <p:xfrm>
          <a:off x="3048000" y="1371600"/>
          <a:ext cx="381000" cy="457200"/>
        </p:xfrm>
        <a:graphic>
          <a:graphicData uri="http://schemas.openxmlformats.org/presentationml/2006/ole">
            <p:oleObj spid="_x0000_s656389" name="Equation" r:id="rId3" imgW="381000" imgH="457200" progId="Equation.3">
              <p:embed/>
            </p:oleObj>
          </a:graphicData>
        </a:graphic>
      </p:graphicFrame>
      <p:graphicFrame>
        <p:nvGraphicFramePr>
          <p:cNvPr id="656390" name="Object 1030"/>
          <p:cNvGraphicFramePr>
            <a:graphicFrameLocks noChangeAspect="1"/>
          </p:cNvGraphicFramePr>
          <p:nvPr/>
        </p:nvGraphicFramePr>
        <p:xfrm>
          <a:off x="5842000" y="1371600"/>
          <a:ext cx="431800" cy="457200"/>
        </p:xfrm>
        <a:graphic>
          <a:graphicData uri="http://schemas.openxmlformats.org/presentationml/2006/ole">
            <p:oleObj spid="_x0000_s656390" name="Equation" r:id="rId4" imgW="431800" imgH="457200" progId="Equation.3">
              <p:embed/>
            </p:oleObj>
          </a:graphicData>
        </a:graphic>
      </p:graphicFrame>
      <p:graphicFrame>
        <p:nvGraphicFramePr>
          <p:cNvPr id="656391" name="Object 1031"/>
          <p:cNvGraphicFramePr>
            <a:graphicFrameLocks noChangeAspect="1"/>
          </p:cNvGraphicFramePr>
          <p:nvPr/>
        </p:nvGraphicFramePr>
        <p:xfrm>
          <a:off x="3810000" y="1079500"/>
          <a:ext cx="1638300" cy="493713"/>
        </p:xfrm>
        <a:graphic>
          <a:graphicData uri="http://schemas.openxmlformats.org/presentationml/2006/ole">
            <p:oleObj spid="_x0000_s656391" name="Equation" r:id="rId5" imgW="1434960" imgH="431640" progId="Equation.3">
              <p:embed/>
            </p:oleObj>
          </a:graphicData>
        </a:graphic>
      </p:graphicFrame>
      <p:sp>
        <p:nvSpPr>
          <p:cNvPr id="656392" name="Rectangle 1032"/>
          <p:cNvSpPr>
            <a:spLocks noChangeArrowheads="1"/>
          </p:cNvSpPr>
          <p:nvPr/>
        </p:nvSpPr>
        <p:spPr bwMode="auto">
          <a:xfrm>
            <a:off x="457200" y="2438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6393" name="Line 1033"/>
          <p:cNvSpPr>
            <a:spLocks noChangeShapeType="1"/>
          </p:cNvSpPr>
          <p:nvPr/>
        </p:nvSpPr>
        <p:spPr bwMode="auto">
          <a:xfrm>
            <a:off x="16002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394" name="Line 1034"/>
          <p:cNvSpPr>
            <a:spLocks noChangeShapeType="1"/>
          </p:cNvSpPr>
          <p:nvPr/>
        </p:nvSpPr>
        <p:spPr bwMode="auto">
          <a:xfrm>
            <a:off x="21336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6395" name="Object 1035"/>
          <p:cNvGraphicFramePr>
            <a:graphicFrameLocks noChangeAspect="1"/>
          </p:cNvGraphicFramePr>
          <p:nvPr/>
        </p:nvGraphicFramePr>
        <p:xfrm>
          <a:off x="1752600" y="2667000"/>
          <a:ext cx="254000" cy="254000"/>
        </p:xfrm>
        <a:graphic>
          <a:graphicData uri="http://schemas.openxmlformats.org/presentationml/2006/ole">
            <p:oleObj spid="_x0000_s656395" name="Equation" r:id="rId6" imgW="254000" imgH="254000" progId="Equation.3">
              <p:embed/>
            </p:oleObj>
          </a:graphicData>
        </a:graphic>
      </p:graphicFrame>
      <p:sp>
        <p:nvSpPr>
          <p:cNvPr id="656396" name="Line 1036"/>
          <p:cNvSpPr>
            <a:spLocks noChangeShapeType="1"/>
          </p:cNvSpPr>
          <p:nvPr/>
        </p:nvSpPr>
        <p:spPr bwMode="auto">
          <a:xfrm>
            <a:off x="1371600" y="1828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6397" name="Object 1037"/>
          <p:cNvGraphicFramePr>
            <a:graphicFrameLocks noChangeAspect="1"/>
          </p:cNvGraphicFramePr>
          <p:nvPr/>
        </p:nvGraphicFramePr>
        <p:xfrm>
          <a:off x="749300" y="2732088"/>
          <a:ext cx="419100" cy="112712"/>
        </p:xfrm>
        <a:graphic>
          <a:graphicData uri="http://schemas.openxmlformats.org/presentationml/2006/ole">
            <p:oleObj spid="_x0000_s656397" name="Equation" r:id="rId7" imgW="419040" imgH="114120" progId="Equation.3">
              <p:embed/>
            </p:oleObj>
          </a:graphicData>
        </a:graphic>
      </p:graphicFrame>
      <p:graphicFrame>
        <p:nvGraphicFramePr>
          <p:cNvPr id="656398" name="Object 1038"/>
          <p:cNvGraphicFramePr>
            <a:graphicFrameLocks noChangeAspect="1"/>
          </p:cNvGraphicFramePr>
          <p:nvPr/>
        </p:nvGraphicFramePr>
        <p:xfrm>
          <a:off x="2578100" y="2732088"/>
          <a:ext cx="419100" cy="112712"/>
        </p:xfrm>
        <a:graphic>
          <a:graphicData uri="http://schemas.openxmlformats.org/presentationml/2006/ole">
            <p:oleObj spid="_x0000_s656398" name="Equation" r:id="rId8" imgW="419040" imgH="114120" progId="Equation.3">
              <p:embed/>
            </p:oleObj>
          </a:graphicData>
        </a:graphic>
      </p:graphicFrame>
      <p:sp>
        <p:nvSpPr>
          <p:cNvPr id="656399" name="Text Box 1039"/>
          <p:cNvSpPr txBox="1">
            <a:spLocks noChangeArrowheads="1"/>
          </p:cNvSpPr>
          <p:nvPr/>
        </p:nvSpPr>
        <p:spPr bwMode="auto">
          <a:xfrm>
            <a:off x="0" y="19050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6400" name="Text Box 1040"/>
          <p:cNvSpPr txBox="1">
            <a:spLocks noChangeArrowheads="1"/>
          </p:cNvSpPr>
          <p:nvPr/>
        </p:nvSpPr>
        <p:spPr bwMode="auto">
          <a:xfrm>
            <a:off x="2819400" y="0"/>
            <a:ext cx="3365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Bad Transition</a:t>
            </a:r>
          </a:p>
        </p:txBody>
      </p:sp>
      <p:sp>
        <p:nvSpPr>
          <p:cNvPr id="656401" name="Text Box 1041"/>
          <p:cNvSpPr txBox="1">
            <a:spLocks noChangeArrowheads="1"/>
          </p:cNvSpPr>
          <p:nvPr/>
        </p:nvSpPr>
        <p:spPr bwMode="auto">
          <a:xfrm>
            <a:off x="1295400" y="5257800"/>
            <a:ext cx="5876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automaton </a:t>
            </a:r>
            <a:r>
              <a:rPr lang="en-US" b="1">
                <a:solidFill>
                  <a:srgbClr val="FF3300"/>
                </a:solidFill>
              </a:rPr>
              <a:t>Halts</a:t>
            </a:r>
            <a:r>
              <a:rPr lang="en-US"/>
              <a:t> in state </a:t>
            </a:r>
          </a:p>
          <a:p>
            <a:r>
              <a:rPr lang="en-US"/>
              <a:t>and </a:t>
            </a:r>
            <a:r>
              <a:rPr lang="en-US" b="1">
                <a:solidFill>
                  <a:srgbClr val="FF3300"/>
                </a:solidFill>
              </a:rPr>
              <a:t>Rejects</a:t>
            </a:r>
            <a:r>
              <a:rPr lang="en-US"/>
              <a:t> the input string</a:t>
            </a:r>
            <a:endParaRPr lang="en-US" b="1"/>
          </a:p>
        </p:txBody>
      </p:sp>
      <p:sp>
        <p:nvSpPr>
          <p:cNvPr id="656402" name="Rectangle 1042"/>
          <p:cNvSpPr>
            <a:spLocks noChangeArrowheads="1"/>
          </p:cNvSpPr>
          <p:nvPr/>
        </p:nvSpPr>
        <p:spPr bwMode="auto">
          <a:xfrm>
            <a:off x="1219200" y="4495800"/>
            <a:ext cx="838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6403" name="Line 1043"/>
          <p:cNvSpPr>
            <a:spLocks noChangeShapeType="1"/>
          </p:cNvSpPr>
          <p:nvPr/>
        </p:nvSpPr>
        <p:spPr bwMode="auto">
          <a:xfrm flipH="1">
            <a:off x="2133600" y="472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6404" name="Text Box 1044"/>
          <p:cNvSpPr txBox="1">
            <a:spLocks noChangeArrowheads="1"/>
          </p:cNvSpPr>
          <p:nvPr/>
        </p:nvSpPr>
        <p:spPr bwMode="auto">
          <a:xfrm>
            <a:off x="533400" y="3581400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Empty stack</a:t>
            </a:r>
          </a:p>
        </p:txBody>
      </p:sp>
      <p:graphicFrame>
        <p:nvGraphicFramePr>
          <p:cNvPr id="656405" name="Object 1045"/>
          <p:cNvGraphicFramePr>
            <a:graphicFrameLocks noChangeAspect="1"/>
          </p:cNvGraphicFramePr>
          <p:nvPr/>
        </p:nvGraphicFramePr>
        <p:xfrm>
          <a:off x="7162800" y="5257800"/>
          <a:ext cx="444500" cy="533400"/>
        </p:xfrm>
        <a:graphic>
          <a:graphicData uri="http://schemas.openxmlformats.org/presentationml/2006/ole">
            <p:oleObj spid="_x0000_s656405" name="Equation" r:id="rId9" imgW="381000" imgH="457200" progId="Equation.3">
              <p:embed/>
            </p:oleObj>
          </a:graphicData>
        </a:graphic>
      </p:graphicFrame>
      <p:sp>
        <p:nvSpPr>
          <p:cNvPr id="656406" name="AutoShape 1046"/>
          <p:cNvSpPr>
            <a:spLocks noChangeArrowheads="1"/>
          </p:cNvSpPr>
          <p:nvPr/>
        </p:nvSpPr>
        <p:spPr bwMode="auto">
          <a:xfrm>
            <a:off x="4094163" y="3819525"/>
            <a:ext cx="1031875" cy="107791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      </a:t>
            </a:r>
          </a:p>
        </p:txBody>
      </p:sp>
      <p:sp>
        <p:nvSpPr>
          <p:cNvPr id="656407" name="Text Box 1047"/>
          <p:cNvSpPr txBox="1">
            <a:spLocks noChangeArrowheads="1"/>
          </p:cNvSpPr>
          <p:nvPr/>
        </p:nvSpPr>
        <p:spPr bwMode="auto">
          <a:xfrm>
            <a:off x="6003925" y="4064000"/>
            <a:ext cx="1300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HALT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8C8A-D829-4F81-B921-F1380C9D31F4}" type="slidenum">
              <a:rPr lang="en-US"/>
              <a:pPr/>
              <a:t>12</a:t>
            </a:fld>
            <a:endParaRPr lang="en-US"/>
          </a:p>
        </p:txBody>
      </p:sp>
      <p:sp>
        <p:nvSpPr>
          <p:cNvPr id="658434" name="Oval 1026"/>
          <p:cNvSpPr>
            <a:spLocks noChangeArrowheads="1"/>
          </p:cNvSpPr>
          <p:nvPr/>
        </p:nvSpPr>
        <p:spPr bwMode="auto">
          <a:xfrm>
            <a:off x="2667000" y="2438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8435" name="Oval 1027"/>
          <p:cNvSpPr>
            <a:spLocks noChangeArrowheads="1"/>
          </p:cNvSpPr>
          <p:nvPr/>
        </p:nvSpPr>
        <p:spPr bwMode="auto">
          <a:xfrm>
            <a:off x="5486400" y="2438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8436" name="Line 1028"/>
          <p:cNvSpPr>
            <a:spLocks noChangeShapeType="1"/>
          </p:cNvSpPr>
          <p:nvPr/>
        </p:nvSpPr>
        <p:spPr bwMode="auto">
          <a:xfrm>
            <a:off x="3352800" y="2819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8437" name="Object 1029"/>
          <p:cNvGraphicFramePr>
            <a:graphicFrameLocks noChangeAspect="1"/>
          </p:cNvGraphicFramePr>
          <p:nvPr/>
        </p:nvGraphicFramePr>
        <p:xfrm>
          <a:off x="2819400" y="2590800"/>
          <a:ext cx="381000" cy="457200"/>
        </p:xfrm>
        <a:graphic>
          <a:graphicData uri="http://schemas.openxmlformats.org/presentationml/2006/ole">
            <p:oleObj spid="_x0000_s658437" name="Equation" r:id="rId3" imgW="381000" imgH="457200" progId="Equation.3">
              <p:embed/>
            </p:oleObj>
          </a:graphicData>
        </a:graphic>
      </p:graphicFrame>
      <p:graphicFrame>
        <p:nvGraphicFramePr>
          <p:cNvPr id="658438" name="Object 1030"/>
          <p:cNvGraphicFramePr>
            <a:graphicFrameLocks noChangeAspect="1"/>
          </p:cNvGraphicFramePr>
          <p:nvPr/>
        </p:nvGraphicFramePr>
        <p:xfrm>
          <a:off x="5613400" y="2590800"/>
          <a:ext cx="431800" cy="457200"/>
        </p:xfrm>
        <a:graphic>
          <a:graphicData uri="http://schemas.openxmlformats.org/presentationml/2006/ole">
            <p:oleObj spid="_x0000_s658438" name="Equation" r:id="rId4" imgW="431800" imgH="457200" progId="Equation.3">
              <p:embed/>
            </p:oleObj>
          </a:graphicData>
        </a:graphic>
      </p:graphicFrame>
      <p:graphicFrame>
        <p:nvGraphicFramePr>
          <p:cNvPr id="658439" name="Object 1031"/>
          <p:cNvGraphicFramePr>
            <a:graphicFrameLocks noChangeAspect="1"/>
          </p:cNvGraphicFramePr>
          <p:nvPr/>
        </p:nvGraphicFramePr>
        <p:xfrm>
          <a:off x="3589338" y="2341563"/>
          <a:ext cx="1624012" cy="406400"/>
        </p:xfrm>
        <a:graphic>
          <a:graphicData uri="http://schemas.openxmlformats.org/presentationml/2006/ole">
            <p:oleObj spid="_x0000_s658439" name="Equation" r:id="rId5" imgW="1422360" imgH="355320" progId="Equation.3">
              <p:embed/>
            </p:oleObj>
          </a:graphicData>
        </a:graphic>
      </p:graphicFrame>
      <p:sp>
        <p:nvSpPr>
          <p:cNvPr id="658440" name="Text Box 1032"/>
          <p:cNvSpPr txBox="1">
            <a:spLocks noChangeArrowheads="1"/>
          </p:cNvSpPr>
          <p:nvPr/>
        </p:nvSpPr>
        <p:spPr bwMode="auto">
          <a:xfrm>
            <a:off x="762000" y="381000"/>
            <a:ext cx="7470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 is allowed to be followed</a:t>
            </a:r>
          </a:p>
          <a:p>
            <a:r>
              <a:rPr lang="en-US"/>
              <a:t>When the stack is empty</a:t>
            </a:r>
          </a:p>
        </p:txBody>
      </p:sp>
      <p:sp>
        <p:nvSpPr>
          <p:cNvPr id="658441" name="Rectangle 1033"/>
          <p:cNvSpPr>
            <a:spLocks noChangeArrowheads="1"/>
          </p:cNvSpPr>
          <p:nvPr/>
        </p:nvSpPr>
        <p:spPr bwMode="auto">
          <a:xfrm>
            <a:off x="3962400" y="5029200"/>
            <a:ext cx="838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8442" name="Line 1034"/>
          <p:cNvSpPr>
            <a:spLocks noChangeShapeType="1"/>
          </p:cNvSpPr>
          <p:nvPr/>
        </p:nvSpPr>
        <p:spPr bwMode="auto">
          <a:xfrm flipH="1">
            <a:off x="4876800" y="5257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8443" name="Text Box 1035"/>
          <p:cNvSpPr txBox="1">
            <a:spLocks noChangeArrowheads="1"/>
          </p:cNvSpPr>
          <p:nvPr/>
        </p:nvSpPr>
        <p:spPr bwMode="auto">
          <a:xfrm>
            <a:off x="3276600" y="4114800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Empty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385-0824-4FA6-8217-4455C8E69859}" type="slidenum">
              <a:rPr lang="en-US"/>
              <a:pPr/>
              <a:t>13</a:t>
            </a:fld>
            <a:endParaRPr lang="en-US"/>
          </a:p>
        </p:txBody>
      </p:sp>
      <p:sp>
        <p:nvSpPr>
          <p:cNvPr id="654338" name="Oval 2"/>
          <p:cNvSpPr>
            <a:spLocks noChangeArrowheads="1"/>
          </p:cNvSpPr>
          <p:nvPr/>
        </p:nvSpPr>
        <p:spPr bwMode="auto">
          <a:xfrm>
            <a:off x="28956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4339" name="Oval 3"/>
          <p:cNvSpPr>
            <a:spLocks noChangeArrowheads="1"/>
          </p:cNvSpPr>
          <p:nvPr/>
        </p:nvSpPr>
        <p:spPr bwMode="auto">
          <a:xfrm>
            <a:off x="57150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4340" name="Line 4"/>
          <p:cNvSpPr>
            <a:spLocks noChangeShapeType="1"/>
          </p:cNvSpPr>
          <p:nvPr/>
        </p:nvSpPr>
        <p:spPr bwMode="auto">
          <a:xfrm>
            <a:off x="3581400" y="1600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4341" name="Object 5"/>
          <p:cNvGraphicFramePr>
            <a:graphicFrameLocks noChangeAspect="1"/>
          </p:cNvGraphicFramePr>
          <p:nvPr/>
        </p:nvGraphicFramePr>
        <p:xfrm>
          <a:off x="3048000" y="1371600"/>
          <a:ext cx="381000" cy="457200"/>
        </p:xfrm>
        <a:graphic>
          <a:graphicData uri="http://schemas.openxmlformats.org/presentationml/2006/ole">
            <p:oleObj spid="_x0000_s654341" name="Equation" r:id="rId3" imgW="381000" imgH="457200" progId="Equation.3">
              <p:embed/>
            </p:oleObj>
          </a:graphicData>
        </a:graphic>
      </p:graphicFrame>
      <p:graphicFrame>
        <p:nvGraphicFramePr>
          <p:cNvPr id="654342" name="Object 6"/>
          <p:cNvGraphicFramePr>
            <a:graphicFrameLocks noChangeAspect="1"/>
          </p:cNvGraphicFramePr>
          <p:nvPr/>
        </p:nvGraphicFramePr>
        <p:xfrm>
          <a:off x="5842000" y="1371600"/>
          <a:ext cx="431800" cy="457200"/>
        </p:xfrm>
        <a:graphic>
          <a:graphicData uri="http://schemas.openxmlformats.org/presentationml/2006/ole">
            <p:oleObj spid="_x0000_s654342" name="Equation" r:id="rId4" imgW="431800" imgH="457200" progId="Equation.3">
              <p:embed/>
            </p:oleObj>
          </a:graphicData>
        </a:graphic>
      </p:graphicFrame>
      <p:graphicFrame>
        <p:nvGraphicFramePr>
          <p:cNvPr id="654343" name="Object 7"/>
          <p:cNvGraphicFramePr>
            <a:graphicFrameLocks noChangeAspect="1"/>
          </p:cNvGraphicFramePr>
          <p:nvPr/>
        </p:nvGraphicFramePr>
        <p:xfrm>
          <a:off x="3838575" y="1066800"/>
          <a:ext cx="1581150" cy="522288"/>
        </p:xfrm>
        <a:graphic>
          <a:graphicData uri="http://schemas.openxmlformats.org/presentationml/2006/ole">
            <p:oleObj spid="_x0000_s654343" name="Equation" r:id="rId5" imgW="1384200" imgH="457200" progId="Equation.3">
              <p:embed/>
            </p:oleObj>
          </a:graphicData>
        </a:graphic>
      </p:graphicFrame>
      <p:sp>
        <p:nvSpPr>
          <p:cNvPr id="654344" name="Rectangle 8"/>
          <p:cNvSpPr>
            <a:spLocks noChangeArrowheads="1"/>
          </p:cNvSpPr>
          <p:nvPr/>
        </p:nvSpPr>
        <p:spPr bwMode="auto">
          <a:xfrm>
            <a:off x="457200" y="2438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4345" name="Line 9"/>
          <p:cNvSpPr>
            <a:spLocks noChangeShapeType="1"/>
          </p:cNvSpPr>
          <p:nvPr/>
        </p:nvSpPr>
        <p:spPr bwMode="auto">
          <a:xfrm>
            <a:off x="16002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4346" name="Line 10"/>
          <p:cNvSpPr>
            <a:spLocks noChangeShapeType="1"/>
          </p:cNvSpPr>
          <p:nvPr/>
        </p:nvSpPr>
        <p:spPr bwMode="auto">
          <a:xfrm>
            <a:off x="21336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4347" name="Object 11"/>
          <p:cNvGraphicFramePr>
            <a:graphicFrameLocks noChangeAspect="1"/>
          </p:cNvGraphicFramePr>
          <p:nvPr/>
        </p:nvGraphicFramePr>
        <p:xfrm>
          <a:off x="1752600" y="2667000"/>
          <a:ext cx="254000" cy="254000"/>
        </p:xfrm>
        <a:graphic>
          <a:graphicData uri="http://schemas.openxmlformats.org/presentationml/2006/ole">
            <p:oleObj spid="_x0000_s654347" name="Equation" r:id="rId6" imgW="254000" imgH="254000" progId="Equation.3">
              <p:embed/>
            </p:oleObj>
          </a:graphicData>
        </a:graphic>
      </p:graphicFrame>
      <p:sp>
        <p:nvSpPr>
          <p:cNvPr id="654348" name="Line 12"/>
          <p:cNvSpPr>
            <a:spLocks noChangeShapeType="1"/>
          </p:cNvSpPr>
          <p:nvPr/>
        </p:nvSpPr>
        <p:spPr bwMode="auto">
          <a:xfrm>
            <a:off x="1371600" y="1828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4349" name="Object 13"/>
          <p:cNvGraphicFramePr>
            <a:graphicFrameLocks noChangeAspect="1"/>
          </p:cNvGraphicFramePr>
          <p:nvPr/>
        </p:nvGraphicFramePr>
        <p:xfrm>
          <a:off x="749300" y="2732088"/>
          <a:ext cx="419100" cy="112712"/>
        </p:xfrm>
        <a:graphic>
          <a:graphicData uri="http://schemas.openxmlformats.org/presentationml/2006/ole">
            <p:oleObj spid="_x0000_s654349" name="Equation" r:id="rId7" imgW="419040" imgH="114120" progId="Equation.3">
              <p:embed/>
            </p:oleObj>
          </a:graphicData>
        </a:graphic>
      </p:graphicFrame>
      <p:graphicFrame>
        <p:nvGraphicFramePr>
          <p:cNvPr id="654350" name="Object 14"/>
          <p:cNvGraphicFramePr>
            <a:graphicFrameLocks noChangeAspect="1"/>
          </p:cNvGraphicFramePr>
          <p:nvPr/>
        </p:nvGraphicFramePr>
        <p:xfrm>
          <a:off x="2578100" y="2732088"/>
          <a:ext cx="419100" cy="112712"/>
        </p:xfrm>
        <a:graphic>
          <a:graphicData uri="http://schemas.openxmlformats.org/presentationml/2006/ole">
            <p:oleObj spid="_x0000_s654350" name="Equation" r:id="rId8" imgW="419040" imgH="114120" progId="Equation.3">
              <p:embed/>
            </p:oleObj>
          </a:graphicData>
        </a:graphic>
      </p:graphicFrame>
      <p:sp>
        <p:nvSpPr>
          <p:cNvPr id="654351" name="Rectangle 15"/>
          <p:cNvSpPr>
            <a:spLocks noChangeArrowheads="1"/>
          </p:cNvSpPr>
          <p:nvPr/>
        </p:nvSpPr>
        <p:spPr bwMode="auto">
          <a:xfrm>
            <a:off x="5715000" y="2438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4352" name="Line 16"/>
          <p:cNvSpPr>
            <a:spLocks noChangeShapeType="1"/>
          </p:cNvSpPr>
          <p:nvPr/>
        </p:nvSpPr>
        <p:spPr bwMode="auto">
          <a:xfrm>
            <a:off x="68580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4353" name="Line 17"/>
          <p:cNvSpPr>
            <a:spLocks noChangeShapeType="1"/>
          </p:cNvSpPr>
          <p:nvPr/>
        </p:nvSpPr>
        <p:spPr bwMode="auto">
          <a:xfrm>
            <a:off x="73914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4354" name="Object 18"/>
          <p:cNvGraphicFramePr>
            <a:graphicFrameLocks noChangeAspect="1"/>
          </p:cNvGraphicFramePr>
          <p:nvPr/>
        </p:nvGraphicFramePr>
        <p:xfrm>
          <a:off x="7010400" y="2667000"/>
          <a:ext cx="254000" cy="254000"/>
        </p:xfrm>
        <a:graphic>
          <a:graphicData uri="http://schemas.openxmlformats.org/presentationml/2006/ole">
            <p:oleObj spid="_x0000_s654354" name="Equation" r:id="rId9" imgW="254000" imgH="254000" progId="Equation.3">
              <p:embed/>
            </p:oleObj>
          </a:graphicData>
        </a:graphic>
      </p:graphicFrame>
      <p:sp>
        <p:nvSpPr>
          <p:cNvPr id="654355" name="Line 19"/>
          <p:cNvSpPr>
            <a:spLocks noChangeShapeType="1"/>
          </p:cNvSpPr>
          <p:nvPr/>
        </p:nvSpPr>
        <p:spPr bwMode="auto">
          <a:xfrm>
            <a:off x="7086600" y="1828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4356" name="Object 20"/>
          <p:cNvGraphicFramePr>
            <a:graphicFrameLocks noChangeAspect="1"/>
          </p:cNvGraphicFramePr>
          <p:nvPr/>
        </p:nvGraphicFramePr>
        <p:xfrm>
          <a:off x="6007100" y="2732088"/>
          <a:ext cx="419100" cy="112712"/>
        </p:xfrm>
        <a:graphic>
          <a:graphicData uri="http://schemas.openxmlformats.org/presentationml/2006/ole">
            <p:oleObj spid="_x0000_s654356" name="Equation" r:id="rId10" imgW="419040" imgH="114120" progId="Equation.3">
              <p:embed/>
            </p:oleObj>
          </a:graphicData>
        </a:graphic>
      </p:graphicFrame>
      <p:graphicFrame>
        <p:nvGraphicFramePr>
          <p:cNvPr id="654357" name="Object 21"/>
          <p:cNvGraphicFramePr>
            <a:graphicFrameLocks noChangeAspect="1"/>
          </p:cNvGraphicFramePr>
          <p:nvPr/>
        </p:nvGraphicFramePr>
        <p:xfrm>
          <a:off x="7835900" y="2732088"/>
          <a:ext cx="419100" cy="112712"/>
        </p:xfrm>
        <a:graphic>
          <a:graphicData uri="http://schemas.openxmlformats.org/presentationml/2006/ole">
            <p:oleObj spid="_x0000_s654357" name="Equation" r:id="rId11" imgW="419040" imgH="114120" progId="Equation.3">
              <p:embed/>
            </p:oleObj>
          </a:graphicData>
        </a:graphic>
      </p:graphicFrame>
      <p:sp>
        <p:nvSpPr>
          <p:cNvPr id="654358" name="AutoShape 22"/>
          <p:cNvSpPr>
            <a:spLocks noChangeArrowheads="1"/>
          </p:cNvSpPr>
          <p:nvPr/>
        </p:nvSpPr>
        <p:spPr bwMode="auto">
          <a:xfrm>
            <a:off x="4137025" y="3819525"/>
            <a:ext cx="928688" cy="1077913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Pop</a:t>
            </a:r>
          </a:p>
        </p:txBody>
      </p:sp>
      <p:sp>
        <p:nvSpPr>
          <p:cNvPr id="654359" name="Rectangle 23"/>
          <p:cNvSpPr>
            <a:spLocks noChangeArrowheads="1"/>
          </p:cNvSpPr>
          <p:nvPr/>
        </p:nvSpPr>
        <p:spPr bwMode="auto">
          <a:xfrm>
            <a:off x="838200" y="4191000"/>
            <a:ext cx="838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4360" name="Object 24"/>
          <p:cNvGraphicFramePr>
            <a:graphicFrameLocks noChangeAspect="1"/>
          </p:cNvGraphicFramePr>
          <p:nvPr/>
        </p:nvGraphicFramePr>
        <p:xfrm>
          <a:off x="1143000" y="4267200"/>
          <a:ext cx="239713" cy="430213"/>
        </p:xfrm>
        <a:graphic>
          <a:graphicData uri="http://schemas.openxmlformats.org/presentationml/2006/ole">
            <p:oleObj spid="_x0000_s654360" name="Equation" r:id="rId12" imgW="241200" imgH="431640" progId="Equation.3">
              <p:embed/>
            </p:oleObj>
          </a:graphicData>
        </a:graphic>
      </p:graphicFrame>
      <p:sp>
        <p:nvSpPr>
          <p:cNvPr id="654362" name="Line 26"/>
          <p:cNvSpPr>
            <a:spLocks noChangeShapeType="1"/>
          </p:cNvSpPr>
          <p:nvPr/>
        </p:nvSpPr>
        <p:spPr bwMode="auto">
          <a:xfrm flipH="1">
            <a:off x="16764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4363" name="Text Box 27"/>
          <p:cNvSpPr txBox="1">
            <a:spLocks noChangeArrowheads="1"/>
          </p:cNvSpPr>
          <p:nvPr/>
        </p:nvSpPr>
        <p:spPr bwMode="auto">
          <a:xfrm>
            <a:off x="2209800" y="41148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654364" name="Text Box 28"/>
          <p:cNvSpPr txBox="1">
            <a:spLocks noChangeArrowheads="1"/>
          </p:cNvSpPr>
          <p:nvPr/>
        </p:nvSpPr>
        <p:spPr bwMode="auto">
          <a:xfrm>
            <a:off x="0" y="19050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4365" name="Text Box 29"/>
          <p:cNvSpPr txBox="1">
            <a:spLocks noChangeArrowheads="1"/>
          </p:cNvSpPr>
          <p:nvPr/>
        </p:nvSpPr>
        <p:spPr bwMode="auto">
          <a:xfrm>
            <a:off x="609600" y="35814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54367" name="Text Box 31"/>
          <p:cNvSpPr txBox="1">
            <a:spLocks noChangeArrowheads="1"/>
          </p:cNvSpPr>
          <p:nvPr/>
        </p:nvSpPr>
        <p:spPr bwMode="auto">
          <a:xfrm>
            <a:off x="2819400" y="0"/>
            <a:ext cx="3606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Good Transition</a:t>
            </a:r>
          </a:p>
        </p:txBody>
      </p:sp>
      <p:sp>
        <p:nvSpPr>
          <p:cNvPr id="654370" name="Rectangle 34"/>
          <p:cNvSpPr>
            <a:spLocks noChangeArrowheads="1"/>
          </p:cNvSpPr>
          <p:nvPr/>
        </p:nvSpPr>
        <p:spPr bwMode="auto">
          <a:xfrm>
            <a:off x="6172200" y="4191000"/>
            <a:ext cx="838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4371" name="Object 35"/>
          <p:cNvGraphicFramePr>
            <a:graphicFrameLocks noChangeAspect="1"/>
          </p:cNvGraphicFramePr>
          <p:nvPr/>
        </p:nvGraphicFramePr>
        <p:xfrm>
          <a:off x="6477000" y="4191000"/>
          <a:ext cx="293688" cy="457200"/>
        </p:xfrm>
        <a:graphic>
          <a:graphicData uri="http://schemas.openxmlformats.org/presentationml/2006/ole">
            <p:oleObj spid="_x0000_s654371" name="Equation" r:id="rId13" imgW="228600" imgH="355320" progId="Equation.3">
              <p:embed/>
            </p:oleObj>
          </a:graphicData>
        </a:graphic>
      </p:graphicFrame>
      <p:sp>
        <p:nvSpPr>
          <p:cNvPr id="654372" name="Line 36"/>
          <p:cNvSpPr>
            <a:spLocks noChangeShapeType="1"/>
          </p:cNvSpPr>
          <p:nvPr/>
        </p:nvSpPr>
        <p:spPr bwMode="auto">
          <a:xfrm flipH="1">
            <a:off x="70104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EFE19-7FC4-4AC0-879F-5443BD92E05A}" type="slidenum">
              <a:rPr lang="en-US"/>
              <a:pPr/>
              <a:t>14</a:t>
            </a:fld>
            <a:endParaRPr lang="en-US"/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Non-Determinism</a:t>
            </a:r>
          </a:p>
        </p:txBody>
      </p:sp>
      <p:sp>
        <p:nvSpPr>
          <p:cNvPr id="520195" name="Oval 3"/>
          <p:cNvSpPr>
            <a:spLocks noChangeArrowheads="1"/>
          </p:cNvSpPr>
          <p:nvPr/>
        </p:nvSpPr>
        <p:spPr bwMode="auto">
          <a:xfrm>
            <a:off x="304800" y="2971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0196" name="Oval 4"/>
          <p:cNvSpPr>
            <a:spLocks noChangeArrowheads="1"/>
          </p:cNvSpPr>
          <p:nvPr/>
        </p:nvSpPr>
        <p:spPr bwMode="auto">
          <a:xfrm>
            <a:off x="28956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0197" name="Line 5"/>
          <p:cNvSpPr>
            <a:spLocks noChangeShapeType="1"/>
          </p:cNvSpPr>
          <p:nvPr/>
        </p:nvSpPr>
        <p:spPr bwMode="auto">
          <a:xfrm flipV="1">
            <a:off x="990600" y="21336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0198" name="Object 6"/>
          <p:cNvGraphicFramePr>
            <a:graphicFrameLocks noChangeAspect="1"/>
          </p:cNvGraphicFramePr>
          <p:nvPr/>
        </p:nvGraphicFramePr>
        <p:xfrm>
          <a:off x="457200" y="3124200"/>
          <a:ext cx="381000" cy="457200"/>
        </p:xfrm>
        <a:graphic>
          <a:graphicData uri="http://schemas.openxmlformats.org/presentationml/2006/ole">
            <p:oleObj spid="_x0000_s520198" name="Equation" r:id="rId3" imgW="381000" imgH="457200" progId="Equation.3">
              <p:embed/>
            </p:oleObj>
          </a:graphicData>
        </a:graphic>
      </p:graphicFrame>
      <p:graphicFrame>
        <p:nvGraphicFramePr>
          <p:cNvPr id="520199" name="Object 7"/>
          <p:cNvGraphicFramePr>
            <a:graphicFrameLocks noChangeAspect="1"/>
          </p:cNvGraphicFramePr>
          <p:nvPr/>
        </p:nvGraphicFramePr>
        <p:xfrm>
          <a:off x="3022600" y="1828800"/>
          <a:ext cx="431800" cy="457200"/>
        </p:xfrm>
        <a:graphic>
          <a:graphicData uri="http://schemas.openxmlformats.org/presentationml/2006/ole">
            <p:oleObj spid="_x0000_s520199" name="Equation" r:id="rId4" imgW="431800" imgH="457200" progId="Equation.3">
              <p:embed/>
            </p:oleObj>
          </a:graphicData>
        </a:graphic>
      </p:graphicFrame>
      <p:graphicFrame>
        <p:nvGraphicFramePr>
          <p:cNvPr id="520200" name="Object 8"/>
          <p:cNvGraphicFramePr>
            <a:graphicFrameLocks noChangeAspect="1"/>
          </p:cNvGraphicFramePr>
          <p:nvPr/>
        </p:nvGraphicFramePr>
        <p:xfrm>
          <a:off x="685800" y="2057400"/>
          <a:ext cx="1663700" cy="444500"/>
        </p:xfrm>
        <a:graphic>
          <a:graphicData uri="http://schemas.openxmlformats.org/presentationml/2006/ole">
            <p:oleObj spid="_x0000_s520200" name="Equation" r:id="rId5" imgW="1663700" imgH="444500" progId="Equation.3">
              <p:embed/>
            </p:oleObj>
          </a:graphicData>
        </a:graphic>
      </p:graphicFrame>
      <p:sp>
        <p:nvSpPr>
          <p:cNvPr id="520201" name="Line 9"/>
          <p:cNvSpPr>
            <a:spLocks noChangeShapeType="1"/>
          </p:cNvSpPr>
          <p:nvPr/>
        </p:nvSpPr>
        <p:spPr bwMode="auto">
          <a:xfrm>
            <a:off x="914400" y="3581400"/>
            <a:ext cx="1905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0202" name="Oval 10"/>
          <p:cNvSpPr>
            <a:spLocks noChangeArrowheads="1"/>
          </p:cNvSpPr>
          <p:nvPr/>
        </p:nvSpPr>
        <p:spPr bwMode="auto">
          <a:xfrm>
            <a:off x="2819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0203" name="Object 11"/>
          <p:cNvGraphicFramePr>
            <a:graphicFrameLocks noChangeAspect="1"/>
          </p:cNvGraphicFramePr>
          <p:nvPr/>
        </p:nvGraphicFramePr>
        <p:xfrm>
          <a:off x="2952750" y="4565650"/>
          <a:ext cx="419100" cy="469900"/>
        </p:xfrm>
        <a:graphic>
          <a:graphicData uri="http://schemas.openxmlformats.org/presentationml/2006/ole">
            <p:oleObj spid="_x0000_s520203" name="Equation" r:id="rId6" imgW="419100" imgH="469900" progId="Equation.3">
              <p:embed/>
            </p:oleObj>
          </a:graphicData>
        </a:graphic>
      </p:graphicFrame>
      <p:graphicFrame>
        <p:nvGraphicFramePr>
          <p:cNvPr id="520204" name="Object 12"/>
          <p:cNvGraphicFramePr>
            <a:graphicFrameLocks noChangeAspect="1"/>
          </p:cNvGraphicFramePr>
          <p:nvPr/>
        </p:nvGraphicFramePr>
        <p:xfrm>
          <a:off x="685800" y="4343400"/>
          <a:ext cx="1663700" cy="444500"/>
        </p:xfrm>
        <a:graphic>
          <a:graphicData uri="http://schemas.openxmlformats.org/presentationml/2006/ole">
            <p:oleObj spid="_x0000_s520204" name="Equation" r:id="rId7" imgW="1663700" imgH="444500" progId="Equation.3">
              <p:embed/>
            </p:oleObj>
          </a:graphicData>
        </a:graphic>
      </p:graphicFrame>
      <p:sp>
        <p:nvSpPr>
          <p:cNvPr id="520205" name="Oval 13"/>
          <p:cNvSpPr>
            <a:spLocks noChangeArrowheads="1"/>
          </p:cNvSpPr>
          <p:nvPr/>
        </p:nvSpPr>
        <p:spPr bwMode="auto">
          <a:xfrm>
            <a:off x="5181600" y="3048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0206" name="Oval 14"/>
          <p:cNvSpPr>
            <a:spLocks noChangeArrowheads="1"/>
          </p:cNvSpPr>
          <p:nvPr/>
        </p:nvSpPr>
        <p:spPr bwMode="auto">
          <a:xfrm>
            <a:off x="8001000" y="3048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0207" name="Line 15"/>
          <p:cNvSpPr>
            <a:spLocks noChangeShapeType="1"/>
          </p:cNvSpPr>
          <p:nvPr/>
        </p:nvSpPr>
        <p:spPr bwMode="auto">
          <a:xfrm>
            <a:off x="5867400" y="3429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0208" name="Object 16"/>
          <p:cNvGraphicFramePr>
            <a:graphicFrameLocks noChangeAspect="1"/>
          </p:cNvGraphicFramePr>
          <p:nvPr/>
        </p:nvGraphicFramePr>
        <p:xfrm>
          <a:off x="5334000" y="3200400"/>
          <a:ext cx="381000" cy="457200"/>
        </p:xfrm>
        <a:graphic>
          <a:graphicData uri="http://schemas.openxmlformats.org/presentationml/2006/ole">
            <p:oleObj spid="_x0000_s520208" name="Equation" r:id="rId8" imgW="381000" imgH="457200" progId="Equation.3">
              <p:embed/>
            </p:oleObj>
          </a:graphicData>
        </a:graphic>
      </p:graphicFrame>
      <p:graphicFrame>
        <p:nvGraphicFramePr>
          <p:cNvPr id="520209" name="Object 17"/>
          <p:cNvGraphicFramePr>
            <a:graphicFrameLocks noChangeAspect="1"/>
          </p:cNvGraphicFramePr>
          <p:nvPr/>
        </p:nvGraphicFramePr>
        <p:xfrm>
          <a:off x="8128000" y="3200400"/>
          <a:ext cx="431800" cy="457200"/>
        </p:xfrm>
        <a:graphic>
          <a:graphicData uri="http://schemas.openxmlformats.org/presentationml/2006/ole">
            <p:oleObj spid="_x0000_s520209" name="Equation" r:id="rId9" imgW="431800" imgH="457200" progId="Equation.3">
              <p:embed/>
            </p:oleObj>
          </a:graphicData>
        </a:graphic>
      </p:graphicFrame>
      <p:graphicFrame>
        <p:nvGraphicFramePr>
          <p:cNvPr id="520210" name="Object 18"/>
          <p:cNvGraphicFramePr>
            <a:graphicFrameLocks noChangeAspect="1"/>
          </p:cNvGraphicFramePr>
          <p:nvPr/>
        </p:nvGraphicFramePr>
        <p:xfrm>
          <a:off x="6076950" y="2882900"/>
          <a:ext cx="1701800" cy="469900"/>
        </p:xfrm>
        <a:graphic>
          <a:graphicData uri="http://schemas.openxmlformats.org/presentationml/2006/ole">
            <p:oleObj spid="_x0000_s520210" name="Equation" r:id="rId10" imgW="1701800" imgH="469900" progId="Equation.3">
              <p:embed/>
            </p:oleObj>
          </a:graphicData>
        </a:graphic>
      </p:graphicFrame>
      <p:graphicFrame>
        <p:nvGraphicFramePr>
          <p:cNvPr id="520211" name="Object 19"/>
          <p:cNvGraphicFramePr>
            <a:graphicFrameLocks noChangeAspect="1"/>
          </p:cNvGraphicFramePr>
          <p:nvPr/>
        </p:nvGraphicFramePr>
        <p:xfrm>
          <a:off x="5537200" y="4110038"/>
          <a:ext cx="2819400" cy="430212"/>
        </p:xfrm>
        <a:graphic>
          <a:graphicData uri="http://schemas.openxmlformats.org/presentationml/2006/ole">
            <p:oleObj spid="_x0000_s520211" name="Equation" r:id="rId11" imgW="2819160" imgH="393480" progId="Equation.3">
              <p:embed/>
            </p:oleObj>
          </a:graphicData>
        </a:graphic>
      </p:graphicFrame>
      <p:sp>
        <p:nvSpPr>
          <p:cNvPr id="520212" name="Text Box 20"/>
          <p:cNvSpPr txBox="1">
            <a:spLocks noChangeArrowheads="1"/>
          </p:cNvSpPr>
          <p:nvPr/>
        </p:nvSpPr>
        <p:spPr bwMode="auto">
          <a:xfrm>
            <a:off x="1143000" y="5410200"/>
            <a:ext cx="66675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These are allowed transitions in a </a:t>
            </a:r>
          </a:p>
          <a:p>
            <a:r>
              <a:rPr lang="en-US">
                <a:solidFill>
                  <a:srgbClr val="FF3300"/>
                </a:solidFill>
              </a:rPr>
              <a:t>Non-deterministic PDA (NPDA)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B9A20-28C8-4B97-B693-32643C63D964}" type="slidenum">
              <a:rPr lang="en-US"/>
              <a:pPr/>
              <a:t>15</a:t>
            </a:fld>
            <a:endParaRPr lang="en-US"/>
          </a:p>
        </p:txBody>
      </p:sp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NPDA:   Non-Deterministic PDA</a:t>
            </a:r>
          </a:p>
        </p:txBody>
      </p:sp>
      <p:sp>
        <p:nvSpPr>
          <p:cNvPr id="521219" name="Text Box 3"/>
          <p:cNvSpPr txBox="1">
            <a:spLocks noChangeArrowheads="1"/>
          </p:cNvSpPr>
          <p:nvPr/>
        </p:nvSpPr>
        <p:spPr bwMode="auto">
          <a:xfrm>
            <a:off x="685800" y="19050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Example:</a:t>
            </a:r>
          </a:p>
        </p:txBody>
      </p:sp>
      <p:sp>
        <p:nvSpPr>
          <p:cNvPr id="521220" name="Oval 4"/>
          <p:cNvSpPr>
            <a:spLocks noChangeArrowheads="1"/>
          </p:cNvSpPr>
          <p:nvPr/>
        </p:nvSpPr>
        <p:spPr bwMode="auto">
          <a:xfrm>
            <a:off x="32004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1" name="Line 5"/>
          <p:cNvSpPr>
            <a:spLocks noChangeShapeType="1"/>
          </p:cNvSpPr>
          <p:nvPr/>
        </p:nvSpPr>
        <p:spPr bwMode="auto">
          <a:xfrm>
            <a:off x="12192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2" name="Line 6"/>
          <p:cNvSpPr>
            <a:spLocks noChangeShapeType="1"/>
          </p:cNvSpPr>
          <p:nvPr/>
        </p:nvSpPr>
        <p:spPr bwMode="auto">
          <a:xfrm>
            <a:off x="64008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3" name="Line 7"/>
          <p:cNvSpPr>
            <a:spLocks noChangeShapeType="1"/>
          </p:cNvSpPr>
          <p:nvPr/>
        </p:nvSpPr>
        <p:spPr bwMode="auto">
          <a:xfrm>
            <a:off x="38100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4" name="Freeform 8"/>
          <p:cNvSpPr>
            <a:spLocks/>
          </p:cNvSpPr>
          <p:nvPr/>
        </p:nvSpPr>
        <p:spPr bwMode="auto">
          <a:xfrm>
            <a:off x="2971800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5" name="Freeform 9"/>
          <p:cNvSpPr>
            <a:spLocks/>
          </p:cNvSpPr>
          <p:nvPr/>
        </p:nvSpPr>
        <p:spPr bwMode="auto">
          <a:xfrm>
            <a:off x="5562600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6" name="Line 10"/>
          <p:cNvSpPr>
            <a:spLocks noChangeShapeType="1"/>
          </p:cNvSpPr>
          <p:nvPr/>
        </p:nvSpPr>
        <p:spPr bwMode="auto">
          <a:xfrm>
            <a:off x="0" y="586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7" name="Text Box 11"/>
          <p:cNvSpPr txBox="1">
            <a:spLocks noChangeArrowheads="1"/>
          </p:cNvSpPr>
          <p:nvPr/>
        </p:nvSpPr>
        <p:spPr bwMode="auto">
          <a:xfrm>
            <a:off x="1965325" y="5221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21228" name="Object 12"/>
          <p:cNvGraphicFramePr>
            <a:graphicFrameLocks noChangeAspect="1"/>
          </p:cNvGraphicFramePr>
          <p:nvPr/>
        </p:nvGraphicFramePr>
        <p:xfrm>
          <a:off x="1327150" y="5410200"/>
          <a:ext cx="1701800" cy="469900"/>
        </p:xfrm>
        <a:graphic>
          <a:graphicData uri="http://schemas.openxmlformats.org/presentationml/2006/ole">
            <p:oleObj spid="_x0000_s521228" name="Equation" r:id="rId3" imgW="1701800" imgH="469900" progId="Equation.3">
              <p:embed/>
            </p:oleObj>
          </a:graphicData>
        </a:graphic>
      </p:graphicFrame>
      <p:sp>
        <p:nvSpPr>
          <p:cNvPr id="521229" name="Oval 13"/>
          <p:cNvSpPr>
            <a:spLocks noChangeArrowheads="1"/>
          </p:cNvSpPr>
          <p:nvPr/>
        </p:nvSpPr>
        <p:spPr bwMode="auto">
          <a:xfrm>
            <a:off x="5334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30" name="Oval 14"/>
          <p:cNvSpPr>
            <a:spLocks noChangeArrowheads="1"/>
          </p:cNvSpPr>
          <p:nvPr/>
        </p:nvSpPr>
        <p:spPr bwMode="auto">
          <a:xfrm>
            <a:off x="457200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31" name="Oval 15"/>
          <p:cNvSpPr>
            <a:spLocks noChangeArrowheads="1"/>
          </p:cNvSpPr>
          <p:nvPr/>
        </p:nvSpPr>
        <p:spPr bwMode="auto">
          <a:xfrm>
            <a:off x="57912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32" name="Oval 16"/>
          <p:cNvSpPr>
            <a:spLocks noChangeArrowheads="1"/>
          </p:cNvSpPr>
          <p:nvPr/>
        </p:nvSpPr>
        <p:spPr bwMode="auto">
          <a:xfrm>
            <a:off x="84582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33" name="Oval 17"/>
          <p:cNvSpPr>
            <a:spLocks noChangeArrowheads="1"/>
          </p:cNvSpPr>
          <p:nvPr/>
        </p:nvSpPr>
        <p:spPr bwMode="auto">
          <a:xfrm>
            <a:off x="8382000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1234" name="Object 18"/>
          <p:cNvGraphicFramePr>
            <a:graphicFrameLocks noChangeAspect="1"/>
          </p:cNvGraphicFramePr>
          <p:nvPr/>
        </p:nvGraphicFramePr>
        <p:xfrm>
          <a:off x="2671763" y="4114800"/>
          <a:ext cx="1612900" cy="469900"/>
        </p:xfrm>
        <a:graphic>
          <a:graphicData uri="http://schemas.openxmlformats.org/presentationml/2006/ole">
            <p:oleObj spid="_x0000_s521234" name="Equation" r:id="rId4" imgW="1612900" imgH="469900" progId="Equation.3">
              <p:embed/>
            </p:oleObj>
          </a:graphicData>
        </a:graphic>
      </p:graphicFrame>
      <p:graphicFrame>
        <p:nvGraphicFramePr>
          <p:cNvPr id="521235" name="Object 19"/>
          <p:cNvGraphicFramePr>
            <a:graphicFrameLocks noChangeAspect="1"/>
          </p:cNvGraphicFramePr>
          <p:nvPr/>
        </p:nvGraphicFramePr>
        <p:xfrm>
          <a:off x="3890963" y="5410200"/>
          <a:ext cx="1612900" cy="469900"/>
        </p:xfrm>
        <a:graphic>
          <a:graphicData uri="http://schemas.openxmlformats.org/presentationml/2006/ole">
            <p:oleObj spid="_x0000_s521235" name="Equation" r:id="rId5" imgW="1612900" imgH="469900" progId="Equation.3">
              <p:embed/>
            </p:oleObj>
          </a:graphicData>
        </a:graphic>
      </p:graphicFrame>
      <p:graphicFrame>
        <p:nvGraphicFramePr>
          <p:cNvPr id="521236" name="Object 20"/>
          <p:cNvGraphicFramePr>
            <a:graphicFrameLocks noChangeAspect="1"/>
          </p:cNvGraphicFramePr>
          <p:nvPr/>
        </p:nvGraphicFramePr>
        <p:xfrm>
          <a:off x="614363" y="5638800"/>
          <a:ext cx="444500" cy="469900"/>
        </p:xfrm>
        <a:graphic>
          <a:graphicData uri="http://schemas.openxmlformats.org/presentationml/2006/ole">
            <p:oleObj spid="_x0000_s521236" name="Equation" r:id="rId6" imgW="444500" imgH="469900" progId="Equation.3">
              <p:embed/>
            </p:oleObj>
          </a:graphicData>
        </a:graphic>
      </p:graphicFrame>
      <p:graphicFrame>
        <p:nvGraphicFramePr>
          <p:cNvPr id="521237" name="Object 21"/>
          <p:cNvGraphicFramePr>
            <a:graphicFrameLocks noChangeAspect="1"/>
          </p:cNvGraphicFramePr>
          <p:nvPr/>
        </p:nvGraphicFramePr>
        <p:xfrm>
          <a:off x="3313113" y="5645150"/>
          <a:ext cx="381000" cy="457200"/>
        </p:xfrm>
        <a:graphic>
          <a:graphicData uri="http://schemas.openxmlformats.org/presentationml/2006/ole">
            <p:oleObj spid="_x0000_s521237" name="Equation" r:id="rId7" imgW="381000" imgH="457200" progId="Equation.3">
              <p:embed/>
            </p:oleObj>
          </a:graphicData>
        </a:graphic>
      </p:graphicFrame>
      <p:graphicFrame>
        <p:nvGraphicFramePr>
          <p:cNvPr id="521238" name="Object 22"/>
          <p:cNvGraphicFramePr>
            <a:graphicFrameLocks noChangeAspect="1"/>
          </p:cNvGraphicFramePr>
          <p:nvPr/>
        </p:nvGraphicFramePr>
        <p:xfrm>
          <a:off x="5846763" y="5638800"/>
          <a:ext cx="431800" cy="457200"/>
        </p:xfrm>
        <a:graphic>
          <a:graphicData uri="http://schemas.openxmlformats.org/presentationml/2006/ole">
            <p:oleObj spid="_x0000_s521238" name="Equation" r:id="rId8" imgW="431800" imgH="457200" progId="Equation.3">
              <p:embed/>
            </p:oleObj>
          </a:graphicData>
        </a:graphic>
      </p:graphicFrame>
      <p:graphicFrame>
        <p:nvGraphicFramePr>
          <p:cNvPr id="521239" name="Object 23"/>
          <p:cNvGraphicFramePr>
            <a:graphicFrameLocks noChangeAspect="1"/>
          </p:cNvGraphicFramePr>
          <p:nvPr/>
        </p:nvGraphicFramePr>
        <p:xfrm>
          <a:off x="8520113" y="5632450"/>
          <a:ext cx="419100" cy="469900"/>
        </p:xfrm>
        <a:graphic>
          <a:graphicData uri="http://schemas.openxmlformats.org/presentationml/2006/ole">
            <p:oleObj spid="_x0000_s521239" name="Equation" r:id="rId9" imgW="419100" imgH="469900" progId="Equation.3">
              <p:embed/>
            </p:oleObj>
          </a:graphicData>
        </a:graphic>
      </p:graphicFrame>
      <p:graphicFrame>
        <p:nvGraphicFramePr>
          <p:cNvPr id="521240" name="Object 24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521240" name="Equation" r:id="rId10" imgW="1612900" imgH="469900" progId="Equation.3">
              <p:embed/>
            </p:oleObj>
          </a:graphicData>
        </a:graphic>
      </p:graphicFrame>
      <p:graphicFrame>
        <p:nvGraphicFramePr>
          <p:cNvPr id="521241" name="Object 25"/>
          <p:cNvGraphicFramePr>
            <a:graphicFrameLocks noChangeAspect="1"/>
          </p:cNvGraphicFramePr>
          <p:nvPr/>
        </p:nvGraphicFramePr>
        <p:xfrm>
          <a:off x="6584950" y="5410200"/>
          <a:ext cx="1574800" cy="469900"/>
        </p:xfrm>
        <a:graphic>
          <a:graphicData uri="http://schemas.openxmlformats.org/presentationml/2006/ole">
            <p:oleObj spid="_x0000_s521241" name="Equation" r:id="rId11" imgW="1574800" imgH="469900" progId="Equation.3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58C23-BE80-47E3-9275-9D10524053FD}" type="slidenum">
              <a:rPr lang="en-US"/>
              <a:pPr/>
              <a:t>16</a:t>
            </a:fld>
            <a:endParaRPr lang="en-US"/>
          </a:p>
        </p:txBody>
      </p:sp>
      <p:sp>
        <p:nvSpPr>
          <p:cNvPr id="522242" name="Oval 2"/>
          <p:cNvSpPr>
            <a:spLocks noChangeArrowheads="1"/>
          </p:cNvSpPr>
          <p:nvPr/>
        </p:nvSpPr>
        <p:spPr bwMode="auto">
          <a:xfrm>
            <a:off x="32004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3" name="Line 3"/>
          <p:cNvSpPr>
            <a:spLocks noChangeShapeType="1"/>
          </p:cNvSpPr>
          <p:nvPr/>
        </p:nvSpPr>
        <p:spPr bwMode="auto">
          <a:xfrm>
            <a:off x="12192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4" name="Line 4"/>
          <p:cNvSpPr>
            <a:spLocks noChangeShapeType="1"/>
          </p:cNvSpPr>
          <p:nvPr/>
        </p:nvSpPr>
        <p:spPr bwMode="auto">
          <a:xfrm>
            <a:off x="64008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5" name="Line 5"/>
          <p:cNvSpPr>
            <a:spLocks noChangeShapeType="1"/>
          </p:cNvSpPr>
          <p:nvPr/>
        </p:nvSpPr>
        <p:spPr bwMode="auto">
          <a:xfrm>
            <a:off x="38100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6" name="Freeform 6"/>
          <p:cNvSpPr>
            <a:spLocks/>
          </p:cNvSpPr>
          <p:nvPr/>
        </p:nvSpPr>
        <p:spPr bwMode="auto">
          <a:xfrm>
            <a:off x="2971800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7" name="Freeform 7"/>
          <p:cNvSpPr>
            <a:spLocks/>
          </p:cNvSpPr>
          <p:nvPr/>
        </p:nvSpPr>
        <p:spPr bwMode="auto">
          <a:xfrm>
            <a:off x="5562600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8" name="Line 8"/>
          <p:cNvSpPr>
            <a:spLocks noChangeShapeType="1"/>
          </p:cNvSpPr>
          <p:nvPr/>
        </p:nvSpPr>
        <p:spPr bwMode="auto">
          <a:xfrm>
            <a:off x="0" y="586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9" name="Text Box 9"/>
          <p:cNvSpPr txBox="1">
            <a:spLocks noChangeArrowheads="1"/>
          </p:cNvSpPr>
          <p:nvPr/>
        </p:nvSpPr>
        <p:spPr bwMode="auto">
          <a:xfrm>
            <a:off x="1965325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2250" name="Oval 10"/>
          <p:cNvSpPr>
            <a:spLocks noChangeArrowheads="1"/>
          </p:cNvSpPr>
          <p:nvPr/>
        </p:nvSpPr>
        <p:spPr bwMode="auto">
          <a:xfrm>
            <a:off x="5334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51" name="Oval 11"/>
          <p:cNvSpPr>
            <a:spLocks noChangeArrowheads="1"/>
          </p:cNvSpPr>
          <p:nvPr/>
        </p:nvSpPr>
        <p:spPr bwMode="auto">
          <a:xfrm>
            <a:off x="457200" y="5486400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52" name="Oval 12"/>
          <p:cNvSpPr>
            <a:spLocks noChangeArrowheads="1"/>
          </p:cNvSpPr>
          <p:nvPr/>
        </p:nvSpPr>
        <p:spPr bwMode="auto">
          <a:xfrm>
            <a:off x="57912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53" name="Oval 13"/>
          <p:cNvSpPr>
            <a:spLocks noChangeArrowheads="1"/>
          </p:cNvSpPr>
          <p:nvPr/>
        </p:nvSpPr>
        <p:spPr bwMode="auto">
          <a:xfrm>
            <a:off x="84582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54" name="Oval 14"/>
          <p:cNvSpPr>
            <a:spLocks noChangeArrowheads="1"/>
          </p:cNvSpPr>
          <p:nvPr/>
        </p:nvSpPr>
        <p:spPr bwMode="auto">
          <a:xfrm>
            <a:off x="8382000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2255" name="Object 15"/>
          <p:cNvGraphicFramePr>
            <a:graphicFrameLocks noChangeAspect="1"/>
          </p:cNvGraphicFramePr>
          <p:nvPr/>
        </p:nvGraphicFramePr>
        <p:xfrm>
          <a:off x="2671763" y="4114800"/>
          <a:ext cx="1612900" cy="469900"/>
        </p:xfrm>
        <a:graphic>
          <a:graphicData uri="http://schemas.openxmlformats.org/presentationml/2006/ole">
            <p:oleObj spid="_x0000_s522255" name="Equation" r:id="rId3" imgW="1612900" imgH="469900" progId="Equation.3">
              <p:embed/>
            </p:oleObj>
          </a:graphicData>
        </a:graphic>
      </p:graphicFrame>
      <p:graphicFrame>
        <p:nvGraphicFramePr>
          <p:cNvPr id="522256" name="Object 16"/>
          <p:cNvGraphicFramePr>
            <a:graphicFrameLocks noChangeAspect="1"/>
          </p:cNvGraphicFramePr>
          <p:nvPr/>
        </p:nvGraphicFramePr>
        <p:xfrm>
          <a:off x="3890963" y="5410200"/>
          <a:ext cx="1612900" cy="469900"/>
        </p:xfrm>
        <a:graphic>
          <a:graphicData uri="http://schemas.openxmlformats.org/presentationml/2006/ole">
            <p:oleObj spid="_x0000_s522256" name="Equation" r:id="rId4" imgW="1612900" imgH="469900" progId="Equation.3">
              <p:embed/>
            </p:oleObj>
          </a:graphicData>
        </a:graphic>
      </p:graphicFrame>
      <p:graphicFrame>
        <p:nvGraphicFramePr>
          <p:cNvPr id="522257" name="Object 17"/>
          <p:cNvGraphicFramePr>
            <a:graphicFrameLocks noChangeAspect="1"/>
          </p:cNvGraphicFramePr>
          <p:nvPr/>
        </p:nvGraphicFramePr>
        <p:xfrm>
          <a:off x="595313" y="5581650"/>
          <a:ext cx="482600" cy="584200"/>
        </p:xfrm>
        <a:graphic>
          <a:graphicData uri="http://schemas.openxmlformats.org/presentationml/2006/ole">
            <p:oleObj spid="_x0000_s522257" name="Equation" r:id="rId5" imgW="482400" imgH="583920" progId="Equation.3">
              <p:embed/>
            </p:oleObj>
          </a:graphicData>
        </a:graphic>
      </p:graphicFrame>
      <p:graphicFrame>
        <p:nvGraphicFramePr>
          <p:cNvPr id="522258" name="Object 18"/>
          <p:cNvGraphicFramePr>
            <a:graphicFrameLocks noChangeAspect="1"/>
          </p:cNvGraphicFramePr>
          <p:nvPr/>
        </p:nvGraphicFramePr>
        <p:xfrm>
          <a:off x="3313113" y="5645150"/>
          <a:ext cx="381000" cy="457200"/>
        </p:xfrm>
        <a:graphic>
          <a:graphicData uri="http://schemas.openxmlformats.org/presentationml/2006/ole">
            <p:oleObj spid="_x0000_s522258" name="Equation" r:id="rId6" imgW="381000" imgH="457200" progId="Equation.3">
              <p:embed/>
            </p:oleObj>
          </a:graphicData>
        </a:graphic>
      </p:graphicFrame>
      <p:graphicFrame>
        <p:nvGraphicFramePr>
          <p:cNvPr id="522259" name="Object 19"/>
          <p:cNvGraphicFramePr>
            <a:graphicFrameLocks noChangeAspect="1"/>
          </p:cNvGraphicFramePr>
          <p:nvPr/>
        </p:nvGraphicFramePr>
        <p:xfrm>
          <a:off x="5846763" y="5638800"/>
          <a:ext cx="431800" cy="457200"/>
        </p:xfrm>
        <a:graphic>
          <a:graphicData uri="http://schemas.openxmlformats.org/presentationml/2006/ole">
            <p:oleObj spid="_x0000_s522259" name="Equation" r:id="rId7" imgW="431800" imgH="457200" progId="Equation.3">
              <p:embed/>
            </p:oleObj>
          </a:graphicData>
        </a:graphic>
      </p:graphicFrame>
      <p:graphicFrame>
        <p:nvGraphicFramePr>
          <p:cNvPr id="522260" name="Object 20"/>
          <p:cNvGraphicFramePr>
            <a:graphicFrameLocks noChangeAspect="1"/>
          </p:cNvGraphicFramePr>
          <p:nvPr/>
        </p:nvGraphicFramePr>
        <p:xfrm>
          <a:off x="8520113" y="5632450"/>
          <a:ext cx="419100" cy="469900"/>
        </p:xfrm>
        <a:graphic>
          <a:graphicData uri="http://schemas.openxmlformats.org/presentationml/2006/ole">
            <p:oleObj spid="_x0000_s522260" name="Equation" r:id="rId8" imgW="419100" imgH="469900" progId="Equation.3">
              <p:embed/>
            </p:oleObj>
          </a:graphicData>
        </a:graphic>
      </p:graphicFrame>
      <p:sp>
        <p:nvSpPr>
          <p:cNvPr id="522261" name="Text Box 21"/>
          <p:cNvSpPr txBox="1">
            <a:spLocks noChangeArrowheads="1"/>
          </p:cNvSpPr>
          <p:nvPr/>
        </p:nvSpPr>
        <p:spPr bwMode="auto">
          <a:xfrm>
            <a:off x="0" y="0"/>
            <a:ext cx="3867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Execution Example:</a:t>
            </a:r>
          </a:p>
        </p:txBody>
      </p:sp>
      <p:sp>
        <p:nvSpPr>
          <p:cNvPr id="522262" name="Rectangle 22"/>
          <p:cNvSpPr>
            <a:spLocks noChangeArrowheads="1"/>
          </p:cNvSpPr>
          <p:nvPr/>
        </p:nvSpPr>
        <p:spPr bwMode="auto">
          <a:xfrm>
            <a:off x="609600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63" name="Line 23"/>
          <p:cNvSpPr>
            <a:spLocks noChangeShapeType="1"/>
          </p:cNvSpPr>
          <p:nvPr/>
        </p:nvSpPr>
        <p:spPr bwMode="auto">
          <a:xfrm>
            <a:off x="12954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2264" name="Line 24"/>
          <p:cNvSpPr>
            <a:spLocks noChangeShapeType="1"/>
          </p:cNvSpPr>
          <p:nvPr/>
        </p:nvSpPr>
        <p:spPr bwMode="auto">
          <a:xfrm>
            <a:off x="19812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2265" name="Line 25"/>
          <p:cNvSpPr>
            <a:spLocks noChangeShapeType="1"/>
          </p:cNvSpPr>
          <p:nvPr/>
        </p:nvSpPr>
        <p:spPr bwMode="auto">
          <a:xfrm>
            <a:off x="26670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2266" name="Line 26"/>
          <p:cNvSpPr>
            <a:spLocks noChangeShapeType="1"/>
          </p:cNvSpPr>
          <p:nvPr/>
        </p:nvSpPr>
        <p:spPr bwMode="auto">
          <a:xfrm>
            <a:off x="33528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2267" name="Line 27"/>
          <p:cNvSpPr>
            <a:spLocks noChangeShapeType="1"/>
          </p:cNvSpPr>
          <p:nvPr/>
        </p:nvSpPr>
        <p:spPr bwMode="auto">
          <a:xfrm>
            <a:off x="40386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2268" name="Text Box 28"/>
          <p:cNvSpPr txBox="1">
            <a:spLocks noChangeArrowheads="1"/>
          </p:cNvSpPr>
          <p:nvPr/>
        </p:nvSpPr>
        <p:spPr bwMode="auto">
          <a:xfrm>
            <a:off x="457200" y="685800"/>
            <a:ext cx="1239838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22269" name="Object 29"/>
          <p:cNvGraphicFramePr>
            <a:graphicFrameLocks noChangeAspect="1"/>
          </p:cNvGraphicFramePr>
          <p:nvPr/>
        </p:nvGraphicFramePr>
        <p:xfrm>
          <a:off x="838200" y="1676400"/>
          <a:ext cx="254000" cy="254000"/>
        </p:xfrm>
        <a:graphic>
          <a:graphicData uri="http://schemas.openxmlformats.org/presentationml/2006/ole">
            <p:oleObj spid="_x0000_s522269" name="Equation" r:id="rId9" imgW="254000" imgH="254000" progId="Equation.3">
              <p:embed/>
            </p:oleObj>
          </a:graphicData>
        </a:graphic>
      </p:graphicFrame>
      <p:graphicFrame>
        <p:nvGraphicFramePr>
          <p:cNvPr id="522270" name="Object 30"/>
          <p:cNvGraphicFramePr>
            <a:graphicFrameLocks noChangeAspect="1"/>
          </p:cNvGraphicFramePr>
          <p:nvPr/>
        </p:nvGraphicFramePr>
        <p:xfrm>
          <a:off x="1524000" y="1676400"/>
          <a:ext cx="254000" cy="254000"/>
        </p:xfrm>
        <a:graphic>
          <a:graphicData uri="http://schemas.openxmlformats.org/presentationml/2006/ole">
            <p:oleObj spid="_x0000_s522270" name="Equation" r:id="rId10" imgW="254000" imgH="254000" progId="Equation.3">
              <p:embed/>
            </p:oleObj>
          </a:graphicData>
        </a:graphic>
      </p:graphicFrame>
      <p:graphicFrame>
        <p:nvGraphicFramePr>
          <p:cNvPr id="522271" name="Object 31"/>
          <p:cNvGraphicFramePr>
            <a:graphicFrameLocks noChangeAspect="1"/>
          </p:cNvGraphicFramePr>
          <p:nvPr/>
        </p:nvGraphicFramePr>
        <p:xfrm>
          <a:off x="2209800" y="1676400"/>
          <a:ext cx="254000" cy="254000"/>
        </p:xfrm>
        <a:graphic>
          <a:graphicData uri="http://schemas.openxmlformats.org/presentationml/2006/ole">
            <p:oleObj spid="_x0000_s522271" name="Equation" r:id="rId11" imgW="254000" imgH="254000" progId="Equation.3">
              <p:embed/>
            </p:oleObj>
          </a:graphicData>
        </a:graphic>
      </p:graphicFrame>
      <p:graphicFrame>
        <p:nvGraphicFramePr>
          <p:cNvPr id="522272" name="Object 32"/>
          <p:cNvGraphicFramePr>
            <a:graphicFrameLocks noChangeAspect="1"/>
          </p:cNvGraphicFramePr>
          <p:nvPr/>
        </p:nvGraphicFramePr>
        <p:xfrm>
          <a:off x="2895600" y="1625600"/>
          <a:ext cx="254000" cy="355600"/>
        </p:xfrm>
        <a:graphic>
          <a:graphicData uri="http://schemas.openxmlformats.org/presentationml/2006/ole">
            <p:oleObj spid="_x0000_s522272" name="Equation" r:id="rId12" imgW="254000" imgH="355600" progId="Equation.3">
              <p:embed/>
            </p:oleObj>
          </a:graphicData>
        </a:graphic>
      </p:graphicFrame>
      <p:graphicFrame>
        <p:nvGraphicFramePr>
          <p:cNvPr id="522273" name="Object 33"/>
          <p:cNvGraphicFramePr>
            <a:graphicFrameLocks noChangeAspect="1"/>
          </p:cNvGraphicFramePr>
          <p:nvPr/>
        </p:nvGraphicFramePr>
        <p:xfrm>
          <a:off x="3581400" y="1625600"/>
          <a:ext cx="254000" cy="355600"/>
        </p:xfrm>
        <a:graphic>
          <a:graphicData uri="http://schemas.openxmlformats.org/presentationml/2006/ole">
            <p:oleObj spid="_x0000_s522273" name="Equation" r:id="rId13" imgW="254000" imgH="355600" progId="Equation.3">
              <p:embed/>
            </p:oleObj>
          </a:graphicData>
        </a:graphic>
      </p:graphicFrame>
      <p:graphicFrame>
        <p:nvGraphicFramePr>
          <p:cNvPr id="522274" name="Object 34"/>
          <p:cNvGraphicFramePr>
            <a:graphicFrameLocks noChangeAspect="1"/>
          </p:cNvGraphicFramePr>
          <p:nvPr/>
        </p:nvGraphicFramePr>
        <p:xfrm>
          <a:off x="4267200" y="1625600"/>
          <a:ext cx="254000" cy="355600"/>
        </p:xfrm>
        <a:graphic>
          <a:graphicData uri="http://schemas.openxmlformats.org/presentationml/2006/ole">
            <p:oleObj spid="_x0000_s522274" name="Equation" r:id="rId14" imgW="254000" imgH="355600" progId="Equation.3">
              <p:embed/>
            </p:oleObj>
          </a:graphicData>
        </a:graphic>
      </p:graphicFrame>
      <p:sp>
        <p:nvSpPr>
          <p:cNvPr id="522275" name="Line 35"/>
          <p:cNvSpPr>
            <a:spLocks noChangeShapeType="1"/>
          </p:cNvSpPr>
          <p:nvPr/>
        </p:nvSpPr>
        <p:spPr bwMode="auto">
          <a:xfrm flipV="1">
            <a:off x="4572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76" name="Text Box 36"/>
          <p:cNvSpPr txBox="1">
            <a:spLocks noChangeArrowheads="1"/>
          </p:cNvSpPr>
          <p:nvPr/>
        </p:nvSpPr>
        <p:spPr bwMode="auto">
          <a:xfrm>
            <a:off x="0" y="4038600"/>
            <a:ext cx="1622425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current</a:t>
            </a:r>
          </a:p>
          <a:p>
            <a:r>
              <a:rPr lang="en-US" altLang="en-US"/>
              <a:t>state</a:t>
            </a:r>
          </a:p>
        </p:txBody>
      </p:sp>
      <p:graphicFrame>
        <p:nvGraphicFramePr>
          <p:cNvPr id="522277" name="Object 37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522277" name="Equation" r:id="rId15" imgW="1612900" imgH="469900" progId="Equation.3">
              <p:embed/>
            </p:oleObj>
          </a:graphicData>
        </a:graphic>
      </p:graphicFrame>
      <p:sp>
        <p:nvSpPr>
          <p:cNvPr id="522278" name="Text Box 38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graphicFrame>
        <p:nvGraphicFramePr>
          <p:cNvPr id="522279" name="Object 39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522279" name="Equation" r:id="rId16" imgW="1701800" imgH="469900" progId="Equation.3">
              <p:embed/>
            </p:oleObj>
          </a:graphicData>
        </a:graphic>
      </p:graphicFrame>
      <p:graphicFrame>
        <p:nvGraphicFramePr>
          <p:cNvPr id="522280" name="Object 40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522280" name="Equation" r:id="rId17" imgW="1574800" imgH="469900" progId="Equation.3">
              <p:embed/>
            </p:oleObj>
          </a:graphicData>
        </a:graphic>
      </p:graphicFrame>
      <p:sp>
        <p:nvSpPr>
          <p:cNvPr id="522281" name="Rectangle 41"/>
          <p:cNvSpPr>
            <a:spLocks noChangeArrowheads="1"/>
          </p:cNvSpPr>
          <p:nvPr/>
        </p:nvSpPr>
        <p:spPr bwMode="auto">
          <a:xfrm>
            <a:off x="7315200" y="19050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82" name="Text Box 42"/>
          <p:cNvSpPr txBox="1">
            <a:spLocks noChangeArrowheads="1"/>
          </p:cNvSpPr>
          <p:nvPr/>
        </p:nvSpPr>
        <p:spPr bwMode="auto">
          <a:xfrm>
            <a:off x="7162800" y="2667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22283" name="Object 43"/>
          <p:cNvGraphicFramePr>
            <a:graphicFrameLocks noChangeAspect="1"/>
          </p:cNvGraphicFramePr>
          <p:nvPr/>
        </p:nvGraphicFramePr>
        <p:xfrm>
          <a:off x="7696200" y="2057400"/>
          <a:ext cx="228600" cy="419100"/>
        </p:xfrm>
        <a:graphic>
          <a:graphicData uri="http://schemas.openxmlformats.org/presentationml/2006/ole">
            <p:oleObj spid="_x0000_s522283" name="Equation" r:id="rId18" imgW="228600" imgH="419100" progId="Equation.3">
              <p:embed/>
            </p:oleObj>
          </a:graphicData>
        </a:graphic>
      </p:graphicFrame>
      <p:sp>
        <p:nvSpPr>
          <p:cNvPr id="522284" name="Line 44"/>
          <p:cNvSpPr>
            <a:spLocks noChangeShapeType="1"/>
          </p:cNvSpPr>
          <p:nvPr/>
        </p:nvSpPr>
        <p:spPr bwMode="auto">
          <a:xfrm flipH="1">
            <a:off x="8229600" y="213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48DBE-A77B-4C62-A3A1-850B6DC41A81}" type="slidenum">
              <a:rPr lang="en-US"/>
              <a:pPr/>
              <a:t>17</a:t>
            </a:fld>
            <a:endParaRPr lang="en-US"/>
          </a:p>
        </p:txBody>
      </p:sp>
      <p:sp>
        <p:nvSpPr>
          <p:cNvPr id="523266" name="Oval 2"/>
          <p:cNvSpPr>
            <a:spLocks noChangeArrowheads="1"/>
          </p:cNvSpPr>
          <p:nvPr/>
        </p:nvSpPr>
        <p:spPr bwMode="auto">
          <a:xfrm>
            <a:off x="32004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67" name="Line 3"/>
          <p:cNvSpPr>
            <a:spLocks noChangeShapeType="1"/>
          </p:cNvSpPr>
          <p:nvPr/>
        </p:nvSpPr>
        <p:spPr bwMode="auto">
          <a:xfrm>
            <a:off x="12192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68" name="Line 4"/>
          <p:cNvSpPr>
            <a:spLocks noChangeShapeType="1"/>
          </p:cNvSpPr>
          <p:nvPr/>
        </p:nvSpPr>
        <p:spPr bwMode="auto">
          <a:xfrm>
            <a:off x="64008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69" name="Line 5"/>
          <p:cNvSpPr>
            <a:spLocks noChangeShapeType="1"/>
          </p:cNvSpPr>
          <p:nvPr/>
        </p:nvSpPr>
        <p:spPr bwMode="auto">
          <a:xfrm>
            <a:off x="38100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0" name="Freeform 6"/>
          <p:cNvSpPr>
            <a:spLocks/>
          </p:cNvSpPr>
          <p:nvPr/>
        </p:nvSpPr>
        <p:spPr bwMode="auto">
          <a:xfrm>
            <a:off x="2971800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1" name="Freeform 7"/>
          <p:cNvSpPr>
            <a:spLocks/>
          </p:cNvSpPr>
          <p:nvPr/>
        </p:nvSpPr>
        <p:spPr bwMode="auto">
          <a:xfrm>
            <a:off x="5562600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2" name="Line 8"/>
          <p:cNvSpPr>
            <a:spLocks noChangeShapeType="1"/>
          </p:cNvSpPr>
          <p:nvPr/>
        </p:nvSpPr>
        <p:spPr bwMode="auto">
          <a:xfrm>
            <a:off x="0" y="586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3" name="Text Box 9"/>
          <p:cNvSpPr txBox="1">
            <a:spLocks noChangeArrowheads="1"/>
          </p:cNvSpPr>
          <p:nvPr/>
        </p:nvSpPr>
        <p:spPr bwMode="auto">
          <a:xfrm>
            <a:off x="1965325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3274" name="Oval 10"/>
          <p:cNvSpPr>
            <a:spLocks noChangeArrowheads="1"/>
          </p:cNvSpPr>
          <p:nvPr/>
        </p:nvSpPr>
        <p:spPr bwMode="auto">
          <a:xfrm>
            <a:off x="5334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5" name="Oval 11"/>
          <p:cNvSpPr>
            <a:spLocks noChangeArrowheads="1"/>
          </p:cNvSpPr>
          <p:nvPr/>
        </p:nvSpPr>
        <p:spPr bwMode="auto">
          <a:xfrm>
            <a:off x="457200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6" name="Oval 12"/>
          <p:cNvSpPr>
            <a:spLocks noChangeArrowheads="1"/>
          </p:cNvSpPr>
          <p:nvPr/>
        </p:nvSpPr>
        <p:spPr bwMode="auto">
          <a:xfrm>
            <a:off x="57912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7" name="Oval 13"/>
          <p:cNvSpPr>
            <a:spLocks noChangeArrowheads="1"/>
          </p:cNvSpPr>
          <p:nvPr/>
        </p:nvSpPr>
        <p:spPr bwMode="auto">
          <a:xfrm>
            <a:off x="84582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78" name="Oval 14"/>
          <p:cNvSpPr>
            <a:spLocks noChangeArrowheads="1"/>
          </p:cNvSpPr>
          <p:nvPr/>
        </p:nvSpPr>
        <p:spPr bwMode="auto">
          <a:xfrm>
            <a:off x="8382000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1504" name="Object 0"/>
          <p:cNvGraphicFramePr>
            <a:graphicFrameLocks noChangeAspect="1"/>
          </p:cNvGraphicFramePr>
          <p:nvPr/>
        </p:nvGraphicFramePr>
        <p:xfrm>
          <a:off x="2671763" y="4114800"/>
          <a:ext cx="1612900" cy="469900"/>
        </p:xfrm>
        <a:graphic>
          <a:graphicData uri="http://schemas.openxmlformats.org/presentationml/2006/ole">
            <p:oleObj spid="_x0000_s661504" name="Equation" r:id="rId3" imgW="1612900" imgH="469900" progId="Equation.3">
              <p:embed/>
            </p:oleObj>
          </a:graphicData>
        </a:graphic>
      </p:graphicFrame>
      <p:graphicFrame>
        <p:nvGraphicFramePr>
          <p:cNvPr id="661505" name="Object 1"/>
          <p:cNvGraphicFramePr>
            <a:graphicFrameLocks noChangeAspect="1"/>
          </p:cNvGraphicFramePr>
          <p:nvPr/>
        </p:nvGraphicFramePr>
        <p:xfrm>
          <a:off x="4114800" y="5410200"/>
          <a:ext cx="1612900" cy="469900"/>
        </p:xfrm>
        <a:graphic>
          <a:graphicData uri="http://schemas.openxmlformats.org/presentationml/2006/ole">
            <p:oleObj spid="_x0000_s661505" name="Equation" r:id="rId4" imgW="1612900" imgH="469900" progId="Equation.3">
              <p:embed/>
            </p:oleObj>
          </a:graphicData>
        </a:graphic>
      </p:graphicFrame>
      <p:graphicFrame>
        <p:nvGraphicFramePr>
          <p:cNvPr id="661506" name="Object 2"/>
          <p:cNvGraphicFramePr>
            <a:graphicFrameLocks noChangeAspect="1"/>
          </p:cNvGraphicFramePr>
          <p:nvPr/>
        </p:nvGraphicFramePr>
        <p:xfrm>
          <a:off x="614363" y="5638800"/>
          <a:ext cx="444500" cy="469900"/>
        </p:xfrm>
        <a:graphic>
          <a:graphicData uri="http://schemas.openxmlformats.org/presentationml/2006/ole">
            <p:oleObj spid="_x0000_s661506" name="Equation" r:id="rId5" imgW="444500" imgH="469900" progId="Equation.3">
              <p:embed/>
            </p:oleObj>
          </a:graphicData>
        </a:graphic>
      </p:graphicFrame>
      <p:graphicFrame>
        <p:nvGraphicFramePr>
          <p:cNvPr id="661507" name="Object 3"/>
          <p:cNvGraphicFramePr>
            <a:graphicFrameLocks noChangeAspect="1"/>
          </p:cNvGraphicFramePr>
          <p:nvPr/>
        </p:nvGraphicFramePr>
        <p:xfrm>
          <a:off x="3313113" y="5645150"/>
          <a:ext cx="381000" cy="457200"/>
        </p:xfrm>
        <a:graphic>
          <a:graphicData uri="http://schemas.openxmlformats.org/presentationml/2006/ole">
            <p:oleObj spid="_x0000_s661507" name="Equation" r:id="rId6" imgW="381000" imgH="457200" progId="Equation.3">
              <p:embed/>
            </p:oleObj>
          </a:graphicData>
        </a:graphic>
      </p:graphicFrame>
      <p:graphicFrame>
        <p:nvGraphicFramePr>
          <p:cNvPr id="661508" name="Object 4"/>
          <p:cNvGraphicFramePr>
            <a:graphicFrameLocks noChangeAspect="1"/>
          </p:cNvGraphicFramePr>
          <p:nvPr/>
        </p:nvGraphicFramePr>
        <p:xfrm>
          <a:off x="5846763" y="5638800"/>
          <a:ext cx="431800" cy="457200"/>
        </p:xfrm>
        <a:graphic>
          <a:graphicData uri="http://schemas.openxmlformats.org/presentationml/2006/ole">
            <p:oleObj spid="_x0000_s661508" name="Equation" r:id="rId7" imgW="431800" imgH="457200" progId="Equation.3">
              <p:embed/>
            </p:oleObj>
          </a:graphicData>
        </a:graphic>
      </p:graphicFrame>
      <p:graphicFrame>
        <p:nvGraphicFramePr>
          <p:cNvPr id="661509" name="Object 5"/>
          <p:cNvGraphicFramePr>
            <a:graphicFrameLocks noChangeAspect="1"/>
          </p:cNvGraphicFramePr>
          <p:nvPr/>
        </p:nvGraphicFramePr>
        <p:xfrm>
          <a:off x="8520113" y="5632450"/>
          <a:ext cx="419100" cy="469900"/>
        </p:xfrm>
        <a:graphic>
          <a:graphicData uri="http://schemas.openxmlformats.org/presentationml/2006/ole">
            <p:oleObj spid="_x0000_s661509" name="Equation" r:id="rId8" imgW="419100" imgH="469900" progId="Equation.3">
              <p:embed/>
            </p:oleObj>
          </a:graphicData>
        </a:graphic>
      </p:graphicFrame>
      <p:sp>
        <p:nvSpPr>
          <p:cNvPr id="523285" name="Rectangle 21"/>
          <p:cNvSpPr>
            <a:spLocks noChangeArrowheads="1"/>
          </p:cNvSpPr>
          <p:nvPr/>
        </p:nvSpPr>
        <p:spPr bwMode="auto">
          <a:xfrm>
            <a:off x="609600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286" name="Line 22"/>
          <p:cNvSpPr>
            <a:spLocks noChangeShapeType="1"/>
          </p:cNvSpPr>
          <p:nvPr/>
        </p:nvSpPr>
        <p:spPr bwMode="auto">
          <a:xfrm>
            <a:off x="12954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3287" name="Line 23"/>
          <p:cNvSpPr>
            <a:spLocks noChangeShapeType="1"/>
          </p:cNvSpPr>
          <p:nvPr/>
        </p:nvSpPr>
        <p:spPr bwMode="auto">
          <a:xfrm>
            <a:off x="19812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3288" name="Line 24"/>
          <p:cNvSpPr>
            <a:spLocks noChangeShapeType="1"/>
          </p:cNvSpPr>
          <p:nvPr/>
        </p:nvSpPr>
        <p:spPr bwMode="auto">
          <a:xfrm>
            <a:off x="26670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3289" name="Line 25"/>
          <p:cNvSpPr>
            <a:spLocks noChangeShapeType="1"/>
          </p:cNvSpPr>
          <p:nvPr/>
        </p:nvSpPr>
        <p:spPr bwMode="auto">
          <a:xfrm>
            <a:off x="33528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3290" name="Line 26"/>
          <p:cNvSpPr>
            <a:spLocks noChangeShapeType="1"/>
          </p:cNvSpPr>
          <p:nvPr/>
        </p:nvSpPr>
        <p:spPr bwMode="auto">
          <a:xfrm>
            <a:off x="4038600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3291" name="Text Box 27"/>
          <p:cNvSpPr txBox="1">
            <a:spLocks noChangeArrowheads="1"/>
          </p:cNvSpPr>
          <p:nvPr/>
        </p:nvSpPr>
        <p:spPr bwMode="auto">
          <a:xfrm>
            <a:off x="457200" y="685800"/>
            <a:ext cx="1239838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661510" name="Object 6"/>
          <p:cNvGraphicFramePr>
            <a:graphicFrameLocks noChangeAspect="1"/>
          </p:cNvGraphicFramePr>
          <p:nvPr/>
        </p:nvGraphicFramePr>
        <p:xfrm>
          <a:off x="838200" y="1676400"/>
          <a:ext cx="254000" cy="254000"/>
        </p:xfrm>
        <a:graphic>
          <a:graphicData uri="http://schemas.openxmlformats.org/presentationml/2006/ole">
            <p:oleObj spid="_x0000_s661510" name="Equation" r:id="rId9" imgW="254000" imgH="254000" progId="Equation.3">
              <p:embed/>
            </p:oleObj>
          </a:graphicData>
        </a:graphic>
      </p:graphicFrame>
      <p:graphicFrame>
        <p:nvGraphicFramePr>
          <p:cNvPr id="661511" name="Object 7"/>
          <p:cNvGraphicFramePr>
            <a:graphicFrameLocks noChangeAspect="1"/>
          </p:cNvGraphicFramePr>
          <p:nvPr/>
        </p:nvGraphicFramePr>
        <p:xfrm>
          <a:off x="1524000" y="1676400"/>
          <a:ext cx="254000" cy="254000"/>
        </p:xfrm>
        <a:graphic>
          <a:graphicData uri="http://schemas.openxmlformats.org/presentationml/2006/ole">
            <p:oleObj spid="_x0000_s661511" name="Equation" r:id="rId10" imgW="254000" imgH="254000" progId="Equation.3">
              <p:embed/>
            </p:oleObj>
          </a:graphicData>
        </a:graphic>
      </p:graphicFrame>
      <p:graphicFrame>
        <p:nvGraphicFramePr>
          <p:cNvPr id="661512" name="Object 8"/>
          <p:cNvGraphicFramePr>
            <a:graphicFrameLocks noChangeAspect="1"/>
          </p:cNvGraphicFramePr>
          <p:nvPr/>
        </p:nvGraphicFramePr>
        <p:xfrm>
          <a:off x="2209800" y="1676400"/>
          <a:ext cx="254000" cy="254000"/>
        </p:xfrm>
        <a:graphic>
          <a:graphicData uri="http://schemas.openxmlformats.org/presentationml/2006/ole">
            <p:oleObj spid="_x0000_s661512" name="Equation" r:id="rId11" imgW="254000" imgH="254000" progId="Equation.3">
              <p:embed/>
            </p:oleObj>
          </a:graphicData>
        </a:graphic>
      </p:graphicFrame>
      <p:graphicFrame>
        <p:nvGraphicFramePr>
          <p:cNvPr id="661513" name="Object 9"/>
          <p:cNvGraphicFramePr>
            <a:graphicFrameLocks noChangeAspect="1"/>
          </p:cNvGraphicFramePr>
          <p:nvPr/>
        </p:nvGraphicFramePr>
        <p:xfrm>
          <a:off x="2895600" y="1625600"/>
          <a:ext cx="254000" cy="355600"/>
        </p:xfrm>
        <a:graphic>
          <a:graphicData uri="http://schemas.openxmlformats.org/presentationml/2006/ole">
            <p:oleObj spid="_x0000_s661513" name="Equation" r:id="rId12" imgW="254000" imgH="355600" progId="Equation.3">
              <p:embed/>
            </p:oleObj>
          </a:graphicData>
        </a:graphic>
      </p:graphicFrame>
      <p:graphicFrame>
        <p:nvGraphicFramePr>
          <p:cNvPr id="661514" name="Object 10"/>
          <p:cNvGraphicFramePr>
            <a:graphicFrameLocks noChangeAspect="1"/>
          </p:cNvGraphicFramePr>
          <p:nvPr/>
        </p:nvGraphicFramePr>
        <p:xfrm>
          <a:off x="3581400" y="1625600"/>
          <a:ext cx="254000" cy="355600"/>
        </p:xfrm>
        <a:graphic>
          <a:graphicData uri="http://schemas.openxmlformats.org/presentationml/2006/ole">
            <p:oleObj spid="_x0000_s661514" name="Equation" r:id="rId13" imgW="254000" imgH="355600" progId="Equation.3">
              <p:embed/>
            </p:oleObj>
          </a:graphicData>
        </a:graphic>
      </p:graphicFrame>
      <p:graphicFrame>
        <p:nvGraphicFramePr>
          <p:cNvPr id="661515" name="Object 11"/>
          <p:cNvGraphicFramePr>
            <a:graphicFrameLocks noChangeAspect="1"/>
          </p:cNvGraphicFramePr>
          <p:nvPr/>
        </p:nvGraphicFramePr>
        <p:xfrm>
          <a:off x="4267200" y="1625600"/>
          <a:ext cx="254000" cy="355600"/>
        </p:xfrm>
        <a:graphic>
          <a:graphicData uri="http://schemas.openxmlformats.org/presentationml/2006/ole">
            <p:oleObj spid="_x0000_s661515" name="Equation" r:id="rId14" imgW="254000" imgH="355600" progId="Equation.3">
              <p:embed/>
            </p:oleObj>
          </a:graphicData>
        </a:graphic>
      </p:graphicFrame>
      <p:sp>
        <p:nvSpPr>
          <p:cNvPr id="523298" name="Line 34"/>
          <p:cNvSpPr>
            <a:spLocks noChangeShapeType="1"/>
          </p:cNvSpPr>
          <p:nvPr/>
        </p:nvSpPr>
        <p:spPr bwMode="auto">
          <a:xfrm flipV="1">
            <a:off x="4572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1516" name="Object 12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661516" name="Equation" r:id="rId15" imgW="1612900" imgH="469900" progId="Equation.3">
              <p:embed/>
            </p:oleObj>
          </a:graphicData>
        </a:graphic>
      </p:graphicFrame>
      <p:sp>
        <p:nvSpPr>
          <p:cNvPr id="523300" name="Text Box 36"/>
          <p:cNvSpPr txBox="1">
            <a:spLocks noChangeArrowheads="1"/>
          </p:cNvSpPr>
          <p:nvPr/>
        </p:nvSpPr>
        <p:spPr bwMode="auto">
          <a:xfrm>
            <a:off x="4038600" y="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graphicFrame>
        <p:nvGraphicFramePr>
          <p:cNvPr id="661517" name="Object 13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1517" name="Equation" r:id="rId16" imgW="1701800" imgH="469900" progId="Equation.3">
              <p:embed/>
            </p:oleObj>
          </a:graphicData>
        </a:graphic>
      </p:graphicFrame>
      <p:graphicFrame>
        <p:nvGraphicFramePr>
          <p:cNvPr id="661518" name="Object 14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1518" name="Equation" r:id="rId17" imgW="1574800" imgH="469900" progId="Equation.3">
              <p:embed/>
            </p:oleObj>
          </a:graphicData>
        </a:graphic>
      </p:graphicFrame>
      <p:sp>
        <p:nvSpPr>
          <p:cNvPr id="523303" name="Oval 39"/>
          <p:cNvSpPr>
            <a:spLocks noChangeArrowheads="1"/>
          </p:cNvSpPr>
          <p:nvPr/>
        </p:nvSpPr>
        <p:spPr bwMode="auto">
          <a:xfrm>
            <a:off x="1143000" y="5181600"/>
            <a:ext cx="2057400" cy="8382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304" name="Rectangle 40"/>
          <p:cNvSpPr>
            <a:spLocks noChangeArrowheads="1"/>
          </p:cNvSpPr>
          <p:nvPr/>
        </p:nvSpPr>
        <p:spPr bwMode="auto">
          <a:xfrm>
            <a:off x="7315200" y="19050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3305" name="Text Box 41"/>
          <p:cNvSpPr txBox="1">
            <a:spLocks noChangeArrowheads="1"/>
          </p:cNvSpPr>
          <p:nvPr/>
        </p:nvSpPr>
        <p:spPr bwMode="auto">
          <a:xfrm>
            <a:off x="7162800" y="2667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1519" name="Object 15"/>
          <p:cNvGraphicFramePr>
            <a:graphicFrameLocks noChangeAspect="1"/>
          </p:cNvGraphicFramePr>
          <p:nvPr/>
        </p:nvGraphicFramePr>
        <p:xfrm>
          <a:off x="7696200" y="2057400"/>
          <a:ext cx="228600" cy="419100"/>
        </p:xfrm>
        <a:graphic>
          <a:graphicData uri="http://schemas.openxmlformats.org/presentationml/2006/ole">
            <p:oleObj spid="_x0000_s661519" name="Equation" r:id="rId18" imgW="228600" imgH="419100" progId="Equation.3">
              <p:embed/>
            </p:oleObj>
          </a:graphicData>
        </a:graphic>
      </p:graphicFrame>
      <p:sp>
        <p:nvSpPr>
          <p:cNvPr id="523307" name="Line 43"/>
          <p:cNvSpPr>
            <a:spLocks noChangeShapeType="1"/>
          </p:cNvSpPr>
          <p:nvPr/>
        </p:nvSpPr>
        <p:spPr bwMode="auto">
          <a:xfrm flipH="1">
            <a:off x="8229600" y="213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625D8-D4CE-40B2-BF3B-92FE7EC46090}" type="slidenum">
              <a:rPr lang="en-US"/>
              <a:pPr/>
              <a:t>18</a:t>
            </a:fld>
            <a:endParaRPr lang="en-US"/>
          </a:p>
        </p:txBody>
      </p:sp>
      <p:sp>
        <p:nvSpPr>
          <p:cNvPr id="524290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1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2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3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4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5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6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7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4298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299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300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301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302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4303" name="Object 15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524303" name="Equation" r:id="rId3" imgW="1612900" imgH="469900" progId="Equation.3">
              <p:embed/>
            </p:oleObj>
          </a:graphicData>
        </a:graphic>
      </p:graphicFrame>
      <p:graphicFrame>
        <p:nvGraphicFramePr>
          <p:cNvPr id="524304" name="Object 16"/>
          <p:cNvGraphicFramePr>
            <a:graphicFrameLocks noChangeAspect="1"/>
          </p:cNvGraphicFramePr>
          <p:nvPr/>
        </p:nvGraphicFramePr>
        <p:xfrm>
          <a:off x="4110038" y="5410200"/>
          <a:ext cx="1612900" cy="469900"/>
        </p:xfrm>
        <a:graphic>
          <a:graphicData uri="http://schemas.openxmlformats.org/presentationml/2006/ole">
            <p:oleObj spid="_x0000_s524304" name="Equation" r:id="rId4" imgW="1612900" imgH="469900" progId="Equation.3">
              <p:embed/>
            </p:oleObj>
          </a:graphicData>
        </a:graphic>
      </p:graphicFrame>
      <p:graphicFrame>
        <p:nvGraphicFramePr>
          <p:cNvPr id="524305" name="Object 17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524305" name="Equation" r:id="rId5" imgW="444500" imgH="469900" progId="Equation.3">
              <p:embed/>
            </p:oleObj>
          </a:graphicData>
        </a:graphic>
      </p:graphicFrame>
      <p:graphicFrame>
        <p:nvGraphicFramePr>
          <p:cNvPr id="524306" name="Object 18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524306" name="Equation" r:id="rId6" imgW="381000" imgH="457200" progId="Equation.3">
              <p:embed/>
            </p:oleObj>
          </a:graphicData>
        </a:graphic>
      </p:graphicFrame>
      <p:graphicFrame>
        <p:nvGraphicFramePr>
          <p:cNvPr id="524307" name="Object 19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524307" name="Equation" r:id="rId7" imgW="431800" imgH="457200" progId="Equation.3">
              <p:embed/>
            </p:oleObj>
          </a:graphicData>
        </a:graphic>
      </p:graphicFrame>
      <p:graphicFrame>
        <p:nvGraphicFramePr>
          <p:cNvPr id="524308" name="Object 20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524308" name="Equation" r:id="rId8" imgW="419100" imgH="469900" progId="Equation.3">
              <p:embed/>
            </p:oleObj>
          </a:graphicData>
        </a:graphic>
      </p:graphicFrame>
      <p:sp>
        <p:nvSpPr>
          <p:cNvPr id="524309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310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4311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4312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4313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4314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4315" name="Rectangle 27"/>
          <p:cNvSpPr>
            <a:spLocks noChangeArrowheads="1"/>
          </p:cNvSpPr>
          <p:nvPr/>
        </p:nvSpPr>
        <p:spPr bwMode="auto">
          <a:xfrm>
            <a:off x="7239000" y="1524000"/>
            <a:ext cx="914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316" name="Text Box 28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24317" name="Text Box 29"/>
          <p:cNvSpPr txBox="1">
            <a:spLocks noChangeArrowheads="1"/>
          </p:cNvSpPr>
          <p:nvPr/>
        </p:nvSpPr>
        <p:spPr bwMode="auto">
          <a:xfrm>
            <a:off x="7086600" y="2971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24318" name="Object 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524318" name="Equation" r:id="rId9" imgW="254000" imgH="254000" progId="Equation.3">
              <p:embed/>
            </p:oleObj>
          </a:graphicData>
        </a:graphic>
      </p:graphicFrame>
      <p:graphicFrame>
        <p:nvGraphicFramePr>
          <p:cNvPr id="524319" name="Object 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524319" name="Equation" r:id="rId10" imgW="254000" imgH="254000" progId="Equation.3">
              <p:embed/>
            </p:oleObj>
          </a:graphicData>
        </a:graphic>
      </p:graphicFrame>
      <p:graphicFrame>
        <p:nvGraphicFramePr>
          <p:cNvPr id="524320" name="Object 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524320" name="Equation" r:id="rId11" imgW="254000" imgH="254000" progId="Equation.3">
              <p:embed/>
            </p:oleObj>
          </a:graphicData>
        </a:graphic>
      </p:graphicFrame>
      <p:graphicFrame>
        <p:nvGraphicFramePr>
          <p:cNvPr id="524321" name="Object 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524321" name="Equation" r:id="rId12" imgW="254000" imgH="355600" progId="Equation.3">
              <p:embed/>
            </p:oleObj>
          </a:graphicData>
        </a:graphic>
      </p:graphicFrame>
      <p:graphicFrame>
        <p:nvGraphicFramePr>
          <p:cNvPr id="524322" name="Object 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524322" name="Equation" r:id="rId13" imgW="254000" imgH="355600" progId="Equation.3">
              <p:embed/>
            </p:oleObj>
          </a:graphicData>
        </a:graphic>
      </p:graphicFrame>
      <p:graphicFrame>
        <p:nvGraphicFramePr>
          <p:cNvPr id="524323" name="Object 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524323" name="Equation" r:id="rId14" imgW="254000" imgH="355600" progId="Equation.3">
              <p:embed/>
            </p:oleObj>
          </a:graphicData>
        </a:graphic>
      </p:graphicFrame>
      <p:sp>
        <p:nvSpPr>
          <p:cNvPr id="524324" name="Line 36"/>
          <p:cNvSpPr>
            <a:spLocks noChangeShapeType="1"/>
          </p:cNvSpPr>
          <p:nvPr/>
        </p:nvSpPr>
        <p:spPr bwMode="auto">
          <a:xfrm flipV="1">
            <a:off x="990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4325" name="Object 37"/>
          <p:cNvGraphicFramePr>
            <a:graphicFrameLocks noChangeAspect="1"/>
          </p:cNvGraphicFramePr>
          <p:nvPr/>
        </p:nvGraphicFramePr>
        <p:xfrm>
          <a:off x="7620000" y="2286000"/>
          <a:ext cx="228600" cy="419100"/>
        </p:xfrm>
        <a:graphic>
          <a:graphicData uri="http://schemas.openxmlformats.org/presentationml/2006/ole">
            <p:oleObj spid="_x0000_s524325" name="Equation" r:id="rId15" imgW="228600" imgH="419100" progId="Equation.3">
              <p:embed/>
            </p:oleObj>
          </a:graphicData>
        </a:graphic>
      </p:graphicFrame>
      <p:sp>
        <p:nvSpPr>
          <p:cNvPr id="524326" name="Line 38"/>
          <p:cNvSpPr>
            <a:spLocks noChangeShapeType="1"/>
          </p:cNvSpPr>
          <p:nvPr/>
        </p:nvSpPr>
        <p:spPr bwMode="auto">
          <a:xfrm>
            <a:off x="7243763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4327" name="Object 39"/>
          <p:cNvGraphicFramePr>
            <a:graphicFrameLocks noChangeAspect="1"/>
          </p:cNvGraphicFramePr>
          <p:nvPr/>
        </p:nvGraphicFramePr>
        <p:xfrm>
          <a:off x="7620000" y="1752600"/>
          <a:ext cx="254000" cy="254000"/>
        </p:xfrm>
        <a:graphic>
          <a:graphicData uri="http://schemas.openxmlformats.org/presentationml/2006/ole">
            <p:oleObj spid="_x0000_s524327" name="Equation" r:id="rId16" imgW="254000" imgH="254000" progId="Equation.3">
              <p:embed/>
            </p:oleObj>
          </a:graphicData>
        </a:graphic>
      </p:graphicFrame>
      <p:graphicFrame>
        <p:nvGraphicFramePr>
          <p:cNvPr id="524328" name="Object 40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524328" name="Equation" r:id="rId17" imgW="1612900" imgH="469900" progId="Equation.3">
              <p:embed/>
            </p:oleObj>
          </a:graphicData>
        </a:graphic>
      </p:graphicFrame>
      <p:sp>
        <p:nvSpPr>
          <p:cNvPr id="524329" name="Text Box 41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2</a:t>
            </a:r>
          </a:p>
        </p:txBody>
      </p:sp>
      <p:graphicFrame>
        <p:nvGraphicFramePr>
          <p:cNvPr id="524330" name="Object 42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524330" name="Equation" r:id="rId18" imgW="1701800" imgH="469900" progId="Equation.3">
              <p:embed/>
            </p:oleObj>
          </a:graphicData>
        </a:graphic>
      </p:graphicFrame>
      <p:graphicFrame>
        <p:nvGraphicFramePr>
          <p:cNvPr id="524331" name="Object 43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524331" name="Equation" r:id="rId19" imgW="1574800" imgH="469900" progId="Equation.3">
              <p:embed/>
            </p:oleObj>
          </a:graphicData>
        </a:graphic>
      </p:graphicFrame>
      <p:sp>
        <p:nvSpPr>
          <p:cNvPr id="524332" name="Oval 44"/>
          <p:cNvSpPr>
            <a:spLocks noChangeArrowheads="1"/>
          </p:cNvSpPr>
          <p:nvPr/>
        </p:nvSpPr>
        <p:spPr bwMode="auto">
          <a:xfrm>
            <a:off x="2438400" y="38862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4333" name="Line 45"/>
          <p:cNvSpPr>
            <a:spLocks noChangeShapeType="1"/>
          </p:cNvSpPr>
          <p:nvPr/>
        </p:nvSpPr>
        <p:spPr bwMode="auto">
          <a:xfrm flipH="1">
            <a:off x="8153400" y="182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29AD-90CB-435B-8101-C5D3A19F8B52}" type="slidenum">
              <a:rPr lang="en-US"/>
              <a:pPr/>
              <a:t>19</a:t>
            </a:fld>
            <a:endParaRPr lang="en-US"/>
          </a:p>
        </p:txBody>
      </p:sp>
      <p:sp>
        <p:nvSpPr>
          <p:cNvPr id="525314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15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16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17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18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19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20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21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5322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23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24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25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26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2528" name="Object 1024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662528" name="Equation" r:id="rId3" imgW="1612900" imgH="469900" progId="Equation.3">
              <p:embed/>
            </p:oleObj>
          </a:graphicData>
        </a:graphic>
      </p:graphicFrame>
      <p:graphicFrame>
        <p:nvGraphicFramePr>
          <p:cNvPr id="662529" name="Object 1025"/>
          <p:cNvGraphicFramePr>
            <a:graphicFrameLocks noChangeAspect="1"/>
          </p:cNvGraphicFramePr>
          <p:nvPr/>
        </p:nvGraphicFramePr>
        <p:xfrm>
          <a:off x="4110038" y="5410200"/>
          <a:ext cx="1612900" cy="469900"/>
        </p:xfrm>
        <a:graphic>
          <a:graphicData uri="http://schemas.openxmlformats.org/presentationml/2006/ole">
            <p:oleObj spid="_x0000_s662529" name="Equation" r:id="rId4" imgW="1612900" imgH="469900" progId="Equation.3">
              <p:embed/>
            </p:oleObj>
          </a:graphicData>
        </a:graphic>
      </p:graphicFrame>
      <p:graphicFrame>
        <p:nvGraphicFramePr>
          <p:cNvPr id="662530" name="Object 1026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662530" name="Equation" r:id="rId5" imgW="444500" imgH="469900" progId="Equation.3">
              <p:embed/>
            </p:oleObj>
          </a:graphicData>
        </a:graphic>
      </p:graphicFrame>
      <p:graphicFrame>
        <p:nvGraphicFramePr>
          <p:cNvPr id="662531" name="Object 1027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662531" name="Equation" r:id="rId6" imgW="381000" imgH="457200" progId="Equation.3">
              <p:embed/>
            </p:oleObj>
          </a:graphicData>
        </a:graphic>
      </p:graphicFrame>
      <p:graphicFrame>
        <p:nvGraphicFramePr>
          <p:cNvPr id="662532" name="Object 1028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662532" name="Equation" r:id="rId7" imgW="431800" imgH="457200" progId="Equation.3">
              <p:embed/>
            </p:oleObj>
          </a:graphicData>
        </a:graphic>
      </p:graphicFrame>
      <p:graphicFrame>
        <p:nvGraphicFramePr>
          <p:cNvPr id="662533" name="Object 1029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662533" name="Equation" r:id="rId8" imgW="419100" imgH="469900" progId="Equation.3">
              <p:embed/>
            </p:oleObj>
          </a:graphicData>
        </a:graphic>
      </p:graphicFrame>
      <p:sp>
        <p:nvSpPr>
          <p:cNvPr id="525333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34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5335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5336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5337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5338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5339" name="Rectangle 27"/>
          <p:cNvSpPr>
            <a:spLocks noChangeArrowheads="1"/>
          </p:cNvSpPr>
          <p:nvPr/>
        </p:nvSpPr>
        <p:spPr bwMode="auto">
          <a:xfrm>
            <a:off x="7315200" y="762000"/>
            <a:ext cx="914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40" name="Text Box 28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25341" name="Text Box 29"/>
          <p:cNvSpPr txBox="1">
            <a:spLocks noChangeArrowheads="1"/>
          </p:cNvSpPr>
          <p:nvPr/>
        </p:nvSpPr>
        <p:spPr bwMode="auto">
          <a:xfrm>
            <a:off x="7162800" y="27432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2534" name="Object 10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662534" name="Equation" r:id="rId9" imgW="254000" imgH="254000" progId="Equation.3">
              <p:embed/>
            </p:oleObj>
          </a:graphicData>
        </a:graphic>
      </p:graphicFrame>
      <p:graphicFrame>
        <p:nvGraphicFramePr>
          <p:cNvPr id="662535" name="Object 10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662535" name="Equation" r:id="rId10" imgW="254000" imgH="254000" progId="Equation.3">
              <p:embed/>
            </p:oleObj>
          </a:graphicData>
        </a:graphic>
      </p:graphicFrame>
      <p:graphicFrame>
        <p:nvGraphicFramePr>
          <p:cNvPr id="662536" name="Object 10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662536" name="Equation" r:id="rId11" imgW="254000" imgH="254000" progId="Equation.3">
              <p:embed/>
            </p:oleObj>
          </a:graphicData>
        </a:graphic>
      </p:graphicFrame>
      <p:graphicFrame>
        <p:nvGraphicFramePr>
          <p:cNvPr id="662537" name="Object 10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662537" name="Equation" r:id="rId12" imgW="254000" imgH="355600" progId="Equation.3">
              <p:embed/>
            </p:oleObj>
          </a:graphicData>
        </a:graphic>
      </p:graphicFrame>
      <p:graphicFrame>
        <p:nvGraphicFramePr>
          <p:cNvPr id="662538" name="Object 10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662538" name="Equation" r:id="rId13" imgW="254000" imgH="355600" progId="Equation.3">
              <p:embed/>
            </p:oleObj>
          </a:graphicData>
        </a:graphic>
      </p:graphicFrame>
      <p:graphicFrame>
        <p:nvGraphicFramePr>
          <p:cNvPr id="662539" name="Object 10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662539" name="Equation" r:id="rId14" imgW="254000" imgH="355600" progId="Equation.3">
              <p:embed/>
            </p:oleObj>
          </a:graphicData>
        </a:graphic>
      </p:graphicFrame>
      <p:sp>
        <p:nvSpPr>
          <p:cNvPr id="525348" name="Line 36"/>
          <p:cNvSpPr>
            <a:spLocks noChangeShapeType="1"/>
          </p:cNvSpPr>
          <p:nvPr/>
        </p:nvSpPr>
        <p:spPr bwMode="auto">
          <a:xfrm flipV="1">
            <a:off x="16002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2540" name="Object 1036"/>
          <p:cNvGraphicFramePr>
            <a:graphicFrameLocks noChangeAspect="1"/>
          </p:cNvGraphicFramePr>
          <p:nvPr/>
        </p:nvGraphicFramePr>
        <p:xfrm>
          <a:off x="7696200" y="2133600"/>
          <a:ext cx="228600" cy="419100"/>
        </p:xfrm>
        <a:graphic>
          <a:graphicData uri="http://schemas.openxmlformats.org/presentationml/2006/ole">
            <p:oleObj spid="_x0000_s662540" name="Equation" r:id="rId15" imgW="228600" imgH="419100" progId="Equation.3">
              <p:embed/>
            </p:oleObj>
          </a:graphicData>
        </a:graphic>
      </p:graphicFrame>
      <p:sp>
        <p:nvSpPr>
          <p:cNvPr id="525350" name="Line 38"/>
          <p:cNvSpPr>
            <a:spLocks noChangeShapeType="1"/>
          </p:cNvSpPr>
          <p:nvPr/>
        </p:nvSpPr>
        <p:spPr bwMode="auto">
          <a:xfrm>
            <a:off x="7319963" y="1981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2541" name="Object 1037"/>
          <p:cNvGraphicFramePr>
            <a:graphicFrameLocks noChangeAspect="1"/>
          </p:cNvGraphicFramePr>
          <p:nvPr/>
        </p:nvGraphicFramePr>
        <p:xfrm>
          <a:off x="7696200" y="1600200"/>
          <a:ext cx="254000" cy="254000"/>
        </p:xfrm>
        <a:graphic>
          <a:graphicData uri="http://schemas.openxmlformats.org/presentationml/2006/ole">
            <p:oleObj spid="_x0000_s662541" name="Equation" r:id="rId16" imgW="254000" imgH="254000" progId="Equation.3">
              <p:embed/>
            </p:oleObj>
          </a:graphicData>
        </a:graphic>
      </p:graphicFrame>
      <p:sp>
        <p:nvSpPr>
          <p:cNvPr id="525352" name="Line 40"/>
          <p:cNvSpPr>
            <a:spLocks noChangeShapeType="1"/>
          </p:cNvSpPr>
          <p:nvPr/>
        </p:nvSpPr>
        <p:spPr bwMode="auto">
          <a:xfrm>
            <a:off x="7315200" y="1371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2542" name="Object 1038"/>
          <p:cNvGraphicFramePr>
            <a:graphicFrameLocks noChangeAspect="1"/>
          </p:cNvGraphicFramePr>
          <p:nvPr/>
        </p:nvGraphicFramePr>
        <p:xfrm>
          <a:off x="7696200" y="990600"/>
          <a:ext cx="254000" cy="254000"/>
        </p:xfrm>
        <a:graphic>
          <a:graphicData uri="http://schemas.openxmlformats.org/presentationml/2006/ole">
            <p:oleObj spid="_x0000_s662542" name="Equation" r:id="rId17" imgW="254000" imgH="254000" progId="Equation.3">
              <p:embed/>
            </p:oleObj>
          </a:graphicData>
        </a:graphic>
      </p:graphicFrame>
      <p:graphicFrame>
        <p:nvGraphicFramePr>
          <p:cNvPr id="662543" name="Object 1039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662543" name="Equation" r:id="rId18" imgW="1612900" imgH="469900" progId="Equation.3">
              <p:embed/>
            </p:oleObj>
          </a:graphicData>
        </a:graphic>
      </p:graphicFrame>
      <p:sp>
        <p:nvSpPr>
          <p:cNvPr id="525355" name="Text Box 43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graphicFrame>
        <p:nvGraphicFramePr>
          <p:cNvPr id="662544" name="Object 1040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2544" name="Equation" r:id="rId19" imgW="1701800" imgH="469900" progId="Equation.3">
              <p:embed/>
            </p:oleObj>
          </a:graphicData>
        </a:graphic>
      </p:graphicFrame>
      <p:graphicFrame>
        <p:nvGraphicFramePr>
          <p:cNvPr id="662545" name="Object 1041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2545" name="Equation" r:id="rId20" imgW="1574800" imgH="469900" progId="Equation.3">
              <p:embed/>
            </p:oleObj>
          </a:graphicData>
        </a:graphic>
      </p:graphicFrame>
      <p:sp>
        <p:nvSpPr>
          <p:cNvPr id="525358" name="Oval 46"/>
          <p:cNvSpPr>
            <a:spLocks noChangeArrowheads="1"/>
          </p:cNvSpPr>
          <p:nvPr/>
        </p:nvSpPr>
        <p:spPr bwMode="auto">
          <a:xfrm>
            <a:off x="2438400" y="38862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5359" name="Line 47"/>
          <p:cNvSpPr>
            <a:spLocks noChangeShapeType="1"/>
          </p:cNvSpPr>
          <p:nvPr/>
        </p:nvSpPr>
        <p:spPr bwMode="auto">
          <a:xfrm flipH="1">
            <a:off x="8229600" y="1066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89B1B-8743-44D6-8A49-76776DC63339}" type="slidenum">
              <a:rPr lang="en-US"/>
              <a:pPr/>
              <a:t>20</a:t>
            </a:fld>
            <a:endParaRPr lang="en-US"/>
          </a:p>
        </p:txBody>
      </p:sp>
      <p:sp>
        <p:nvSpPr>
          <p:cNvPr id="526338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39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0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1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2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3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4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5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6346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7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8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49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50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6351" name="Object 15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526351" name="Equation" r:id="rId3" imgW="1612900" imgH="469900" progId="Equation.3">
              <p:embed/>
            </p:oleObj>
          </a:graphicData>
        </a:graphic>
      </p:graphicFrame>
      <p:graphicFrame>
        <p:nvGraphicFramePr>
          <p:cNvPr id="526352" name="Object 16"/>
          <p:cNvGraphicFramePr>
            <a:graphicFrameLocks noChangeAspect="1"/>
          </p:cNvGraphicFramePr>
          <p:nvPr/>
        </p:nvGraphicFramePr>
        <p:xfrm>
          <a:off x="4110038" y="5410200"/>
          <a:ext cx="1612900" cy="469900"/>
        </p:xfrm>
        <a:graphic>
          <a:graphicData uri="http://schemas.openxmlformats.org/presentationml/2006/ole">
            <p:oleObj spid="_x0000_s526352" name="Equation" r:id="rId4" imgW="1612900" imgH="469900" progId="Equation.3">
              <p:embed/>
            </p:oleObj>
          </a:graphicData>
        </a:graphic>
      </p:graphicFrame>
      <p:graphicFrame>
        <p:nvGraphicFramePr>
          <p:cNvPr id="526353" name="Object 17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526353" name="Equation" r:id="rId5" imgW="444500" imgH="469900" progId="Equation.3">
              <p:embed/>
            </p:oleObj>
          </a:graphicData>
        </a:graphic>
      </p:graphicFrame>
      <p:graphicFrame>
        <p:nvGraphicFramePr>
          <p:cNvPr id="526354" name="Object 18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526354" name="Equation" r:id="rId6" imgW="381000" imgH="457200" progId="Equation.3">
              <p:embed/>
            </p:oleObj>
          </a:graphicData>
        </a:graphic>
      </p:graphicFrame>
      <p:graphicFrame>
        <p:nvGraphicFramePr>
          <p:cNvPr id="526355" name="Object 19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526355" name="Equation" r:id="rId7" imgW="431800" imgH="457200" progId="Equation.3">
              <p:embed/>
            </p:oleObj>
          </a:graphicData>
        </a:graphic>
      </p:graphicFrame>
      <p:graphicFrame>
        <p:nvGraphicFramePr>
          <p:cNvPr id="526356" name="Object 20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526356" name="Equation" r:id="rId8" imgW="419100" imgH="469900" progId="Equation.3">
              <p:embed/>
            </p:oleObj>
          </a:graphicData>
        </a:graphic>
      </p:graphicFrame>
      <p:sp>
        <p:nvSpPr>
          <p:cNvPr id="526357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58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6359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6360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6361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6362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6363" name="Rectangle 27"/>
          <p:cNvSpPr>
            <a:spLocks noChangeArrowheads="1"/>
          </p:cNvSpPr>
          <p:nvPr/>
        </p:nvSpPr>
        <p:spPr bwMode="auto">
          <a:xfrm>
            <a:off x="7315200" y="457200"/>
            <a:ext cx="9144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64" name="Text Box 28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26365" name="Text Box 29"/>
          <p:cNvSpPr txBox="1">
            <a:spLocks noChangeArrowheads="1"/>
          </p:cNvSpPr>
          <p:nvPr/>
        </p:nvSpPr>
        <p:spPr bwMode="auto">
          <a:xfrm>
            <a:off x="7162800" y="2971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26366" name="Object 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526366" name="Equation" r:id="rId9" imgW="254000" imgH="254000" progId="Equation.3">
              <p:embed/>
            </p:oleObj>
          </a:graphicData>
        </a:graphic>
      </p:graphicFrame>
      <p:graphicFrame>
        <p:nvGraphicFramePr>
          <p:cNvPr id="526367" name="Object 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526367" name="Equation" r:id="rId10" imgW="254000" imgH="254000" progId="Equation.3">
              <p:embed/>
            </p:oleObj>
          </a:graphicData>
        </a:graphic>
      </p:graphicFrame>
      <p:graphicFrame>
        <p:nvGraphicFramePr>
          <p:cNvPr id="526368" name="Object 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526368" name="Equation" r:id="rId11" imgW="254000" imgH="254000" progId="Equation.3">
              <p:embed/>
            </p:oleObj>
          </a:graphicData>
        </a:graphic>
      </p:graphicFrame>
      <p:graphicFrame>
        <p:nvGraphicFramePr>
          <p:cNvPr id="526369" name="Object 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526369" name="Equation" r:id="rId12" imgW="254000" imgH="355600" progId="Equation.3">
              <p:embed/>
            </p:oleObj>
          </a:graphicData>
        </a:graphic>
      </p:graphicFrame>
      <p:graphicFrame>
        <p:nvGraphicFramePr>
          <p:cNvPr id="526370" name="Object 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526370" name="Equation" r:id="rId13" imgW="254000" imgH="355600" progId="Equation.3">
              <p:embed/>
            </p:oleObj>
          </a:graphicData>
        </a:graphic>
      </p:graphicFrame>
      <p:graphicFrame>
        <p:nvGraphicFramePr>
          <p:cNvPr id="526371" name="Object 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526371" name="Equation" r:id="rId14" imgW="254000" imgH="355600" progId="Equation.3">
              <p:embed/>
            </p:oleObj>
          </a:graphicData>
        </a:graphic>
      </p:graphicFrame>
      <p:sp>
        <p:nvSpPr>
          <p:cNvPr id="526372" name="Line 36"/>
          <p:cNvSpPr>
            <a:spLocks noChangeShapeType="1"/>
          </p:cNvSpPr>
          <p:nvPr/>
        </p:nvSpPr>
        <p:spPr bwMode="auto">
          <a:xfrm flipV="1">
            <a:off x="22860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6373" name="Object 37"/>
          <p:cNvGraphicFramePr>
            <a:graphicFrameLocks noChangeAspect="1"/>
          </p:cNvGraphicFramePr>
          <p:nvPr/>
        </p:nvGraphicFramePr>
        <p:xfrm>
          <a:off x="7696200" y="2362200"/>
          <a:ext cx="228600" cy="419100"/>
        </p:xfrm>
        <a:graphic>
          <a:graphicData uri="http://schemas.openxmlformats.org/presentationml/2006/ole">
            <p:oleObj spid="_x0000_s526373" name="Equation" r:id="rId15" imgW="228600" imgH="419100" progId="Equation.3">
              <p:embed/>
            </p:oleObj>
          </a:graphicData>
        </a:graphic>
      </p:graphicFrame>
      <p:sp>
        <p:nvSpPr>
          <p:cNvPr id="526374" name="Line 38"/>
          <p:cNvSpPr>
            <a:spLocks noChangeShapeType="1"/>
          </p:cNvSpPr>
          <p:nvPr/>
        </p:nvSpPr>
        <p:spPr bwMode="auto">
          <a:xfrm>
            <a:off x="7319963" y="2209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6375" name="Object 39"/>
          <p:cNvGraphicFramePr>
            <a:graphicFrameLocks noChangeAspect="1"/>
          </p:cNvGraphicFramePr>
          <p:nvPr/>
        </p:nvGraphicFramePr>
        <p:xfrm>
          <a:off x="7696200" y="1828800"/>
          <a:ext cx="254000" cy="254000"/>
        </p:xfrm>
        <a:graphic>
          <a:graphicData uri="http://schemas.openxmlformats.org/presentationml/2006/ole">
            <p:oleObj spid="_x0000_s526375" name="Equation" r:id="rId16" imgW="254000" imgH="254000" progId="Equation.3">
              <p:embed/>
            </p:oleObj>
          </a:graphicData>
        </a:graphic>
      </p:graphicFrame>
      <p:sp>
        <p:nvSpPr>
          <p:cNvPr id="526376" name="Line 40"/>
          <p:cNvSpPr>
            <a:spLocks noChangeShapeType="1"/>
          </p:cNvSpPr>
          <p:nvPr/>
        </p:nvSpPr>
        <p:spPr bwMode="auto">
          <a:xfrm>
            <a:off x="7315200" y="1600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6377" name="Object 41"/>
          <p:cNvGraphicFramePr>
            <a:graphicFrameLocks noChangeAspect="1"/>
          </p:cNvGraphicFramePr>
          <p:nvPr/>
        </p:nvGraphicFramePr>
        <p:xfrm>
          <a:off x="7696200" y="1219200"/>
          <a:ext cx="254000" cy="254000"/>
        </p:xfrm>
        <a:graphic>
          <a:graphicData uri="http://schemas.openxmlformats.org/presentationml/2006/ole">
            <p:oleObj spid="_x0000_s526377" name="Equation" r:id="rId17" imgW="254000" imgH="254000" progId="Equation.3">
              <p:embed/>
            </p:oleObj>
          </a:graphicData>
        </a:graphic>
      </p:graphicFrame>
      <p:sp>
        <p:nvSpPr>
          <p:cNvPr id="526378" name="Line 42"/>
          <p:cNvSpPr>
            <a:spLocks noChangeShapeType="1"/>
          </p:cNvSpPr>
          <p:nvPr/>
        </p:nvSpPr>
        <p:spPr bwMode="auto">
          <a:xfrm>
            <a:off x="7315200" y="990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26379" name="Object 43"/>
          <p:cNvGraphicFramePr>
            <a:graphicFrameLocks noChangeAspect="1"/>
          </p:cNvGraphicFramePr>
          <p:nvPr/>
        </p:nvGraphicFramePr>
        <p:xfrm>
          <a:off x="7696200" y="609600"/>
          <a:ext cx="254000" cy="254000"/>
        </p:xfrm>
        <a:graphic>
          <a:graphicData uri="http://schemas.openxmlformats.org/presentationml/2006/ole">
            <p:oleObj spid="_x0000_s526379" name="Equation" r:id="rId18" imgW="254000" imgH="254000" progId="Equation.3">
              <p:embed/>
            </p:oleObj>
          </a:graphicData>
        </a:graphic>
      </p:graphicFrame>
      <p:graphicFrame>
        <p:nvGraphicFramePr>
          <p:cNvPr id="526380" name="Object 44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526380" name="Equation" r:id="rId19" imgW="1612900" imgH="469900" progId="Equation.3">
              <p:embed/>
            </p:oleObj>
          </a:graphicData>
        </a:graphic>
      </p:graphicFrame>
      <p:sp>
        <p:nvSpPr>
          <p:cNvPr id="526381" name="Text Box 45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</a:t>
            </a:r>
          </a:p>
        </p:txBody>
      </p:sp>
      <p:graphicFrame>
        <p:nvGraphicFramePr>
          <p:cNvPr id="526382" name="Object 46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526382" name="Equation" r:id="rId20" imgW="1701800" imgH="469900" progId="Equation.3">
              <p:embed/>
            </p:oleObj>
          </a:graphicData>
        </a:graphic>
      </p:graphicFrame>
      <p:graphicFrame>
        <p:nvGraphicFramePr>
          <p:cNvPr id="526383" name="Object 47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526383" name="Equation" r:id="rId21" imgW="1574800" imgH="469900" progId="Equation.3">
              <p:embed/>
            </p:oleObj>
          </a:graphicData>
        </a:graphic>
      </p:graphicFrame>
      <p:sp>
        <p:nvSpPr>
          <p:cNvPr id="526384" name="Oval 48"/>
          <p:cNvSpPr>
            <a:spLocks noChangeArrowheads="1"/>
          </p:cNvSpPr>
          <p:nvPr/>
        </p:nvSpPr>
        <p:spPr bwMode="auto">
          <a:xfrm>
            <a:off x="2438400" y="38862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6385" name="Line 49"/>
          <p:cNvSpPr>
            <a:spLocks noChangeShapeType="1"/>
          </p:cNvSpPr>
          <p:nvPr/>
        </p:nvSpPr>
        <p:spPr bwMode="auto">
          <a:xfrm flipH="1">
            <a:off x="8229600" y="685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F9563-DD8E-4EBA-B44C-519D5667E992}" type="slidenum">
              <a:rPr lang="en-US"/>
              <a:pPr/>
              <a:t>21</a:t>
            </a:fld>
            <a:endParaRPr lang="en-US"/>
          </a:p>
        </p:txBody>
      </p:sp>
      <p:sp>
        <p:nvSpPr>
          <p:cNvPr id="527362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3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4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5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6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7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8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69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7370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71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72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73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74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3552" name="Object 1024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663552" name="Equation" r:id="rId3" imgW="1612900" imgH="469900" progId="Equation.3">
              <p:embed/>
            </p:oleObj>
          </a:graphicData>
        </a:graphic>
      </p:graphicFrame>
      <p:graphicFrame>
        <p:nvGraphicFramePr>
          <p:cNvPr id="663553" name="Object 1025"/>
          <p:cNvGraphicFramePr>
            <a:graphicFrameLocks noChangeAspect="1"/>
          </p:cNvGraphicFramePr>
          <p:nvPr/>
        </p:nvGraphicFramePr>
        <p:xfrm>
          <a:off x="3886200" y="5410200"/>
          <a:ext cx="1612900" cy="469900"/>
        </p:xfrm>
        <a:graphic>
          <a:graphicData uri="http://schemas.openxmlformats.org/presentationml/2006/ole">
            <p:oleObj spid="_x0000_s663553" name="Equation" r:id="rId4" imgW="1612900" imgH="469900" progId="Equation.3">
              <p:embed/>
            </p:oleObj>
          </a:graphicData>
        </a:graphic>
      </p:graphicFrame>
      <p:graphicFrame>
        <p:nvGraphicFramePr>
          <p:cNvPr id="663554" name="Object 1026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663554" name="Equation" r:id="rId5" imgW="444500" imgH="469900" progId="Equation.3">
              <p:embed/>
            </p:oleObj>
          </a:graphicData>
        </a:graphic>
      </p:graphicFrame>
      <p:graphicFrame>
        <p:nvGraphicFramePr>
          <p:cNvPr id="663555" name="Object 1027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663555" name="Equation" r:id="rId6" imgW="381000" imgH="457200" progId="Equation.3">
              <p:embed/>
            </p:oleObj>
          </a:graphicData>
        </a:graphic>
      </p:graphicFrame>
      <p:graphicFrame>
        <p:nvGraphicFramePr>
          <p:cNvPr id="663556" name="Object 1028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663556" name="Equation" r:id="rId7" imgW="431800" imgH="457200" progId="Equation.3">
              <p:embed/>
            </p:oleObj>
          </a:graphicData>
        </a:graphic>
      </p:graphicFrame>
      <p:graphicFrame>
        <p:nvGraphicFramePr>
          <p:cNvPr id="663557" name="Object 1029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663557" name="Equation" r:id="rId8" imgW="419100" imgH="469900" progId="Equation.3">
              <p:embed/>
            </p:oleObj>
          </a:graphicData>
        </a:graphic>
      </p:graphicFrame>
      <p:sp>
        <p:nvSpPr>
          <p:cNvPr id="527381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82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7383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7384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7385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7386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7387" name="Text Box 27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663558" name="Object 10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663558" name="Equation" r:id="rId9" imgW="254000" imgH="254000" progId="Equation.3">
              <p:embed/>
            </p:oleObj>
          </a:graphicData>
        </a:graphic>
      </p:graphicFrame>
      <p:graphicFrame>
        <p:nvGraphicFramePr>
          <p:cNvPr id="663559" name="Object 10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663559" name="Equation" r:id="rId10" imgW="254000" imgH="254000" progId="Equation.3">
              <p:embed/>
            </p:oleObj>
          </a:graphicData>
        </a:graphic>
      </p:graphicFrame>
      <p:graphicFrame>
        <p:nvGraphicFramePr>
          <p:cNvPr id="663560" name="Object 10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663560" name="Equation" r:id="rId11" imgW="254000" imgH="254000" progId="Equation.3">
              <p:embed/>
            </p:oleObj>
          </a:graphicData>
        </a:graphic>
      </p:graphicFrame>
      <p:graphicFrame>
        <p:nvGraphicFramePr>
          <p:cNvPr id="663561" name="Object 10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663561" name="Equation" r:id="rId12" imgW="254000" imgH="355600" progId="Equation.3">
              <p:embed/>
            </p:oleObj>
          </a:graphicData>
        </a:graphic>
      </p:graphicFrame>
      <p:graphicFrame>
        <p:nvGraphicFramePr>
          <p:cNvPr id="663562" name="Object 10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663562" name="Equation" r:id="rId13" imgW="254000" imgH="355600" progId="Equation.3">
              <p:embed/>
            </p:oleObj>
          </a:graphicData>
        </a:graphic>
      </p:graphicFrame>
      <p:graphicFrame>
        <p:nvGraphicFramePr>
          <p:cNvPr id="663563" name="Object 10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663563" name="Equation" r:id="rId14" imgW="254000" imgH="355600" progId="Equation.3">
              <p:embed/>
            </p:oleObj>
          </a:graphicData>
        </a:graphic>
      </p:graphicFrame>
      <p:sp>
        <p:nvSpPr>
          <p:cNvPr id="527394" name="Line 34"/>
          <p:cNvSpPr>
            <a:spLocks noChangeShapeType="1"/>
          </p:cNvSpPr>
          <p:nvPr/>
        </p:nvSpPr>
        <p:spPr bwMode="auto">
          <a:xfrm flipV="1">
            <a:off x="29718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95" name="Rectangle 35"/>
          <p:cNvSpPr>
            <a:spLocks noChangeArrowheads="1"/>
          </p:cNvSpPr>
          <p:nvPr/>
        </p:nvSpPr>
        <p:spPr bwMode="auto">
          <a:xfrm>
            <a:off x="7162800" y="381000"/>
            <a:ext cx="9144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396" name="Text Box 36"/>
          <p:cNvSpPr txBox="1">
            <a:spLocks noChangeArrowheads="1"/>
          </p:cNvSpPr>
          <p:nvPr/>
        </p:nvSpPr>
        <p:spPr bwMode="auto">
          <a:xfrm>
            <a:off x="7010400" y="2971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3564" name="Object 1036"/>
          <p:cNvGraphicFramePr>
            <a:graphicFrameLocks noChangeAspect="1"/>
          </p:cNvGraphicFramePr>
          <p:nvPr/>
        </p:nvGraphicFramePr>
        <p:xfrm>
          <a:off x="7543800" y="2286000"/>
          <a:ext cx="228600" cy="419100"/>
        </p:xfrm>
        <a:graphic>
          <a:graphicData uri="http://schemas.openxmlformats.org/presentationml/2006/ole">
            <p:oleObj spid="_x0000_s663564" name="Equation" r:id="rId15" imgW="228600" imgH="419100" progId="Equation.3">
              <p:embed/>
            </p:oleObj>
          </a:graphicData>
        </a:graphic>
      </p:graphicFrame>
      <p:sp>
        <p:nvSpPr>
          <p:cNvPr id="527398" name="Line 38"/>
          <p:cNvSpPr>
            <a:spLocks noChangeShapeType="1"/>
          </p:cNvSpPr>
          <p:nvPr/>
        </p:nvSpPr>
        <p:spPr bwMode="auto">
          <a:xfrm>
            <a:off x="7167563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3565" name="Object 1037"/>
          <p:cNvGraphicFramePr>
            <a:graphicFrameLocks noChangeAspect="1"/>
          </p:cNvGraphicFramePr>
          <p:nvPr/>
        </p:nvGraphicFramePr>
        <p:xfrm>
          <a:off x="7543800" y="1752600"/>
          <a:ext cx="254000" cy="254000"/>
        </p:xfrm>
        <a:graphic>
          <a:graphicData uri="http://schemas.openxmlformats.org/presentationml/2006/ole">
            <p:oleObj spid="_x0000_s663565" name="Equation" r:id="rId16" imgW="254000" imgH="254000" progId="Equation.3">
              <p:embed/>
            </p:oleObj>
          </a:graphicData>
        </a:graphic>
      </p:graphicFrame>
      <p:sp>
        <p:nvSpPr>
          <p:cNvPr id="527400" name="Line 40"/>
          <p:cNvSpPr>
            <a:spLocks noChangeShapeType="1"/>
          </p:cNvSpPr>
          <p:nvPr/>
        </p:nvSpPr>
        <p:spPr bwMode="auto">
          <a:xfrm>
            <a:off x="7162800" y="1524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3566" name="Object 1038"/>
          <p:cNvGraphicFramePr>
            <a:graphicFrameLocks noChangeAspect="1"/>
          </p:cNvGraphicFramePr>
          <p:nvPr/>
        </p:nvGraphicFramePr>
        <p:xfrm>
          <a:off x="7543800" y="1143000"/>
          <a:ext cx="254000" cy="254000"/>
        </p:xfrm>
        <a:graphic>
          <a:graphicData uri="http://schemas.openxmlformats.org/presentationml/2006/ole">
            <p:oleObj spid="_x0000_s663566" name="Equation" r:id="rId17" imgW="254000" imgH="254000" progId="Equation.3">
              <p:embed/>
            </p:oleObj>
          </a:graphicData>
        </a:graphic>
      </p:graphicFrame>
      <p:sp>
        <p:nvSpPr>
          <p:cNvPr id="527402" name="Line 42"/>
          <p:cNvSpPr>
            <a:spLocks noChangeShapeType="1"/>
          </p:cNvSpPr>
          <p:nvPr/>
        </p:nvSpPr>
        <p:spPr bwMode="auto">
          <a:xfrm>
            <a:off x="7162800" y="914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3567" name="Object 1039"/>
          <p:cNvGraphicFramePr>
            <a:graphicFrameLocks noChangeAspect="1"/>
          </p:cNvGraphicFramePr>
          <p:nvPr/>
        </p:nvGraphicFramePr>
        <p:xfrm>
          <a:off x="7543800" y="533400"/>
          <a:ext cx="254000" cy="254000"/>
        </p:xfrm>
        <a:graphic>
          <a:graphicData uri="http://schemas.openxmlformats.org/presentationml/2006/ole">
            <p:oleObj spid="_x0000_s663567" name="Equation" r:id="rId18" imgW="254000" imgH="254000" progId="Equation.3">
              <p:embed/>
            </p:oleObj>
          </a:graphicData>
        </a:graphic>
      </p:graphicFrame>
      <p:sp>
        <p:nvSpPr>
          <p:cNvPr id="527404" name="Line 44"/>
          <p:cNvSpPr>
            <a:spLocks noChangeShapeType="1"/>
          </p:cNvSpPr>
          <p:nvPr/>
        </p:nvSpPr>
        <p:spPr bwMode="auto">
          <a:xfrm>
            <a:off x="7162800" y="381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7405" name="Line 45"/>
          <p:cNvSpPr>
            <a:spLocks noChangeShapeType="1"/>
          </p:cNvSpPr>
          <p:nvPr/>
        </p:nvSpPr>
        <p:spPr bwMode="auto">
          <a:xfrm flipV="1">
            <a:off x="7162800" y="3810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3568" name="Object 1040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663568" name="Equation" r:id="rId19" imgW="1612900" imgH="469900" progId="Equation.3">
              <p:embed/>
            </p:oleObj>
          </a:graphicData>
        </a:graphic>
      </p:graphicFrame>
      <p:sp>
        <p:nvSpPr>
          <p:cNvPr id="527407" name="Text Box 47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5</a:t>
            </a:r>
          </a:p>
        </p:txBody>
      </p:sp>
      <p:graphicFrame>
        <p:nvGraphicFramePr>
          <p:cNvPr id="663569" name="Object 1041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3569" name="Equation" r:id="rId20" imgW="1701800" imgH="469900" progId="Equation.3">
              <p:embed/>
            </p:oleObj>
          </a:graphicData>
        </a:graphic>
      </p:graphicFrame>
      <p:graphicFrame>
        <p:nvGraphicFramePr>
          <p:cNvPr id="663570" name="Object 1042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3570" name="Equation" r:id="rId21" imgW="1574800" imgH="469900" progId="Equation.3">
              <p:embed/>
            </p:oleObj>
          </a:graphicData>
        </a:graphic>
      </p:graphicFrame>
      <p:sp>
        <p:nvSpPr>
          <p:cNvPr id="527410" name="Oval 50"/>
          <p:cNvSpPr>
            <a:spLocks noChangeArrowheads="1"/>
          </p:cNvSpPr>
          <p:nvPr/>
        </p:nvSpPr>
        <p:spPr bwMode="auto">
          <a:xfrm>
            <a:off x="3657600" y="51816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7411" name="Line 51"/>
          <p:cNvSpPr>
            <a:spLocks noChangeShapeType="1"/>
          </p:cNvSpPr>
          <p:nvPr/>
        </p:nvSpPr>
        <p:spPr bwMode="auto">
          <a:xfrm flipH="1">
            <a:off x="8077200" y="1219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504-2816-4D3E-B7E0-1D2E946D42CD}" type="slidenum">
              <a:rPr lang="en-US"/>
              <a:pPr/>
              <a:t>22</a:t>
            </a:fld>
            <a:endParaRPr lang="en-US"/>
          </a:p>
        </p:txBody>
      </p:sp>
      <p:sp>
        <p:nvSpPr>
          <p:cNvPr id="528386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87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88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89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0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1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2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3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8394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5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6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7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398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4576" name="Object 1024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664576" name="Equation" r:id="rId3" imgW="1612900" imgH="469900" progId="Equation.3">
              <p:embed/>
            </p:oleObj>
          </a:graphicData>
        </a:graphic>
      </p:graphicFrame>
      <p:graphicFrame>
        <p:nvGraphicFramePr>
          <p:cNvPr id="664577" name="Object 1025"/>
          <p:cNvGraphicFramePr>
            <a:graphicFrameLocks noChangeAspect="1"/>
          </p:cNvGraphicFramePr>
          <p:nvPr/>
        </p:nvGraphicFramePr>
        <p:xfrm>
          <a:off x="3886200" y="5410200"/>
          <a:ext cx="1612900" cy="469900"/>
        </p:xfrm>
        <a:graphic>
          <a:graphicData uri="http://schemas.openxmlformats.org/presentationml/2006/ole">
            <p:oleObj spid="_x0000_s664577" name="Equation" r:id="rId4" imgW="1612900" imgH="469900" progId="Equation.3">
              <p:embed/>
            </p:oleObj>
          </a:graphicData>
        </a:graphic>
      </p:graphicFrame>
      <p:graphicFrame>
        <p:nvGraphicFramePr>
          <p:cNvPr id="664578" name="Object 1026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664578" name="Equation" r:id="rId5" imgW="444500" imgH="469900" progId="Equation.3">
              <p:embed/>
            </p:oleObj>
          </a:graphicData>
        </a:graphic>
      </p:graphicFrame>
      <p:graphicFrame>
        <p:nvGraphicFramePr>
          <p:cNvPr id="664579" name="Object 1027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664579" name="Equation" r:id="rId6" imgW="381000" imgH="457200" progId="Equation.3">
              <p:embed/>
            </p:oleObj>
          </a:graphicData>
        </a:graphic>
      </p:graphicFrame>
      <p:graphicFrame>
        <p:nvGraphicFramePr>
          <p:cNvPr id="664580" name="Object 1028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664580" name="Equation" r:id="rId7" imgW="431800" imgH="457200" progId="Equation.3">
              <p:embed/>
            </p:oleObj>
          </a:graphicData>
        </a:graphic>
      </p:graphicFrame>
      <p:graphicFrame>
        <p:nvGraphicFramePr>
          <p:cNvPr id="664581" name="Object 1029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664581" name="Equation" r:id="rId8" imgW="419100" imgH="469900" progId="Equation.3">
              <p:embed/>
            </p:oleObj>
          </a:graphicData>
        </a:graphic>
      </p:graphicFrame>
      <p:sp>
        <p:nvSpPr>
          <p:cNvPr id="528405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406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07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08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09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10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11" name="Text Box 27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664582" name="Object 10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664582" name="Equation" r:id="rId9" imgW="254000" imgH="254000" progId="Equation.3">
              <p:embed/>
            </p:oleObj>
          </a:graphicData>
        </a:graphic>
      </p:graphicFrame>
      <p:graphicFrame>
        <p:nvGraphicFramePr>
          <p:cNvPr id="664583" name="Object 10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664583" name="Equation" r:id="rId10" imgW="254000" imgH="254000" progId="Equation.3">
              <p:embed/>
            </p:oleObj>
          </a:graphicData>
        </a:graphic>
      </p:graphicFrame>
      <p:graphicFrame>
        <p:nvGraphicFramePr>
          <p:cNvPr id="664584" name="Object 10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664584" name="Equation" r:id="rId11" imgW="254000" imgH="254000" progId="Equation.3">
              <p:embed/>
            </p:oleObj>
          </a:graphicData>
        </a:graphic>
      </p:graphicFrame>
      <p:graphicFrame>
        <p:nvGraphicFramePr>
          <p:cNvPr id="664585" name="Object 10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664585" name="Equation" r:id="rId12" imgW="254000" imgH="355600" progId="Equation.3">
              <p:embed/>
            </p:oleObj>
          </a:graphicData>
        </a:graphic>
      </p:graphicFrame>
      <p:graphicFrame>
        <p:nvGraphicFramePr>
          <p:cNvPr id="664586" name="Object 10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664586" name="Equation" r:id="rId13" imgW="254000" imgH="355600" progId="Equation.3">
              <p:embed/>
            </p:oleObj>
          </a:graphicData>
        </a:graphic>
      </p:graphicFrame>
      <p:graphicFrame>
        <p:nvGraphicFramePr>
          <p:cNvPr id="664587" name="Object 10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664587" name="Equation" r:id="rId14" imgW="254000" imgH="355600" progId="Equation.3">
              <p:embed/>
            </p:oleObj>
          </a:graphicData>
        </a:graphic>
      </p:graphicFrame>
      <p:sp>
        <p:nvSpPr>
          <p:cNvPr id="528418" name="Line 34"/>
          <p:cNvSpPr>
            <a:spLocks noChangeShapeType="1"/>
          </p:cNvSpPr>
          <p:nvPr/>
        </p:nvSpPr>
        <p:spPr bwMode="auto">
          <a:xfrm flipV="1">
            <a:off x="3657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419" name="Rectangle 35"/>
          <p:cNvSpPr>
            <a:spLocks noChangeArrowheads="1"/>
          </p:cNvSpPr>
          <p:nvPr/>
        </p:nvSpPr>
        <p:spPr bwMode="auto">
          <a:xfrm>
            <a:off x="7391400" y="762000"/>
            <a:ext cx="914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4588" name="Object 1036"/>
          <p:cNvGraphicFramePr>
            <a:graphicFrameLocks noChangeAspect="1"/>
          </p:cNvGraphicFramePr>
          <p:nvPr/>
        </p:nvGraphicFramePr>
        <p:xfrm>
          <a:off x="7772400" y="2133600"/>
          <a:ext cx="228600" cy="419100"/>
        </p:xfrm>
        <a:graphic>
          <a:graphicData uri="http://schemas.openxmlformats.org/presentationml/2006/ole">
            <p:oleObj spid="_x0000_s664588" name="Equation" r:id="rId15" imgW="228600" imgH="419100" progId="Equation.3">
              <p:embed/>
            </p:oleObj>
          </a:graphicData>
        </a:graphic>
      </p:graphicFrame>
      <p:sp>
        <p:nvSpPr>
          <p:cNvPr id="528421" name="Line 37"/>
          <p:cNvSpPr>
            <a:spLocks noChangeShapeType="1"/>
          </p:cNvSpPr>
          <p:nvPr/>
        </p:nvSpPr>
        <p:spPr bwMode="auto">
          <a:xfrm>
            <a:off x="7396163" y="1981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4589" name="Object 1037"/>
          <p:cNvGraphicFramePr>
            <a:graphicFrameLocks noChangeAspect="1"/>
          </p:cNvGraphicFramePr>
          <p:nvPr/>
        </p:nvGraphicFramePr>
        <p:xfrm>
          <a:off x="7772400" y="1600200"/>
          <a:ext cx="254000" cy="254000"/>
        </p:xfrm>
        <a:graphic>
          <a:graphicData uri="http://schemas.openxmlformats.org/presentationml/2006/ole">
            <p:oleObj spid="_x0000_s664589" name="Equation" r:id="rId16" imgW="254000" imgH="254000" progId="Equation.3">
              <p:embed/>
            </p:oleObj>
          </a:graphicData>
        </a:graphic>
      </p:graphicFrame>
      <p:sp>
        <p:nvSpPr>
          <p:cNvPr id="528423" name="Text Box 39"/>
          <p:cNvSpPr txBox="1">
            <a:spLocks noChangeArrowheads="1"/>
          </p:cNvSpPr>
          <p:nvPr/>
        </p:nvSpPr>
        <p:spPr bwMode="auto">
          <a:xfrm>
            <a:off x="7162800" y="28956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4590" name="Object 1038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664590" name="Equation" r:id="rId17" imgW="1612900" imgH="469900" progId="Equation.3">
              <p:embed/>
            </p:oleObj>
          </a:graphicData>
        </a:graphic>
      </p:graphicFrame>
      <p:sp>
        <p:nvSpPr>
          <p:cNvPr id="528425" name="Text Box 41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6</a:t>
            </a:r>
          </a:p>
        </p:txBody>
      </p:sp>
      <p:graphicFrame>
        <p:nvGraphicFramePr>
          <p:cNvPr id="664591" name="Object 1039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4591" name="Equation" r:id="rId18" imgW="1701800" imgH="469900" progId="Equation.3">
              <p:embed/>
            </p:oleObj>
          </a:graphicData>
        </a:graphic>
      </p:graphicFrame>
      <p:graphicFrame>
        <p:nvGraphicFramePr>
          <p:cNvPr id="664592" name="Object 1040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4592" name="Equation" r:id="rId19" imgW="1574800" imgH="469900" progId="Equation.3">
              <p:embed/>
            </p:oleObj>
          </a:graphicData>
        </a:graphic>
      </p:graphicFrame>
      <p:sp>
        <p:nvSpPr>
          <p:cNvPr id="528428" name="Oval 44"/>
          <p:cNvSpPr>
            <a:spLocks noChangeArrowheads="1"/>
          </p:cNvSpPr>
          <p:nvPr/>
        </p:nvSpPr>
        <p:spPr bwMode="auto">
          <a:xfrm>
            <a:off x="5105400" y="39624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8429" name="Line 45"/>
          <p:cNvSpPr>
            <a:spLocks noChangeShapeType="1"/>
          </p:cNvSpPr>
          <p:nvPr/>
        </p:nvSpPr>
        <p:spPr bwMode="auto">
          <a:xfrm>
            <a:off x="7391400" y="1371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4593" name="Object 1041"/>
          <p:cNvGraphicFramePr>
            <a:graphicFrameLocks noChangeAspect="1"/>
          </p:cNvGraphicFramePr>
          <p:nvPr/>
        </p:nvGraphicFramePr>
        <p:xfrm>
          <a:off x="7772400" y="990600"/>
          <a:ext cx="254000" cy="254000"/>
        </p:xfrm>
        <a:graphic>
          <a:graphicData uri="http://schemas.openxmlformats.org/presentationml/2006/ole">
            <p:oleObj spid="_x0000_s664593" name="Equation" r:id="rId20" imgW="254000" imgH="254000" progId="Equation.3">
              <p:embed/>
            </p:oleObj>
          </a:graphicData>
        </a:graphic>
      </p:graphicFrame>
      <p:sp>
        <p:nvSpPr>
          <p:cNvPr id="528431" name="Line 47"/>
          <p:cNvSpPr>
            <a:spLocks noChangeShapeType="1"/>
          </p:cNvSpPr>
          <p:nvPr/>
        </p:nvSpPr>
        <p:spPr bwMode="auto">
          <a:xfrm>
            <a:off x="7391400" y="7620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32" name="Line 48"/>
          <p:cNvSpPr>
            <a:spLocks noChangeShapeType="1"/>
          </p:cNvSpPr>
          <p:nvPr/>
        </p:nvSpPr>
        <p:spPr bwMode="auto">
          <a:xfrm flipH="1">
            <a:off x="7391400" y="7620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8433" name="Line 49"/>
          <p:cNvSpPr>
            <a:spLocks noChangeShapeType="1"/>
          </p:cNvSpPr>
          <p:nvPr/>
        </p:nvSpPr>
        <p:spPr bwMode="auto">
          <a:xfrm flipH="1">
            <a:off x="8305800" y="167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73CC-7A90-4604-A113-0B4C09CD801A}" type="slidenum">
              <a:rPr lang="en-US"/>
              <a:pPr/>
              <a:t>23</a:t>
            </a:fld>
            <a:endParaRPr lang="en-US"/>
          </a:p>
        </p:txBody>
      </p:sp>
      <p:sp>
        <p:nvSpPr>
          <p:cNvPr id="529410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1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2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3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4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5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6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7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29418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19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20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21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22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5600" name="Object 1024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665600" name="Equation" r:id="rId3" imgW="1612900" imgH="469900" progId="Equation.3">
              <p:embed/>
            </p:oleObj>
          </a:graphicData>
        </a:graphic>
      </p:graphicFrame>
      <p:graphicFrame>
        <p:nvGraphicFramePr>
          <p:cNvPr id="665601" name="Object 1025"/>
          <p:cNvGraphicFramePr>
            <a:graphicFrameLocks noChangeAspect="1"/>
          </p:cNvGraphicFramePr>
          <p:nvPr/>
        </p:nvGraphicFramePr>
        <p:xfrm>
          <a:off x="3886200" y="5410200"/>
          <a:ext cx="1612900" cy="469900"/>
        </p:xfrm>
        <a:graphic>
          <a:graphicData uri="http://schemas.openxmlformats.org/presentationml/2006/ole">
            <p:oleObj spid="_x0000_s665601" name="Equation" r:id="rId4" imgW="1612900" imgH="469900" progId="Equation.3">
              <p:embed/>
            </p:oleObj>
          </a:graphicData>
        </a:graphic>
      </p:graphicFrame>
      <p:graphicFrame>
        <p:nvGraphicFramePr>
          <p:cNvPr id="665602" name="Object 1026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665602" name="Equation" r:id="rId5" imgW="444500" imgH="469900" progId="Equation.3">
              <p:embed/>
            </p:oleObj>
          </a:graphicData>
        </a:graphic>
      </p:graphicFrame>
      <p:graphicFrame>
        <p:nvGraphicFramePr>
          <p:cNvPr id="665603" name="Object 1027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665603" name="Equation" r:id="rId6" imgW="381000" imgH="457200" progId="Equation.3">
              <p:embed/>
            </p:oleObj>
          </a:graphicData>
        </a:graphic>
      </p:graphicFrame>
      <p:graphicFrame>
        <p:nvGraphicFramePr>
          <p:cNvPr id="665604" name="Object 1028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665604" name="Equation" r:id="rId7" imgW="431800" imgH="457200" progId="Equation.3">
              <p:embed/>
            </p:oleObj>
          </a:graphicData>
        </a:graphic>
      </p:graphicFrame>
      <p:graphicFrame>
        <p:nvGraphicFramePr>
          <p:cNvPr id="665605" name="Object 1029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665605" name="Equation" r:id="rId8" imgW="419100" imgH="469900" progId="Equation.3">
              <p:embed/>
            </p:oleObj>
          </a:graphicData>
        </a:graphic>
      </p:graphicFrame>
      <p:sp>
        <p:nvSpPr>
          <p:cNvPr id="529429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30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31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32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33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34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35" name="Text Box 27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665606" name="Object 10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665606" name="Equation" r:id="rId9" imgW="254000" imgH="254000" progId="Equation.3">
              <p:embed/>
            </p:oleObj>
          </a:graphicData>
        </a:graphic>
      </p:graphicFrame>
      <p:graphicFrame>
        <p:nvGraphicFramePr>
          <p:cNvPr id="665607" name="Object 10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665607" name="Equation" r:id="rId10" imgW="254000" imgH="254000" progId="Equation.3">
              <p:embed/>
            </p:oleObj>
          </a:graphicData>
        </a:graphic>
      </p:graphicFrame>
      <p:graphicFrame>
        <p:nvGraphicFramePr>
          <p:cNvPr id="665608" name="Object 10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665608" name="Equation" r:id="rId11" imgW="254000" imgH="254000" progId="Equation.3">
              <p:embed/>
            </p:oleObj>
          </a:graphicData>
        </a:graphic>
      </p:graphicFrame>
      <p:graphicFrame>
        <p:nvGraphicFramePr>
          <p:cNvPr id="665609" name="Object 10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665609" name="Equation" r:id="rId12" imgW="254000" imgH="355600" progId="Equation.3">
              <p:embed/>
            </p:oleObj>
          </a:graphicData>
        </a:graphic>
      </p:graphicFrame>
      <p:graphicFrame>
        <p:nvGraphicFramePr>
          <p:cNvPr id="665610" name="Object 10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665610" name="Equation" r:id="rId13" imgW="254000" imgH="355600" progId="Equation.3">
              <p:embed/>
            </p:oleObj>
          </a:graphicData>
        </a:graphic>
      </p:graphicFrame>
      <p:graphicFrame>
        <p:nvGraphicFramePr>
          <p:cNvPr id="665611" name="Object 10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665611" name="Equation" r:id="rId14" imgW="254000" imgH="355600" progId="Equation.3">
              <p:embed/>
            </p:oleObj>
          </a:graphicData>
        </a:graphic>
      </p:graphicFrame>
      <p:sp>
        <p:nvSpPr>
          <p:cNvPr id="529442" name="Line 34"/>
          <p:cNvSpPr>
            <a:spLocks noChangeShapeType="1"/>
          </p:cNvSpPr>
          <p:nvPr/>
        </p:nvSpPr>
        <p:spPr bwMode="auto">
          <a:xfrm flipV="1">
            <a:off x="43434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43" name="Rectangle 35"/>
          <p:cNvSpPr>
            <a:spLocks noChangeArrowheads="1"/>
          </p:cNvSpPr>
          <p:nvPr/>
        </p:nvSpPr>
        <p:spPr bwMode="auto">
          <a:xfrm>
            <a:off x="7391400" y="1371600"/>
            <a:ext cx="914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5612" name="Object 1036"/>
          <p:cNvGraphicFramePr>
            <a:graphicFrameLocks noChangeAspect="1"/>
          </p:cNvGraphicFramePr>
          <p:nvPr/>
        </p:nvGraphicFramePr>
        <p:xfrm>
          <a:off x="7772400" y="2133600"/>
          <a:ext cx="228600" cy="419100"/>
        </p:xfrm>
        <a:graphic>
          <a:graphicData uri="http://schemas.openxmlformats.org/presentationml/2006/ole">
            <p:oleObj spid="_x0000_s665612" name="Equation" r:id="rId15" imgW="228600" imgH="419100" progId="Equation.3">
              <p:embed/>
            </p:oleObj>
          </a:graphicData>
        </a:graphic>
      </p:graphicFrame>
      <p:sp>
        <p:nvSpPr>
          <p:cNvPr id="529445" name="Text Box 37"/>
          <p:cNvSpPr txBox="1">
            <a:spLocks noChangeArrowheads="1"/>
          </p:cNvSpPr>
          <p:nvPr/>
        </p:nvSpPr>
        <p:spPr bwMode="auto">
          <a:xfrm>
            <a:off x="7239000" y="27432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5613" name="Object 1037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665613" name="Equation" r:id="rId16" imgW="1612900" imgH="469900" progId="Equation.3">
              <p:embed/>
            </p:oleObj>
          </a:graphicData>
        </a:graphic>
      </p:graphicFrame>
      <p:sp>
        <p:nvSpPr>
          <p:cNvPr id="529447" name="Text Box 39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7</a:t>
            </a:r>
          </a:p>
        </p:txBody>
      </p:sp>
      <p:graphicFrame>
        <p:nvGraphicFramePr>
          <p:cNvPr id="665614" name="Object 1038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5614" name="Equation" r:id="rId17" imgW="1701800" imgH="469900" progId="Equation.3">
              <p:embed/>
            </p:oleObj>
          </a:graphicData>
        </a:graphic>
      </p:graphicFrame>
      <p:graphicFrame>
        <p:nvGraphicFramePr>
          <p:cNvPr id="665615" name="Object 1039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5615" name="Equation" r:id="rId18" imgW="1574800" imgH="469900" progId="Equation.3">
              <p:embed/>
            </p:oleObj>
          </a:graphicData>
        </a:graphic>
      </p:graphicFrame>
      <p:sp>
        <p:nvSpPr>
          <p:cNvPr id="529450" name="Oval 42"/>
          <p:cNvSpPr>
            <a:spLocks noChangeArrowheads="1"/>
          </p:cNvSpPr>
          <p:nvPr/>
        </p:nvSpPr>
        <p:spPr bwMode="auto">
          <a:xfrm>
            <a:off x="5105400" y="39624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9451" name="Line 43"/>
          <p:cNvSpPr>
            <a:spLocks noChangeShapeType="1"/>
          </p:cNvSpPr>
          <p:nvPr/>
        </p:nvSpPr>
        <p:spPr bwMode="auto">
          <a:xfrm>
            <a:off x="7391400" y="1981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5616" name="Object 1040"/>
          <p:cNvGraphicFramePr>
            <a:graphicFrameLocks noChangeAspect="1"/>
          </p:cNvGraphicFramePr>
          <p:nvPr/>
        </p:nvGraphicFramePr>
        <p:xfrm>
          <a:off x="7772400" y="1600200"/>
          <a:ext cx="254000" cy="254000"/>
        </p:xfrm>
        <a:graphic>
          <a:graphicData uri="http://schemas.openxmlformats.org/presentationml/2006/ole">
            <p:oleObj spid="_x0000_s665616" name="Equation" r:id="rId19" imgW="254000" imgH="254000" progId="Equation.3">
              <p:embed/>
            </p:oleObj>
          </a:graphicData>
        </a:graphic>
      </p:graphicFrame>
      <p:sp>
        <p:nvSpPr>
          <p:cNvPr id="529453" name="Line 45"/>
          <p:cNvSpPr>
            <a:spLocks noChangeShapeType="1"/>
          </p:cNvSpPr>
          <p:nvPr/>
        </p:nvSpPr>
        <p:spPr bwMode="auto">
          <a:xfrm>
            <a:off x="7391400" y="13716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54" name="Line 46"/>
          <p:cNvSpPr>
            <a:spLocks noChangeShapeType="1"/>
          </p:cNvSpPr>
          <p:nvPr/>
        </p:nvSpPr>
        <p:spPr bwMode="auto">
          <a:xfrm flipH="1">
            <a:off x="7391400" y="13716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9455" name="Line 47"/>
          <p:cNvSpPr>
            <a:spLocks noChangeShapeType="1"/>
          </p:cNvSpPr>
          <p:nvPr/>
        </p:nvSpPr>
        <p:spPr bwMode="auto">
          <a:xfrm flipH="1">
            <a:off x="8305800" y="2286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23D9-725D-472D-82AD-3ADDB2375D36}" type="slidenum">
              <a:rPr lang="en-US"/>
              <a:pPr/>
              <a:t>24</a:t>
            </a:fld>
            <a:endParaRPr lang="en-US"/>
          </a:p>
        </p:txBody>
      </p:sp>
      <p:sp>
        <p:nvSpPr>
          <p:cNvPr id="530434" name="Oval 2"/>
          <p:cNvSpPr>
            <a:spLocks noChangeArrowheads="1"/>
          </p:cNvSpPr>
          <p:nvPr/>
        </p:nvSpPr>
        <p:spPr bwMode="auto">
          <a:xfrm>
            <a:off x="3195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35" name="Line 3"/>
          <p:cNvSpPr>
            <a:spLocks noChangeShapeType="1"/>
          </p:cNvSpPr>
          <p:nvPr/>
        </p:nvSpPr>
        <p:spPr bwMode="auto">
          <a:xfrm>
            <a:off x="12144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36" name="Line 4"/>
          <p:cNvSpPr>
            <a:spLocks noChangeShapeType="1"/>
          </p:cNvSpPr>
          <p:nvPr/>
        </p:nvSpPr>
        <p:spPr bwMode="auto">
          <a:xfrm>
            <a:off x="63960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37" name="Line 5"/>
          <p:cNvSpPr>
            <a:spLocks noChangeShapeType="1"/>
          </p:cNvSpPr>
          <p:nvPr/>
        </p:nvSpPr>
        <p:spPr bwMode="auto">
          <a:xfrm>
            <a:off x="3805238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38" name="Freeform 6"/>
          <p:cNvSpPr>
            <a:spLocks/>
          </p:cNvSpPr>
          <p:nvPr/>
        </p:nvSpPr>
        <p:spPr bwMode="auto">
          <a:xfrm>
            <a:off x="29670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39" name="Freeform 7"/>
          <p:cNvSpPr>
            <a:spLocks/>
          </p:cNvSpPr>
          <p:nvPr/>
        </p:nvSpPr>
        <p:spPr bwMode="auto">
          <a:xfrm>
            <a:off x="5557838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40" name="Line 8"/>
          <p:cNvSpPr>
            <a:spLocks noChangeShapeType="1"/>
          </p:cNvSpPr>
          <p:nvPr/>
        </p:nvSpPr>
        <p:spPr bwMode="auto">
          <a:xfrm>
            <a:off x="-4763" y="58674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41" name="Text Box 9"/>
          <p:cNvSpPr txBox="1">
            <a:spLocks noChangeArrowheads="1"/>
          </p:cNvSpPr>
          <p:nvPr/>
        </p:nvSpPr>
        <p:spPr bwMode="auto">
          <a:xfrm>
            <a:off x="1960563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30442" name="Oval 10"/>
          <p:cNvSpPr>
            <a:spLocks noChangeArrowheads="1"/>
          </p:cNvSpPr>
          <p:nvPr/>
        </p:nvSpPr>
        <p:spPr bwMode="auto">
          <a:xfrm>
            <a:off x="5286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43" name="Oval 11"/>
          <p:cNvSpPr>
            <a:spLocks noChangeArrowheads="1"/>
          </p:cNvSpPr>
          <p:nvPr/>
        </p:nvSpPr>
        <p:spPr bwMode="auto">
          <a:xfrm>
            <a:off x="452438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44" name="Oval 12"/>
          <p:cNvSpPr>
            <a:spLocks noChangeArrowheads="1"/>
          </p:cNvSpPr>
          <p:nvPr/>
        </p:nvSpPr>
        <p:spPr bwMode="auto">
          <a:xfrm>
            <a:off x="5786438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45" name="Oval 13"/>
          <p:cNvSpPr>
            <a:spLocks noChangeArrowheads="1"/>
          </p:cNvSpPr>
          <p:nvPr/>
        </p:nvSpPr>
        <p:spPr bwMode="auto">
          <a:xfrm>
            <a:off x="8453438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46" name="Oval 14"/>
          <p:cNvSpPr>
            <a:spLocks noChangeArrowheads="1"/>
          </p:cNvSpPr>
          <p:nvPr/>
        </p:nvSpPr>
        <p:spPr bwMode="auto">
          <a:xfrm>
            <a:off x="8377238" y="5486400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6624" name="Object 1024"/>
          <p:cNvGraphicFramePr>
            <a:graphicFrameLocks noChangeAspect="1"/>
          </p:cNvGraphicFramePr>
          <p:nvPr/>
        </p:nvGraphicFramePr>
        <p:xfrm>
          <a:off x="2667000" y="4114800"/>
          <a:ext cx="1612900" cy="469900"/>
        </p:xfrm>
        <a:graphic>
          <a:graphicData uri="http://schemas.openxmlformats.org/presentationml/2006/ole">
            <p:oleObj spid="_x0000_s666624" name="Equation" r:id="rId3" imgW="1612900" imgH="469900" progId="Equation.3">
              <p:embed/>
            </p:oleObj>
          </a:graphicData>
        </a:graphic>
      </p:graphicFrame>
      <p:graphicFrame>
        <p:nvGraphicFramePr>
          <p:cNvPr id="666625" name="Object 1025"/>
          <p:cNvGraphicFramePr>
            <a:graphicFrameLocks noChangeAspect="1"/>
          </p:cNvGraphicFramePr>
          <p:nvPr/>
        </p:nvGraphicFramePr>
        <p:xfrm>
          <a:off x="3886200" y="5410200"/>
          <a:ext cx="1612900" cy="469900"/>
        </p:xfrm>
        <a:graphic>
          <a:graphicData uri="http://schemas.openxmlformats.org/presentationml/2006/ole">
            <p:oleObj spid="_x0000_s666625" name="Equation" r:id="rId4" imgW="1612900" imgH="469900" progId="Equation.3">
              <p:embed/>
            </p:oleObj>
          </a:graphicData>
        </a:graphic>
      </p:graphicFrame>
      <p:graphicFrame>
        <p:nvGraphicFramePr>
          <p:cNvPr id="666626" name="Object 1026"/>
          <p:cNvGraphicFramePr>
            <a:graphicFrameLocks noChangeAspect="1"/>
          </p:cNvGraphicFramePr>
          <p:nvPr/>
        </p:nvGraphicFramePr>
        <p:xfrm>
          <a:off x="609600" y="5638800"/>
          <a:ext cx="444500" cy="469900"/>
        </p:xfrm>
        <a:graphic>
          <a:graphicData uri="http://schemas.openxmlformats.org/presentationml/2006/ole">
            <p:oleObj spid="_x0000_s666626" name="Equation" r:id="rId5" imgW="444500" imgH="469900" progId="Equation.3">
              <p:embed/>
            </p:oleObj>
          </a:graphicData>
        </a:graphic>
      </p:graphicFrame>
      <p:graphicFrame>
        <p:nvGraphicFramePr>
          <p:cNvPr id="666627" name="Object 1027"/>
          <p:cNvGraphicFramePr>
            <a:graphicFrameLocks noChangeAspect="1"/>
          </p:cNvGraphicFramePr>
          <p:nvPr/>
        </p:nvGraphicFramePr>
        <p:xfrm>
          <a:off x="3308350" y="5645150"/>
          <a:ext cx="381000" cy="457200"/>
        </p:xfrm>
        <a:graphic>
          <a:graphicData uri="http://schemas.openxmlformats.org/presentationml/2006/ole">
            <p:oleObj spid="_x0000_s666627" name="Equation" r:id="rId6" imgW="381000" imgH="457200" progId="Equation.3">
              <p:embed/>
            </p:oleObj>
          </a:graphicData>
        </a:graphic>
      </p:graphicFrame>
      <p:graphicFrame>
        <p:nvGraphicFramePr>
          <p:cNvPr id="666628" name="Object 1028"/>
          <p:cNvGraphicFramePr>
            <a:graphicFrameLocks noChangeAspect="1"/>
          </p:cNvGraphicFramePr>
          <p:nvPr/>
        </p:nvGraphicFramePr>
        <p:xfrm>
          <a:off x="5842000" y="5638800"/>
          <a:ext cx="431800" cy="457200"/>
        </p:xfrm>
        <a:graphic>
          <a:graphicData uri="http://schemas.openxmlformats.org/presentationml/2006/ole">
            <p:oleObj spid="_x0000_s666628" name="Equation" r:id="rId7" imgW="431800" imgH="457200" progId="Equation.3">
              <p:embed/>
            </p:oleObj>
          </a:graphicData>
        </a:graphic>
      </p:graphicFrame>
      <p:graphicFrame>
        <p:nvGraphicFramePr>
          <p:cNvPr id="666629" name="Object 1029"/>
          <p:cNvGraphicFramePr>
            <a:graphicFrameLocks noChangeAspect="1"/>
          </p:cNvGraphicFramePr>
          <p:nvPr/>
        </p:nvGraphicFramePr>
        <p:xfrm>
          <a:off x="8515350" y="5632450"/>
          <a:ext cx="419100" cy="469900"/>
        </p:xfrm>
        <a:graphic>
          <a:graphicData uri="http://schemas.openxmlformats.org/presentationml/2006/ole">
            <p:oleObj spid="_x0000_s666629" name="Equation" r:id="rId8" imgW="419100" imgH="469900" progId="Equation.3">
              <p:embed/>
            </p:oleObj>
          </a:graphicData>
        </a:graphic>
      </p:graphicFrame>
      <p:sp>
        <p:nvSpPr>
          <p:cNvPr id="530453" name="Rectangle 21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54" name="Line 22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0455" name="Line 23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0456" name="Line 24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0457" name="Line 25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0458" name="Line 26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0459" name="Text Box 27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666630" name="Object 103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666630" name="Equation" r:id="rId9" imgW="254000" imgH="254000" progId="Equation.3">
              <p:embed/>
            </p:oleObj>
          </a:graphicData>
        </a:graphic>
      </p:graphicFrame>
      <p:graphicFrame>
        <p:nvGraphicFramePr>
          <p:cNvPr id="666631" name="Object 1031"/>
          <p:cNvGraphicFramePr>
            <a:graphicFrameLocks noChangeAspect="1"/>
          </p:cNvGraphicFramePr>
          <p:nvPr/>
        </p:nvGraphicFramePr>
        <p:xfrm>
          <a:off x="1519238" y="1676400"/>
          <a:ext cx="254000" cy="254000"/>
        </p:xfrm>
        <a:graphic>
          <a:graphicData uri="http://schemas.openxmlformats.org/presentationml/2006/ole">
            <p:oleObj spid="_x0000_s666631" name="Equation" r:id="rId10" imgW="254000" imgH="254000" progId="Equation.3">
              <p:embed/>
            </p:oleObj>
          </a:graphicData>
        </a:graphic>
      </p:graphicFrame>
      <p:graphicFrame>
        <p:nvGraphicFramePr>
          <p:cNvPr id="666632" name="Object 1032"/>
          <p:cNvGraphicFramePr>
            <a:graphicFrameLocks noChangeAspect="1"/>
          </p:cNvGraphicFramePr>
          <p:nvPr/>
        </p:nvGraphicFramePr>
        <p:xfrm>
          <a:off x="2205038" y="1676400"/>
          <a:ext cx="254000" cy="254000"/>
        </p:xfrm>
        <a:graphic>
          <a:graphicData uri="http://schemas.openxmlformats.org/presentationml/2006/ole">
            <p:oleObj spid="_x0000_s666632" name="Equation" r:id="rId11" imgW="254000" imgH="254000" progId="Equation.3">
              <p:embed/>
            </p:oleObj>
          </a:graphicData>
        </a:graphic>
      </p:graphicFrame>
      <p:graphicFrame>
        <p:nvGraphicFramePr>
          <p:cNvPr id="666633" name="Object 1033"/>
          <p:cNvGraphicFramePr>
            <a:graphicFrameLocks noChangeAspect="1"/>
          </p:cNvGraphicFramePr>
          <p:nvPr/>
        </p:nvGraphicFramePr>
        <p:xfrm>
          <a:off x="2890838" y="1625600"/>
          <a:ext cx="254000" cy="355600"/>
        </p:xfrm>
        <a:graphic>
          <a:graphicData uri="http://schemas.openxmlformats.org/presentationml/2006/ole">
            <p:oleObj spid="_x0000_s666633" name="Equation" r:id="rId12" imgW="254000" imgH="355600" progId="Equation.3">
              <p:embed/>
            </p:oleObj>
          </a:graphicData>
        </a:graphic>
      </p:graphicFrame>
      <p:graphicFrame>
        <p:nvGraphicFramePr>
          <p:cNvPr id="666634" name="Object 1034"/>
          <p:cNvGraphicFramePr>
            <a:graphicFrameLocks noChangeAspect="1"/>
          </p:cNvGraphicFramePr>
          <p:nvPr/>
        </p:nvGraphicFramePr>
        <p:xfrm>
          <a:off x="3576638" y="1625600"/>
          <a:ext cx="254000" cy="355600"/>
        </p:xfrm>
        <a:graphic>
          <a:graphicData uri="http://schemas.openxmlformats.org/presentationml/2006/ole">
            <p:oleObj spid="_x0000_s666634" name="Equation" r:id="rId13" imgW="254000" imgH="355600" progId="Equation.3">
              <p:embed/>
            </p:oleObj>
          </a:graphicData>
        </a:graphic>
      </p:graphicFrame>
      <p:graphicFrame>
        <p:nvGraphicFramePr>
          <p:cNvPr id="666635" name="Object 1035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666635" name="Equation" r:id="rId14" imgW="254000" imgH="355600" progId="Equation.3">
              <p:embed/>
            </p:oleObj>
          </a:graphicData>
        </a:graphic>
      </p:graphicFrame>
      <p:sp>
        <p:nvSpPr>
          <p:cNvPr id="530466" name="Line 34"/>
          <p:cNvSpPr>
            <a:spLocks noChangeShapeType="1"/>
          </p:cNvSpPr>
          <p:nvPr/>
        </p:nvSpPr>
        <p:spPr bwMode="auto">
          <a:xfrm flipV="1">
            <a:off x="43434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6636" name="Object 1036"/>
          <p:cNvGraphicFramePr>
            <a:graphicFrameLocks noChangeAspect="1"/>
          </p:cNvGraphicFramePr>
          <p:nvPr/>
        </p:nvGraphicFramePr>
        <p:xfrm>
          <a:off x="5334000" y="4114800"/>
          <a:ext cx="1612900" cy="469900"/>
        </p:xfrm>
        <a:graphic>
          <a:graphicData uri="http://schemas.openxmlformats.org/presentationml/2006/ole">
            <p:oleObj spid="_x0000_s666636" name="Equation" r:id="rId15" imgW="1612900" imgH="469900" progId="Equation.3">
              <p:embed/>
            </p:oleObj>
          </a:graphicData>
        </a:graphic>
      </p:graphicFrame>
      <p:sp>
        <p:nvSpPr>
          <p:cNvPr id="530468" name="Text Box 36"/>
          <p:cNvSpPr txBox="1">
            <a:spLocks noChangeArrowheads="1"/>
          </p:cNvSpPr>
          <p:nvPr/>
        </p:nvSpPr>
        <p:spPr bwMode="auto">
          <a:xfrm>
            <a:off x="40386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8</a:t>
            </a:r>
          </a:p>
        </p:txBody>
      </p:sp>
      <p:sp>
        <p:nvSpPr>
          <p:cNvPr id="530469" name="Text Box 37"/>
          <p:cNvSpPr txBox="1">
            <a:spLocks noChangeArrowheads="1"/>
          </p:cNvSpPr>
          <p:nvPr/>
        </p:nvSpPr>
        <p:spPr bwMode="auto">
          <a:xfrm>
            <a:off x="7700963" y="4724400"/>
            <a:ext cx="14430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accept</a:t>
            </a:r>
          </a:p>
        </p:txBody>
      </p:sp>
      <p:graphicFrame>
        <p:nvGraphicFramePr>
          <p:cNvPr id="666637" name="Object 1037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6637" name="Equation" r:id="rId16" imgW="1701800" imgH="469900" progId="Equation.3">
              <p:embed/>
            </p:oleObj>
          </a:graphicData>
        </a:graphic>
      </p:graphicFrame>
      <p:graphicFrame>
        <p:nvGraphicFramePr>
          <p:cNvPr id="666638" name="Object 1038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6638" name="Equation" r:id="rId17" imgW="1574800" imgH="469900" progId="Equation.3">
              <p:embed/>
            </p:oleObj>
          </a:graphicData>
        </a:graphic>
      </p:graphicFrame>
      <p:sp>
        <p:nvSpPr>
          <p:cNvPr id="530472" name="Rectangle 40"/>
          <p:cNvSpPr>
            <a:spLocks noChangeArrowheads="1"/>
          </p:cNvSpPr>
          <p:nvPr/>
        </p:nvSpPr>
        <p:spPr bwMode="auto">
          <a:xfrm>
            <a:off x="7391400" y="1981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6639" name="Object 1039"/>
          <p:cNvGraphicFramePr>
            <a:graphicFrameLocks noChangeAspect="1"/>
          </p:cNvGraphicFramePr>
          <p:nvPr/>
        </p:nvGraphicFramePr>
        <p:xfrm>
          <a:off x="7772400" y="2133600"/>
          <a:ext cx="228600" cy="419100"/>
        </p:xfrm>
        <a:graphic>
          <a:graphicData uri="http://schemas.openxmlformats.org/presentationml/2006/ole">
            <p:oleObj spid="_x0000_s666639" name="Equation" r:id="rId18" imgW="228600" imgH="419100" progId="Equation.3">
              <p:embed/>
            </p:oleObj>
          </a:graphicData>
        </a:graphic>
      </p:graphicFrame>
      <p:sp>
        <p:nvSpPr>
          <p:cNvPr id="530474" name="Text Box 42"/>
          <p:cNvSpPr txBox="1">
            <a:spLocks noChangeArrowheads="1"/>
          </p:cNvSpPr>
          <p:nvPr/>
        </p:nvSpPr>
        <p:spPr bwMode="auto">
          <a:xfrm>
            <a:off x="7239000" y="27432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30475" name="Oval 43"/>
          <p:cNvSpPr>
            <a:spLocks noChangeArrowheads="1"/>
          </p:cNvSpPr>
          <p:nvPr/>
        </p:nvSpPr>
        <p:spPr bwMode="auto">
          <a:xfrm>
            <a:off x="6324600" y="51816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0476" name="Line 44"/>
          <p:cNvSpPr>
            <a:spLocks noChangeShapeType="1"/>
          </p:cNvSpPr>
          <p:nvPr/>
        </p:nvSpPr>
        <p:spPr bwMode="auto">
          <a:xfrm flipH="1">
            <a:off x="8305800" y="2286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DC7-19C8-4A39-B991-84AD694D4B91}" type="slidenum">
              <a:rPr lang="en-US"/>
              <a:pPr/>
              <a:t>25</a:t>
            </a:fld>
            <a:endParaRPr lang="en-US"/>
          </a:p>
        </p:txBody>
      </p:sp>
      <p:sp>
        <p:nvSpPr>
          <p:cNvPr id="531458" name="Text Box 2"/>
          <p:cNvSpPr txBox="1">
            <a:spLocks noChangeArrowheads="1"/>
          </p:cNvSpPr>
          <p:nvPr/>
        </p:nvSpPr>
        <p:spPr bwMode="auto">
          <a:xfrm>
            <a:off x="517525" y="115888"/>
            <a:ext cx="6197600" cy="1163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3399"/>
                </a:solidFill>
              </a:rPr>
              <a:t>A string is accepted if there is </a:t>
            </a:r>
          </a:p>
          <a:p>
            <a:r>
              <a:rPr lang="en-US" altLang="en-US">
                <a:solidFill>
                  <a:srgbClr val="FF3399"/>
                </a:solidFill>
              </a:rPr>
              <a:t>a computation such that:</a:t>
            </a:r>
          </a:p>
        </p:txBody>
      </p:sp>
      <p:sp>
        <p:nvSpPr>
          <p:cNvPr id="531459" name="Text Box 3"/>
          <p:cNvSpPr txBox="1">
            <a:spLocks noChangeArrowheads="1"/>
          </p:cNvSpPr>
          <p:nvPr/>
        </p:nvSpPr>
        <p:spPr bwMode="auto">
          <a:xfrm>
            <a:off x="1828800" y="2286000"/>
            <a:ext cx="58816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 All the input is consumed</a:t>
            </a:r>
          </a:p>
          <a:p>
            <a:r>
              <a:rPr lang="en-US" altLang="en-US"/>
              <a:t>                   </a:t>
            </a:r>
            <a:r>
              <a:rPr lang="en-US" altLang="en-US" b="1">
                <a:solidFill>
                  <a:srgbClr val="FF3300"/>
                </a:solidFill>
              </a:rPr>
              <a:t>AND</a:t>
            </a:r>
          </a:p>
          <a:p>
            <a:r>
              <a:rPr lang="en-US" altLang="en-US"/>
              <a:t> The last state is a final state</a:t>
            </a:r>
          </a:p>
        </p:txBody>
      </p:sp>
      <p:sp>
        <p:nvSpPr>
          <p:cNvPr id="531460" name="Text Box 4"/>
          <p:cNvSpPr txBox="1">
            <a:spLocks noChangeArrowheads="1"/>
          </p:cNvSpPr>
          <p:nvPr/>
        </p:nvSpPr>
        <p:spPr bwMode="auto">
          <a:xfrm>
            <a:off x="457200" y="4953000"/>
            <a:ext cx="78438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9999"/>
                </a:solidFill>
              </a:rPr>
              <a:t>At the end of the computation,</a:t>
            </a:r>
          </a:p>
          <a:p>
            <a:r>
              <a:rPr lang="en-US" altLang="en-US">
                <a:solidFill>
                  <a:srgbClr val="009999"/>
                </a:solidFill>
              </a:rPr>
              <a:t>we do not care about the stack contents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087DD-B681-4C38-8BB2-BB04C509C5FF}" type="slidenum">
              <a:rPr lang="en-US"/>
              <a:pPr/>
              <a:t>26</a:t>
            </a:fld>
            <a:endParaRPr lang="en-US"/>
          </a:p>
        </p:txBody>
      </p:sp>
      <p:sp>
        <p:nvSpPr>
          <p:cNvPr id="532482" name="Text Box 2"/>
          <p:cNvSpPr txBox="1">
            <a:spLocks noChangeArrowheads="1"/>
          </p:cNvSpPr>
          <p:nvPr/>
        </p:nvSpPr>
        <p:spPr bwMode="auto">
          <a:xfrm>
            <a:off x="1676400" y="1524000"/>
            <a:ext cx="5054600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The input string</a:t>
            </a:r>
          </a:p>
          <a:p>
            <a:r>
              <a:rPr lang="en-US" altLang="en-US"/>
              <a:t>is accepted by the NPDA:</a:t>
            </a:r>
          </a:p>
        </p:txBody>
      </p:sp>
      <p:graphicFrame>
        <p:nvGraphicFramePr>
          <p:cNvPr id="532483" name="Object 3"/>
          <p:cNvGraphicFramePr>
            <a:graphicFrameLocks noChangeAspect="1"/>
          </p:cNvGraphicFramePr>
          <p:nvPr/>
        </p:nvGraphicFramePr>
        <p:xfrm>
          <a:off x="5029200" y="1600200"/>
          <a:ext cx="1562100" cy="431800"/>
        </p:xfrm>
        <a:graphic>
          <a:graphicData uri="http://schemas.openxmlformats.org/presentationml/2006/ole">
            <p:oleObj spid="_x0000_s532483" name="Equation" r:id="rId3" imgW="1562040" imgH="431640" progId="Equation.3">
              <p:embed/>
            </p:oleObj>
          </a:graphicData>
        </a:graphic>
      </p:graphicFrame>
      <p:sp>
        <p:nvSpPr>
          <p:cNvPr id="532484" name="Oval 4"/>
          <p:cNvSpPr>
            <a:spLocks noChangeArrowheads="1"/>
          </p:cNvSpPr>
          <p:nvPr/>
        </p:nvSpPr>
        <p:spPr bwMode="auto">
          <a:xfrm>
            <a:off x="31908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85" name="Line 5"/>
          <p:cNvSpPr>
            <a:spLocks noChangeShapeType="1"/>
          </p:cNvSpPr>
          <p:nvPr/>
        </p:nvSpPr>
        <p:spPr bwMode="auto">
          <a:xfrm>
            <a:off x="1209675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86" name="Line 6"/>
          <p:cNvSpPr>
            <a:spLocks noChangeShapeType="1"/>
          </p:cNvSpPr>
          <p:nvPr/>
        </p:nvSpPr>
        <p:spPr bwMode="auto">
          <a:xfrm>
            <a:off x="6391275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87" name="Line 7"/>
          <p:cNvSpPr>
            <a:spLocks noChangeShapeType="1"/>
          </p:cNvSpPr>
          <p:nvPr/>
        </p:nvSpPr>
        <p:spPr bwMode="auto">
          <a:xfrm>
            <a:off x="3800475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88" name="Freeform 8"/>
          <p:cNvSpPr>
            <a:spLocks/>
          </p:cNvSpPr>
          <p:nvPr/>
        </p:nvSpPr>
        <p:spPr bwMode="auto">
          <a:xfrm>
            <a:off x="2962275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89" name="Freeform 9"/>
          <p:cNvSpPr>
            <a:spLocks/>
          </p:cNvSpPr>
          <p:nvPr/>
        </p:nvSpPr>
        <p:spPr bwMode="auto">
          <a:xfrm>
            <a:off x="5553075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90" name="Line 10"/>
          <p:cNvSpPr>
            <a:spLocks noChangeShapeType="1"/>
          </p:cNvSpPr>
          <p:nvPr/>
        </p:nvSpPr>
        <p:spPr bwMode="auto">
          <a:xfrm>
            <a:off x="-9525" y="586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91" name="Text Box 11"/>
          <p:cNvSpPr txBox="1">
            <a:spLocks noChangeArrowheads="1"/>
          </p:cNvSpPr>
          <p:nvPr/>
        </p:nvSpPr>
        <p:spPr bwMode="auto">
          <a:xfrm>
            <a:off x="1955800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32492" name="Oval 12"/>
          <p:cNvSpPr>
            <a:spLocks noChangeArrowheads="1"/>
          </p:cNvSpPr>
          <p:nvPr/>
        </p:nvSpPr>
        <p:spPr bwMode="auto">
          <a:xfrm>
            <a:off x="5238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93" name="Oval 13"/>
          <p:cNvSpPr>
            <a:spLocks noChangeArrowheads="1"/>
          </p:cNvSpPr>
          <p:nvPr/>
        </p:nvSpPr>
        <p:spPr bwMode="auto">
          <a:xfrm>
            <a:off x="447675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94" name="Oval 14"/>
          <p:cNvSpPr>
            <a:spLocks noChangeArrowheads="1"/>
          </p:cNvSpPr>
          <p:nvPr/>
        </p:nvSpPr>
        <p:spPr bwMode="auto">
          <a:xfrm>
            <a:off x="57816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95" name="Oval 15"/>
          <p:cNvSpPr>
            <a:spLocks noChangeArrowheads="1"/>
          </p:cNvSpPr>
          <p:nvPr/>
        </p:nvSpPr>
        <p:spPr bwMode="auto">
          <a:xfrm>
            <a:off x="84486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496" name="Oval 16"/>
          <p:cNvSpPr>
            <a:spLocks noChangeArrowheads="1"/>
          </p:cNvSpPr>
          <p:nvPr/>
        </p:nvSpPr>
        <p:spPr bwMode="auto">
          <a:xfrm>
            <a:off x="8372475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32497" name="Object 17"/>
          <p:cNvGraphicFramePr>
            <a:graphicFrameLocks noChangeAspect="1"/>
          </p:cNvGraphicFramePr>
          <p:nvPr/>
        </p:nvGraphicFramePr>
        <p:xfrm>
          <a:off x="2662238" y="4114800"/>
          <a:ext cx="1612900" cy="469900"/>
        </p:xfrm>
        <a:graphic>
          <a:graphicData uri="http://schemas.openxmlformats.org/presentationml/2006/ole">
            <p:oleObj spid="_x0000_s532497" name="Equation" r:id="rId4" imgW="1612900" imgH="469900" progId="Equation.3">
              <p:embed/>
            </p:oleObj>
          </a:graphicData>
        </a:graphic>
      </p:graphicFrame>
      <p:graphicFrame>
        <p:nvGraphicFramePr>
          <p:cNvPr id="532498" name="Object 18"/>
          <p:cNvGraphicFramePr>
            <a:graphicFrameLocks noChangeAspect="1"/>
          </p:cNvGraphicFramePr>
          <p:nvPr/>
        </p:nvGraphicFramePr>
        <p:xfrm>
          <a:off x="3881438" y="5410200"/>
          <a:ext cx="1612900" cy="469900"/>
        </p:xfrm>
        <a:graphic>
          <a:graphicData uri="http://schemas.openxmlformats.org/presentationml/2006/ole">
            <p:oleObj spid="_x0000_s532498" name="Equation" r:id="rId5" imgW="1612900" imgH="469900" progId="Equation.3">
              <p:embed/>
            </p:oleObj>
          </a:graphicData>
        </a:graphic>
      </p:graphicFrame>
      <p:graphicFrame>
        <p:nvGraphicFramePr>
          <p:cNvPr id="532499" name="Object 19"/>
          <p:cNvGraphicFramePr>
            <a:graphicFrameLocks noChangeAspect="1"/>
          </p:cNvGraphicFramePr>
          <p:nvPr/>
        </p:nvGraphicFramePr>
        <p:xfrm>
          <a:off x="604838" y="5638800"/>
          <a:ext cx="444500" cy="469900"/>
        </p:xfrm>
        <a:graphic>
          <a:graphicData uri="http://schemas.openxmlformats.org/presentationml/2006/ole">
            <p:oleObj spid="_x0000_s532499" name="Equation" r:id="rId6" imgW="444500" imgH="469900" progId="Equation.3">
              <p:embed/>
            </p:oleObj>
          </a:graphicData>
        </a:graphic>
      </p:graphicFrame>
      <p:graphicFrame>
        <p:nvGraphicFramePr>
          <p:cNvPr id="532500" name="Object 20"/>
          <p:cNvGraphicFramePr>
            <a:graphicFrameLocks noChangeAspect="1"/>
          </p:cNvGraphicFramePr>
          <p:nvPr/>
        </p:nvGraphicFramePr>
        <p:xfrm>
          <a:off x="3303588" y="5645150"/>
          <a:ext cx="381000" cy="457200"/>
        </p:xfrm>
        <a:graphic>
          <a:graphicData uri="http://schemas.openxmlformats.org/presentationml/2006/ole">
            <p:oleObj spid="_x0000_s532500" name="Equation" r:id="rId7" imgW="381000" imgH="457200" progId="Equation.3">
              <p:embed/>
            </p:oleObj>
          </a:graphicData>
        </a:graphic>
      </p:graphicFrame>
      <p:graphicFrame>
        <p:nvGraphicFramePr>
          <p:cNvPr id="532501" name="Object 21"/>
          <p:cNvGraphicFramePr>
            <a:graphicFrameLocks noChangeAspect="1"/>
          </p:cNvGraphicFramePr>
          <p:nvPr/>
        </p:nvGraphicFramePr>
        <p:xfrm>
          <a:off x="5837238" y="5638800"/>
          <a:ext cx="431800" cy="457200"/>
        </p:xfrm>
        <a:graphic>
          <a:graphicData uri="http://schemas.openxmlformats.org/presentationml/2006/ole">
            <p:oleObj spid="_x0000_s532501" name="Equation" r:id="rId8" imgW="431800" imgH="457200" progId="Equation.3">
              <p:embed/>
            </p:oleObj>
          </a:graphicData>
        </a:graphic>
      </p:graphicFrame>
      <p:graphicFrame>
        <p:nvGraphicFramePr>
          <p:cNvPr id="532502" name="Object 22"/>
          <p:cNvGraphicFramePr>
            <a:graphicFrameLocks noChangeAspect="1"/>
          </p:cNvGraphicFramePr>
          <p:nvPr/>
        </p:nvGraphicFramePr>
        <p:xfrm>
          <a:off x="8510588" y="5632450"/>
          <a:ext cx="419100" cy="469900"/>
        </p:xfrm>
        <a:graphic>
          <a:graphicData uri="http://schemas.openxmlformats.org/presentationml/2006/ole">
            <p:oleObj spid="_x0000_s532502" name="Equation" r:id="rId9" imgW="419100" imgH="469900" progId="Equation.3">
              <p:embed/>
            </p:oleObj>
          </a:graphicData>
        </a:graphic>
      </p:graphicFrame>
      <p:graphicFrame>
        <p:nvGraphicFramePr>
          <p:cNvPr id="532503" name="Object 23"/>
          <p:cNvGraphicFramePr>
            <a:graphicFrameLocks noChangeAspect="1"/>
          </p:cNvGraphicFramePr>
          <p:nvPr/>
        </p:nvGraphicFramePr>
        <p:xfrm>
          <a:off x="5329238" y="4114800"/>
          <a:ext cx="1612900" cy="469900"/>
        </p:xfrm>
        <a:graphic>
          <a:graphicData uri="http://schemas.openxmlformats.org/presentationml/2006/ole">
            <p:oleObj spid="_x0000_s532503" name="Equation" r:id="rId10" imgW="1612900" imgH="469900" progId="Equation.3">
              <p:embed/>
            </p:oleObj>
          </a:graphicData>
        </a:graphic>
      </p:graphicFrame>
      <p:graphicFrame>
        <p:nvGraphicFramePr>
          <p:cNvPr id="532504" name="Object 24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532504" name="Equation" r:id="rId11" imgW="1701800" imgH="469900" progId="Equation.3">
              <p:embed/>
            </p:oleObj>
          </a:graphicData>
        </a:graphic>
      </p:graphicFrame>
      <p:graphicFrame>
        <p:nvGraphicFramePr>
          <p:cNvPr id="532505" name="Object 25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532505" name="Equation" r:id="rId12" imgW="1574800" imgH="46990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B9508-F294-4A69-8E0E-500D8C29B74E}" type="slidenum">
              <a:rPr lang="en-US"/>
              <a:pPr/>
              <a:t>27</a:t>
            </a:fld>
            <a:endParaRPr lang="en-US"/>
          </a:p>
        </p:txBody>
      </p:sp>
      <p:sp>
        <p:nvSpPr>
          <p:cNvPr id="533506" name="Text Box 2"/>
          <p:cNvSpPr txBox="1">
            <a:spLocks noChangeArrowheads="1"/>
          </p:cNvSpPr>
          <p:nvPr/>
        </p:nvSpPr>
        <p:spPr bwMode="auto">
          <a:xfrm>
            <a:off x="212725" y="1920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7648" name="Object 0"/>
          <p:cNvGraphicFramePr>
            <a:graphicFrameLocks noChangeAspect="1"/>
          </p:cNvGraphicFramePr>
          <p:nvPr/>
        </p:nvGraphicFramePr>
        <p:xfrm>
          <a:off x="2660650" y="920750"/>
          <a:ext cx="3505200" cy="711200"/>
        </p:xfrm>
        <a:graphic>
          <a:graphicData uri="http://schemas.openxmlformats.org/presentationml/2006/ole">
            <p:oleObj spid="_x0000_s667648" name="Equation" r:id="rId3" imgW="3504960" imgH="711000" progId="Equation.3">
              <p:embed/>
            </p:oleObj>
          </a:graphicData>
        </a:graphic>
      </p:graphicFrame>
      <p:sp>
        <p:nvSpPr>
          <p:cNvPr id="533508" name="Text Box 4"/>
          <p:cNvSpPr txBox="1">
            <a:spLocks noChangeArrowheads="1"/>
          </p:cNvSpPr>
          <p:nvPr/>
        </p:nvSpPr>
        <p:spPr bwMode="auto">
          <a:xfrm>
            <a:off x="352425" y="2249488"/>
            <a:ext cx="7553325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is the language accepted by the NPDA:</a:t>
            </a:r>
          </a:p>
        </p:txBody>
      </p:sp>
      <p:sp>
        <p:nvSpPr>
          <p:cNvPr id="533509" name="Oval 5"/>
          <p:cNvSpPr>
            <a:spLocks noChangeArrowheads="1"/>
          </p:cNvSpPr>
          <p:nvPr/>
        </p:nvSpPr>
        <p:spPr bwMode="auto">
          <a:xfrm>
            <a:off x="31908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0" name="Line 6"/>
          <p:cNvSpPr>
            <a:spLocks noChangeShapeType="1"/>
          </p:cNvSpPr>
          <p:nvPr/>
        </p:nvSpPr>
        <p:spPr bwMode="auto">
          <a:xfrm>
            <a:off x="1209675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1" name="Line 7"/>
          <p:cNvSpPr>
            <a:spLocks noChangeShapeType="1"/>
          </p:cNvSpPr>
          <p:nvPr/>
        </p:nvSpPr>
        <p:spPr bwMode="auto">
          <a:xfrm>
            <a:off x="6391275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2" name="Line 8"/>
          <p:cNvSpPr>
            <a:spLocks noChangeShapeType="1"/>
          </p:cNvSpPr>
          <p:nvPr/>
        </p:nvSpPr>
        <p:spPr bwMode="auto">
          <a:xfrm>
            <a:off x="3800475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3" name="Freeform 9"/>
          <p:cNvSpPr>
            <a:spLocks/>
          </p:cNvSpPr>
          <p:nvPr/>
        </p:nvSpPr>
        <p:spPr bwMode="auto">
          <a:xfrm>
            <a:off x="2962275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4" name="Freeform 10"/>
          <p:cNvSpPr>
            <a:spLocks/>
          </p:cNvSpPr>
          <p:nvPr/>
        </p:nvSpPr>
        <p:spPr bwMode="auto">
          <a:xfrm>
            <a:off x="5553075" y="4572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5" name="Line 11"/>
          <p:cNvSpPr>
            <a:spLocks noChangeShapeType="1"/>
          </p:cNvSpPr>
          <p:nvPr/>
        </p:nvSpPr>
        <p:spPr bwMode="auto">
          <a:xfrm>
            <a:off x="-9525" y="586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6" name="Text Box 12"/>
          <p:cNvSpPr txBox="1">
            <a:spLocks noChangeArrowheads="1"/>
          </p:cNvSpPr>
          <p:nvPr/>
        </p:nvSpPr>
        <p:spPr bwMode="auto">
          <a:xfrm>
            <a:off x="1955800" y="5221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33517" name="Oval 13"/>
          <p:cNvSpPr>
            <a:spLocks noChangeArrowheads="1"/>
          </p:cNvSpPr>
          <p:nvPr/>
        </p:nvSpPr>
        <p:spPr bwMode="auto">
          <a:xfrm>
            <a:off x="5238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8" name="Oval 14"/>
          <p:cNvSpPr>
            <a:spLocks noChangeArrowheads="1"/>
          </p:cNvSpPr>
          <p:nvPr/>
        </p:nvSpPr>
        <p:spPr bwMode="auto">
          <a:xfrm>
            <a:off x="447675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19" name="Oval 15"/>
          <p:cNvSpPr>
            <a:spLocks noChangeArrowheads="1"/>
          </p:cNvSpPr>
          <p:nvPr/>
        </p:nvSpPr>
        <p:spPr bwMode="auto">
          <a:xfrm>
            <a:off x="57816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20" name="Oval 16"/>
          <p:cNvSpPr>
            <a:spLocks noChangeArrowheads="1"/>
          </p:cNvSpPr>
          <p:nvPr/>
        </p:nvSpPr>
        <p:spPr bwMode="auto">
          <a:xfrm>
            <a:off x="8448675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3521" name="Oval 17"/>
          <p:cNvSpPr>
            <a:spLocks noChangeArrowheads="1"/>
          </p:cNvSpPr>
          <p:nvPr/>
        </p:nvSpPr>
        <p:spPr bwMode="auto">
          <a:xfrm>
            <a:off x="8372475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7649" name="Object 1"/>
          <p:cNvGraphicFramePr>
            <a:graphicFrameLocks noChangeAspect="1"/>
          </p:cNvGraphicFramePr>
          <p:nvPr/>
        </p:nvGraphicFramePr>
        <p:xfrm>
          <a:off x="2662238" y="4114800"/>
          <a:ext cx="1612900" cy="469900"/>
        </p:xfrm>
        <a:graphic>
          <a:graphicData uri="http://schemas.openxmlformats.org/presentationml/2006/ole">
            <p:oleObj spid="_x0000_s667649" name="Equation" r:id="rId4" imgW="1612900" imgH="469900" progId="Equation.3">
              <p:embed/>
            </p:oleObj>
          </a:graphicData>
        </a:graphic>
      </p:graphicFrame>
      <p:graphicFrame>
        <p:nvGraphicFramePr>
          <p:cNvPr id="667650" name="Object 2"/>
          <p:cNvGraphicFramePr>
            <a:graphicFrameLocks noChangeAspect="1"/>
          </p:cNvGraphicFramePr>
          <p:nvPr/>
        </p:nvGraphicFramePr>
        <p:xfrm>
          <a:off x="3881438" y="5410200"/>
          <a:ext cx="1612900" cy="469900"/>
        </p:xfrm>
        <a:graphic>
          <a:graphicData uri="http://schemas.openxmlformats.org/presentationml/2006/ole">
            <p:oleObj spid="_x0000_s667650" name="Equation" r:id="rId5" imgW="1612900" imgH="469900" progId="Equation.3">
              <p:embed/>
            </p:oleObj>
          </a:graphicData>
        </a:graphic>
      </p:graphicFrame>
      <p:graphicFrame>
        <p:nvGraphicFramePr>
          <p:cNvPr id="667651" name="Object 3"/>
          <p:cNvGraphicFramePr>
            <a:graphicFrameLocks noChangeAspect="1"/>
          </p:cNvGraphicFramePr>
          <p:nvPr/>
        </p:nvGraphicFramePr>
        <p:xfrm>
          <a:off x="604838" y="5638800"/>
          <a:ext cx="444500" cy="469900"/>
        </p:xfrm>
        <a:graphic>
          <a:graphicData uri="http://schemas.openxmlformats.org/presentationml/2006/ole">
            <p:oleObj spid="_x0000_s667651" name="Equation" r:id="rId6" imgW="444500" imgH="469900" progId="Equation.3">
              <p:embed/>
            </p:oleObj>
          </a:graphicData>
        </a:graphic>
      </p:graphicFrame>
      <p:graphicFrame>
        <p:nvGraphicFramePr>
          <p:cNvPr id="667652" name="Object 4"/>
          <p:cNvGraphicFramePr>
            <a:graphicFrameLocks noChangeAspect="1"/>
          </p:cNvGraphicFramePr>
          <p:nvPr/>
        </p:nvGraphicFramePr>
        <p:xfrm>
          <a:off x="3303588" y="5645150"/>
          <a:ext cx="381000" cy="457200"/>
        </p:xfrm>
        <a:graphic>
          <a:graphicData uri="http://schemas.openxmlformats.org/presentationml/2006/ole">
            <p:oleObj spid="_x0000_s667652" name="Equation" r:id="rId7" imgW="381000" imgH="457200" progId="Equation.3">
              <p:embed/>
            </p:oleObj>
          </a:graphicData>
        </a:graphic>
      </p:graphicFrame>
      <p:graphicFrame>
        <p:nvGraphicFramePr>
          <p:cNvPr id="667653" name="Object 5"/>
          <p:cNvGraphicFramePr>
            <a:graphicFrameLocks noChangeAspect="1"/>
          </p:cNvGraphicFramePr>
          <p:nvPr/>
        </p:nvGraphicFramePr>
        <p:xfrm>
          <a:off x="5837238" y="5638800"/>
          <a:ext cx="431800" cy="457200"/>
        </p:xfrm>
        <a:graphic>
          <a:graphicData uri="http://schemas.openxmlformats.org/presentationml/2006/ole">
            <p:oleObj spid="_x0000_s667653" name="Equation" r:id="rId8" imgW="431800" imgH="457200" progId="Equation.3">
              <p:embed/>
            </p:oleObj>
          </a:graphicData>
        </a:graphic>
      </p:graphicFrame>
      <p:graphicFrame>
        <p:nvGraphicFramePr>
          <p:cNvPr id="667654" name="Object 6"/>
          <p:cNvGraphicFramePr>
            <a:graphicFrameLocks noChangeAspect="1"/>
          </p:cNvGraphicFramePr>
          <p:nvPr/>
        </p:nvGraphicFramePr>
        <p:xfrm>
          <a:off x="8510588" y="5632450"/>
          <a:ext cx="419100" cy="469900"/>
        </p:xfrm>
        <a:graphic>
          <a:graphicData uri="http://schemas.openxmlformats.org/presentationml/2006/ole">
            <p:oleObj spid="_x0000_s667654" name="Equation" r:id="rId9" imgW="419100" imgH="469900" progId="Equation.3">
              <p:embed/>
            </p:oleObj>
          </a:graphicData>
        </a:graphic>
      </p:graphicFrame>
      <p:graphicFrame>
        <p:nvGraphicFramePr>
          <p:cNvPr id="667655" name="Object 7"/>
          <p:cNvGraphicFramePr>
            <a:graphicFrameLocks noChangeAspect="1"/>
          </p:cNvGraphicFramePr>
          <p:nvPr/>
        </p:nvGraphicFramePr>
        <p:xfrm>
          <a:off x="5329238" y="4114800"/>
          <a:ext cx="1612900" cy="469900"/>
        </p:xfrm>
        <a:graphic>
          <a:graphicData uri="http://schemas.openxmlformats.org/presentationml/2006/ole">
            <p:oleObj spid="_x0000_s667655" name="Equation" r:id="rId10" imgW="1612900" imgH="469900" progId="Equation.3">
              <p:embed/>
            </p:oleObj>
          </a:graphicData>
        </a:graphic>
      </p:graphicFrame>
      <p:sp>
        <p:nvSpPr>
          <p:cNvPr id="533529" name="Text Box 25"/>
          <p:cNvSpPr txBox="1">
            <a:spLocks noChangeArrowheads="1"/>
          </p:cNvSpPr>
          <p:nvPr/>
        </p:nvSpPr>
        <p:spPr bwMode="auto">
          <a:xfrm>
            <a:off x="288925" y="39688"/>
            <a:ext cx="22415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 general,</a:t>
            </a:r>
          </a:p>
        </p:txBody>
      </p:sp>
      <p:graphicFrame>
        <p:nvGraphicFramePr>
          <p:cNvPr id="667656" name="Object 8"/>
          <p:cNvGraphicFramePr>
            <a:graphicFrameLocks noChangeAspect="1"/>
          </p:cNvGraphicFramePr>
          <p:nvPr/>
        </p:nvGraphicFramePr>
        <p:xfrm>
          <a:off x="1295400" y="5410200"/>
          <a:ext cx="1701800" cy="469900"/>
        </p:xfrm>
        <a:graphic>
          <a:graphicData uri="http://schemas.openxmlformats.org/presentationml/2006/ole">
            <p:oleObj spid="_x0000_s667656" name="Equation" r:id="rId11" imgW="1701800" imgH="469900" progId="Equation.3">
              <p:embed/>
            </p:oleObj>
          </a:graphicData>
        </a:graphic>
      </p:graphicFrame>
      <p:graphicFrame>
        <p:nvGraphicFramePr>
          <p:cNvPr id="667657" name="Object 9"/>
          <p:cNvGraphicFramePr>
            <a:graphicFrameLocks noChangeAspect="1"/>
          </p:cNvGraphicFramePr>
          <p:nvPr/>
        </p:nvGraphicFramePr>
        <p:xfrm>
          <a:off x="6553200" y="5410200"/>
          <a:ext cx="1574800" cy="469900"/>
        </p:xfrm>
        <a:graphic>
          <a:graphicData uri="http://schemas.openxmlformats.org/presentationml/2006/ole">
            <p:oleObj spid="_x0000_s667657" name="Equation" r:id="rId12" imgW="1574800" imgH="46990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60B1-A29F-45BF-8E49-C80801B975A4}" type="slidenum">
              <a:rPr lang="en-US"/>
              <a:pPr/>
              <a:t>28</a:t>
            </a:fld>
            <a:endParaRPr lang="en-US"/>
          </a:p>
        </p:txBody>
      </p:sp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NPDA example</a:t>
            </a:r>
          </a:p>
        </p:txBody>
      </p:sp>
      <p:sp>
        <p:nvSpPr>
          <p:cNvPr id="534531" name="Line 3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34533" name="Object 5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34533" name="Equation" r:id="rId3" imgW="1574800" imgH="469900" progId="Equation.3">
              <p:embed/>
            </p:oleObj>
          </a:graphicData>
        </a:graphic>
      </p:graphicFrame>
      <p:sp>
        <p:nvSpPr>
          <p:cNvPr id="534534" name="Oval 6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4535" name="Oval 7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34536" name="Object 8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34536" name="Equation" r:id="rId4" imgW="381000" imgH="457200" progId="Equation.3">
              <p:embed/>
            </p:oleObj>
          </a:graphicData>
        </a:graphic>
      </p:graphicFrame>
      <p:graphicFrame>
        <p:nvGraphicFramePr>
          <p:cNvPr id="534537" name="Object 9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34537" name="Equation" r:id="rId5" imgW="431800" imgH="457200" progId="Equation.3">
              <p:embed/>
            </p:oleObj>
          </a:graphicData>
        </a:graphic>
      </p:graphicFrame>
      <p:sp>
        <p:nvSpPr>
          <p:cNvPr id="534538" name="Freeform 10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34539" name="Object 11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34539" name="Equation" r:id="rId6" imgW="1638000" imgH="1168200" progId="Equation.3">
              <p:embed/>
            </p:oleObj>
          </a:graphicData>
        </a:graphic>
      </p:graphicFrame>
      <p:sp>
        <p:nvSpPr>
          <p:cNvPr id="534540" name="Text Box 12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34541" name="Object 13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34541" name="Equation" r:id="rId7" imgW="1701800" imgH="469900" progId="Equation.3">
              <p:embed/>
            </p:oleObj>
          </a:graphicData>
        </a:graphic>
      </p:graphicFrame>
      <p:sp>
        <p:nvSpPr>
          <p:cNvPr id="534542" name="Oval 14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34543" name="Object 15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34543" name="Equation" r:id="rId8" imgW="444500" imgH="469900" progId="Equation.3">
              <p:embed/>
            </p:oleObj>
          </a:graphicData>
        </a:graphic>
      </p:graphicFrame>
      <p:sp>
        <p:nvSpPr>
          <p:cNvPr id="534544" name="Line 16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4545" name="Line 17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4546" name="Freeform 18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34547" name="Object 19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34547" name="Equation" r:id="rId9" imgW="1638000" imgH="1168200" progId="Equation.3">
              <p:embed/>
            </p:oleObj>
          </a:graphicData>
        </a:graphic>
      </p:graphicFrame>
      <p:sp>
        <p:nvSpPr>
          <p:cNvPr id="534548" name="Oval 20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4549" name="Text Box 21"/>
          <p:cNvSpPr txBox="1">
            <a:spLocks noChangeArrowheads="1"/>
          </p:cNvSpPr>
          <p:nvPr/>
        </p:nvSpPr>
        <p:spPr bwMode="auto">
          <a:xfrm>
            <a:off x="3276600" y="1219200"/>
            <a:ext cx="1431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</a:t>
            </a:r>
          </a:p>
        </p:txBody>
      </p:sp>
      <p:graphicFrame>
        <p:nvGraphicFramePr>
          <p:cNvPr id="534550" name="Object 22"/>
          <p:cNvGraphicFramePr>
            <a:graphicFrameLocks noChangeAspect="1"/>
          </p:cNvGraphicFramePr>
          <p:nvPr/>
        </p:nvGraphicFramePr>
        <p:xfrm>
          <a:off x="4876800" y="1295400"/>
          <a:ext cx="544513" cy="393700"/>
        </p:xfrm>
        <a:graphic>
          <a:graphicData uri="http://schemas.openxmlformats.org/presentationml/2006/ole">
            <p:oleObj spid="_x0000_s534550" name="Equation" r:id="rId10" imgW="545760" imgH="393480" progId="Equation.3">
              <p:embed/>
            </p:oleObj>
          </a:graphicData>
        </a:graphic>
      </p:graphicFrame>
      <p:graphicFrame>
        <p:nvGraphicFramePr>
          <p:cNvPr id="534551" name="Object 23"/>
          <p:cNvGraphicFramePr>
            <a:graphicFrameLocks noChangeAspect="1"/>
          </p:cNvGraphicFramePr>
          <p:nvPr/>
        </p:nvGraphicFramePr>
        <p:xfrm>
          <a:off x="2971800" y="2209800"/>
          <a:ext cx="3086100" cy="711200"/>
        </p:xfrm>
        <a:graphic>
          <a:graphicData uri="http://schemas.openxmlformats.org/presentationml/2006/ole">
            <p:oleObj spid="_x0000_s534551" name="Equation" r:id="rId11" imgW="308592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C4404-0BB3-4B71-9012-F5EBE00E23DE}" type="slidenum">
              <a:rPr lang="en-US"/>
              <a:pPr/>
              <a:t>29</a:t>
            </a:fld>
            <a:endParaRPr lang="en-US"/>
          </a:p>
        </p:txBody>
      </p:sp>
      <p:sp>
        <p:nvSpPr>
          <p:cNvPr id="535554" name="Oval 2"/>
          <p:cNvSpPr>
            <a:spLocks noChangeArrowheads="1"/>
          </p:cNvSpPr>
          <p:nvPr/>
        </p:nvSpPr>
        <p:spPr bwMode="auto">
          <a:xfrm>
            <a:off x="1066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55" name="Text Box 3"/>
          <p:cNvSpPr txBox="1">
            <a:spLocks noChangeArrowheads="1"/>
          </p:cNvSpPr>
          <p:nvPr/>
        </p:nvSpPr>
        <p:spPr bwMode="auto">
          <a:xfrm>
            <a:off x="0" y="0"/>
            <a:ext cx="3867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Execution Example:</a:t>
            </a:r>
          </a:p>
        </p:txBody>
      </p:sp>
      <p:sp>
        <p:nvSpPr>
          <p:cNvPr id="535556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35557" name="Line 5"/>
          <p:cNvSpPr>
            <a:spLocks noChangeShapeType="1"/>
          </p:cNvSpPr>
          <p:nvPr/>
        </p:nvSpPr>
        <p:spPr bwMode="auto">
          <a:xfrm flipV="1">
            <a:off x="549275" y="23225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58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535559" name="Rectangle 7"/>
          <p:cNvSpPr>
            <a:spLocks noChangeArrowheads="1"/>
          </p:cNvSpPr>
          <p:nvPr/>
        </p:nvSpPr>
        <p:spPr bwMode="auto">
          <a:xfrm>
            <a:off x="7467600" y="2362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60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8672" name="Object 0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668672" name="Equation" r:id="rId3" imgW="228600" imgH="419100" progId="Equation.3">
              <p:embed/>
            </p:oleObj>
          </a:graphicData>
        </a:graphic>
      </p:graphicFrame>
      <p:sp>
        <p:nvSpPr>
          <p:cNvPr id="535562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63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8673" name="Object 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668673" name="Equation" r:id="rId4" imgW="1574800" imgH="469900" progId="Equation.3">
              <p:embed/>
            </p:oleObj>
          </a:graphicData>
        </a:graphic>
      </p:graphicFrame>
      <p:sp>
        <p:nvSpPr>
          <p:cNvPr id="535565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8674" name="Object 2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668674" name="Equation" r:id="rId5" imgW="381000" imgH="457200" progId="Equation.3">
              <p:embed/>
            </p:oleObj>
          </a:graphicData>
        </a:graphic>
      </p:graphicFrame>
      <p:graphicFrame>
        <p:nvGraphicFramePr>
          <p:cNvPr id="668675" name="Object 3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668675" name="Equation" r:id="rId6" imgW="431800" imgH="457200" progId="Equation.3">
              <p:embed/>
            </p:oleObj>
          </a:graphicData>
        </a:graphic>
      </p:graphicFrame>
      <p:sp>
        <p:nvSpPr>
          <p:cNvPr id="535568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8676" name="Object 4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668676" name="Equation" r:id="rId7" imgW="1638000" imgH="1168200" progId="Equation.3">
              <p:embed/>
            </p:oleObj>
          </a:graphicData>
        </a:graphic>
      </p:graphicFrame>
      <p:sp>
        <p:nvSpPr>
          <p:cNvPr id="535570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8677" name="Object 5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668677" name="Equation" r:id="rId8" imgW="1701800" imgH="469900" progId="Equation.3">
              <p:embed/>
            </p:oleObj>
          </a:graphicData>
        </a:graphic>
      </p:graphicFrame>
      <p:graphicFrame>
        <p:nvGraphicFramePr>
          <p:cNvPr id="668678" name="Object 6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668678" name="Equation" r:id="rId9" imgW="444500" imgH="469900" progId="Equation.3">
              <p:embed/>
            </p:oleObj>
          </a:graphicData>
        </a:graphic>
      </p:graphicFrame>
      <p:sp>
        <p:nvSpPr>
          <p:cNvPr id="535573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5574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75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8679" name="Object 7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668679" name="Equation" r:id="rId10" imgW="1638000" imgH="1168200" progId="Equation.3">
              <p:embed/>
            </p:oleObj>
          </a:graphicData>
        </a:graphic>
      </p:graphicFrame>
      <p:sp>
        <p:nvSpPr>
          <p:cNvPr id="535577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78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79" name="Rectangle 27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5580" name="Line 2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5581" name="Line 2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5582" name="Line 30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8680" name="Object 8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68680" name="Equation" r:id="rId11" imgW="254000" imgH="254000" progId="Equation.3">
              <p:embed/>
            </p:oleObj>
          </a:graphicData>
        </a:graphic>
      </p:graphicFrame>
      <p:graphicFrame>
        <p:nvGraphicFramePr>
          <p:cNvPr id="668681" name="Object 9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668681" name="Equation" r:id="rId12" imgW="254000" imgH="254000" progId="Equation.3">
              <p:embed/>
            </p:oleObj>
          </a:graphicData>
        </a:graphic>
      </p:graphicFrame>
      <p:graphicFrame>
        <p:nvGraphicFramePr>
          <p:cNvPr id="668682" name="Object 10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668682" name="Equation" r:id="rId13" imgW="254000" imgH="355600" progId="Equation.3">
              <p:embed/>
            </p:oleObj>
          </a:graphicData>
        </a:graphic>
      </p:graphicFrame>
      <p:graphicFrame>
        <p:nvGraphicFramePr>
          <p:cNvPr id="668683" name="Object 11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668683" name="Equation" r:id="rId14" imgW="254000" imgH="355600" progId="Equation.3">
              <p:embed/>
            </p:oleObj>
          </a:graphicData>
        </a:graphic>
      </p:graphicFrame>
      <p:sp>
        <p:nvSpPr>
          <p:cNvPr id="535587" name="Line 35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937D0-62EC-4786-B934-86416344067F}" type="slidenum">
              <a:rPr lang="en-US"/>
              <a:pPr/>
              <a:t>30</a:t>
            </a:fld>
            <a:endParaRPr lang="en-US"/>
          </a:p>
        </p:txBody>
      </p:sp>
      <p:sp>
        <p:nvSpPr>
          <p:cNvPr id="536578" name="Oval 2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579" name="Oval 3"/>
          <p:cNvSpPr>
            <a:spLocks noChangeArrowheads="1"/>
          </p:cNvSpPr>
          <p:nvPr/>
        </p:nvSpPr>
        <p:spPr bwMode="auto">
          <a:xfrm>
            <a:off x="304800" y="35052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580" name="Rectangle 4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581" name="Line 5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6582" name="Line 6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669696" name="Object 0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69696" name="Equation" r:id="rId3" imgW="254000" imgH="254000" progId="Equation.3">
              <p:embed/>
            </p:oleObj>
          </a:graphicData>
        </a:graphic>
      </p:graphicFrame>
      <p:graphicFrame>
        <p:nvGraphicFramePr>
          <p:cNvPr id="669697" name="Object 1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669697" name="Equation" r:id="rId4" imgW="254000" imgH="254000" progId="Equation.3">
              <p:embed/>
            </p:oleObj>
          </a:graphicData>
        </a:graphic>
      </p:graphicFrame>
      <p:graphicFrame>
        <p:nvGraphicFramePr>
          <p:cNvPr id="669698" name="Object 2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669698" name="Equation" r:id="rId5" imgW="254000" imgH="355600" progId="Equation.3">
              <p:embed/>
            </p:oleObj>
          </a:graphicData>
        </a:graphic>
      </p:graphicFrame>
      <p:sp>
        <p:nvSpPr>
          <p:cNvPr id="536588" name="Line 12"/>
          <p:cNvSpPr>
            <a:spLocks noChangeShapeType="1"/>
          </p:cNvSpPr>
          <p:nvPr/>
        </p:nvSpPr>
        <p:spPr bwMode="auto">
          <a:xfrm flipV="1">
            <a:off x="990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589" name="Text Box 13"/>
          <p:cNvSpPr txBox="1">
            <a:spLocks noChangeArrowheads="1"/>
          </p:cNvSpPr>
          <p:nvPr/>
        </p:nvSpPr>
        <p:spPr bwMode="auto">
          <a:xfrm>
            <a:off x="4130675" y="112713"/>
            <a:ext cx="14176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536590" name="Rectangle 14"/>
          <p:cNvSpPr>
            <a:spLocks noChangeArrowheads="1"/>
          </p:cNvSpPr>
          <p:nvPr/>
        </p:nvSpPr>
        <p:spPr bwMode="auto">
          <a:xfrm>
            <a:off x="7467600" y="1828800"/>
            <a:ext cx="914400" cy="117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591" name="Text Box 15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69699" name="Object 3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669699" name="Equation" r:id="rId6" imgW="228600" imgH="419100" progId="Equation.3">
              <p:embed/>
            </p:oleObj>
          </a:graphicData>
        </a:graphic>
      </p:graphicFrame>
      <p:sp>
        <p:nvSpPr>
          <p:cNvPr id="536593" name="Line 17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594" name="Text Box 18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9700" name="Object 4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669700" name="Equation" r:id="rId7" imgW="1574800" imgH="469900" progId="Equation.3">
              <p:embed/>
            </p:oleObj>
          </a:graphicData>
        </a:graphic>
      </p:graphicFrame>
      <p:sp>
        <p:nvSpPr>
          <p:cNvPr id="536596" name="Oval 20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9701" name="Object 5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669701" name="Equation" r:id="rId8" imgW="381000" imgH="457200" progId="Equation.3">
              <p:embed/>
            </p:oleObj>
          </a:graphicData>
        </a:graphic>
      </p:graphicFrame>
      <p:graphicFrame>
        <p:nvGraphicFramePr>
          <p:cNvPr id="669702" name="Object 6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669702" name="Equation" r:id="rId9" imgW="431800" imgH="457200" progId="Equation.3">
              <p:embed/>
            </p:oleObj>
          </a:graphicData>
        </a:graphic>
      </p:graphicFrame>
      <p:sp>
        <p:nvSpPr>
          <p:cNvPr id="536599" name="Freeform 23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9703" name="Object 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669703" name="Equation" r:id="rId10" imgW="1638000" imgH="1168200" progId="Equation.3">
              <p:embed/>
            </p:oleObj>
          </a:graphicData>
        </a:graphic>
      </p:graphicFrame>
      <p:sp>
        <p:nvSpPr>
          <p:cNvPr id="536601" name="Text Box 25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9704" name="Object 8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669704" name="Equation" r:id="rId11" imgW="1701800" imgH="469900" progId="Equation.3">
              <p:embed/>
            </p:oleObj>
          </a:graphicData>
        </a:graphic>
      </p:graphicFrame>
      <p:graphicFrame>
        <p:nvGraphicFramePr>
          <p:cNvPr id="669705" name="Object 9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669705" name="Equation" r:id="rId12" imgW="444500" imgH="469900" progId="Equation.3">
              <p:embed/>
            </p:oleObj>
          </a:graphicData>
        </a:graphic>
      </p:graphicFrame>
      <p:sp>
        <p:nvSpPr>
          <p:cNvPr id="536604" name="Line 28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6605" name="Line 29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606" name="Freeform 30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9706" name="Object 10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669706" name="Equation" r:id="rId13" imgW="1638000" imgH="1168200" progId="Equation.3">
              <p:embed/>
            </p:oleObj>
          </a:graphicData>
        </a:graphic>
      </p:graphicFrame>
      <p:sp>
        <p:nvSpPr>
          <p:cNvPr id="536608" name="Oval 3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609" name="Oval 33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6610" name="Line 34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9707" name="Object 11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669707" name="Equation" r:id="rId14" imgW="254000" imgH="254000" progId="Equation.3">
              <p:embed/>
            </p:oleObj>
          </a:graphicData>
        </a:graphic>
      </p:graphicFrame>
      <p:graphicFrame>
        <p:nvGraphicFramePr>
          <p:cNvPr id="669708" name="Object 12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669708" name="Equation" r:id="rId15" imgW="254000" imgH="355600" progId="Equation.3">
              <p:embed/>
            </p:oleObj>
          </a:graphicData>
        </a:graphic>
      </p:graphicFrame>
      <p:sp>
        <p:nvSpPr>
          <p:cNvPr id="536613" name="Line 37"/>
          <p:cNvSpPr>
            <a:spLocks noChangeShapeType="1"/>
          </p:cNvSpPr>
          <p:nvPr/>
        </p:nvSpPr>
        <p:spPr bwMode="auto">
          <a:xfrm flipH="1">
            <a:off x="8382000" y="213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D31F-FD99-4794-87A8-E031F93A8F47}" type="slidenum">
              <a:rPr lang="en-US"/>
              <a:pPr/>
              <a:t>31</a:t>
            </a:fld>
            <a:endParaRPr lang="en-US"/>
          </a:p>
        </p:txBody>
      </p:sp>
      <p:sp>
        <p:nvSpPr>
          <p:cNvPr id="537602" name="Oval 2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03" name="Oval 3"/>
          <p:cNvSpPr>
            <a:spLocks noChangeArrowheads="1"/>
          </p:cNvSpPr>
          <p:nvPr/>
        </p:nvSpPr>
        <p:spPr bwMode="auto">
          <a:xfrm>
            <a:off x="304800" y="4114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04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37605" name="Line 5"/>
          <p:cNvSpPr>
            <a:spLocks noChangeShapeType="1"/>
          </p:cNvSpPr>
          <p:nvPr/>
        </p:nvSpPr>
        <p:spPr bwMode="auto">
          <a:xfrm flipV="1">
            <a:off x="16764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06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2</a:t>
            </a:r>
          </a:p>
        </p:txBody>
      </p:sp>
      <p:sp>
        <p:nvSpPr>
          <p:cNvPr id="537607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08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70720" name="Object 0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670720" name="Equation" r:id="rId3" imgW="228600" imgH="419100" progId="Equation.3">
              <p:embed/>
            </p:oleObj>
          </a:graphicData>
        </a:graphic>
      </p:graphicFrame>
      <p:sp>
        <p:nvSpPr>
          <p:cNvPr id="537610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11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0721" name="Object 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670721" name="Equation" r:id="rId4" imgW="1574800" imgH="469900" progId="Equation.3">
              <p:embed/>
            </p:oleObj>
          </a:graphicData>
        </a:graphic>
      </p:graphicFrame>
      <p:sp>
        <p:nvSpPr>
          <p:cNvPr id="537613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0722" name="Object 2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670722" name="Equation" r:id="rId5" imgW="381000" imgH="457200" progId="Equation.3">
              <p:embed/>
            </p:oleObj>
          </a:graphicData>
        </a:graphic>
      </p:graphicFrame>
      <p:graphicFrame>
        <p:nvGraphicFramePr>
          <p:cNvPr id="670723" name="Object 3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670723" name="Equation" r:id="rId6" imgW="431800" imgH="457200" progId="Equation.3">
              <p:embed/>
            </p:oleObj>
          </a:graphicData>
        </a:graphic>
      </p:graphicFrame>
      <p:sp>
        <p:nvSpPr>
          <p:cNvPr id="537616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0724" name="Object 4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670724" name="Equation" r:id="rId7" imgW="1638000" imgH="1168200" progId="Equation.3">
              <p:embed/>
            </p:oleObj>
          </a:graphicData>
        </a:graphic>
      </p:graphicFrame>
      <p:sp>
        <p:nvSpPr>
          <p:cNvPr id="537618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0725" name="Object 5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670725" name="Equation" r:id="rId8" imgW="1701800" imgH="469900" progId="Equation.3">
              <p:embed/>
            </p:oleObj>
          </a:graphicData>
        </a:graphic>
      </p:graphicFrame>
      <p:graphicFrame>
        <p:nvGraphicFramePr>
          <p:cNvPr id="670726" name="Object 6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670726" name="Equation" r:id="rId9" imgW="444500" imgH="469900" progId="Equation.3">
              <p:embed/>
            </p:oleObj>
          </a:graphicData>
        </a:graphic>
      </p:graphicFrame>
      <p:sp>
        <p:nvSpPr>
          <p:cNvPr id="537621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7622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23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0727" name="Object 7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670727" name="Equation" r:id="rId10" imgW="1638000" imgH="1168200" progId="Equation.3">
              <p:embed/>
            </p:oleObj>
          </a:graphicData>
        </a:graphic>
      </p:graphicFrame>
      <p:sp>
        <p:nvSpPr>
          <p:cNvPr id="537625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26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27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0728" name="Object 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670728" name="Equation" r:id="rId11" imgW="254000" imgH="254000" progId="Equation.3">
              <p:embed/>
            </p:oleObj>
          </a:graphicData>
        </a:graphic>
      </p:graphicFrame>
      <p:sp>
        <p:nvSpPr>
          <p:cNvPr id="537629" name="Rectangle 29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7630" name="Line 30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7631" name="Line 31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7632" name="Line 32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0729" name="Object 9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70729" name="Equation" r:id="rId12" imgW="254000" imgH="254000" progId="Equation.3">
              <p:embed/>
            </p:oleObj>
          </a:graphicData>
        </a:graphic>
      </p:graphicFrame>
      <p:graphicFrame>
        <p:nvGraphicFramePr>
          <p:cNvPr id="670730" name="Object 10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670730" name="Equation" r:id="rId13" imgW="254000" imgH="254000" progId="Equation.3">
              <p:embed/>
            </p:oleObj>
          </a:graphicData>
        </a:graphic>
      </p:graphicFrame>
      <p:graphicFrame>
        <p:nvGraphicFramePr>
          <p:cNvPr id="670731" name="Object 11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670731" name="Equation" r:id="rId14" imgW="254000" imgH="355600" progId="Equation.3">
              <p:embed/>
            </p:oleObj>
          </a:graphicData>
        </a:graphic>
      </p:graphicFrame>
      <p:graphicFrame>
        <p:nvGraphicFramePr>
          <p:cNvPr id="670732" name="Object 12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670732" name="Equation" r:id="rId15" imgW="254000" imgH="355600" progId="Equation.3">
              <p:embed/>
            </p:oleObj>
          </a:graphicData>
        </a:graphic>
      </p:graphicFrame>
      <p:sp>
        <p:nvSpPr>
          <p:cNvPr id="537637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0733" name="Object 13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670733" name="Equation" r:id="rId16" imgW="254000" imgH="355600" progId="Equation.3">
              <p:embed/>
            </p:oleObj>
          </a:graphicData>
        </a:graphic>
      </p:graphicFrame>
      <p:sp>
        <p:nvSpPr>
          <p:cNvPr id="537639" name="Line 39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30056-BDDD-4337-BD79-E948987AF957}" type="slidenum">
              <a:rPr lang="en-US"/>
              <a:pPr/>
              <a:t>32</a:t>
            </a:fld>
            <a:endParaRPr lang="en-US"/>
          </a:p>
        </p:txBody>
      </p:sp>
      <p:sp>
        <p:nvSpPr>
          <p:cNvPr id="538626" name="Oval 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27" name="Oval 3"/>
          <p:cNvSpPr>
            <a:spLocks noChangeArrowheads="1"/>
          </p:cNvSpPr>
          <p:nvPr/>
        </p:nvSpPr>
        <p:spPr bwMode="auto">
          <a:xfrm>
            <a:off x="1828800" y="5638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28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38629" name="Line 5"/>
          <p:cNvSpPr>
            <a:spLocks noChangeShapeType="1"/>
          </p:cNvSpPr>
          <p:nvPr/>
        </p:nvSpPr>
        <p:spPr bwMode="auto">
          <a:xfrm flipV="1">
            <a:off x="16764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30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538631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32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71744" name="Object 0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671744" name="Equation" r:id="rId3" imgW="228600" imgH="419100" progId="Equation.3">
              <p:embed/>
            </p:oleObj>
          </a:graphicData>
        </a:graphic>
      </p:graphicFrame>
      <p:sp>
        <p:nvSpPr>
          <p:cNvPr id="538634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35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1745" name="Object 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671745" name="Equation" r:id="rId4" imgW="1574800" imgH="469900" progId="Equation.3">
              <p:embed/>
            </p:oleObj>
          </a:graphicData>
        </a:graphic>
      </p:graphicFrame>
      <p:sp>
        <p:nvSpPr>
          <p:cNvPr id="538637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1746" name="Object 2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671746" name="Equation" r:id="rId5" imgW="381000" imgH="457200" progId="Equation.3">
              <p:embed/>
            </p:oleObj>
          </a:graphicData>
        </a:graphic>
      </p:graphicFrame>
      <p:graphicFrame>
        <p:nvGraphicFramePr>
          <p:cNvPr id="671747" name="Object 3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671747" name="Equation" r:id="rId6" imgW="431800" imgH="457200" progId="Equation.3">
              <p:embed/>
            </p:oleObj>
          </a:graphicData>
        </a:graphic>
      </p:graphicFrame>
      <p:sp>
        <p:nvSpPr>
          <p:cNvPr id="538640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1748" name="Object 4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671748" name="Equation" r:id="rId7" imgW="1638000" imgH="1168200" progId="Equation.3">
              <p:embed/>
            </p:oleObj>
          </a:graphicData>
        </a:graphic>
      </p:graphicFrame>
      <p:sp>
        <p:nvSpPr>
          <p:cNvPr id="538642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1749" name="Object 5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671749" name="Equation" r:id="rId8" imgW="1701800" imgH="469900" progId="Equation.3">
              <p:embed/>
            </p:oleObj>
          </a:graphicData>
        </a:graphic>
      </p:graphicFrame>
      <p:graphicFrame>
        <p:nvGraphicFramePr>
          <p:cNvPr id="671750" name="Object 6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671750" name="Equation" r:id="rId9" imgW="444500" imgH="469900" progId="Equation.3">
              <p:embed/>
            </p:oleObj>
          </a:graphicData>
        </a:graphic>
      </p:graphicFrame>
      <p:sp>
        <p:nvSpPr>
          <p:cNvPr id="538645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46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47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1751" name="Object 7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671751" name="Equation" r:id="rId10" imgW="1638000" imgH="1168200" progId="Equation.3">
              <p:embed/>
            </p:oleObj>
          </a:graphicData>
        </a:graphic>
      </p:graphicFrame>
      <p:sp>
        <p:nvSpPr>
          <p:cNvPr id="538649" name="Oval 2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50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51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1752" name="Object 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671752" name="Equation" r:id="rId11" imgW="254000" imgH="254000" progId="Equation.3">
              <p:embed/>
            </p:oleObj>
          </a:graphicData>
        </a:graphic>
      </p:graphicFrame>
      <p:sp>
        <p:nvSpPr>
          <p:cNvPr id="538653" name="Rectangle 29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8654" name="Line 30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55" name="Line 31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8656" name="Line 32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1753" name="Object 9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71753" name="Equation" r:id="rId12" imgW="254000" imgH="254000" progId="Equation.3">
              <p:embed/>
            </p:oleObj>
          </a:graphicData>
        </a:graphic>
      </p:graphicFrame>
      <p:graphicFrame>
        <p:nvGraphicFramePr>
          <p:cNvPr id="671754" name="Object 10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671754" name="Equation" r:id="rId13" imgW="254000" imgH="254000" progId="Equation.3">
              <p:embed/>
            </p:oleObj>
          </a:graphicData>
        </a:graphic>
      </p:graphicFrame>
      <p:graphicFrame>
        <p:nvGraphicFramePr>
          <p:cNvPr id="671755" name="Object 11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671755" name="Equation" r:id="rId14" imgW="254000" imgH="355600" progId="Equation.3">
              <p:embed/>
            </p:oleObj>
          </a:graphicData>
        </a:graphic>
      </p:graphicFrame>
      <p:graphicFrame>
        <p:nvGraphicFramePr>
          <p:cNvPr id="671756" name="Object 12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671756" name="Equation" r:id="rId15" imgW="254000" imgH="355600" progId="Equation.3">
              <p:embed/>
            </p:oleObj>
          </a:graphicData>
        </a:graphic>
      </p:graphicFrame>
      <p:sp>
        <p:nvSpPr>
          <p:cNvPr id="538661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1757" name="Object 13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671757" name="Equation" r:id="rId16" imgW="254000" imgH="355600" progId="Equation.3">
              <p:embed/>
            </p:oleObj>
          </a:graphicData>
        </a:graphic>
      </p:graphicFrame>
      <p:sp>
        <p:nvSpPr>
          <p:cNvPr id="538664" name="Line 40"/>
          <p:cNvSpPr>
            <a:spLocks noChangeShapeType="1"/>
          </p:cNvSpPr>
          <p:nvPr/>
        </p:nvSpPr>
        <p:spPr bwMode="auto">
          <a:xfrm flipH="1">
            <a:off x="2895600" y="3200400"/>
            <a:ext cx="9144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38665" name="Text Box 41"/>
          <p:cNvSpPr txBox="1">
            <a:spLocks noChangeArrowheads="1"/>
          </p:cNvSpPr>
          <p:nvPr/>
        </p:nvSpPr>
        <p:spPr bwMode="auto">
          <a:xfrm>
            <a:off x="3505200" y="1981200"/>
            <a:ext cx="35464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Guess the middle </a:t>
            </a:r>
          </a:p>
          <a:p>
            <a:r>
              <a:rPr lang="en-US"/>
              <a:t>of string</a:t>
            </a:r>
          </a:p>
        </p:txBody>
      </p:sp>
      <p:sp>
        <p:nvSpPr>
          <p:cNvPr id="538666" name="Line 42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01FE7-8B8F-496E-989A-2AFFFB8D8E17}" type="slidenum">
              <a:rPr lang="en-US"/>
              <a:pPr/>
              <a:t>33</a:t>
            </a:fld>
            <a:endParaRPr lang="en-US"/>
          </a:p>
        </p:txBody>
      </p:sp>
      <p:sp>
        <p:nvSpPr>
          <p:cNvPr id="539650" name="Oval 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51" name="Oval 3"/>
          <p:cNvSpPr>
            <a:spLocks noChangeArrowheads="1"/>
          </p:cNvSpPr>
          <p:nvPr/>
        </p:nvSpPr>
        <p:spPr bwMode="auto">
          <a:xfrm>
            <a:off x="3886200" y="42672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52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39653" name="Line 5"/>
          <p:cNvSpPr>
            <a:spLocks noChangeShapeType="1"/>
          </p:cNvSpPr>
          <p:nvPr/>
        </p:nvSpPr>
        <p:spPr bwMode="auto">
          <a:xfrm flipV="1">
            <a:off x="23622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54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539655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56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72768" name="Object 0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672768" name="Equation" r:id="rId3" imgW="228600" imgH="419100" progId="Equation.3">
              <p:embed/>
            </p:oleObj>
          </a:graphicData>
        </a:graphic>
      </p:graphicFrame>
      <p:sp>
        <p:nvSpPr>
          <p:cNvPr id="539658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59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2769" name="Object 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672769" name="Equation" r:id="rId4" imgW="1574800" imgH="469900" progId="Equation.3">
              <p:embed/>
            </p:oleObj>
          </a:graphicData>
        </a:graphic>
      </p:graphicFrame>
      <p:sp>
        <p:nvSpPr>
          <p:cNvPr id="539661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2770" name="Object 2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672770" name="Equation" r:id="rId5" imgW="381000" imgH="457200" progId="Equation.3">
              <p:embed/>
            </p:oleObj>
          </a:graphicData>
        </a:graphic>
      </p:graphicFrame>
      <p:graphicFrame>
        <p:nvGraphicFramePr>
          <p:cNvPr id="672771" name="Object 3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672771" name="Equation" r:id="rId6" imgW="431800" imgH="457200" progId="Equation.3">
              <p:embed/>
            </p:oleObj>
          </a:graphicData>
        </a:graphic>
      </p:graphicFrame>
      <p:sp>
        <p:nvSpPr>
          <p:cNvPr id="539664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2772" name="Object 4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672772" name="Equation" r:id="rId7" imgW="1638000" imgH="1168200" progId="Equation.3">
              <p:embed/>
            </p:oleObj>
          </a:graphicData>
        </a:graphic>
      </p:graphicFrame>
      <p:sp>
        <p:nvSpPr>
          <p:cNvPr id="539666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2773" name="Object 5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672773" name="Equation" r:id="rId8" imgW="1701800" imgH="469900" progId="Equation.3">
              <p:embed/>
            </p:oleObj>
          </a:graphicData>
        </a:graphic>
      </p:graphicFrame>
      <p:graphicFrame>
        <p:nvGraphicFramePr>
          <p:cNvPr id="672774" name="Object 6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672774" name="Equation" r:id="rId9" imgW="444500" imgH="469900" progId="Equation.3">
              <p:embed/>
            </p:oleObj>
          </a:graphicData>
        </a:graphic>
      </p:graphicFrame>
      <p:sp>
        <p:nvSpPr>
          <p:cNvPr id="539669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9670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71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2775" name="Object 7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672775" name="Equation" r:id="rId10" imgW="1638000" imgH="1168200" progId="Equation.3">
              <p:embed/>
            </p:oleObj>
          </a:graphicData>
        </a:graphic>
      </p:graphicFrame>
      <p:sp>
        <p:nvSpPr>
          <p:cNvPr id="539673" name="Oval 2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74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75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2776" name="Object 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672776" name="Equation" r:id="rId11" imgW="254000" imgH="254000" progId="Equation.3">
              <p:embed/>
            </p:oleObj>
          </a:graphicData>
        </a:graphic>
      </p:graphicFrame>
      <p:sp>
        <p:nvSpPr>
          <p:cNvPr id="539677" name="Rectangle 29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9678" name="Line 30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9679" name="Line 31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9680" name="Line 32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2777" name="Object 9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72777" name="Equation" r:id="rId12" imgW="254000" imgH="254000" progId="Equation.3">
              <p:embed/>
            </p:oleObj>
          </a:graphicData>
        </a:graphic>
      </p:graphicFrame>
      <p:graphicFrame>
        <p:nvGraphicFramePr>
          <p:cNvPr id="672778" name="Object 10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672778" name="Equation" r:id="rId13" imgW="254000" imgH="254000" progId="Equation.3">
              <p:embed/>
            </p:oleObj>
          </a:graphicData>
        </a:graphic>
      </p:graphicFrame>
      <p:graphicFrame>
        <p:nvGraphicFramePr>
          <p:cNvPr id="672779" name="Object 11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672779" name="Equation" r:id="rId14" imgW="254000" imgH="355600" progId="Equation.3">
              <p:embed/>
            </p:oleObj>
          </a:graphicData>
        </a:graphic>
      </p:graphicFrame>
      <p:graphicFrame>
        <p:nvGraphicFramePr>
          <p:cNvPr id="672780" name="Object 12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672780" name="Equation" r:id="rId15" imgW="254000" imgH="355600" progId="Equation.3">
              <p:embed/>
            </p:oleObj>
          </a:graphicData>
        </a:graphic>
      </p:graphicFrame>
      <p:sp>
        <p:nvSpPr>
          <p:cNvPr id="539685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2781" name="Object 13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672781" name="Equation" r:id="rId16" imgW="254000" imgH="355600" progId="Equation.3">
              <p:embed/>
            </p:oleObj>
          </a:graphicData>
        </a:graphic>
      </p:graphicFrame>
      <p:sp>
        <p:nvSpPr>
          <p:cNvPr id="539687" name="Line 39"/>
          <p:cNvSpPr>
            <a:spLocks noChangeShapeType="1"/>
          </p:cNvSpPr>
          <p:nvPr/>
        </p:nvSpPr>
        <p:spPr bwMode="auto">
          <a:xfrm>
            <a:off x="7467600" y="1219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9688" name="Line 40"/>
          <p:cNvSpPr>
            <a:spLocks noChangeShapeType="1"/>
          </p:cNvSpPr>
          <p:nvPr/>
        </p:nvSpPr>
        <p:spPr bwMode="auto">
          <a:xfrm flipH="1">
            <a:off x="7467600" y="1219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9689" name="Line 41"/>
          <p:cNvSpPr>
            <a:spLocks noChangeShapeType="1"/>
          </p:cNvSpPr>
          <p:nvPr/>
        </p:nvSpPr>
        <p:spPr bwMode="auto">
          <a:xfrm flipH="1">
            <a:off x="8382000" y="213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97DB-3B8D-42C9-B48A-C12FFF2C4157}" type="slidenum">
              <a:rPr lang="en-US"/>
              <a:pPr/>
              <a:t>34</a:t>
            </a:fld>
            <a:endParaRPr lang="en-US"/>
          </a:p>
        </p:txBody>
      </p:sp>
      <p:sp>
        <p:nvSpPr>
          <p:cNvPr id="540674" name="Oval 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75" name="Oval 3"/>
          <p:cNvSpPr>
            <a:spLocks noChangeArrowheads="1"/>
          </p:cNvSpPr>
          <p:nvPr/>
        </p:nvSpPr>
        <p:spPr bwMode="auto">
          <a:xfrm>
            <a:off x="3886200" y="35814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76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40677" name="Line 5"/>
          <p:cNvSpPr>
            <a:spLocks noChangeShapeType="1"/>
          </p:cNvSpPr>
          <p:nvPr/>
        </p:nvSpPr>
        <p:spPr bwMode="auto">
          <a:xfrm flipV="1">
            <a:off x="30480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78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5</a:t>
            </a:r>
          </a:p>
        </p:txBody>
      </p:sp>
      <p:sp>
        <p:nvSpPr>
          <p:cNvPr id="540679" name="Rectangle 7"/>
          <p:cNvSpPr>
            <a:spLocks noChangeArrowheads="1"/>
          </p:cNvSpPr>
          <p:nvPr/>
        </p:nvSpPr>
        <p:spPr bwMode="auto">
          <a:xfrm>
            <a:off x="7467600" y="1828800"/>
            <a:ext cx="914400" cy="117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80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73792" name="Object 0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673792" name="Equation" r:id="rId3" imgW="228600" imgH="419100" progId="Equation.3">
              <p:embed/>
            </p:oleObj>
          </a:graphicData>
        </a:graphic>
      </p:graphicFrame>
      <p:sp>
        <p:nvSpPr>
          <p:cNvPr id="540682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83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3793" name="Object 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673793" name="Equation" r:id="rId4" imgW="1574800" imgH="469900" progId="Equation.3">
              <p:embed/>
            </p:oleObj>
          </a:graphicData>
        </a:graphic>
      </p:graphicFrame>
      <p:sp>
        <p:nvSpPr>
          <p:cNvPr id="540685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3794" name="Object 2"/>
          <p:cNvGraphicFramePr>
            <a:graphicFrameLocks noChangeAspect="1"/>
          </p:cNvGraphicFramePr>
          <p:nvPr/>
        </p:nvGraphicFramePr>
        <p:xfrm>
          <a:off x="4672013" y="6045200"/>
          <a:ext cx="406400" cy="571500"/>
        </p:xfrm>
        <a:graphic>
          <a:graphicData uri="http://schemas.openxmlformats.org/presentationml/2006/ole">
            <p:oleObj spid="_x0000_s673794" name="Equation" r:id="rId5" imgW="406080" imgH="571320" progId="Equation.3">
              <p:embed/>
            </p:oleObj>
          </a:graphicData>
        </a:graphic>
      </p:graphicFrame>
      <p:graphicFrame>
        <p:nvGraphicFramePr>
          <p:cNvPr id="673795" name="Object 3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673795" name="Equation" r:id="rId6" imgW="431800" imgH="457200" progId="Equation.3">
              <p:embed/>
            </p:oleObj>
          </a:graphicData>
        </a:graphic>
      </p:graphicFrame>
      <p:sp>
        <p:nvSpPr>
          <p:cNvPr id="540688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3796" name="Object 4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673796" name="Equation" r:id="rId7" imgW="1638000" imgH="1168200" progId="Equation.3">
              <p:embed/>
            </p:oleObj>
          </a:graphicData>
        </a:graphic>
      </p:graphicFrame>
      <p:sp>
        <p:nvSpPr>
          <p:cNvPr id="540690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73797" name="Object 5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673797" name="Equation" r:id="rId8" imgW="1701800" imgH="469900" progId="Equation.3">
              <p:embed/>
            </p:oleObj>
          </a:graphicData>
        </a:graphic>
      </p:graphicFrame>
      <p:graphicFrame>
        <p:nvGraphicFramePr>
          <p:cNvPr id="673798" name="Object 6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673798" name="Equation" r:id="rId9" imgW="444500" imgH="469900" progId="Equation.3">
              <p:embed/>
            </p:oleObj>
          </a:graphicData>
        </a:graphic>
      </p:graphicFrame>
      <p:sp>
        <p:nvSpPr>
          <p:cNvPr id="540693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0694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95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3799" name="Object 7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673799" name="Equation" r:id="rId10" imgW="1638000" imgH="1168200" progId="Equation.3">
              <p:embed/>
            </p:oleObj>
          </a:graphicData>
        </a:graphic>
      </p:graphicFrame>
      <p:sp>
        <p:nvSpPr>
          <p:cNvPr id="540697" name="Oval 2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98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699" name="Rectangle 27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0700" name="Line 2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0701" name="Line 2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0702" name="Line 30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3800" name="Object 8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73800" name="Equation" r:id="rId11" imgW="254000" imgH="254000" progId="Equation.3">
              <p:embed/>
            </p:oleObj>
          </a:graphicData>
        </a:graphic>
      </p:graphicFrame>
      <p:graphicFrame>
        <p:nvGraphicFramePr>
          <p:cNvPr id="673801" name="Object 9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673801" name="Equation" r:id="rId12" imgW="254000" imgH="254000" progId="Equation.3">
              <p:embed/>
            </p:oleObj>
          </a:graphicData>
        </a:graphic>
      </p:graphicFrame>
      <p:graphicFrame>
        <p:nvGraphicFramePr>
          <p:cNvPr id="673802" name="Object 10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673802" name="Equation" r:id="rId13" imgW="254000" imgH="355600" progId="Equation.3">
              <p:embed/>
            </p:oleObj>
          </a:graphicData>
        </a:graphic>
      </p:graphicFrame>
      <p:graphicFrame>
        <p:nvGraphicFramePr>
          <p:cNvPr id="673803" name="Object 11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673803" name="Equation" r:id="rId14" imgW="254000" imgH="355600" progId="Equation.3">
              <p:embed/>
            </p:oleObj>
          </a:graphicData>
        </a:graphic>
      </p:graphicFrame>
      <p:sp>
        <p:nvSpPr>
          <p:cNvPr id="540707" name="Line 35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3804" name="Object 12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673804" name="Equation" r:id="rId15" imgW="254000" imgH="254000" progId="Equation.3">
              <p:embed/>
            </p:oleObj>
          </a:graphicData>
        </a:graphic>
      </p:graphicFrame>
      <p:sp>
        <p:nvSpPr>
          <p:cNvPr id="540709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0710" name="Line 38"/>
          <p:cNvSpPr>
            <a:spLocks noChangeShapeType="1"/>
          </p:cNvSpPr>
          <p:nvPr/>
        </p:nvSpPr>
        <p:spPr bwMode="auto">
          <a:xfrm flipH="1">
            <a:off x="7467600" y="18288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0711" name="Line 39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57B1-50B7-4250-8DBE-5F7D74B841FC}" type="slidenum">
              <a:rPr lang="en-US"/>
              <a:pPr/>
              <a:t>35</a:t>
            </a:fld>
            <a:endParaRPr lang="en-US"/>
          </a:p>
        </p:txBody>
      </p:sp>
      <p:sp>
        <p:nvSpPr>
          <p:cNvPr id="541698" name="Oval 2"/>
          <p:cNvSpPr>
            <a:spLocks noChangeArrowheads="1"/>
          </p:cNvSpPr>
          <p:nvPr/>
        </p:nvSpPr>
        <p:spPr bwMode="auto">
          <a:xfrm>
            <a:off x="5410200" y="5715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699" name="Text Box 3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41700" name="Line 4"/>
          <p:cNvSpPr>
            <a:spLocks noChangeShapeType="1"/>
          </p:cNvSpPr>
          <p:nvPr/>
        </p:nvSpPr>
        <p:spPr bwMode="auto">
          <a:xfrm flipV="1">
            <a:off x="30480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01" name="Text Box 5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6</a:t>
            </a:r>
          </a:p>
        </p:txBody>
      </p:sp>
      <p:sp>
        <p:nvSpPr>
          <p:cNvPr id="541702" name="Rectangle 6"/>
          <p:cNvSpPr>
            <a:spLocks noChangeArrowheads="1"/>
          </p:cNvSpPr>
          <p:nvPr/>
        </p:nvSpPr>
        <p:spPr bwMode="auto">
          <a:xfrm>
            <a:off x="7467600" y="2438400"/>
            <a:ext cx="914400" cy="56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03" name="Text Box 7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41704" name="Object 8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41704" name="Equation" r:id="rId3" imgW="228600" imgH="419100" progId="Equation.3">
              <p:embed/>
            </p:oleObj>
          </a:graphicData>
        </a:graphic>
      </p:graphicFrame>
      <p:sp>
        <p:nvSpPr>
          <p:cNvPr id="541705" name="Line 9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06" name="Text Box 10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41707" name="Object 1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41707" name="Equation" r:id="rId4" imgW="1574800" imgH="469900" progId="Equation.3">
              <p:embed/>
            </p:oleObj>
          </a:graphicData>
        </a:graphic>
      </p:graphicFrame>
      <p:sp>
        <p:nvSpPr>
          <p:cNvPr id="541708" name="Oval 12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41709" name="Object 13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41709" name="Equation" r:id="rId5" imgW="381000" imgH="457200" progId="Equation.3">
              <p:embed/>
            </p:oleObj>
          </a:graphicData>
        </a:graphic>
      </p:graphicFrame>
      <p:sp>
        <p:nvSpPr>
          <p:cNvPr id="541710" name="Freeform 14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711" name="Object 15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41711" name="Equation" r:id="rId6" imgW="1638000" imgH="1168200" progId="Equation.3">
              <p:embed/>
            </p:oleObj>
          </a:graphicData>
        </a:graphic>
      </p:graphicFrame>
      <p:sp>
        <p:nvSpPr>
          <p:cNvPr id="541712" name="Text Box 16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41713" name="Object 17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41713" name="Equation" r:id="rId7" imgW="1701800" imgH="469900" progId="Equation.3">
              <p:embed/>
            </p:oleObj>
          </a:graphicData>
        </a:graphic>
      </p:graphicFrame>
      <p:graphicFrame>
        <p:nvGraphicFramePr>
          <p:cNvPr id="541714" name="Object 18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41714" name="Equation" r:id="rId8" imgW="444500" imgH="469900" progId="Equation.3">
              <p:embed/>
            </p:oleObj>
          </a:graphicData>
        </a:graphic>
      </p:graphicFrame>
      <p:sp>
        <p:nvSpPr>
          <p:cNvPr id="541715" name="Line 19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1716" name="Line 20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17" name="Freeform 21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718" name="Object 22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41718" name="Equation" r:id="rId9" imgW="1638000" imgH="1168200" progId="Equation.3">
              <p:embed/>
            </p:oleObj>
          </a:graphicData>
        </a:graphic>
      </p:graphicFrame>
      <p:sp>
        <p:nvSpPr>
          <p:cNvPr id="541719" name="Oval 23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20" name="Oval 24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21" name="Oval 25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23" name="Rectangle 27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1724" name="Line 2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1725" name="Line 2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1726" name="Line 30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41727" name="Object 3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41727" name="Equation" r:id="rId10" imgW="254000" imgH="254000" progId="Equation.3">
              <p:embed/>
            </p:oleObj>
          </a:graphicData>
        </a:graphic>
      </p:graphicFrame>
      <p:graphicFrame>
        <p:nvGraphicFramePr>
          <p:cNvPr id="541728" name="Object 32"/>
          <p:cNvGraphicFramePr>
            <a:graphicFrameLocks noChangeAspect="1"/>
          </p:cNvGraphicFramePr>
          <p:nvPr/>
        </p:nvGraphicFramePr>
        <p:xfrm>
          <a:off x="2971800" y="1828800"/>
          <a:ext cx="254000" cy="254000"/>
        </p:xfrm>
        <a:graphic>
          <a:graphicData uri="http://schemas.openxmlformats.org/presentationml/2006/ole">
            <p:oleObj spid="_x0000_s541728" name="Equation" r:id="rId11" imgW="254000" imgH="254000" progId="Equation.3">
              <p:embed/>
            </p:oleObj>
          </a:graphicData>
        </a:graphic>
      </p:graphicFrame>
      <p:graphicFrame>
        <p:nvGraphicFramePr>
          <p:cNvPr id="541729" name="Object 33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41729" name="Equation" r:id="rId12" imgW="254000" imgH="355600" progId="Equation.3">
              <p:embed/>
            </p:oleObj>
          </a:graphicData>
        </a:graphic>
      </p:graphicFrame>
      <p:graphicFrame>
        <p:nvGraphicFramePr>
          <p:cNvPr id="541730" name="Object 34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41730" name="Equation" r:id="rId13" imgW="254000" imgH="355600" progId="Equation.3">
              <p:embed/>
            </p:oleObj>
          </a:graphicData>
        </a:graphic>
      </p:graphicFrame>
      <p:sp>
        <p:nvSpPr>
          <p:cNvPr id="541731" name="Text Box 35"/>
          <p:cNvSpPr txBox="1">
            <a:spLocks noChangeArrowheads="1"/>
          </p:cNvSpPr>
          <p:nvPr/>
        </p:nvSpPr>
        <p:spPr bwMode="auto">
          <a:xfrm>
            <a:off x="7391400" y="51816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graphicFrame>
        <p:nvGraphicFramePr>
          <p:cNvPr id="541732" name="Object 36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41732" name="Equation" r:id="rId14" imgW="431800" imgH="457200" progId="Equation.3">
              <p:embed/>
            </p:oleObj>
          </a:graphicData>
        </a:graphic>
      </p:graphicFrame>
      <p:sp>
        <p:nvSpPr>
          <p:cNvPr id="541733" name="Line 37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A8F35-EB01-4B8C-B27B-DACB85ADE6C7}" type="slidenum">
              <a:rPr lang="en-US"/>
              <a:pPr/>
              <a:t>36</a:t>
            </a:fld>
            <a:endParaRPr lang="en-US"/>
          </a:p>
        </p:txBody>
      </p:sp>
      <p:sp>
        <p:nvSpPr>
          <p:cNvPr id="553986" name="Oval 2"/>
          <p:cNvSpPr>
            <a:spLocks noChangeArrowheads="1"/>
          </p:cNvSpPr>
          <p:nvPr/>
        </p:nvSpPr>
        <p:spPr bwMode="auto">
          <a:xfrm>
            <a:off x="1066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987" name="Text Box 3"/>
          <p:cNvSpPr txBox="1">
            <a:spLocks noChangeArrowheads="1"/>
          </p:cNvSpPr>
          <p:nvPr/>
        </p:nvSpPr>
        <p:spPr bwMode="auto">
          <a:xfrm>
            <a:off x="0" y="0"/>
            <a:ext cx="3803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Rejection Example:</a:t>
            </a:r>
          </a:p>
        </p:txBody>
      </p:sp>
      <p:sp>
        <p:nvSpPr>
          <p:cNvPr id="553988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53989" name="Line 5"/>
          <p:cNvSpPr>
            <a:spLocks noChangeShapeType="1"/>
          </p:cNvSpPr>
          <p:nvPr/>
        </p:nvSpPr>
        <p:spPr bwMode="auto">
          <a:xfrm flipV="1">
            <a:off x="549275" y="23225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990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553991" name="Rectangle 7"/>
          <p:cNvSpPr>
            <a:spLocks noChangeArrowheads="1"/>
          </p:cNvSpPr>
          <p:nvPr/>
        </p:nvSpPr>
        <p:spPr bwMode="auto">
          <a:xfrm>
            <a:off x="7467600" y="2362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992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53993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53993" name="Equation" r:id="rId3" imgW="228600" imgH="419100" progId="Equation.3">
              <p:embed/>
            </p:oleObj>
          </a:graphicData>
        </a:graphic>
      </p:graphicFrame>
      <p:sp>
        <p:nvSpPr>
          <p:cNvPr id="553994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995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3996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53996" name="Equation" r:id="rId4" imgW="1574800" imgH="469900" progId="Equation.3">
              <p:embed/>
            </p:oleObj>
          </a:graphicData>
        </a:graphic>
      </p:graphicFrame>
      <p:sp>
        <p:nvSpPr>
          <p:cNvPr id="553997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3998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53998" name="Equation" r:id="rId5" imgW="381000" imgH="457200" progId="Equation.3">
              <p:embed/>
            </p:oleObj>
          </a:graphicData>
        </a:graphic>
      </p:graphicFrame>
      <p:graphicFrame>
        <p:nvGraphicFramePr>
          <p:cNvPr id="553999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53999" name="Equation" r:id="rId6" imgW="431800" imgH="457200" progId="Equation.3">
              <p:embed/>
            </p:oleObj>
          </a:graphicData>
        </a:graphic>
      </p:graphicFrame>
      <p:sp>
        <p:nvSpPr>
          <p:cNvPr id="554000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4001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54001" name="Equation" r:id="rId7" imgW="1638000" imgH="1168200" progId="Equation.3">
              <p:embed/>
            </p:oleObj>
          </a:graphicData>
        </a:graphic>
      </p:graphicFrame>
      <p:sp>
        <p:nvSpPr>
          <p:cNvPr id="554002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4003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54003" name="Equation" r:id="rId8" imgW="1701800" imgH="469900" progId="Equation.3">
              <p:embed/>
            </p:oleObj>
          </a:graphicData>
        </a:graphic>
      </p:graphicFrame>
      <p:graphicFrame>
        <p:nvGraphicFramePr>
          <p:cNvPr id="554004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54004" name="Equation" r:id="rId9" imgW="444500" imgH="469900" progId="Equation.3">
              <p:embed/>
            </p:oleObj>
          </a:graphicData>
        </a:graphic>
      </p:graphicFrame>
      <p:sp>
        <p:nvSpPr>
          <p:cNvPr id="554005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4006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4007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4008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54008" name="Equation" r:id="rId10" imgW="1638000" imgH="1168200" progId="Equation.3">
              <p:embed/>
            </p:oleObj>
          </a:graphicData>
        </a:graphic>
      </p:graphicFrame>
      <p:sp>
        <p:nvSpPr>
          <p:cNvPr id="554009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4010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4011" name="Rectangle 27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4012" name="Line 2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4013" name="Line 2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4014" name="Line 30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4015" name="Object 3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54015" name="Equation" r:id="rId11" imgW="254000" imgH="254000" progId="Equation.3">
              <p:embed/>
            </p:oleObj>
          </a:graphicData>
        </a:graphic>
      </p:graphicFrame>
      <p:graphicFrame>
        <p:nvGraphicFramePr>
          <p:cNvPr id="554017" name="Object 33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54017" name="Equation" r:id="rId12" imgW="254000" imgH="355600" progId="Equation.3">
              <p:embed/>
            </p:oleObj>
          </a:graphicData>
        </a:graphic>
      </p:graphicFrame>
      <p:graphicFrame>
        <p:nvGraphicFramePr>
          <p:cNvPr id="554018" name="Object 34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54018" name="Equation" r:id="rId13" imgW="254000" imgH="355600" progId="Equation.3">
              <p:embed/>
            </p:oleObj>
          </a:graphicData>
        </a:graphic>
      </p:graphicFrame>
      <p:graphicFrame>
        <p:nvGraphicFramePr>
          <p:cNvPr id="554019" name="Object 35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54019" name="Equation" r:id="rId14" imgW="254000" imgH="355600" progId="Equation.3">
              <p:embed/>
            </p:oleObj>
          </a:graphicData>
        </a:graphic>
      </p:graphicFrame>
      <p:sp>
        <p:nvSpPr>
          <p:cNvPr id="554020" name="Line 36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8D498-6210-4877-ADA6-ABADCE6DD4C8}" type="slidenum">
              <a:rPr lang="en-US"/>
              <a:pPr/>
              <a:t>37</a:t>
            </a:fld>
            <a:endParaRPr lang="en-US"/>
          </a:p>
        </p:txBody>
      </p:sp>
      <p:sp>
        <p:nvSpPr>
          <p:cNvPr id="555010" name="Oval 2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11" name="Oval 3"/>
          <p:cNvSpPr>
            <a:spLocks noChangeArrowheads="1"/>
          </p:cNvSpPr>
          <p:nvPr/>
        </p:nvSpPr>
        <p:spPr bwMode="auto">
          <a:xfrm>
            <a:off x="304800" y="35052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16" name="Text Box 8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55020" name="Line 12"/>
          <p:cNvSpPr>
            <a:spLocks noChangeShapeType="1"/>
          </p:cNvSpPr>
          <p:nvPr/>
        </p:nvSpPr>
        <p:spPr bwMode="auto">
          <a:xfrm flipV="1">
            <a:off x="990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21" name="Text Box 13"/>
          <p:cNvSpPr txBox="1">
            <a:spLocks noChangeArrowheads="1"/>
          </p:cNvSpPr>
          <p:nvPr/>
        </p:nvSpPr>
        <p:spPr bwMode="auto">
          <a:xfrm>
            <a:off x="4130675" y="112713"/>
            <a:ext cx="14176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555022" name="Rectangle 14"/>
          <p:cNvSpPr>
            <a:spLocks noChangeArrowheads="1"/>
          </p:cNvSpPr>
          <p:nvPr/>
        </p:nvSpPr>
        <p:spPr bwMode="auto">
          <a:xfrm>
            <a:off x="7467600" y="1828800"/>
            <a:ext cx="914400" cy="117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23" name="Text Box 15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55024" name="Object 16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55024" name="Equation" r:id="rId3" imgW="228600" imgH="419100" progId="Equation.3">
              <p:embed/>
            </p:oleObj>
          </a:graphicData>
        </a:graphic>
      </p:graphicFrame>
      <p:sp>
        <p:nvSpPr>
          <p:cNvPr id="555025" name="Line 17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26" name="Text Box 18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5027" name="Object 19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55027" name="Equation" r:id="rId4" imgW="1574800" imgH="469900" progId="Equation.3">
              <p:embed/>
            </p:oleObj>
          </a:graphicData>
        </a:graphic>
      </p:graphicFrame>
      <p:sp>
        <p:nvSpPr>
          <p:cNvPr id="555028" name="Oval 20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5029" name="Object 21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55029" name="Equation" r:id="rId5" imgW="381000" imgH="457200" progId="Equation.3">
              <p:embed/>
            </p:oleObj>
          </a:graphicData>
        </a:graphic>
      </p:graphicFrame>
      <p:graphicFrame>
        <p:nvGraphicFramePr>
          <p:cNvPr id="555030" name="Object 22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55030" name="Equation" r:id="rId6" imgW="431800" imgH="457200" progId="Equation.3">
              <p:embed/>
            </p:oleObj>
          </a:graphicData>
        </a:graphic>
      </p:graphicFrame>
      <p:sp>
        <p:nvSpPr>
          <p:cNvPr id="555031" name="Freeform 23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032" name="Object 24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55032" name="Equation" r:id="rId7" imgW="1638000" imgH="1168200" progId="Equation.3">
              <p:embed/>
            </p:oleObj>
          </a:graphicData>
        </a:graphic>
      </p:graphicFrame>
      <p:sp>
        <p:nvSpPr>
          <p:cNvPr id="555033" name="Text Box 25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5034" name="Object 26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55034" name="Equation" r:id="rId8" imgW="1701800" imgH="469900" progId="Equation.3">
              <p:embed/>
            </p:oleObj>
          </a:graphicData>
        </a:graphic>
      </p:graphicFrame>
      <p:graphicFrame>
        <p:nvGraphicFramePr>
          <p:cNvPr id="555035" name="Object 27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55035" name="Equation" r:id="rId9" imgW="444500" imgH="469900" progId="Equation.3">
              <p:embed/>
            </p:oleObj>
          </a:graphicData>
        </a:graphic>
      </p:graphicFrame>
      <p:sp>
        <p:nvSpPr>
          <p:cNvPr id="555036" name="Line 28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5037" name="Line 29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38" name="Freeform 30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039" name="Object 31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55039" name="Equation" r:id="rId10" imgW="1638000" imgH="1168200" progId="Equation.3">
              <p:embed/>
            </p:oleObj>
          </a:graphicData>
        </a:graphic>
      </p:graphicFrame>
      <p:sp>
        <p:nvSpPr>
          <p:cNvPr id="555040" name="Oval 3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41" name="Oval 33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42" name="Line 34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5043" name="Object 35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55043" name="Equation" r:id="rId11" imgW="254000" imgH="254000" progId="Equation.3">
              <p:embed/>
            </p:oleObj>
          </a:graphicData>
        </a:graphic>
      </p:graphicFrame>
      <p:sp>
        <p:nvSpPr>
          <p:cNvPr id="555045" name="Rectangle 37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5046" name="Line 3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5047" name="Line 3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5048" name="Line 40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5049" name="Object 4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55049" name="Equation" r:id="rId12" imgW="254000" imgH="254000" progId="Equation.3">
              <p:embed/>
            </p:oleObj>
          </a:graphicData>
        </a:graphic>
      </p:graphicFrame>
      <p:graphicFrame>
        <p:nvGraphicFramePr>
          <p:cNvPr id="555050" name="Object 42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55050" name="Equation" r:id="rId13" imgW="254000" imgH="355600" progId="Equation.3">
              <p:embed/>
            </p:oleObj>
          </a:graphicData>
        </a:graphic>
      </p:graphicFrame>
      <p:graphicFrame>
        <p:nvGraphicFramePr>
          <p:cNvPr id="555051" name="Object 43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55051" name="Equation" r:id="rId14" imgW="254000" imgH="355600" progId="Equation.3">
              <p:embed/>
            </p:oleObj>
          </a:graphicData>
        </a:graphic>
      </p:graphicFrame>
      <p:graphicFrame>
        <p:nvGraphicFramePr>
          <p:cNvPr id="555052" name="Object 44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55052" name="Equation" r:id="rId15" imgW="254000" imgH="355600" progId="Equation.3">
              <p:embed/>
            </p:oleObj>
          </a:graphicData>
        </a:graphic>
      </p:graphicFrame>
      <p:sp>
        <p:nvSpPr>
          <p:cNvPr id="555053" name="Line 45"/>
          <p:cNvSpPr>
            <a:spLocks noChangeShapeType="1"/>
          </p:cNvSpPr>
          <p:nvPr/>
        </p:nvSpPr>
        <p:spPr bwMode="auto">
          <a:xfrm flipH="1">
            <a:off x="8382000" y="2209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2B18-3599-4D30-B682-9235759BF2A0}" type="slidenum">
              <a:rPr lang="en-US"/>
              <a:pPr/>
              <a:t>38</a:t>
            </a:fld>
            <a:endParaRPr lang="en-US"/>
          </a:p>
        </p:txBody>
      </p:sp>
      <p:sp>
        <p:nvSpPr>
          <p:cNvPr id="556034" name="Oval 2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35" name="Oval 3"/>
          <p:cNvSpPr>
            <a:spLocks noChangeArrowheads="1"/>
          </p:cNvSpPr>
          <p:nvPr/>
        </p:nvSpPr>
        <p:spPr bwMode="auto">
          <a:xfrm>
            <a:off x="304800" y="4114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36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56037" name="Line 5"/>
          <p:cNvSpPr>
            <a:spLocks noChangeShapeType="1"/>
          </p:cNvSpPr>
          <p:nvPr/>
        </p:nvSpPr>
        <p:spPr bwMode="auto">
          <a:xfrm flipV="1">
            <a:off x="16764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38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2</a:t>
            </a:r>
          </a:p>
        </p:txBody>
      </p:sp>
      <p:sp>
        <p:nvSpPr>
          <p:cNvPr id="556039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40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56041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56041" name="Equation" r:id="rId3" imgW="228600" imgH="419100" progId="Equation.3">
              <p:embed/>
            </p:oleObj>
          </a:graphicData>
        </a:graphic>
      </p:graphicFrame>
      <p:sp>
        <p:nvSpPr>
          <p:cNvPr id="556042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43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6044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56044" name="Equation" r:id="rId4" imgW="1574800" imgH="469900" progId="Equation.3">
              <p:embed/>
            </p:oleObj>
          </a:graphicData>
        </a:graphic>
      </p:graphicFrame>
      <p:sp>
        <p:nvSpPr>
          <p:cNvPr id="556045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6046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56046" name="Equation" r:id="rId5" imgW="381000" imgH="457200" progId="Equation.3">
              <p:embed/>
            </p:oleObj>
          </a:graphicData>
        </a:graphic>
      </p:graphicFrame>
      <p:graphicFrame>
        <p:nvGraphicFramePr>
          <p:cNvPr id="556047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56047" name="Equation" r:id="rId6" imgW="431800" imgH="457200" progId="Equation.3">
              <p:embed/>
            </p:oleObj>
          </a:graphicData>
        </a:graphic>
      </p:graphicFrame>
      <p:sp>
        <p:nvSpPr>
          <p:cNvPr id="556048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6049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56049" name="Equation" r:id="rId7" imgW="1638000" imgH="1168200" progId="Equation.3">
              <p:embed/>
            </p:oleObj>
          </a:graphicData>
        </a:graphic>
      </p:graphicFrame>
      <p:sp>
        <p:nvSpPr>
          <p:cNvPr id="556050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6051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56051" name="Equation" r:id="rId8" imgW="1701800" imgH="469900" progId="Equation.3">
              <p:embed/>
            </p:oleObj>
          </a:graphicData>
        </a:graphic>
      </p:graphicFrame>
      <p:graphicFrame>
        <p:nvGraphicFramePr>
          <p:cNvPr id="556052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56052" name="Equation" r:id="rId9" imgW="444500" imgH="469900" progId="Equation.3">
              <p:embed/>
            </p:oleObj>
          </a:graphicData>
        </a:graphic>
      </p:graphicFrame>
      <p:sp>
        <p:nvSpPr>
          <p:cNvPr id="556053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6054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55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6056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56056" name="Equation" r:id="rId10" imgW="1638000" imgH="1168200" progId="Equation.3">
              <p:embed/>
            </p:oleObj>
          </a:graphicData>
        </a:graphic>
      </p:graphicFrame>
      <p:sp>
        <p:nvSpPr>
          <p:cNvPr id="556057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58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59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6060" name="Object 2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56060" name="Equation" r:id="rId11" imgW="254000" imgH="254000" progId="Equation.3">
              <p:embed/>
            </p:oleObj>
          </a:graphicData>
        </a:graphic>
      </p:graphicFrame>
      <p:sp>
        <p:nvSpPr>
          <p:cNvPr id="556069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6070" name="Object 38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56070" name="Equation" r:id="rId12" imgW="254000" imgH="355600" progId="Equation.3">
              <p:embed/>
            </p:oleObj>
          </a:graphicData>
        </a:graphic>
      </p:graphicFrame>
      <p:sp>
        <p:nvSpPr>
          <p:cNvPr id="556071" name="Rectangle 39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6072" name="Line 40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6073" name="Line 41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6074" name="Line 42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6075" name="Object 43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56075" name="Equation" r:id="rId13" imgW="254000" imgH="254000" progId="Equation.3">
              <p:embed/>
            </p:oleObj>
          </a:graphicData>
        </a:graphic>
      </p:graphicFrame>
      <p:graphicFrame>
        <p:nvGraphicFramePr>
          <p:cNvPr id="556076" name="Object 44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56076" name="Equation" r:id="rId14" imgW="254000" imgH="355600" progId="Equation.3">
              <p:embed/>
            </p:oleObj>
          </a:graphicData>
        </a:graphic>
      </p:graphicFrame>
      <p:graphicFrame>
        <p:nvGraphicFramePr>
          <p:cNvPr id="556077" name="Object 45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56077" name="Equation" r:id="rId15" imgW="254000" imgH="355600" progId="Equation.3">
              <p:embed/>
            </p:oleObj>
          </a:graphicData>
        </a:graphic>
      </p:graphicFrame>
      <p:graphicFrame>
        <p:nvGraphicFramePr>
          <p:cNvPr id="556078" name="Object 46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56078" name="Equation" r:id="rId16" imgW="254000" imgH="355600" progId="Equation.3">
              <p:embed/>
            </p:oleObj>
          </a:graphicData>
        </a:graphic>
      </p:graphicFrame>
      <p:sp>
        <p:nvSpPr>
          <p:cNvPr id="556079" name="Line 47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E7CD-1CFC-4571-8F8A-9E37C970E942}" type="slidenum">
              <a:rPr lang="en-US"/>
              <a:pPr/>
              <a:t>39</a:t>
            </a:fld>
            <a:endParaRPr lang="en-US"/>
          </a:p>
        </p:txBody>
      </p:sp>
      <p:sp>
        <p:nvSpPr>
          <p:cNvPr id="557058" name="Oval 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59" name="Oval 3"/>
          <p:cNvSpPr>
            <a:spLocks noChangeArrowheads="1"/>
          </p:cNvSpPr>
          <p:nvPr/>
        </p:nvSpPr>
        <p:spPr bwMode="auto">
          <a:xfrm>
            <a:off x="1828800" y="5638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60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57061" name="Line 5"/>
          <p:cNvSpPr>
            <a:spLocks noChangeShapeType="1"/>
          </p:cNvSpPr>
          <p:nvPr/>
        </p:nvSpPr>
        <p:spPr bwMode="auto">
          <a:xfrm flipV="1">
            <a:off x="16764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62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557063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64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57065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57065" name="Equation" r:id="rId3" imgW="228600" imgH="419100" progId="Equation.3">
              <p:embed/>
            </p:oleObj>
          </a:graphicData>
        </a:graphic>
      </p:graphicFrame>
      <p:sp>
        <p:nvSpPr>
          <p:cNvPr id="557066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67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7068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57068" name="Equation" r:id="rId4" imgW="1574800" imgH="469900" progId="Equation.3">
              <p:embed/>
            </p:oleObj>
          </a:graphicData>
        </a:graphic>
      </p:graphicFrame>
      <p:sp>
        <p:nvSpPr>
          <p:cNvPr id="557069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7070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57070" name="Equation" r:id="rId5" imgW="381000" imgH="457200" progId="Equation.3">
              <p:embed/>
            </p:oleObj>
          </a:graphicData>
        </a:graphic>
      </p:graphicFrame>
      <p:graphicFrame>
        <p:nvGraphicFramePr>
          <p:cNvPr id="557071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57071" name="Equation" r:id="rId6" imgW="431800" imgH="457200" progId="Equation.3">
              <p:embed/>
            </p:oleObj>
          </a:graphicData>
        </a:graphic>
      </p:graphicFrame>
      <p:sp>
        <p:nvSpPr>
          <p:cNvPr id="557072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7073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57073" name="Equation" r:id="rId7" imgW="1638000" imgH="1168200" progId="Equation.3">
              <p:embed/>
            </p:oleObj>
          </a:graphicData>
        </a:graphic>
      </p:graphicFrame>
      <p:sp>
        <p:nvSpPr>
          <p:cNvPr id="557074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7075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57075" name="Equation" r:id="rId8" imgW="1701800" imgH="469900" progId="Equation.3">
              <p:embed/>
            </p:oleObj>
          </a:graphicData>
        </a:graphic>
      </p:graphicFrame>
      <p:graphicFrame>
        <p:nvGraphicFramePr>
          <p:cNvPr id="557076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57076" name="Equation" r:id="rId9" imgW="444500" imgH="469900" progId="Equation.3">
              <p:embed/>
            </p:oleObj>
          </a:graphicData>
        </a:graphic>
      </p:graphicFrame>
      <p:sp>
        <p:nvSpPr>
          <p:cNvPr id="557077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7078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79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7080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57080" name="Equation" r:id="rId10" imgW="1638000" imgH="1168200" progId="Equation.3">
              <p:embed/>
            </p:oleObj>
          </a:graphicData>
        </a:graphic>
      </p:graphicFrame>
      <p:sp>
        <p:nvSpPr>
          <p:cNvPr id="557081" name="Oval 2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82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83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7084" name="Object 2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57084" name="Equation" r:id="rId11" imgW="254000" imgH="254000" progId="Equation.3">
              <p:embed/>
            </p:oleObj>
          </a:graphicData>
        </a:graphic>
      </p:graphicFrame>
      <p:sp>
        <p:nvSpPr>
          <p:cNvPr id="557093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7094" name="Object 38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57094" name="Equation" r:id="rId12" imgW="254000" imgH="355600" progId="Equation.3">
              <p:embed/>
            </p:oleObj>
          </a:graphicData>
        </a:graphic>
      </p:graphicFrame>
      <p:sp>
        <p:nvSpPr>
          <p:cNvPr id="557095" name="Line 39"/>
          <p:cNvSpPr>
            <a:spLocks noChangeShapeType="1"/>
          </p:cNvSpPr>
          <p:nvPr/>
        </p:nvSpPr>
        <p:spPr bwMode="auto">
          <a:xfrm flipH="1">
            <a:off x="2895600" y="3200400"/>
            <a:ext cx="9144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57096" name="Text Box 40"/>
          <p:cNvSpPr txBox="1">
            <a:spLocks noChangeArrowheads="1"/>
          </p:cNvSpPr>
          <p:nvPr/>
        </p:nvSpPr>
        <p:spPr bwMode="auto">
          <a:xfrm>
            <a:off x="3505200" y="1981200"/>
            <a:ext cx="35464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Guess the middle </a:t>
            </a:r>
          </a:p>
          <a:p>
            <a:r>
              <a:rPr lang="en-US"/>
              <a:t>of string</a:t>
            </a:r>
          </a:p>
        </p:txBody>
      </p:sp>
      <p:sp>
        <p:nvSpPr>
          <p:cNvPr id="557097" name="Rectangle 41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7098" name="Line 42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7099" name="Line 43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7100" name="Line 44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7101" name="Object 45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57101" name="Equation" r:id="rId13" imgW="254000" imgH="254000" progId="Equation.3">
              <p:embed/>
            </p:oleObj>
          </a:graphicData>
        </a:graphic>
      </p:graphicFrame>
      <p:graphicFrame>
        <p:nvGraphicFramePr>
          <p:cNvPr id="557102" name="Object 46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57102" name="Equation" r:id="rId14" imgW="254000" imgH="355600" progId="Equation.3">
              <p:embed/>
            </p:oleObj>
          </a:graphicData>
        </a:graphic>
      </p:graphicFrame>
      <p:graphicFrame>
        <p:nvGraphicFramePr>
          <p:cNvPr id="557103" name="Object 47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57103" name="Equation" r:id="rId15" imgW="254000" imgH="355600" progId="Equation.3">
              <p:embed/>
            </p:oleObj>
          </a:graphicData>
        </a:graphic>
      </p:graphicFrame>
      <p:graphicFrame>
        <p:nvGraphicFramePr>
          <p:cNvPr id="557104" name="Object 48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57104" name="Equation" r:id="rId16" imgW="254000" imgH="355600" progId="Equation.3">
              <p:embed/>
            </p:oleObj>
          </a:graphicData>
        </a:graphic>
      </p:graphicFrame>
      <p:sp>
        <p:nvSpPr>
          <p:cNvPr id="557105" name="Line 49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A739D-55FD-48C8-A6DB-4224A1B845EF}" type="slidenum">
              <a:rPr lang="en-US"/>
              <a:pPr/>
              <a:t>40</a:t>
            </a:fld>
            <a:endParaRPr lang="en-US"/>
          </a:p>
        </p:txBody>
      </p:sp>
      <p:sp>
        <p:nvSpPr>
          <p:cNvPr id="558082" name="Oval 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083" name="Oval 3"/>
          <p:cNvSpPr>
            <a:spLocks noChangeArrowheads="1"/>
          </p:cNvSpPr>
          <p:nvPr/>
        </p:nvSpPr>
        <p:spPr bwMode="auto">
          <a:xfrm>
            <a:off x="3886200" y="42672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084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58085" name="Line 5"/>
          <p:cNvSpPr>
            <a:spLocks noChangeShapeType="1"/>
          </p:cNvSpPr>
          <p:nvPr/>
        </p:nvSpPr>
        <p:spPr bwMode="auto">
          <a:xfrm flipV="1">
            <a:off x="23622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086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558087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088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58089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58089" name="Equation" r:id="rId3" imgW="228600" imgH="419100" progId="Equation.3">
              <p:embed/>
            </p:oleObj>
          </a:graphicData>
        </a:graphic>
      </p:graphicFrame>
      <p:sp>
        <p:nvSpPr>
          <p:cNvPr id="558090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091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8092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58092" name="Equation" r:id="rId4" imgW="1574800" imgH="469900" progId="Equation.3">
              <p:embed/>
            </p:oleObj>
          </a:graphicData>
        </a:graphic>
      </p:graphicFrame>
      <p:sp>
        <p:nvSpPr>
          <p:cNvPr id="558093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8094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58094" name="Equation" r:id="rId5" imgW="381000" imgH="457200" progId="Equation.3">
              <p:embed/>
            </p:oleObj>
          </a:graphicData>
        </a:graphic>
      </p:graphicFrame>
      <p:graphicFrame>
        <p:nvGraphicFramePr>
          <p:cNvPr id="558095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58095" name="Equation" r:id="rId6" imgW="431800" imgH="457200" progId="Equation.3">
              <p:embed/>
            </p:oleObj>
          </a:graphicData>
        </a:graphic>
      </p:graphicFrame>
      <p:sp>
        <p:nvSpPr>
          <p:cNvPr id="558096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8097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58097" name="Equation" r:id="rId7" imgW="1638000" imgH="1168200" progId="Equation.3">
              <p:embed/>
            </p:oleObj>
          </a:graphicData>
        </a:graphic>
      </p:graphicFrame>
      <p:sp>
        <p:nvSpPr>
          <p:cNvPr id="558098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8099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58099" name="Equation" r:id="rId8" imgW="1701800" imgH="469900" progId="Equation.3">
              <p:embed/>
            </p:oleObj>
          </a:graphicData>
        </a:graphic>
      </p:graphicFrame>
      <p:graphicFrame>
        <p:nvGraphicFramePr>
          <p:cNvPr id="558100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58100" name="Equation" r:id="rId9" imgW="444500" imgH="469900" progId="Equation.3">
              <p:embed/>
            </p:oleObj>
          </a:graphicData>
        </a:graphic>
      </p:graphicFrame>
      <p:sp>
        <p:nvSpPr>
          <p:cNvPr id="558101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8102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103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8104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58104" name="Equation" r:id="rId10" imgW="1638000" imgH="1168200" progId="Equation.3">
              <p:embed/>
            </p:oleObj>
          </a:graphicData>
        </a:graphic>
      </p:graphicFrame>
      <p:sp>
        <p:nvSpPr>
          <p:cNvPr id="558105" name="Oval 2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106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107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8108" name="Object 2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58108" name="Equation" r:id="rId11" imgW="254000" imgH="254000" progId="Equation.3">
              <p:embed/>
            </p:oleObj>
          </a:graphicData>
        </a:graphic>
      </p:graphicFrame>
      <p:sp>
        <p:nvSpPr>
          <p:cNvPr id="558117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8118" name="Object 38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58118" name="Equation" r:id="rId12" imgW="254000" imgH="355600" progId="Equation.3">
              <p:embed/>
            </p:oleObj>
          </a:graphicData>
        </a:graphic>
      </p:graphicFrame>
      <p:sp>
        <p:nvSpPr>
          <p:cNvPr id="558119" name="Line 39"/>
          <p:cNvSpPr>
            <a:spLocks noChangeShapeType="1"/>
          </p:cNvSpPr>
          <p:nvPr/>
        </p:nvSpPr>
        <p:spPr bwMode="auto">
          <a:xfrm>
            <a:off x="7467600" y="1219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8120" name="Line 40"/>
          <p:cNvSpPr>
            <a:spLocks noChangeShapeType="1"/>
          </p:cNvSpPr>
          <p:nvPr/>
        </p:nvSpPr>
        <p:spPr bwMode="auto">
          <a:xfrm flipH="1">
            <a:off x="7467600" y="12192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8121" name="Rectangle 41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8122" name="Line 42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8123" name="Line 43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8124" name="Line 44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8125" name="Object 45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58125" name="Equation" r:id="rId13" imgW="254000" imgH="254000" progId="Equation.3">
              <p:embed/>
            </p:oleObj>
          </a:graphicData>
        </a:graphic>
      </p:graphicFrame>
      <p:graphicFrame>
        <p:nvGraphicFramePr>
          <p:cNvPr id="558126" name="Object 46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58126" name="Equation" r:id="rId14" imgW="254000" imgH="355600" progId="Equation.3">
              <p:embed/>
            </p:oleObj>
          </a:graphicData>
        </a:graphic>
      </p:graphicFrame>
      <p:graphicFrame>
        <p:nvGraphicFramePr>
          <p:cNvPr id="558127" name="Object 47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58127" name="Equation" r:id="rId15" imgW="254000" imgH="355600" progId="Equation.3">
              <p:embed/>
            </p:oleObj>
          </a:graphicData>
        </a:graphic>
      </p:graphicFrame>
      <p:graphicFrame>
        <p:nvGraphicFramePr>
          <p:cNvPr id="558128" name="Object 48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58128" name="Equation" r:id="rId16" imgW="254000" imgH="355600" progId="Equation.3">
              <p:embed/>
            </p:oleObj>
          </a:graphicData>
        </a:graphic>
      </p:graphicFrame>
      <p:sp>
        <p:nvSpPr>
          <p:cNvPr id="558129" name="Line 49"/>
          <p:cNvSpPr>
            <a:spLocks noChangeShapeType="1"/>
          </p:cNvSpPr>
          <p:nvPr/>
        </p:nvSpPr>
        <p:spPr bwMode="auto">
          <a:xfrm flipH="1">
            <a:off x="8382000" y="213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0D1F-FA18-4AF7-8160-FB306514ABB9}" type="slidenum">
              <a:rPr lang="en-US"/>
              <a:pPr/>
              <a:t>41</a:t>
            </a:fld>
            <a:endParaRPr lang="en-US"/>
          </a:p>
        </p:txBody>
      </p:sp>
      <p:sp>
        <p:nvSpPr>
          <p:cNvPr id="559106" name="Oval 2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08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59109" name="Line 5"/>
          <p:cNvSpPr>
            <a:spLocks noChangeShapeType="1"/>
          </p:cNvSpPr>
          <p:nvPr/>
        </p:nvSpPr>
        <p:spPr bwMode="auto">
          <a:xfrm flipV="1">
            <a:off x="31242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10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5</a:t>
            </a:r>
          </a:p>
        </p:txBody>
      </p:sp>
      <p:sp>
        <p:nvSpPr>
          <p:cNvPr id="559111" name="Rectangle 7"/>
          <p:cNvSpPr>
            <a:spLocks noChangeArrowheads="1"/>
          </p:cNvSpPr>
          <p:nvPr/>
        </p:nvSpPr>
        <p:spPr bwMode="auto">
          <a:xfrm>
            <a:off x="7467600" y="1828800"/>
            <a:ext cx="914400" cy="117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12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59113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59113" name="Equation" r:id="rId3" imgW="228600" imgH="419100" progId="Equation.3">
              <p:embed/>
            </p:oleObj>
          </a:graphicData>
        </a:graphic>
      </p:graphicFrame>
      <p:sp>
        <p:nvSpPr>
          <p:cNvPr id="559114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15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9116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59116" name="Equation" r:id="rId4" imgW="1574800" imgH="469900" progId="Equation.3">
              <p:embed/>
            </p:oleObj>
          </a:graphicData>
        </a:graphic>
      </p:graphicFrame>
      <p:sp>
        <p:nvSpPr>
          <p:cNvPr id="559117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59118" name="Object 14"/>
          <p:cNvGraphicFramePr>
            <a:graphicFrameLocks noChangeAspect="1"/>
          </p:cNvGraphicFramePr>
          <p:nvPr/>
        </p:nvGraphicFramePr>
        <p:xfrm>
          <a:off x="4672013" y="6045200"/>
          <a:ext cx="406400" cy="571500"/>
        </p:xfrm>
        <a:graphic>
          <a:graphicData uri="http://schemas.openxmlformats.org/presentationml/2006/ole">
            <p:oleObj spid="_x0000_s559118" name="Equation" r:id="rId5" imgW="406080" imgH="571320" progId="Equation.3">
              <p:embed/>
            </p:oleObj>
          </a:graphicData>
        </a:graphic>
      </p:graphicFrame>
      <p:graphicFrame>
        <p:nvGraphicFramePr>
          <p:cNvPr id="559119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59119" name="Equation" r:id="rId6" imgW="431800" imgH="457200" progId="Equation.3">
              <p:embed/>
            </p:oleObj>
          </a:graphicData>
        </a:graphic>
      </p:graphicFrame>
      <p:sp>
        <p:nvSpPr>
          <p:cNvPr id="559120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9121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59121" name="Equation" r:id="rId7" imgW="1638000" imgH="1168200" progId="Equation.3">
              <p:embed/>
            </p:oleObj>
          </a:graphicData>
        </a:graphic>
      </p:graphicFrame>
      <p:sp>
        <p:nvSpPr>
          <p:cNvPr id="559122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59123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59123" name="Equation" r:id="rId8" imgW="1701800" imgH="469900" progId="Equation.3">
              <p:embed/>
            </p:oleObj>
          </a:graphicData>
        </a:graphic>
      </p:graphicFrame>
      <p:graphicFrame>
        <p:nvGraphicFramePr>
          <p:cNvPr id="559124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59124" name="Equation" r:id="rId9" imgW="444500" imgH="469900" progId="Equation.3">
              <p:embed/>
            </p:oleObj>
          </a:graphicData>
        </a:graphic>
      </p:graphicFrame>
      <p:sp>
        <p:nvSpPr>
          <p:cNvPr id="559125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9126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27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9128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59128" name="Equation" r:id="rId10" imgW="1638000" imgH="1168200" progId="Equation.3">
              <p:embed/>
            </p:oleObj>
          </a:graphicData>
        </a:graphic>
      </p:graphicFrame>
      <p:sp>
        <p:nvSpPr>
          <p:cNvPr id="559129" name="Oval 2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30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39" name="Line 35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9140" name="Object 36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59140" name="Equation" r:id="rId11" imgW="254000" imgH="254000" progId="Equation.3">
              <p:embed/>
            </p:oleObj>
          </a:graphicData>
        </a:graphic>
      </p:graphicFrame>
      <p:sp>
        <p:nvSpPr>
          <p:cNvPr id="559143" name="Rectangle 39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9144" name="Line 40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9145" name="Line 41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59146" name="Line 42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59147" name="Object 43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59147" name="Equation" r:id="rId12" imgW="254000" imgH="254000" progId="Equation.3">
              <p:embed/>
            </p:oleObj>
          </a:graphicData>
        </a:graphic>
      </p:graphicFrame>
      <p:graphicFrame>
        <p:nvGraphicFramePr>
          <p:cNvPr id="559148" name="Object 44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59148" name="Equation" r:id="rId13" imgW="254000" imgH="355600" progId="Equation.3">
              <p:embed/>
            </p:oleObj>
          </a:graphicData>
        </a:graphic>
      </p:graphicFrame>
      <p:graphicFrame>
        <p:nvGraphicFramePr>
          <p:cNvPr id="559149" name="Object 45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59149" name="Equation" r:id="rId14" imgW="254000" imgH="355600" progId="Equation.3">
              <p:embed/>
            </p:oleObj>
          </a:graphicData>
        </a:graphic>
      </p:graphicFrame>
      <p:graphicFrame>
        <p:nvGraphicFramePr>
          <p:cNvPr id="559150" name="Object 46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59150" name="Equation" r:id="rId15" imgW="254000" imgH="355600" progId="Equation.3">
              <p:embed/>
            </p:oleObj>
          </a:graphicData>
        </a:graphic>
      </p:graphicFrame>
      <p:sp>
        <p:nvSpPr>
          <p:cNvPr id="559151" name="Text Box 47"/>
          <p:cNvSpPr txBox="1">
            <a:spLocks noChangeArrowheads="1"/>
          </p:cNvSpPr>
          <p:nvPr/>
        </p:nvSpPr>
        <p:spPr bwMode="auto">
          <a:xfrm>
            <a:off x="2743200" y="685800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/>
              <a:t>There is no possible transition.</a:t>
            </a:r>
          </a:p>
        </p:txBody>
      </p:sp>
      <p:sp>
        <p:nvSpPr>
          <p:cNvPr id="559152" name="Text Box 48"/>
          <p:cNvSpPr txBox="1">
            <a:spLocks noChangeArrowheads="1"/>
          </p:cNvSpPr>
          <p:nvPr/>
        </p:nvSpPr>
        <p:spPr bwMode="auto">
          <a:xfrm>
            <a:off x="3962400" y="1676400"/>
            <a:ext cx="3200400" cy="10668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Input is not consumed</a:t>
            </a:r>
          </a:p>
        </p:txBody>
      </p:sp>
      <p:sp>
        <p:nvSpPr>
          <p:cNvPr id="559153" name="Line 49"/>
          <p:cNvSpPr>
            <a:spLocks noChangeShapeType="1"/>
          </p:cNvSpPr>
          <p:nvPr/>
        </p:nvSpPr>
        <p:spPr bwMode="auto">
          <a:xfrm flipH="1">
            <a:off x="8382000" y="213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E4FC6-41B0-49B1-8B43-13FB2A277D87}" type="slidenum">
              <a:rPr lang="en-US"/>
              <a:pPr/>
              <a:t>42</a:t>
            </a:fld>
            <a:endParaRPr lang="en-US"/>
          </a:p>
        </p:txBody>
      </p:sp>
      <p:sp>
        <p:nvSpPr>
          <p:cNvPr id="562178" name="Oval 2"/>
          <p:cNvSpPr>
            <a:spLocks noChangeArrowheads="1"/>
          </p:cNvSpPr>
          <p:nvPr/>
        </p:nvSpPr>
        <p:spPr bwMode="auto">
          <a:xfrm>
            <a:off x="1066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179" name="Text Box 3"/>
          <p:cNvSpPr txBox="1">
            <a:spLocks noChangeArrowheads="1"/>
          </p:cNvSpPr>
          <p:nvPr/>
        </p:nvSpPr>
        <p:spPr bwMode="auto">
          <a:xfrm>
            <a:off x="0" y="0"/>
            <a:ext cx="7165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Another computation on same string:</a:t>
            </a:r>
          </a:p>
        </p:txBody>
      </p:sp>
      <p:sp>
        <p:nvSpPr>
          <p:cNvPr id="562180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62181" name="Line 5"/>
          <p:cNvSpPr>
            <a:spLocks noChangeShapeType="1"/>
          </p:cNvSpPr>
          <p:nvPr/>
        </p:nvSpPr>
        <p:spPr bwMode="auto">
          <a:xfrm flipV="1">
            <a:off x="549275" y="23225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182" name="Text Box 6"/>
          <p:cNvSpPr txBox="1">
            <a:spLocks noChangeArrowheads="1"/>
          </p:cNvSpPr>
          <p:nvPr/>
        </p:nvSpPr>
        <p:spPr bwMode="auto">
          <a:xfrm>
            <a:off x="4038600" y="9144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562183" name="Rectangle 7"/>
          <p:cNvSpPr>
            <a:spLocks noChangeArrowheads="1"/>
          </p:cNvSpPr>
          <p:nvPr/>
        </p:nvSpPr>
        <p:spPr bwMode="auto">
          <a:xfrm>
            <a:off x="7467600" y="2362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184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62185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62185" name="Equation" r:id="rId3" imgW="228600" imgH="419100" progId="Equation.3">
              <p:embed/>
            </p:oleObj>
          </a:graphicData>
        </a:graphic>
      </p:graphicFrame>
      <p:sp>
        <p:nvSpPr>
          <p:cNvPr id="562186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187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2188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2188" name="Equation" r:id="rId4" imgW="1574800" imgH="469900" progId="Equation.3">
              <p:embed/>
            </p:oleObj>
          </a:graphicData>
        </a:graphic>
      </p:graphicFrame>
      <p:sp>
        <p:nvSpPr>
          <p:cNvPr id="562189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2190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2190" name="Equation" r:id="rId5" imgW="381000" imgH="457200" progId="Equation.3">
              <p:embed/>
            </p:oleObj>
          </a:graphicData>
        </a:graphic>
      </p:graphicFrame>
      <p:graphicFrame>
        <p:nvGraphicFramePr>
          <p:cNvPr id="562191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2191" name="Equation" r:id="rId6" imgW="431800" imgH="457200" progId="Equation.3">
              <p:embed/>
            </p:oleObj>
          </a:graphicData>
        </a:graphic>
      </p:graphicFrame>
      <p:sp>
        <p:nvSpPr>
          <p:cNvPr id="562192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2193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2193" name="Equation" r:id="rId7" imgW="1638000" imgH="1168200" progId="Equation.3">
              <p:embed/>
            </p:oleObj>
          </a:graphicData>
        </a:graphic>
      </p:graphicFrame>
      <p:sp>
        <p:nvSpPr>
          <p:cNvPr id="562194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2195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2195" name="Equation" r:id="rId8" imgW="1701800" imgH="469900" progId="Equation.3">
              <p:embed/>
            </p:oleObj>
          </a:graphicData>
        </a:graphic>
      </p:graphicFrame>
      <p:graphicFrame>
        <p:nvGraphicFramePr>
          <p:cNvPr id="562196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2196" name="Equation" r:id="rId9" imgW="444500" imgH="469900" progId="Equation.3">
              <p:embed/>
            </p:oleObj>
          </a:graphicData>
        </a:graphic>
      </p:graphicFrame>
      <p:sp>
        <p:nvSpPr>
          <p:cNvPr id="562197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2198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199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2200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2200" name="Equation" r:id="rId10" imgW="1638000" imgH="1168200" progId="Equation.3">
              <p:embed/>
            </p:oleObj>
          </a:graphicData>
        </a:graphic>
      </p:graphicFrame>
      <p:sp>
        <p:nvSpPr>
          <p:cNvPr id="562201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202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203" name="Rectangle 27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2204" name="Line 2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2205" name="Line 2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2206" name="Line 30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2207" name="Object 3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62207" name="Equation" r:id="rId11" imgW="254000" imgH="254000" progId="Equation.3">
              <p:embed/>
            </p:oleObj>
          </a:graphicData>
        </a:graphic>
      </p:graphicFrame>
      <p:graphicFrame>
        <p:nvGraphicFramePr>
          <p:cNvPr id="562208" name="Object 32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62208" name="Equation" r:id="rId12" imgW="254000" imgH="355600" progId="Equation.3">
              <p:embed/>
            </p:oleObj>
          </a:graphicData>
        </a:graphic>
      </p:graphicFrame>
      <p:graphicFrame>
        <p:nvGraphicFramePr>
          <p:cNvPr id="562209" name="Object 33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62209" name="Equation" r:id="rId13" imgW="254000" imgH="355600" progId="Equation.3">
              <p:embed/>
            </p:oleObj>
          </a:graphicData>
        </a:graphic>
      </p:graphicFrame>
      <p:graphicFrame>
        <p:nvGraphicFramePr>
          <p:cNvPr id="562210" name="Object 34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62210" name="Equation" r:id="rId14" imgW="254000" imgH="355600" progId="Equation.3">
              <p:embed/>
            </p:oleObj>
          </a:graphicData>
        </a:graphic>
      </p:graphicFrame>
      <p:sp>
        <p:nvSpPr>
          <p:cNvPr id="562211" name="Line 35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B2E-786F-4C11-B54A-C1890053E549}" type="slidenum">
              <a:rPr lang="en-US"/>
              <a:pPr/>
              <a:t>43</a:t>
            </a:fld>
            <a:endParaRPr lang="en-US"/>
          </a:p>
        </p:txBody>
      </p:sp>
      <p:sp>
        <p:nvSpPr>
          <p:cNvPr id="563202" name="Oval 2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03" name="Oval 3"/>
          <p:cNvSpPr>
            <a:spLocks noChangeArrowheads="1"/>
          </p:cNvSpPr>
          <p:nvPr/>
        </p:nvSpPr>
        <p:spPr bwMode="auto">
          <a:xfrm>
            <a:off x="304800" y="35052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04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63205" name="Line 5"/>
          <p:cNvSpPr>
            <a:spLocks noChangeShapeType="1"/>
          </p:cNvSpPr>
          <p:nvPr/>
        </p:nvSpPr>
        <p:spPr bwMode="auto">
          <a:xfrm flipV="1">
            <a:off x="990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06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176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563207" name="Rectangle 7"/>
          <p:cNvSpPr>
            <a:spLocks noChangeArrowheads="1"/>
          </p:cNvSpPr>
          <p:nvPr/>
        </p:nvSpPr>
        <p:spPr bwMode="auto">
          <a:xfrm>
            <a:off x="7467600" y="1828800"/>
            <a:ext cx="914400" cy="117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08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63209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63209" name="Equation" r:id="rId3" imgW="228600" imgH="419100" progId="Equation.3">
              <p:embed/>
            </p:oleObj>
          </a:graphicData>
        </a:graphic>
      </p:graphicFrame>
      <p:sp>
        <p:nvSpPr>
          <p:cNvPr id="563210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11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3212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3212" name="Equation" r:id="rId4" imgW="1574800" imgH="469900" progId="Equation.3">
              <p:embed/>
            </p:oleObj>
          </a:graphicData>
        </a:graphic>
      </p:graphicFrame>
      <p:sp>
        <p:nvSpPr>
          <p:cNvPr id="563213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3214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3214" name="Equation" r:id="rId5" imgW="381000" imgH="457200" progId="Equation.3">
              <p:embed/>
            </p:oleObj>
          </a:graphicData>
        </a:graphic>
      </p:graphicFrame>
      <p:graphicFrame>
        <p:nvGraphicFramePr>
          <p:cNvPr id="563215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3215" name="Equation" r:id="rId6" imgW="431800" imgH="457200" progId="Equation.3">
              <p:embed/>
            </p:oleObj>
          </a:graphicData>
        </a:graphic>
      </p:graphicFrame>
      <p:sp>
        <p:nvSpPr>
          <p:cNvPr id="563216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17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3217" name="Equation" r:id="rId7" imgW="1638000" imgH="1168200" progId="Equation.3">
              <p:embed/>
            </p:oleObj>
          </a:graphicData>
        </a:graphic>
      </p:graphicFrame>
      <p:sp>
        <p:nvSpPr>
          <p:cNvPr id="563218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3219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3219" name="Equation" r:id="rId8" imgW="1701800" imgH="469900" progId="Equation.3">
              <p:embed/>
            </p:oleObj>
          </a:graphicData>
        </a:graphic>
      </p:graphicFrame>
      <p:graphicFrame>
        <p:nvGraphicFramePr>
          <p:cNvPr id="563220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3220" name="Equation" r:id="rId9" imgW="444500" imgH="469900" progId="Equation.3">
              <p:embed/>
            </p:oleObj>
          </a:graphicData>
        </a:graphic>
      </p:graphicFrame>
      <p:sp>
        <p:nvSpPr>
          <p:cNvPr id="563221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3222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23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24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3224" name="Equation" r:id="rId10" imgW="1638000" imgH="1168200" progId="Equation.3">
              <p:embed/>
            </p:oleObj>
          </a:graphicData>
        </a:graphic>
      </p:graphicFrame>
      <p:sp>
        <p:nvSpPr>
          <p:cNvPr id="563225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26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27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3228" name="Object 2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63228" name="Equation" r:id="rId11" imgW="254000" imgH="254000" progId="Equation.3">
              <p:embed/>
            </p:oleObj>
          </a:graphicData>
        </a:graphic>
      </p:graphicFrame>
      <p:sp>
        <p:nvSpPr>
          <p:cNvPr id="563229" name="Rectangle 29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3230" name="Line 30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3231" name="Line 31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3232" name="Line 32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3233" name="Object 33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63233" name="Equation" r:id="rId12" imgW="254000" imgH="254000" progId="Equation.3">
              <p:embed/>
            </p:oleObj>
          </a:graphicData>
        </a:graphic>
      </p:graphicFrame>
      <p:graphicFrame>
        <p:nvGraphicFramePr>
          <p:cNvPr id="563234" name="Object 34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63234" name="Equation" r:id="rId13" imgW="254000" imgH="355600" progId="Equation.3">
              <p:embed/>
            </p:oleObj>
          </a:graphicData>
        </a:graphic>
      </p:graphicFrame>
      <p:graphicFrame>
        <p:nvGraphicFramePr>
          <p:cNvPr id="563235" name="Object 35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63235" name="Equation" r:id="rId14" imgW="254000" imgH="355600" progId="Equation.3">
              <p:embed/>
            </p:oleObj>
          </a:graphicData>
        </a:graphic>
      </p:graphicFrame>
      <p:graphicFrame>
        <p:nvGraphicFramePr>
          <p:cNvPr id="563236" name="Object 36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63236" name="Equation" r:id="rId15" imgW="254000" imgH="355600" progId="Equation.3">
              <p:embed/>
            </p:oleObj>
          </a:graphicData>
        </a:graphic>
      </p:graphicFrame>
      <p:sp>
        <p:nvSpPr>
          <p:cNvPr id="563237" name="Line 37"/>
          <p:cNvSpPr>
            <a:spLocks noChangeShapeType="1"/>
          </p:cNvSpPr>
          <p:nvPr/>
        </p:nvSpPr>
        <p:spPr bwMode="auto">
          <a:xfrm flipH="1">
            <a:off x="8382000" y="213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20303-48DD-44FF-8400-5D14E6799512}" type="slidenum">
              <a:rPr lang="en-US"/>
              <a:pPr/>
              <a:t>44</a:t>
            </a:fld>
            <a:endParaRPr lang="en-US"/>
          </a:p>
        </p:txBody>
      </p:sp>
      <p:sp>
        <p:nvSpPr>
          <p:cNvPr id="564226" name="Oval 2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27" name="Oval 3"/>
          <p:cNvSpPr>
            <a:spLocks noChangeArrowheads="1"/>
          </p:cNvSpPr>
          <p:nvPr/>
        </p:nvSpPr>
        <p:spPr bwMode="auto">
          <a:xfrm>
            <a:off x="304800" y="4114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28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64229" name="Line 5"/>
          <p:cNvSpPr>
            <a:spLocks noChangeShapeType="1"/>
          </p:cNvSpPr>
          <p:nvPr/>
        </p:nvSpPr>
        <p:spPr bwMode="auto">
          <a:xfrm flipV="1">
            <a:off x="16764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30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2</a:t>
            </a:r>
          </a:p>
        </p:txBody>
      </p:sp>
      <p:sp>
        <p:nvSpPr>
          <p:cNvPr id="564231" name="Rectangle 7"/>
          <p:cNvSpPr>
            <a:spLocks noChangeArrowheads="1"/>
          </p:cNvSpPr>
          <p:nvPr/>
        </p:nvSpPr>
        <p:spPr bwMode="auto">
          <a:xfrm>
            <a:off x="7467600" y="1219200"/>
            <a:ext cx="914400" cy="178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32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64233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64233" name="Equation" r:id="rId3" imgW="228600" imgH="419100" progId="Equation.3">
              <p:embed/>
            </p:oleObj>
          </a:graphicData>
        </a:graphic>
      </p:graphicFrame>
      <p:sp>
        <p:nvSpPr>
          <p:cNvPr id="564234" name="Line 10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35" name="Text Box 11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4236" name="Object 12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4236" name="Equation" r:id="rId4" imgW="1574800" imgH="469900" progId="Equation.3">
              <p:embed/>
            </p:oleObj>
          </a:graphicData>
        </a:graphic>
      </p:graphicFrame>
      <p:sp>
        <p:nvSpPr>
          <p:cNvPr id="564237" name="Oval 13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4238" name="Object 14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4238" name="Equation" r:id="rId5" imgW="381000" imgH="457200" progId="Equation.3">
              <p:embed/>
            </p:oleObj>
          </a:graphicData>
        </a:graphic>
      </p:graphicFrame>
      <p:graphicFrame>
        <p:nvGraphicFramePr>
          <p:cNvPr id="564239" name="Object 15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4239" name="Equation" r:id="rId6" imgW="431800" imgH="457200" progId="Equation.3">
              <p:embed/>
            </p:oleObj>
          </a:graphicData>
        </a:graphic>
      </p:graphicFrame>
      <p:sp>
        <p:nvSpPr>
          <p:cNvPr id="564240" name="Freeform 16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4241" name="Object 17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4241" name="Equation" r:id="rId7" imgW="1638000" imgH="1168200" progId="Equation.3">
              <p:embed/>
            </p:oleObj>
          </a:graphicData>
        </a:graphic>
      </p:graphicFrame>
      <p:sp>
        <p:nvSpPr>
          <p:cNvPr id="564242" name="Text Box 18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4243" name="Object 19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4243" name="Equation" r:id="rId8" imgW="1701800" imgH="469900" progId="Equation.3">
              <p:embed/>
            </p:oleObj>
          </a:graphicData>
        </a:graphic>
      </p:graphicFrame>
      <p:graphicFrame>
        <p:nvGraphicFramePr>
          <p:cNvPr id="564244" name="Object 20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4244" name="Equation" r:id="rId9" imgW="444500" imgH="469900" progId="Equation.3">
              <p:embed/>
            </p:oleObj>
          </a:graphicData>
        </a:graphic>
      </p:graphicFrame>
      <p:sp>
        <p:nvSpPr>
          <p:cNvPr id="564245" name="Line 21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4246" name="Line 22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47" name="Freeform 23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4248" name="Object 24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4248" name="Equation" r:id="rId10" imgW="1638000" imgH="1168200" progId="Equation.3">
              <p:embed/>
            </p:oleObj>
          </a:graphicData>
        </a:graphic>
      </p:graphicFrame>
      <p:sp>
        <p:nvSpPr>
          <p:cNvPr id="564249" name="Oval 25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50" name="Oval 26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51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4252" name="Object 2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64252" name="Equation" r:id="rId11" imgW="254000" imgH="254000" progId="Equation.3">
              <p:embed/>
            </p:oleObj>
          </a:graphicData>
        </a:graphic>
      </p:graphicFrame>
      <p:sp>
        <p:nvSpPr>
          <p:cNvPr id="564253" name="Line 29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4254" name="Object 30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64254" name="Equation" r:id="rId12" imgW="254000" imgH="355600" progId="Equation.3">
              <p:embed/>
            </p:oleObj>
          </a:graphicData>
        </a:graphic>
      </p:graphicFrame>
      <p:sp>
        <p:nvSpPr>
          <p:cNvPr id="564255" name="Rectangle 31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4256" name="Line 32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4257" name="Line 33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4258" name="Line 34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4259" name="Object 35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64259" name="Equation" r:id="rId13" imgW="254000" imgH="254000" progId="Equation.3">
              <p:embed/>
            </p:oleObj>
          </a:graphicData>
        </a:graphic>
      </p:graphicFrame>
      <p:graphicFrame>
        <p:nvGraphicFramePr>
          <p:cNvPr id="564260" name="Object 36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64260" name="Equation" r:id="rId14" imgW="254000" imgH="355600" progId="Equation.3">
              <p:embed/>
            </p:oleObj>
          </a:graphicData>
        </a:graphic>
      </p:graphicFrame>
      <p:graphicFrame>
        <p:nvGraphicFramePr>
          <p:cNvPr id="564261" name="Object 37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64261" name="Equation" r:id="rId15" imgW="254000" imgH="355600" progId="Equation.3">
              <p:embed/>
            </p:oleObj>
          </a:graphicData>
        </a:graphic>
      </p:graphicFrame>
      <p:graphicFrame>
        <p:nvGraphicFramePr>
          <p:cNvPr id="564262" name="Object 38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64262" name="Equation" r:id="rId16" imgW="254000" imgH="355600" progId="Equation.3">
              <p:embed/>
            </p:oleObj>
          </a:graphicData>
        </a:graphic>
      </p:graphicFrame>
      <p:sp>
        <p:nvSpPr>
          <p:cNvPr id="564263" name="Line 39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57B11-CEEF-4F24-896A-AD336CA6E964}" type="slidenum">
              <a:rPr lang="en-US"/>
              <a:pPr/>
              <a:t>45</a:t>
            </a:fld>
            <a:endParaRPr lang="en-US"/>
          </a:p>
        </p:txBody>
      </p:sp>
      <p:sp>
        <p:nvSpPr>
          <p:cNvPr id="566276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66277" name="Line 5"/>
          <p:cNvSpPr>
            <a:spLocks noChangeShapeType="1"/>
          </p:cNvSpPr>
          <p:nvPr/>
        </p:nvSpPr>
        <p:spPr bwMode="auto">
          <a:xfrm flipV="1">
            <a:off x="23622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278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566279" name="Rectangle 7"/>
          <p:cNvSpPr>
            <a:spLocks noChangeArrowheads="1"/>
          </p:cNvSpPr>
          <p:nvPr/>
        </p:nvSpPr>
        <p:spPr bwMode="auto">
          <a:xfrm>
            <a:off x="7467600" y="609600"/>
            <a:ext cx="914400" cy="2398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280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66281" name="Object 9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66281" name="Equation" r:id="rId3" imgW="228600" imgH="419100" progId="Equation.3">
              <p:embed/>
            </p:oleObj>
          </a:graphicData>
        </a:graphic>
      </p:graphicFrame>
      <p:sp>
        <p:nvSpPr>
          <p:cNvPr id="566299" name="Line 27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6300" name="Object 28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66300" name="Equation" r:id="rId4" imgW="254000" imgH="254000" progId="Equation.3">
              <p:embed/>
            </p:oleObj>
          </a:graphicData>
        </a:graphic>
      </p:graphicFrame>
      <p:sp>
        <p:nvSpPr>
          <p:cNvPr id="566301" name="Line 29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6302" name="Object 30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66302" name="Equation" r:id="rId5" imgW="254000" imgH="355600" progId="Equation.3">
              <p:embed/>
            </p:oleObj>
          </a:graphicData>
        </a:graphic>
      </p:graphicFrame>
      <p:sp>
        <p:nvSpPr>
          <p:cNvPr id="566305" name="Rectangle 33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06" name="Line 34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6307" name="Line 35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6308" name="Line 36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6309" name="Object 37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66309" name="Equation" r:id="rId6" imgW="254000" imgH="254000" progId="Equation.3">
              <p:embed/>
            </p:oleObj>
          </a:graphicData>
        </a:graphic>
      </p:graphicFrame>
      <p:graphicFrame>
        <p:nvGraphicFramePr>
          <p:cNvPr id="566310" name="Object 38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66310" name="Equation" r:id="rId7" imgW="254000" imgH="355600" progId="Equation.3">
              <p:embed/>
            </p:oleObj>
          </a:graphicData>
        </a:graphic>
      </p:graphicFrame>
      <p:graphicFrame>
        <p:nvGraphicFramePr>
          <p:cNvPr id="566311" name="Object 39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66311" name="Equation" r:id="rId8" imgW="254000" imgH="355600" progId="Equation.3">
              <p:embed/>
            </p:oleObj>
          </a:graphicData>
        </a:graphic>
      </p:graphicFrame>
      <p:graphicFrame>
        <p:nvGraphicFramePr>
          <p:cNvPr id="566312" name="Object 40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66312" name="Equation" r:id="rId9" imgW="254000" imgH="355600" progId="Equation.3">
              <p:embed/>
            </p:oleObj>
          </a:graphicData>
        </a:graphic>
      </p:graphicFrame>
      <p:sp>
        <p:nvSpPr>
          <p:cNvPr id="566313" name="Oval 41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14" name="Oval 42"/>
          <p:cNvSpPr>
            <a:spLocks noChangeArrowheads="1"/>
          </p:cNvSpPr>
          <p:nvPr/>
        </p:nvSpPr>
        <p:spPr bwMode="auto">
          <a:xfrm>
            <a:off x="304800" y="4114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15" name="Line 43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16" name="Text Box 44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6317" name="Object 45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6317" name="Equation" r:id="rId10" imgW="1574800" imgH="469900" progId="Equation.3">
              <p:embed/>
            </p:oleObj>
          </a:graphicData>
        </a:graphic>
      </p:graphicFrame>
      <p:sp>
        <p:nvSpPr>
          <p:cNvPr id="566318" name="Oval 46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6319" name="Object 47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6319" name="Equation" r:id="rId11" imgW="381000" imgH="457200" progId="Equation.3">
              <p:embed/>
            </p:oleObj>
          </a:graphicData>
        </a:graphic>
      </p:graphicFrame>
      <p:graphicFrame>
        <p:nvGraphicFramePr>
          <p:cNvPr id="566320" name="Object 48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6320" name="Equation" r:id="rId12" imgW="431800" imgH="457200" progId="Equation.3">
              <p:embed/>
            </p:oleObj>
          </a:graphicData>
        </a:graphic>
      </p:graphicFrame>
      <p:sp>
        <p:nvSpPr>
          <p:cNvPr id="566321" name="Freeform 49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6322" name="Object 50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6322" name="Equation" r:id="rId13" imgW="1638000" imgH="1168200" progId="Equation.3">
              <p:embed/>
            </p:oleObj>
          </a:graphicData>
        </a:graphic>
      </p:graphicFrame>
      <p:sp>
        <p:nvSpPr>
          <p:cNvPr id="566323" name="Text Box 51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6324" name="Object 52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6324" name="Equation" r:id="rId14" imgW="1701800" imgH="469900" progId="Equation.3">
              <p:embed/>
            </p:oleObj>
          </a:graphicData>
        </a:graphic>
      </p:graphicFrame>
      <p:graphicFrame>
        <p:nvGraphicFramePr>
          <p:cNvPr id="566325" name="Object 53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6325" name="Equation" r:id="rId15" imgW="444500" imgH="469900" progId="Equation.3">
              <p:embed/>
            </p:oleObj>
          </a:graphicData>
        </a:graphic>
      </p:graphicFrame>
      <p:sp>
        <p:nvSpPr>
          <p:cNvPr id="566326" name="Line 54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6327" name="Line 55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28" name="Freeform 56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6329" name="Object 57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6329" name="Equation" r:id="rId16" imgW="1638000" imgH="1168200" progId="Equation.3">
              <p:embed/>
            </p:oleObj>
          </a:graphicData>
        </a:graphic>
      </p:graphicFrame>
      <p:sp>
        <p:nvSpPr>
          <p:cNvPr id="566330" name="Oval 58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31" name="Oval 59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6332" name="Line 60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6333" name="Object 61"/>
          <p:cNvGraphicFramePr>
            <a:graphicFrameLocks noChangeAspect="1"/>
          </p:cNvGraphicFramePr>
          <p:nvPr/>
        </p:nvGraphicFramePr>
        <p:xfrm>
          <a:off x="7848600" y="762000"/>
          <a:ext cx="254000" cy="355600"/>
        </p:xfrm>
        <a:graphic>
          <a:graphicData uri="http://schemas.openxmlformats.org/presentationml/2006/ole">
            <p:oleObj spid="_x0000_s566333" name="Equation" r:id="rId17" imgW="254000" imgH="355600" progId="Equation.3">
              <p:embed/>
            </p:oleObj>
          </a:graphicData>
        </a:graphic>
      </p:graphicFrame>
      <p:sp>
        <p:nvSpPr>
          <p:cNvPr id="566334" name="Line 62"/>
          <p:cNvSpPr>
            <a:spLocks noChangeShapeType="1"/>
          </p:cNvSpPr>
          <p:nvPr/>
        </p:nvSpPr>
        <p:spPr bwMode="auto">
          <a:xfrm flipH="1">
            <a:off x="8382000" y="91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F9255-5D97-47D5-98FC-80B70740A4E1}" type="slidenum">
              <a:rPr lang="en-US"/>
              <a:pPr/>
              <a:t>46</a:t>
            </a:fld>
            <a:endParaRPr lang="en-US"/>
          </a:p>
        </p:txBody>
      </p:sp>
      <p:sp>
        <p:nvSpPr>
          <p:cNvPr id="567299" name="Text Box 3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67300" name="Line 4"/>
          <p:cNvSpPr>
            <a:spLocks noChangeShapeType="1"/>
          </p:cNvSpPr>
          <p:nvPr/>
        </p:nvSpPr>
        <p:spPr bwMode="auto">
          <a:xfrm flipV="1">
            <a:off x="31242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01" name="Text Box 5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567303" name="Text Box 7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67324" name="Rectangle 28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25" name="Line 29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7326" name="Line 30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7327" name="Line 31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7328" name="Object 32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67328" name="Equation" r:id="rId3" imgW="254000" imgH="254000" progId="Equation.3">
              <p:embed/>
            </p:oleObj>
          </a:graphicData>
        </a:graphic>
      </p:graphicFrame>
      <p:graphicFrame>
        <p:nvGraphicFramePr>
          <p:cNvPr id="567329" name="Object 33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67329" name="Equation" r:id="rId4" imgW="254000" imgH="355600" progId="Equation.3">
              <p:embed/>
            </p:oleObj>
          </a:graphicData>
        </a:graphic>
      </p:graphicFrame>
      <p:graphicFrame>
        <p:nvGraphicFramePr>
          <p:cNvPr id="567330" name="Object 34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67330" name="Equation" r:id="rId5" imgW="254000" imgH="355600" progId="Equation.3">
              <p:embed/>
            </p:oleObj>
          </a:graphicData>
        </a:graphic>
      </p:graphicFrame>
      <p:graphicFrame>
        <p:nvGraphicFramePr>
          <p:cNvPr id="567331" name="Object 35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67331" name="Equation" r:id="rId6" imgW="254000" imgH="355600" progId="Equation.3">
              <p:embed/>
            </p:oleObj>
          </a:graphicData>
        </a:graphic>
      </p:graphicFrame>
      <p:sp>
        <p:nvSpPr>
          <p:cNvPr id="567333" name="Oval 37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34" name="Oval 38"/>
          <p:cNvSpPr>
            <a:spLocks noChangeArrowheads="1"/>
          </p:cNvSpPr>
          <p:nvPr/>
        </p:nvSpPr>
        <p:spPr bwMode="auto">
          <a:xfrm>
            <a:off x="304800" y="4114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35" name="Line 39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36" name="Text Box 40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7337" name="Object 41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7337" name="Equation" r:id="rId7" imgW="1574800" imgH="469900" progId="Equation.3">
              <p:embed/>
            </p:oleObj>
          </a:graphicData>
        </a:graphic>
      </p:graphicFrame>
      <p:sp>
        <p:nvSpPr>
          <p:cNvPr id="567338" name="Oval 42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7339" name="Object 43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7339" name="Equation" r:id="rId8" imgW="381000" imgH="457200" progId="Equation.3">
              <p:embed/>
            </p:oleObj>
          </a:graphicData>
        </a:graphic>
      </p:graphicFrame>
      <p:graphicFrame>
        <p:nvGraphicFramePr>
          <p:cNvPr id="567340" name="Object 44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7340" name="Equation" r:id="rId9" imgW="431800" imgH="457200" progId="Equation.3">
              <p:embed/>
            </p:oleObj>
          </a:graphicData>
        </a:graphic>
      </p:graphicFrame>
      <p:sp>
        <p:nvSpPr>
          <p:cNvPr id="567341" name="Freeform 45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7342" name="Object 46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7342" name="Equation" r:id="rId10" imgW="1638000" imgH="1168200" progId="Equation.3">
              <p:embed/>
            </p:oleObj>
          </a:graphicData>
        </a:graphic>
      </p:graphicFrame>
      <p:sp>
        <p:nvSpPr>
          <p:cNvPr id="567343" name="Text Box 47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7344" name="Object 48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7344" name="Equation" r:id="rId11" imgW="1701800" imgH="469900" progId="Equation.3">
              <p:embed/>
            </p:oleObj>
          </a:graphicData>
        </a:graphic>
      </p:graphicFrame>
      <p:graphicFrame>
        <p:nvGraphicFramePr>
          <p:cNvPr id="567345" name="Object 49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7345" name="Equation" r:id="rId12" imgW="444500" imgH="469900" progId="Equation.3">
              <p:embed/>
            </p:oleObj>
          </a:graphicData>
        </a:graphic>
      </p:graphicFrame>
      <p:sp>
        <p:nvSpPr>
          <p:cNvPr id="567346" name="Line 50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7347" name="Line 51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48" name="Freeform 52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7349" name="Object 53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7349" name="Equation" r:id="rId13" imgW="1638000" imgH="1168200" progId="Equation.3">
              <p:embed/>
            </p:oleObj>
          </a:graphicData>
        </a:graphic>
      </p:graphicFrame>
      <p:sp>
        <p:nvSpPr>
          <p:cNvPr id="567350" name="Oval 54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51" name="Oval 55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7352" name="Rectangle 56"/>
          <p:cNvSpPr>
            <a:spLocks noChangeArrowheads="1"/>
          </p:cNvSpPr>
          <p:nvPr/>
        </p:nvSpPr>
        <p:spPr bwMode="auto">
          <a:xfrm>
            <a:off x="7467600" y="152400"/>
            <a:ext cx="914400" cy="2855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7353" name="Object 57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67353" name="Equation" r:id="rId14" imgW="228600" imgH="419100" progId="Equation.3">
              <p:embed/>
            </p:oleObj>
          </a:graphicData>
        </a:graphic>
      </p:graphicFrame>
      <p:sp>
        <p:nvSpPr>
          <p:cNvPr id="567354" name="Line 58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7355" name="Object 59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67355" name="Equation" r:id="rId15" imgW="254000" imgH="254000" progId="Equation.3">
              <p:embed/>
            </p:oleObj>
          </a:graphicData>
        </a:graphic>
      </p:graphicFrame>
      <p:sp>
        <p:nvSpPr>
          <p:cNvPr id="567356" name="Line 60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7357" name="Object 61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67357" name="Equation" r:id="rId16" imgW="254000" imgH="355600" progId="Equation.3">
              <p:embed/>
            </p:oleObj>
          </a:graphicData>
        </a:graphic>
      </p:graphicFrame>
      <p:sp>
        <p:nvSpPr>
          <p:cNvPr id="567358" name="Line 62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7359" name="Object 63"/>
          <p:cNvGraphicFramePr>
            <a:graphicFrameLocks noChangeAspect="1"/>
          </p:cNvGraphicFramePr>
          <p:nvPr/>
        </p:nvGraphicFramePr>
        <p:xfrm>
          <a:off x="7848600" y="762000"/>
          <a:ext cx="254000" cy="355600"/>
        </p:xfrm>
        <a:graphic>
          <a:graphicData uri="http://schemas.openxmlformats.org/presentationml/2006/ole">
            <p:oleObj spid="_x0000_s567359" name="Equation" r:id="rId17" imgW="254000" imgH="355600" progId="Equation.3">
              <p:embed/>
            </p:oleObj>
          </a:graphicData>
        </a:graphic>
      </p:graphicFrame>
      <p:sp>
        <p:nvSpPr>
          <p:cNvPr id="567360" name="Line 64"/>
          <p:cNvSpPr>
            <a:spLocks noChangeShapeType="1"/>
          </p:cNvSpPr>
          <p:nvPr/>
        </p:nvSpPr>
        <p:spPr bwMode="auto">
          <a:xfrm>
            <a:off x="7467600" y="685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7361" name="Object 65"/>
          <p:cNvGraphicFramePr>
            <a:graphicFrameLocks noChangeAspect="1"/>
          </p:cNvGraphicFramePr>
          <p:nvPr/>
        </p:nvGraphicFramePr>
        <p:xfrm>
          <a:off x="7848600" y="228600"/>
          <a:ext cx="254000" cy="355600"/>
        </p:xfrm>
        <a:graphic>
          <a:graphicData uri="http://schemas.openxmlformats.org/presentationml/2006/ole">
            <p:oleObj spid="_x0000_s567361" name="Equation" r:id="rId18" imgW="254000" imgH="355600" progId="Equation.3">
              <p:embed/>
            </p:oleObj>
          </a:graphicData>
        </a:graphic>
      </p:graphicFrame>
      <p:sp>
        <p:nvSpPr>
          <p:cNvPr id="567364" name="Line 68"/>
          <p:cNvSpPr>
            <a:spLocks noChangeShapeType="1"/>
          </p:cNvSpPr>
          <p:nvPr/>
        </p:nvSpPr>
        <p:spPr bwMode="auto">
          <a:xfrm flipH="1">
            <a:off x="8382000" y="457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CBAA-09E1-4FC9-B50E-25C840ACA06B}" type="slidenum">
              <a:rPr lang="en-US"/>
              <a:pPr/>
              <a:t>47</a:t>
            </a:fld>
            <a:endParaRPr lang="en-US"/>
          </a:p>
        </p:txBody>
      </p:sp>
      <p:sp>
        <p:nvSpPr>
          <p:cNvPr id="568322" name="Text Box 2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68323" name="Line 3"/>
          <p:cNvSpPr>
            <a:spLocks noChangeShapeType="1"/>
          </p:cNvSpPr>
          <p:nvPr/>
        </p:nvSpPr>
        <p:spPr bwMode="auto">
          <a:xfrm flipV="1">
            <a:off x="31242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24" name="Text Box 4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5</a:t>
            </a:r>
          </a:p>
        </p:txBody>
      </p:sp>
      <p:sp>
        <p:nvSpPr>
          <p:cNvPr id="568325" name="Text Box 5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68326" name="Rectangle 6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27" name="Line 7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8328" name="Line 8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8329" name="Line 9"/>
          <p:cNvSpPr>
            <a:spLocks noChangeShapeType="1"/>
          </p:cNvSpPr>
          <p:nvPr/>
        </p:nvSpPr>
        <p:spPr bwMode="auto">
          <a:xfrm>
            <a:off x="27590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8330" name="Object 10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568330" name="Equation" r:id="rId3" imgW="254000" imgH="254000" progId="Equation.3">
              <p:embed/>
            </p:oleObj>
          </a:graphicData>
        </a:graphic>
      </p:graphicFrame>
      <p:graphicFrame>
        <p:nvGraphicFramePr>
          <p:cNvPr id="568331" name="Object 11"/>
          <p:cNvGraphicFramePr>
            <a:graphicFrameLocks noChangeAspect="1"/>
          </p:cNvGraphicFramePr>
          <p:nvPr/>
        </p:nvGraphicFramePr>
        <p:xfrm>
          <a:off x="1600200" y="1752600"/>
          <a:ext cx="254000" cy="355600"/>
        </p:xfrm>
        <a:graphic>
          <a:graphicData uri="http://schemas.openxmlformats.org/presentationml/2006/ole">
            <p:oleObj spid="_x0000_s568331" name="Equation" r:id="rId4" imgW="254000" imgH="355600" progId="Equation.3">
              <p:embed/>
            </p:oleObj>
          </a:graphicData>
        </a:graphic>
      </p:graphicFrame>
      <p:graphicFrame>
        <p:nvGraphicFramePr>
          <p:cNvPr id="568332" name="Object 12"/>
          <p:cNvGraphicFramePr>
            <a:graphicFrameLocks noChangeAspect="1"/>
          </p:cNvGraphicFramePr>
          <p:nvPr/>
        </p:nvGraphicFramePr>
        <p:xfrm>
          <a:off x="2286000" y="1752600"/>
          <a:ext cx="254000" cy="355600"/>
        </p:xfrm>
        <a:graphic>
          <a:graphicData uri="http://schemas.openxmlformats.org/presentationml/2006/ole">
            <p:oleObj spid="_x0000_s568332" name="Equation" r:id="rId5" imgW="254000" imgH="355600" progId="Equation.3">
              <p:embed/>
            </p:oleObj>
          </a:graphicData>
        </a:graphic>
      </p:graphicFrame>
      <p:graphicFrame>
        <p:nvGraphicFramePr>
          <p:cNvPr id="568333" name="Object 13"/>
          <p:cNvGraphicFramePr>
            <a:graphicFrameLocks noChangeAspect="1"/>
          </p:cNvGraphicFramePr>
          <p:nvPr/>
        </p:nvGraphicFramePr>
        <p:xfrm>
          <a:off x="2971800" y="1752600"/>
          <a:ext cx="254000" cy="355600"/>
        </p:xfrm>
        <a:graphic>
          <a:graphicData uri="http://schemas.openxmlformats.org/presentationml/2006/ole">
            <p:oleObj spid="_x0000_s568333" name="Equation" r:id="rId6" imgW="254000" imgH="355600" progId="Equation.3">
              <p:embed/>
            </p:oleObj>
          </a:graphicData>
        </a:graphic>
      </p:graphicFrame>
      <p:sp>
        <p:nvSpPr>
          <p:cNvPr id="568353" name="Rectangle 33"/>
          <p:cNvSpPr>
            <a:spLocks noChangeArrowheads="1"/>
          </p:cNvSpPr>
          <p:nvPr/>
        </p:nvSpPr>
        <p:spPr bwMode="auto">
          <a:xfrm>
            <a:off x="7467600" y="152400"/>
            <a:ext cx="914400" cy="2855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8354" name="Object 34"/>
          <p:cNvGraphicFramePr>
            <a:graphicFrameLocks noChangeAspect="1"/>
          </p:cNvGraphicFramePr>
          <p:nvPr/>
        </p:nvGraphicFramePr>
        <p:xfrm>
          <a:off x="7848600" y="2514600"/>
          <a:ext cx="228600" cy="419100"/>
        </p:xfrm>
        <a:graphic>
          <a:graphicData uri="http://schemas.openxmlformats.org/presentationml/2006/ole">
            <p:oleObj spid="_x0000_s568354" name="Equation" r:id="rId7" imgW="228600" imgH="419100" progId="Equation.3">
              <p:embed/>
            </p:oleObj>
          </a:graphicData>
        </a:graphic>
      </p:graphicFrame>
      <p:sp>
        <p:nvSpPr>
          <p:cNvPr id="568355" name="Line 35"/>
          <p:cNvSpPr>
            <a:spLocks noChangeShapeType="1"/>
          </p:cNvSpPr>
          <p:nvPr/>
        </p:nvSpPr>
        <p:spPr bwMode="auto">
          <a:xfrm>
            <a:off x="7467600" y="2438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8356" name="Object 36"/>
          <p:cNvGraphicFramePr>
            <a:graphicFrameLocks noChangeAspect="1"/>
          </p:cNvGraphicFramePr>
          <p:nvPr/>
        </p:nvGraphicFramePr>
        <p:xfrm>
          <a:off x="7848600" y="2057400"/>
          <a:ext cx="254000" cy="254000"/>
        </p:xfrm>
        <a:graphic>
          <a:graphicData uri="http://schemas.openxmlformats.org/presentationml/2006/ole">
            <p:oleObj spid="_x0000_s568356" name="Equation" r:id="rId8" imgW="254000" imgH="254000" progId="Equation.3">
              <p:embed/>
            </p:oleObj>
          </a:graphicData>
        </a:graphic>
      </p:graphicFrame>
      <p:sp>
        <p:nvSpPr>
          <p:cNvPr id="568357" name="Line 37"/>
          <p:cNvSpPr>
            <a:spLocks noChangeShapeType="1"/>
          </p:cNvSpPr>
          <p:nvPr/>
        </p:nvSpPr>
        <p:spPr bwMode="auto">
          <a:xfrm>
            <a:off x="7467600" y="182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8358" name="Object 38"/>
          <p:cNvGraphicFramePr>
            <a:graphicFrameLocks noChangeAspect="1"/>
          </p:cNvGraphicFramePr>
          <p:nvPr/>
        </p:nvGraphicFramePr>
        <p:xfrm>
          <a:off x="7848600" y="1371600"/>
          <a:ext cx="254000" cy="355600"/>
        </p:xfrm>
        <a:graphic>
          <a:graphicData uri="http://schemas.openxmlformats.org/presentationml/2006/ole">
            <p:oleObj spid="_x0000_s568358" name="Equation" r:id="rId9" imgW="254000" imgH="355600" progId="Equation.3">
              <p:embed/>
            </p:oleObj>
          </a:graphicData>
        </a:graphic>
      </p:graphicFrame>
      <p:sp>
        <p:nvSpPr>
          <p:cNvPr id="568359" name="Line 39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8360" name="Object 40"/>
          <p:cNvGraphicFramePr>
            <a:graphicFrameLocks noChangeAspect="1"/>
          </p:cNvGraphicFramePr>
          <p:nvPr/>
        </p:nvGraphicFramePr>
        <p:xfrm>
          <a:off x="7848600" y="762000"/>
          <a:ext cx="254000" cy="355600"/>
        </p:xfrm>
        <a:graphic>
          <a:graphicData uri="http://schemas.openxmlformats.org/presentationml/2006/ole">
            <p:oleObj spid="_x0000_s568360" name="Equation" r:id="rId10" imgW="254000" imgH="355600" progId="Equation.3">
              <p:embed/>
            </p:oleObj>
          </a:graphicData>
        </a:graphic>
      </p:graphicFrame>
      <p:sp>
        <p:nvSpPr>
          <p:cNvPr id="568361" name="Line 41"/>
          <p:cNvSpPr>
            <a:spLocks noChangeShapeType="1"/>
          </p:cNvSpPr>
          <p:nvPr/>
        </p:nvSpPr>
        <p:spPr bwMode="auto">
          <a:xfrm>
            <a:off x="7467600" y="685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8362" name="Object 42"/>
          <p:cNvGraphicFramePr>
            <a:graphicFrameLocks noChangeAspect="1"/>
          </p:cNvGraphicFramePr>
          <p:nvPr/>
        </p:nvGraphicFramePr>
        <p:xfrm>
          <a:off x="7848600" y="228600"/>
          <a:ext cx="254000" cy="355600"/>
        </p:xfrm>
        <a:graphic>
          <a:graphicData uri="http://schemas.openxmlformats.org/presentationml/2006/ole">
            <p:oleObj spid="_x0000_s568362" name="Equation" r:id="rId11" imgW="254000" imgH="355600" progId="Equation.3">
              <p:embed/>
            </p:oleObj>
          </a:graphicData>
        </a:graphic>
      </p:graphicFrame>
      <p:sp>
        <p:nvSpPr>
          <p:cNvPr id="568363" name="Oval 43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64" name="Oval 44"/>
          <p:cNvSpPr>
            <a:spLocks noChangeArrowheads="1"/>
          </p:cNvSpPr>
          <p:nvPr/>
        </p:nvSpPr>
        <p:spPr bwMode="auto">
          <a:xfrm>
            <a:off x="1828800" y="5638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65" name="Line 45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66" name="Text Box 46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8367" name="Object 47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8367" name="Equation" r:id="rId12" imgW="1574800" imgH="469900" progId="Equation.3">
              <p:embed/>
            </p:oleObj>
          </a:graphicData>
        </a:graphic>
      </p:graphicFrame>
      <p:sp>
        <p:nvSpPr>
          <p:cNvPr id="568368" name="Oval 48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8369" name="Object 49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8369" name="Equation" r:id="rId13" imgW="381000" imgH="457200" progId="Equation.3">
              <p:embed/>
            </p:oleObj>
          </a:graphicData>
        </a:graphic>
      </p:graphicFrame>
      <p:graphicFrame>
        <p:nvGraphicFramePr>
          <p:cNvPr id="568370" name="Object 50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8370" name="Equation" r:id="rId14" imgW="431800" imgH="457200" progId="Equation.3">
              <p:embed/>
            </p:oleObj>
          </a:graphicData>
        </a:graphic>
      </p:graphicFrame>
      <p:sp>
        <p:nvSpPr>
          <p:cNvPr id="568371" name="Freeform 51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8372" name="Object 52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8372" name="Equation" r:id="rId15" imgW="1638000" imgH="1168200" progId="Equation.3">
              <p:embed/>
            </p:oleObj>
          </a:graphicData>
        </a:graphic>
      </p:graphicFrame>
      <p:sp>
        <p:nvSpPr>
          <p:cNvPr id="568373" name="Text Box 53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8374" name="Object 54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8374" name="Equation" r:id="rId16" imgW="1701800" imgH="469900" progId="Equation.3">
              <p:embed/>
            </p:oleObj>
          </a:graphicData>
        </a:graphic>
      </p:graphicFrame>
      <p:graphicFrame>
        <p:nvGraphicFramePr>
          <p:cNvPr id="568375" name="Object 55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8375" name="Equation" r:id="rId17" imgW="444500" imgH="469900" progId="Equation.3">
              <p:embed/>
            </p:oleObj>
          </a:graphicData>
        </a:graphic>
      </p:graphicFrame>
      <p:sp>
        <p:nvSpPr>
          <p:cNvPr id="568376" name="Line 56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8377" name="Line 57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78" name="Freeform 58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8379" name="Object 59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8379" name="Equation" r:id="rId18" imgW="1638000" imgH="1168200" progId="Equation.3">
              <p:embed/>
            </p:oleObj>
          </a:graphicData>
        </a:graphic>
      </p:graphicFrame>
      <p:sp>
        <p:nvSpPr>
          <p:cNvPr id="568380" name="Oval 60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81" name="Oval 61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8382" name="Text Box 62"/>
          <p:cNvSpPr txBox="1">
            <a:spLocks noChangeArrowheads="1"/>
          </p:cNvSpPr>
          <p:nvPr/>
        </p:nvSpPr>
        <p:spPr bwMode="auto">
          <a:xfrm>
            <a:off x="3794125" y="1092200"/>
            <a:ext cx="29543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final state </a:t>
            </a:r>
          </a:p>
          <a:p>
            <a:r>
              <a:rPr lang="en-US"/>
              <a:t>is reached</a:t>
            </a:r>
          </a:p>
        </p:txBody>
      </p:sp>
      <p:sp>
        <p:nvSpPr>
          <p:cNvPr id="568383" name="Line 63"/>
          <p:cNvSpPr>
            <a:spLocks noChangeShapeType="1"/>
          </p:cNvSpPr>
          <p:nvPr/>
        </p:nvSpPr>
        <p:spPr bwMode="auto">
          <a:xfrm flipH="1">
            <a:off x="8382000" y="38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283DB-A690-4F2C-8C48-6EF9A4EFF567}" type="slidenum">
              <a:rPr lang="en-US"/>
              <a:pPr/>
              <a:t>48</a:t>
            </a:fld>
            <a:endParaRPr lang="en-US"/>
          </a:p>
        </p:txBody>
      </p:sp>
      <p:sp>
        <p:nvSpPr>
          <p:cNvPr id="569388" name="Line 44"/>
          <p:cNvSpPr>
            <a:spLocks noChangeShapeType="1"/>
          </p:cNvSpPr>
          <p:nvPr/>
        </p:nvSpPr>
        <p:spPr bwMode="auto">
          <a:xfrm>
            <a:off x="5181600" y="6324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9389" name="Text Box 45"/>
          <p:cNvSpPr txBox="1">
            <a:spLocks noChangeArrowheads="1"/>
          </p:cNvSpPr>
          <p:nvPr/>
        </p:nvSpPr>
        <p:spPr bwMode="auto">
          <a:xfrm>
            <a:off x="5842000" y="5602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9390" name="Object 46"/>
          <p:cNvGraphicFramePr>
            <a:graphicFrameLocks noChangeAspect="1"/>
          </p:cNvGraphicFramePr>
          <p:nvPr/>
        </p:nvGraphicFramePr>
        <p:xfrm>
          <a:off x="5562600" y="5867400"/>
          <a:ext cx="1574800" cy="469900"/>
        </p:xfrm>
        <a:graphic>
          <a:graphicData uri="http://schemas.openxmlformats.org/presentationml/2006/ole">
            <p:oleObj spid="_x0000_s569390" name="Equation" r:id="rId3" imgW="1574800" imgH="469900" progId="Equation.3">
              <p:embed/>
            </p:oleObj>
          </a:graphicData>
        </a:graphic>
      </p:graphicFrame>
      <p:sp>
        <p:nvSpPr>
          <p:cNvPr id="569391" name="Oval 47"/>
          <p:cNvSpPr>
            <a:spLocks noChangeArrowheads="1"/>
          </p:cNvSpPr>
          <p:nvPr/>
        </p:nvSpPr>
        <p:spPr bwMode="auto">
          <a:xfrm>
            <a:off x="45720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9392" name="Oval 48"/>
          <p:cNvSpPr>
            <a:spLocks noChangeArrowheads="1"/>
          </p:cNvSpPr>
          <p:nvPr/>
        </p:nvSpPr>
        <p:spPr bwMode="auto">
          <a:xfrm>
            <a:off x="7772400" y="5943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9393" name="Object 49"/>
          <p:cNvGraphicFramePr>
            <a:graphicFrameLocks noChangeAspect="1"/>
          </p:cNvGraphicFramePr>
          <p:nvPr/>
        </p:nvGraphicFramePr>
        <p:xfrm>
          <a:off x="4684713" y="6102350"/>
          <a:ext cx="381000" cy="457200"/>
        </p:xfrm>
        <a:graphic>
          <a:graphicData uri="http://schemas.openxmlformats.org/presentationml/2006/ole">
            <p:oleObj spid="_x0000_s569393" name="Equation" r:id="rId4" imgW="381000" imgH="457200" progId="Equation.3">
              <p:embed/>
            </p:oleObj>
          </a:graphicData>
        </a:graphic>
      </p:graphicFrame>
      <p:graphicFrame>
        <p:nvGraphicFramePr>
          <p:cNvPr id="569394" name="Object 50"/>
          <p:cNvGraphicFramePr>
            <a:graphicFrameLocks noChangeAspect="1"/>
          </p:cNvGraphicFramePr>
          <p:nvPr/>
        </p:nvGraphicFramePr>
        <p:xfrm>
          <a:off x="7827963" y="6019800"/>
          <a:ext cx="431800" cy="457200"/>
        </p:xfrm>
        <a:graphic>
          <a:graphicData uri="http://schemas.openxmlformats.org/presentationml/2006/ole">
            <p:oleObj spid="_x0000_s569394" name="Equation" r:id="rId5" imgW="431800" imgH="457200" progId="Equation.3">
              <p:embed/>
            </p:oleObj>
          </a:graphicData>
        </a:graphic>
      </p:graphicFrame>
      <p:sp>
        <p:nvSpPr>
          <p:cNvPr id="569395" name="Freeform 51"/>
          <p:cNvSpPr>
            <a:spLocks/>
          </p:cNvSpPr>
          <p:nvPr/>
        </p:nvSpPr>
        <p:spPr bwMode="auto">
          <a:xfrm>
            <a:off x="7620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9396" name="Object 52"/>
          <p:cNvGraphicFramePr>
            <a:graphicFrameLocks noChangeAspect="1"/>
          </p:cNvGraphicFramePr>
          <p:nvPr/>
        </p:nvGraphicFramePr>
        <p:xfrm>
          <a:off x="533400" y="3657600"/>
          <a:ext cx="1638300" cy="1168400"/>
        </p:xfrm>
        <a:graphic>
          <a:graphicData uri="http://schemas.openxmlformats.org/presentationml/2006/ole">
            <p:oleObj spid="_x0000_s569396" name="Equation" r:id="rId6" imgW="1638000" imgH="1168200" progId="Equation.3">
              <p:embed/>
            </p:oleObj>
          </a:graphicData>
        </a:graphic>
      </p:graphicFrame>
      <p:sp>
        <p:nvSpPr>
          <p:cNvPr id="569397" name="Text Box 53"/>
          <p:cNvSpPr txBox="1">
            <a:spLocks noChangeArrowheads="1"/>
          </p:cNvSpPr>
          <p:nvPr/>
        </p:nvSpPr>
        <p:spPr bwMode="auto">
          <a:xfrm>
            <a:off x="2489200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69398" name="Object 54"/>
          <p:cNvGraphicFramePr>
            <a:graphicFrameLocks noChangeAspect="1"/>
          </p:cNvGraphicFramePr>
          <p:nvPr/>
        </p:nvGraphicFramePr>
        <p:xfrm>
          <a:off x="2057400" y="5867400"/>
          <a:ext cx="1701800" cy="469900"/>
        </p:xfrm>
        <a:graphic>
          <a:graphicData uri="http://schemas.openxmlformats.org/presentationml/2006/ole">
            <p:oleObj spid="_x0000_s569398" name="Equation" r:id="rId7" imgW="1701800" imgH="469900" progId="Equation.3">
              <p:embed/>
            </p:oleObj>
          </a:graphicData>
        </a:graphic>
      </p:graphicFrame>
      <p:sp>
        <p:nvSpPr>
          <p:cNvPr id="569399" name="Oval 55"/>
          <p:cNvSpPr>
            <a:spLocks noChangeArrowheads="1"/>
          </p:cNvSpPr>
          <p:nvPr/>
        </p:nvSpPr>
        <p:spPr bwMode="auto">
          <a:xfrm>
            <a:off x="1057275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69400" name="Object 56"/>
          <p:cNvGraphicFramePr>
            <a:graphicFrameLocks noChangeAspect="1"/>
          </p:cNvGraphicFramePr>
          <p:nvPr/>
        </p:nvGraphicFramePr>
        <p:xfrm>
          <a:off x="1138238" y="6096000"/>
          <a:ext cx="444500" cy="469900"/>
        </p:xfrm>
        <a:graphic>
          <a:graphicData uri="http://schemas.openxmlformats.org/presentationml/2006/ole">
            <p:oleObj spid="_x0000_s569400" name="Equation" r:id="rId8" imgW="444500" imgH="469900" progId="Equation.3">
              <p:embed/>
            </p:oleObj>
          </a:graphicData>
        </a:graphic>
      </p:graphicFrame>
      <p:sp>
        <p:nvSpPr>
          <p:cNvPr id="569401" name="Line 57"/>
          <p:cNvSpPr>
            <a:spLocks noChangeShapeType="1"/>
          </p:cNvSpPr>
          <p:nvPr/>
        </p:nvSpPr>
        <p:spPr bwMode="auto">
          <a:xfrm>
            <a:off x="457200" y="632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69402" name="Line 58"/>
          <p:cNvSpPr>
            <a:spLocks noChangeShapeType="1"/>
          </p:cNvSpPr>
          <p:nvPr/>
        </p:nvSpPr>
        <p:spPr bwMode="auto">
          <a:xfrm>
            <a:off x="1676400" y="6324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9403" name="Freeform 59"/>
          <p:cNvSpPr>
            <a:spLocks/>
          </p:cNvSpPr>
          <p:nvPr/>
        </p:nvSpPr>
        <p:spPr bwMode="auto">
          <a:xfrm>
            <a:off x="4267200" y="48768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69404" name="Object 60"/>
          <p:cNvGraphicFramePr>
            <a:graphicFrameLocks noChangeAspect="1"/>
          </p:cNvGraphicFramePr>
          <p:nvPr/>
        </p:nvGraphicFramePr>
        <p:xfrm>
          <a:off x="4114800" y="3733800"/>
          <a:ext cx="1638300" cy="1168400"/>
        </p:xfrm>
        <a:graphic>
          <a:graphicData uri="http://schemas.openxmlformats.org/presentationml/2006/ole">
            <p:oleObj spid="_x0000_s569404" name="Equation" r:id="rId9" imgW="1638000" imgH="1168200" progId="Equation.3">
              <p:embed/>
            </p:oleObj>
          </a:graphicData>
        </a:graphic>
      </p:graphicFrame>
      <p:sp>
        <p:nvSpPr>
          <p:cNvPr id="569405" name="Oval 61"/>
          <p:cNvSpPr>
            <a:spLocks noChangeArrowheads="1"/>
          </p:cNvSpPr>
          <p:nvPr/>
        </p:nvSpPr>
        <p:spPr bwMode="auto">
          <a:xfrm>
            <a:off x="7696200" y="5867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9406" name="Text Box 62"/>
          <p:cNvSpPr txBox="1">
            <a:spLocks noChangeArrowheads="1"/>
          </p:cNvSpPr>
          <p:nvPr/>
        </p:nvSpPr>
        <p:spPr bwMode="auto">
          <a:xfrm>
            <a:off x="1905000" y="381000"/>
            <a:ext cx="48656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no computation </a:t>
            </a:r>
          </a:p>
          <a:p>
            <a:r>
              <a:rPr lang="en-US"/>
              <a:t>that accepts string</a:t>
            </a:r>
          </a:p>
        </p:txBody>
      </p:sp>
      <p:graphicFrame>
        <p:nvGraphicFramePr>
          <p:cNvPr id="569407" name="Object 63"/>
          <p:cNvGraphicFramePr>
            <a:graphicFrameLocks noChangeAspect="1"/>
          </p:cNvGraphicFramePr>
          <p:nvPr/>
        </p:nvGraphicFramePr>
        <p:xfrm>
          <a:off x="5867400" y="1066800"/>
          <a:ext cx="1054100" cy="431800"/>
        </p:xfrm>
        <a:graphic>
          <a:graphicData uri="http://schemas.openxmlformats.org/presentationml/2006/ole">
            <p:oleObj spid="_x0000_s569407" name="Equation" r:id="rId10" imgW="1054080" imgH="431640" progId="Equation.3">
              <p:embed/>
            </p:oleObj>
          </a:graphicData>
        </a:graphic>
      </p:graphicFrame>
      <p:graphicFrame>
        <p:nvGraphicFramePr>
          <p:cNvPr id="569408" name="Object 64"/>
          <p:cNvGraphicFramePr>
            <a:graphicFrameLocks noChangeAspect="1"/>
          </p:cNvGraphicFramePr>
          <p:nvPr/>
        </p:nvGraphicFramePr>
        <p:xfrm>
          <a:off x="3048000" y="1981200"/>
          <a:ext cx="2717800" cy="546100"/>
        </p:xfrm>
        <a:graphic>
          <a:graphicData uri="http://schemas.openxmlformats.org/presentationml/2006/ole">
            <p:oleObj spid="_x0000_s569408" name="Equation" r:id="rId11" imgW="2717640" imgH="545760" progId="Equation.3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E892-824D-440D-B461-2CFFC78D76AF}" type="slidenum">
              <a:rPr lang="en-US"/>
              <a:pPr/>
              <a:t>49</a:t>
            </a:fld>
            <a:endParaRPr lang="en-US"/>
          </a:p>
        </p:txBody>
      </p:sp>
      <p:sp>
        <p:nvSpPr>
          <p:cNvPr id="641026" name="Text Box 2"/>
          <p:cNvSpPr txBox="1">
            <a:spLocks noChangeArrowheads="1"/>
          </p:cNvSpPr>
          <p:nvPr/>
        </p:nvSpPr>
        <p:spPr bwMode="auto">
          <a:xfrm>
            <a:off x="517525" y="115888"/>
            <a:ext cx="6143625" cy="1163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3399"/>
                </a:solidFill>
              </a:rPr>
              <a:t>A string is rejected if there is </a:t>
            </a:r>
          </a:p>
          <a:p>
            <a:r>
              <a:rPr lang="en-US" altLang="en-US">
                <a:solidFill>
                  <a:srgbClr val="FF3399"/>
                </a:solidFill>
              </a:rPr>
              <a:t>no computation such that:</a:t>
            </a:r>
          </a:p>
        </p:txBody>
      </p:sp>
      <p:sp>
        <p:nvSpPr>
          <p:cNvPr id="641027" name="Text Box 3"/>
          <p:cNvSpPr txBox="1">
            <a:spLocks noChangeArrowheads="1"/>
          </p:cNvSpPr>
          <p:nvPr/>
        </p:nvSpPr>
        <p:spPr bwMode="auto">
          <a:xfrm>
            <a:off x="1828800" y="2286000"/>
            <a:ext cx="58816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 All the input is consumed</a:t>
            </a:r>
          </a:p>
          <a:p>
            <a:r>
              <a:rPr lang="en-US" altLang="en-US"/>
              <a:t>                   </a:t>
            </a:r>
            <a:r>
              <a:rPr lang="en-US" altLang="en-US" b="1">
                <a:solidFill>
                  <a:srgbClr val="FF3300"/>
                </a:solidFill>
              </a:rPr>
              <a:t>AND</a:t>
            </a:r>
          </a:p>
          <a:p>
            <a:r>
              <a:rPr lang="en-US" altLang="en-US"/>
              <a:t> The last state is a final state</a:t>
            </a:r>
          </a:p>
        </p:txBody>
      </p:sp>
      <p:sp>
        <p:nvSpPr>
          <p:cNvPr id="641028" name="Text Box 4"/>
          <p:cNvSpPr txBox="1">
            <a:spLocks noChangeArrowheads="1"/>
          </p:cNvSpPr>
          <p:nvPr/>
        </p:nvSpPr>
        <p:spPr bwMode="auto">
          <a:xfrm>
            <a:off x="457200" y="4953000"/>
            <a:ext cx="78438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9999"/>
                </a:solidFill>
              </a:rPr>
              <a:t>At the end of the computation,</a:t>
            </a:r>
          </a:p>
          <a:p>
            <a:r>
              <a:rPr lang="en-US" altLang="en-US">
                <a:solidFill>
                  <a:srgbClr val="009999"/>
                </a:solidFill>
              </a:rPr>
              <a:t>we do not care about the stack contents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2C30F-3513-4A10-9DE9-6D2749DEE0A3}" type="slidenum">
              <a:rPr lang="en-US"/>
              <a:pPr/>
              <a:t>50</a:t>
            </a:fld>
            <a:endParaRPr lang="en-US"/>
          </a:p>
        </p:txBody>
      </p:sp>
      <p:sp>
        <p:nvSpPr>
          <p:cNvPr id="642050" name="Text Box 2"/>
          <p:cNvSpPr txBox="1">
            <a:spLocks noChangeArrowheads="1"/>
          </p:cNvSpPr>
          <p:nvPr/>
        </p:nvSpPr>
        <p:spPr bwMode="auto">
          <a:xfrm>
            <a:off x="517525" y="115888"/>
            <a:ext cx="7726363" cy="1163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In other words,</a:t>
            </a:r>
            <a:r>
              <a:rPr lang="en-US" altLang="en-US">
                <a:solidFill>
                  <a:srgbClr val="FF3399"/>
                </a:solidFill>
              </a:rPr>
              <a:t> a string is rejected </a:t>
            </a:r>
          </a:p>
          <a:p>
            <a:r>
              <a:rPr lang="en-US" altLang="en-US">
                <a:solidFill>
                  <a:srgbClr val="FF3399"/>
                </a:solidFill>
              </a:rPr>
              <a:t>if in every computation with this string:</a:t>
            </a:r>
          </a:p>
        </p:txBody>
      </p:sp>
      <p:sp>
        <p:nvSpPr>
          <p:cNvPr id="642051" name="Text Box 3"/>
          <p:cNvSpPr txBox="1">
            <a:spLocks noChangeArrowheads="1"/>
          </p:cNvSpPr>
          <p:nvPr/>
        </p:nvSpPr>
        <p:spPr bwMode="auto">
          <a:xfrm>
            <a:off x="1219200" y="1905000"/>
            <a:ext cx="6934200" cy="38909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altLang="en-US"/>
              <a:t>The input cannot be consumed</a:t>
            </a:r>
          </a:p>
          <a:p>
            <a:pPr algn="ctr"/>
            <a:r>
              <a:rPr lang="en-US" altLang="en-US"/>
              <a:t> </a:t>
            </a:r>
            <a:r>
              <a:rPr lang="en-US" altLang="en-US" b="1">
                <a:solidFill>
                  <a:srgbClr val="FF3300"/>
                </a:solidFill>
              </a:rPr>
              <a:t>OR</a:t>
            </a:r>
          </a:p>
          <a:p>
            <a:r>
              <a:rPr lang="en-US" altLang="en-US"/>
              <a:t>The input is consumed and the last state is not a final state</a:t>
            </a:r>
          </a:p>
          <a:p>
            <a:pPr algn="ctr"/>
            <a:r>
              <a:rPr lang="en-US" altLang="en-US" b="1">
                <a:solidFill>
                  <a:srgbClr val="FF3300"/>
                </a:solidFill>
              </a:rPr>
              <a:t>OR</a:t>
            </a:r>
          </a:p>
          <a:p>
            <a:r>
              <a:rPr lang="en-US" altLang="en-US"/>
              <a:t>The stack head moves below the bottom of the stack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CAB24-687C-4D7C-9B7B-C5B5F6BC1F6A}" type="slidenum">
              <a:rPr lang="en-US"/>
              <a:pPr/>
              <a:t>51</a:t>
            </a:fld>
            <a:endParaRPr lang="en-US"/>
          </a:p>
        </p:txBody>
      </p:sp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NPDA example</a:t>
            </a:r>
          </a:p>
        </p:txBody>
      </p:sp>
      <p:sp>
        <p:nvSpPr>
          <p:cNvPr id="643079" name="Oval 7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3082" name="Freeform 10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3083" name="Object 11"/>
          <p:cNvGraphicFramePr>
            <a:graphicFrameLocks noChangeAspect="1"/>
          </p:cNvGraphicFramePr>
          <p:nvPr/>
        </p:nvGraphicFramePr>
        <p:xfrm>
          <a:off x="3746500" y="3263900"/>
          <a:ext cx="1460500" cy="1041400"/>
        </p:xfrm>
        <a:graphic>
          <a:graphicData uri="http://schemas.openxmlformats.org/presentationml/2006/ole">
            <p:oleObj spid="_x0000_s643083" name="Equation" r:id="rId3" imgW="1460160" imgH="1041120" progId="Equation.3">
              <p:embed/>
            </p:oleObj>
          </a:graphicData>
        </a:graphic>
      </p:graphicFrame>
      <p:graphicFrame>
        <p:nvGraphicFramePr>
          <p:cNvPr id="643087" name="Object 15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43087" name="Equation" r:id="rId4" imgW="444500" imgH="469900" progId="Equation.3">
              <p:embed/>
            </p:oleObj>
          </a:graphicData>
        </a:graphic>
      </p:graphicFrame>
      <p:sp>
        <p:nvSpPr>
          <p:cNvPr id="643088" name="Line 16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3092" name="Oval 20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3093" name="Text Box 21"/>
          <p:cNvSpPr txBox="1">
            <a:spLocks noChangeArrowheads="1"/>
          </p:cNvSpPr>
          <p:nvPr/>
        </p:nvSpPr>
        <p:spPr bwMode="auto">
          <a:xfrm>
            <a:off x="3276600" y="1219200"/>
            <a:ext cx="1431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</a:t>
            </a:r>
          </a:p>
        </p:txBody>
      </p:sp>
      <p:graphicFrame>
        <p:nvGraphicFramePr>
          <p:cNvPr id="643094" name="Object 22"/>
          <p:cNvGraphicFramePr>
            <a:graphicFrameLocks noChangeAspect="1"/>
          </p:cNvGraphicFramePr>
          <p:nvPr/>
        </p:nvGraphicFramePr>
        <p:xfrm>
          <a:off x="4876800" y="1295400"/>
          <a:ext cx="544513" cy="393700"/>
        </p:xfrm>
        <a:graphic>
          <a:graphicData uri="http://schemas.openxmlformats.org/presentationml/2006/ole">
            <p:oleObj spid="_x0000_s643094" name="Equation" r:id="rId5" imgW="545760" imgH="393480" progId="Equation.3">
              <p:embed/>
            </p:oleObj>
          </a:graphicData>
        </a:graphic>
      </p:graphicFrame>
      <p:graphicFrame>
        <p:nvGraphicFramePr>
          <p:cNvPr id="643095" name="Object 23"/>
          <p:cNvGraphicFramePr>
            <a:graphicFrameLocks noChangeAspect="1"/>
          </p:cNvGraphicFramePr>
          <p:nvPr/>
        </p:nvGraphicFramePr>
        <p:xfrm>
          <a:off x="2046288" y="2203450"/>
          <a:ext cx="4900612" cy="642938"/>
        </p:xfrm>
        <a:graphic>
          <a:graphicData uri="http://schemas.openxmlformats.org/presentationml/2006/ole">
            <p:oleObj spid="_x0000_s643095" name="Equation" r:id="rId6" imgW="435600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EF18F-1575-4B58-811F-AC6353158B79}" type="slidenum">
              <a:rPr lang="en-US"/>
              <a:pPr/>
              <a:t>52</a:t>
            </a:fld>
            <a:endParaRPr lang="en-US"/>
          </a:p>
        </p:txBody>
      </p:sp>
      <p:sp>
        <p:nvSpPr>
          <p:cNvPr id="644099" name="Text Box 3"/>
          <p:cNvSpPr txBox="1">
            <a:spLocks noChangeArrowheads="1"/>
          </p:cNvSpPr>
          <p:nvPr/>
        </p:nvSpPr>
        <p:spPr bwMode="auto">
          <a:xfrm>
            <a:off x="0" y="0"/>
            <a:ext cx="3867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Execution Example:</a:t>
            </a:r>
          </a:p>
        </p:txBody>
      </p:sp>
      <p:sp>
        <p:nvSpPr>
          <p:cNvPr id="644100" name="Text Box 4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44101" name="Line 5"/>
          <p:cNvSpPr>
            <a:spLocks noChangeShapeType="1"/>
          </p:cNvSpPr>
          <p:nvPr/>
        </p:nvSpPr>
        <p:spPr bwMode="auto">
          <a:xfrm flipV="1">
            <a:off x="549275" y="23225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02" name="Text Box 6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644103" name="Rectangle 7"/>
          <p:cNvSpPr>
            <a:spLocks noChangeArrowheads="1"/>
          </p:cNvSpPr>
          <p:nvPr/>
        </p:nvSpPr>
        <p:spPr bwMode="auto">
          <a:xfrm>
            <a:off x="7467600" y="2362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04" name="Text Box 8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44123" name="Rectangle 27"/>
          <p:cNvSpPr>
            <a:spLocks noChangeArrowheads="1"/>
          </p:cNvSpPr>
          <p:nvPr/>
        </p:nvSpPr>
        <p:spPr bwMode="auto">
          <a:xfrm>
            <a:off x="701675" y="1484313"/>
            <a:ext cx="20415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24" name="Line 2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4125" name="Line 2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4127" name="Object 3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44127" name="Equation" r:id="rId3" imgW="254000" imgH="254000" progId="Equation.3">
              <p:embed/>
            </p:oleObj>
          </a:graphicData>
        </a:graphic>
      </p:graphicFrame>
      <p:graphicFrame>
        <p:nvGraphicFramePr>
          <p:cNvPr id="644131" name="Object 35"/>
          <p:cNvGraphicFramePr>
            <a:graphicFrameLocks noChangeAspect="1"/>
          </p:cNvGraphicFramePr>
          <p:nvPr/>
        </p:nvGraphicFramePr>
        <p:xfrm>
          <a:off x="1600200" y="1828800"/>
          <a:ext cx="254000" cy="254000"/>
        </p:xfrm>
        <a:graphic>
          <a:graphicData uri="http://schemas.openxmlformats.org/presentationml/2006/ole">
            <p:oleObj spid="_x0000_s644131" name="Equation" r:id="rId4" imgW="254000" imgH="254000" progId="Equation.3">
              <p:embed/>
            </p:oleObj>
          </a:graphicData>
        </a:graphic>
      </p:graphicFrame>
      <p:graphicFrame>
        <p:nvGraphicFramePr>
          <p:cNvPr id="644132" name="Object 36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44132" name="Equation" r:id="rId5" imgW="228600" imgH="355320" progId="Equation.3">
              <p:embed/>
            </p:oleObj>
          </a:graphicData>
        </a:graphic>
      </p:graphicFrame>
      <p:sp>
        <p:nvSpPr>
          <p:cNvPr id="644133" name="Oval 37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34" name="Freeform 38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4135" name="Object 39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44135" name="Equation" r:id="rId6" imgW="1460160" imgH="1650960" progId="Equation.3">
              <p:embed/>
            </p:oleObj>
          </a:graphicData>
        </a:graphic>
      </p:graphicFrame>
      <p:graphicFrame>
        <p:nvGraphicFramePr>
          <p:cNvPr id="644136" name="Object 40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44136" name="Equation" r:id="rId7" imgW="444500" imgH="469900" progId="Equation.3">
              <p:embed/>
            </p:oleObj>
          </a:graphicData>
        </a:graphic>
      </p:graphicFrame>
      <p:sp>
        <p:nvSpPr>
          <p:cNvPr id="644137" name="Line 41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4138" name="Oval 42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41" name="Line 45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44142" name="Object 46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44142" name="Equation" r:id="rId8" imgW="21564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6F080-555E-4ADD-B38D-D3B60280124C}" type="slidenum">
              <a:rPr lang="en-US"/>
              <a:pPr/>
              <a:t>53</a:t>
            </a:fld>
            <a:endParaRPr lang="en-US"/>
          </a:p>
        </p:txBody>
      </p:sp>
      <p:sp>
        <p:nvSpPr>
          <p:cNvPr id="645123" name="Text Box 3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45124" name="Line 4"/>
          <p:cNvSpPr>
            <a:spLocks noChangeShapeType="1"/>
          </p:cNvSpPr>
          <p:nvPr/>
        </p:nvSpPr>
        <p:spPr bwMode="auto">
          <a:xfrm flipV="1">
            <a:off x="990600" y="2286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25" name="Text Box 5"/>
          <p:cNvSpPr txBox="1">
            <a:spLocks noChangeArrowheads="1"/>
          </p:cNvSpPr>
          <p:nvPr/>
        </p:nvSpPr>
        <p:spPr bwMode="auto">
          <a:xfrm>
            <a:off x="4130675" y="112713"/>
            <a:ext cx="14176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645126" name="Rectangle 6"/>
          <p:cNvSpPr>
            <a:spLocks noChangeArrowheads="1"/>
          </p:cNvSpPr>
          <p:nvPr/>
        </p:nvSpPr>
        <p:spPr bwMode="auto">
          <a:xfrm>
            <a:off x="7467600" y="1752600"/>
            <a:ext cx="914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27" name="Text Box 7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45128" name="Rectangle 8"/>
          <p:cNvSpPr>
            <a:spLocks noChangeArrowheads="1"/>
          </p:cNvSpPr>
          <p:nvPr/>
        </p:nvSpPr>
        <p:spPr bwMode="auto">
          <a:xfrm>
            <a:off x="701675" y="1484313"/>
            <a:ext cx="20415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29" name="Line 9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5130" name="Line 10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5131" name="Object 1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45131" name="Equation" r:id="rId3" imgW="254000" imgH="254000" progId="Equation.3">
              <p:embed/>
            </p:oleObj>
          </a:graphicData>
        </a:graphic>
      </p:graphicFrame>
      <p:graphicFrame>
        <p:nvGraphicFramePr>
          <p:cNvPr id="645132" name="Object 12"/>
          <p:cNvGraphicFramePr>
            <a:graphicFrameLocks noChangeAspect="1"/>
          </p:cNvGraphicFramePr>
          <p:nvPr/>
        </p:nvGraphicFramePr>
        <p:xfrm>
          <a:off x="1600200" y="1828800"/>
          <a:ext cx="254000" cy="254000"/>
        </p:xfrm>
        <a:graphic>
          <a:graphicData uri="http://schemas.openxmlformats.org/presentationml/2006/ole">
            <p:oleObj spid="_x0000_s645132" name="Equation" r:id="rId4" imgW="254000" imgH="254000" progId="Equation.3">
              <p:embed/>
            </p:oleObj>
          </a:graphicData>
        </a:graphic>
      </p:graphicFrame>
      <p:graphicFrame>
        <p:nvGraphicFramePr>
          <p:cNvPr id="645133" name="Object 13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45133" name="Equation" r:id="rId5" imgW="228600" imgH="355320" progId="Equation.3">
              <p:embed/>
            </p:oleObj>
          </a:graphicData>
        </a:graphic>
      </p:graphicFrame>
      <p:sp>
        <p:nvSpPr>
          <p:cNvPr id="645134" name="Oval 14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35" name="Freeform 15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5137" name="Object 17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45137" name="Equation" r:id="rId6" imgW="444500" imgH="469900" progId="Equation.3">
              <p:embed/>
            </p:oleObj>
          </a:graphicData>
        </a:graphic>
      </p:graphicFrame>
      <p:sp>
        <p:nvSpPr>
          <p:cNvPr id="645138" name="Line 18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5139" name="Oval 19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5142" name="Object 22"/>
          <p:cNvGraphicFramePr>
            <a:graphicFrameLocks noChangeAspect="1"/>
          </p:cNvGraphicFramePr>
          <p:nvPr/>
        </p:nvGraphicFramePr>
        <p:xfrm>
          <a:off x="7772400" y="1905000"/>
          <a:ext cx="254000" cy="254000"/>
        </p:xfrm>
        <a:graphic>
          <a:graphicData uri="http://schemas.openxmlformats.org/presentationml/2006/ole">
            <p:oleObj spid="_x0000_s645142" name="Equation" r:id="rId7" imgW="254000" imgH="254000" progId="Equation.3">
              <p:embed/>
            </p:oleObj>
          </a:graphicData>
        </a:graphic>
      </p:graphicFrame>
      <p:sp>
        <p:nvSpPr>
          <p:cNvPr id="645143" name="Line 23"/>
          <p:cNvSpPr>
            <a:spLocks noChangeShapeType="1"/>
          </p:cNvSpPr>
          <p:nvPr/>
        </p:nvSpPr>
        <p:spPr bwMode="auto">
          <a:xfrm>
            <a:off x="7467600" y="2362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45144" name="Oval 24"/>
          <p:cNvSpPr>
            <a:spLocks noChangeArrowheads="1"/>
          </p:cNvSpPr>
          <p:nvPr/>
        </p:nvSpPr>
        <p:spPr bwMode="auto">
          <a:xfrm>
            <a:off x="3429000" y="25146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5145" name="Line 25"/>
          <p:cNvSpPr>
            <a:spLocks noChangeShapeType="1"/>
          </p:cNvSpPr>
          <p:nvPr/>
        </p:nvSpPr>
        <p:spPr bwMode="auto">
          <a:xfrm flipH="1">
            <a:off x="8382000" y="205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45146" name="Object 26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45146" name="Equation" r:id="rId8" imgW="215640" imgH="393480" progId="Equation.3">
              <p:embed/>
            </p:oleObj>
          </a:graphicData>
        </a:graphic>
      </p:graphicFrame>
      <p:graphicFrame>
        <p:nvGraphicFramePr>
          <p:cNvPr id="645147" name="Object 27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45147" name="Equation" r:id="rId9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239D-47D2-4130-9D80-6AE2573EEB49}" type="slidenum">
              <a:rPr lang="en-US"/>
              <a:pPr/>
              <a:t>54</a:t>
            </a:fld>
            <a:endParaRPr lang="en-US"/>
          </a:p>
        </p:txBody>
      </p:sp>
      <p:sp>
        <p:nvSpPr>
          <p:cNvPr id="646146" name="Text Box 2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46147" name="Line 3"/>
          <p:cNvSpPr>
            <a:spLocks noChangeShapeType="1"/>
          </p:cNvSpPr>
          <p:nvPr/>
        </p:nvSpPr>
        <p:spPr bwMode="auto">
          <a:xfrm flipV="1">
            <a:off x="16764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6148" name="Text Box 4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2</a:t>
            </a:r>
          </a:p>
        </p:txBody>
      </p:sp>
      <p:sp>
        <p:nvSpPr>
          <p:cNvPr id="646149" name="Rectangle 5"/>
          <p:cNvSpPr>
            <a:spLocks noChangeArrowheads="1"/>
          </p:cNvSpPr>
          <p:nvPr/>
        </p:nvSpPr>
        <p:spPr bwMode="auto">
          <a:xfrm>
            <a:off x="7467600" y="1143000"/>
            <a:ext cx="9144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6150" name="Text Box 6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46151" name="Rectangle 7"/>
          <p:cNvSpPr>
            <a:spLocks noChangeArrowheads="1"/>
          </p:cNvSpPr>
          <p:nvPr/>
        </p:nvSpPr>
        <p:spPr bwMode="auto">
          <a:xfrm>
            <a:off x="701675" y="1484313"/>
            <a:ext cx="20415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6152" name="Line 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6153" name="Line 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6154" name="Object 10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46154" name="Equation" r:id="rId3" imgW="254000" imgH="254000" progId="Equation.3">
              <p:embed/>
            </p:oleObj>
          </a:graphicData>
        </a:graphic>
      </p:graphicFrame>
      <p:graphicFrame>
        <p:nvGraphicFramePr>
          <p:cNvPr id="646155" name="Object 11"/>
          <p:cNvGraphicFramePr>
            <a:graphicFrameLocks noChangeAspect="1"/>
          </p:cNvGraphicFramePr>
          <p:nvPr/>
        </p:nvGraphicFramePr>
        <p:xfrm>
          <a:off x="1600200" y="1828800"/>
          <a:ext cx="254000" cy="254000"/>
        </p:xfrm>
        <a:graphic>
          <a:graphicData uri="http://schemas.openxmlformats.org/presentationml/2006/ole">
            <p:oleObj spid="_x0000_s646155" name="Equation" r:id="rId4" imgW="254000" imgH="254000" progId="Equation.3">
              <p:embed/>
            </p:oleObj>
          </a:graphicData>
        </a:graphic>
      </p:graphicFrame>
      <p:graphicFrame>
        <p:nvGraphicFramePr>
          <p:cNvPr id="646156" name="Object 12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46156" name="Equation" r:id="rId5" imgW="228600" imgH="355320" progId="Equation.3">
              <p:embed/>
            </p:oleObj>
          </a:graphicData>
        </a:graphic>
      </p:graphicFrame>
      <p:sp>
        <p:nvSpPr>
          <p:cNvPr id="646157" name="Oval 13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6158" name="Freeform 14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6160" name="Object 16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46160" name="Equation" r:id="rId6" imgW="444500" imgH="469900" progId="Equation.3">
              <p:embed/>
            </p:oleObj>
          </a:graphicData>
        </a:graphic>
      </p:graphicFrame>
      <p:sp>
        <p:nvSpPr>
          <p:cNvPr id="646161" name="Line 17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6162" name="Oval 18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6164" name="Object 20"/>
          <p:cNvGraphicFramePr>
            <a:graphicFrameLocks noChangeAspect="1"/>
          </p:cNvGraphicFramePr>
          <p:nvPr/>
        </p:nvGraphicFramePr>
        <p:xfrm>
          <a:off x="7772400" y="1905000"/>
          <a:ext cx="254000" cy="254000"/>
        </p:xfrm>
        <a:graphic>
          <a:graphicData uri="http://schemas.openxmlformats.org/presentationml/2006/ole">
            <p:oleObj spid="_x0000_s646164" name="Equation" r:id="rId7" imgW="254000" imgH="254000" progId="Equation.3">
              <p:embed/>
            </p:oleObj>
          </a:graphicData>
        </a:graphic>
      </p:graphicFrame>
      <p:sp>
        <p:nvSpPr>
          <p:cNvPr id="646165" name="Line 21"/>
          <p:cNvSpPr>
            <a:spLocks noChangeShapeType="1"/>
          </p:cNvSpPr>
          <p:nvPr/>
        </p:nvSpPr>
        <p:spPr bwMode="auto">
          <a:xfrm>
            <a:off x="7467600" y="2362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46166" name="Object 22"/>
          <p:cNvGraphicFramePr>
            <a:graphicFrameLocks noChangeAspect="1"/>
          </p:cNvGraphicFramePr>
          <p:nvPr/>
        </p:nvGraphicFramePr>
        <p:xfrm>
          <a:off x="7772400" y="1371600"/>
          <a:ext cx="254000" cy="254000"/>
        </p:xfrm>
        <a:graphic>
          <a:graphicData uri="http://schemas.openxmlformats.org/presentationml/2006/ole">
            <p:oleObj spid="_x0000_s646166" name="Equation" r:id="rId8" imgW="254000" imgH="254000" progId="Equation.3">
              <p:embed/>
            </p:oleObj>
          </a:graphicData>
        </a:graphic>
      </p:graphicFrame>
      <p:sp>
        <p:nvSpPr>
          <p:cNvPr id="646167" name="Line 23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46168" name="Oval 24"/>
          <p:cNvSpPr>
            <a:spLocks noChangeArrowheads="1"/>
          </p:cNvSpPr>
          <p:nvPr/>
        </p:nvSpPr>
        <p:spPr bwMode="auto">
          <a:xfrm>
            <a:off x="3429000" y="25146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6169" name="Line 25"/>
          <p:cNvSpPr>
            <a:spLocks noChangeShapeType="1"/>
          </p:cNvSpPr>
          <p:nvPr/>
        </p:nvSpPr>
        <p:spPr bwMode="auto">
          <a:xfrm flipH="1">
            <a:off x="8382000" y="1447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46170" name="Object 26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46170" name="Equation" r:id="rId9" imgW="215640" imgH="393480" progId="Equation.3">
              <p:embed/>
            </p:oleObj>
          </a:graphicData>
        </a:graphic>
      </p:graphicFrame>
      <p:graphicFrame>
        <p:nvGraphicFramePr>
          <p:cNvPr id="646171" name="Object 27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46171" name="Equation" r:id="rId10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5CFB6-CB5A-48C0-8741-FAD59DC70C21}" type="slidenum">
              <a:rPr lang="en-US"/>
              <a:pPr/>
              <a:t>55</a:t>
            </a:fld>
            <a:endParaRPr lang="en-US"/>
          </a:p>
        </p:txBody>
      </p:sp>
      <p:sp>
        <p:nvSpPr>
          <p:cNvPr id="647170" name="Text Box 2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47171" name="Line 3"/>
          <p:cNvSpPr>
            <a:spLocks noChangeShapeType="1"/>
          </p:cNvSpPr>
          <p:nvPr/>
        </p:nvSpPr>
        <p:spPr bwMode="auto">
          <a:xfrm flipV="1">
            <a:off x="24384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7172" name="Text Box 4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647173" name="Rectangle 5"/>
          <p:cNvSpPr>
            <a:spLocks noChangeArrowheads="1"/>
          </p:cNvSpPr>
          <p:nvPr/>
        </p:nvSpPr>
        <p:spPr bwMode="auto">
          <a:xfrm>
            <a:off x="7467600" y="1752600"/>
            <a:ext cx="914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7174" name="Text Box 6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47175" name="Rectangle 7"/>
          <p:cNvSpPr>
            <a:spLocks noChangeArrowheads="1"/>
          </p:cNvSpPr>
          <p:nvPr/>
        </p:nvSpPr>
        <p:spPr bwMode="auto">
          <a:xfrm>
            <a:off x="701675" y="1484313"/>
            <a:ext cx="20415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7176" name="Line 8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7177" name="Line 9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7178" name="Object 10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47178" name="Equation" r:id="rId3" imgW="254000" imgH="254000" progId="Equation.3">
              <p:embed/>
            </p:oleObj>
          </a:graphicData>
        </a:graphic>
      </p:graphicFrame>
      <p:graphicFrame>
        <p:nvGraphicFramePr>
          <p:cNvPr id="647179" name="Object 11"/>
          <p:cNvGraphicFramePr>
            <a:graphicFrameLocks noChangeAspect="1"/>
          </p:cNvGraphicFramePr>
          <p:nvPr/>
        </p:nvGraphicFramePr>
        <p:xfrm>
          <a:off x="1600200" y="1828800"/>
          <a:ext cx="254000" cy="254000"/>
        </p:xfrm>
        <a:graphic>
          <a:graphicData uri="http://schemas.openxmlformats.org/presentationml/2006/ole">
            <p:oleObj spid="_x0000_s647179" name="Equation" r:id="rId4" imgW="254000" imgH="254000" progId="Equation.3">
              <p:embed/>
            </p:oleObj>
          </a:graphicData>
        </a:graphic>
      </p:graphicFrame>
      <p:graphicFrame>
        <p:nvGraphicFramePr>
          <p:cNvPr id="647180" name="Object 12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47180" name="Equation" r:id="rId5" imgW="228600" imgH="355320" progId="Equation.3">
              <p:embed/>
            </p:oleObj>
          </a:graphicData>
        </a:graphic>
      </p:graphicFrame>
      <p:sp>
        <p:nvSpPr>
          <p:cNvPr id="647181" name="Oval 13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7182" name="Freeform 14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7184" name="Object 16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47184" name="Equation" r:id="rId6" imgW="444500" imgH="469900" progId="Equation.3">
              <p:embed/>
            </p:oleObj>
          </a:graphicData>
        </a:graphic>
      </p:graphicFrame>
      <p:sp>
        <p:nvSpPr>
          <p:cNvPr id="647185" name="Line 17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7186" name="Oval 18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7188" name="Object 20"/>
          <p:cNvGraphicFramePr>
            <a:graphicFrameLocks noChangeAspect="1"/>
          </p:cNvGraphicFramePr>
          <p:nvPr/>
        </p:nvGraphicFramePr>
        <p:xfrm>
          <a:off x="7772400" y="1905000"/>
          <a:ext cx="254000" cy="254000"/>
        </p:xfrm>
        <a:graphic>
          <a:graphicData uri="http://schemas.openxmlformats.org/presentationml/2006/ole">
            <p:oleObj spid="_x0000_s647188" name="Equation" r:id="rId7" imgW="254000" imgH="254000" progId="Equation.3">
              <p:embed/>
            </p:oleObj>
          </a:graphicData>
        </a:graphic>
      </p:graphicFrame>
      <p:sp>
        <p:nvSpPr>
          <p:cNvPr id="647189" name="Line 21"/>
          <p:cNvSpPr>
            <a:spLocks noChangeShapeType="1"/>
          </p:cNvSpPr>
          <p:nvPr/>
        </p:nvSpPr>
        <p:spPr bwMode="auto">
          <a:xfrm>
            <a:off x="7467600" y="2362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47192" name="Oval 24"/>
          <p:cNvSpPr>
            <a:spLocks noChangeArrowheads="1"/>
          </p:cNvSpPr>
          <p:nvPr/>
        </p:nvSpPr>
        <p:spPr bwMode="auto">
          <a:xfrm>
            <a:off x="3429000" y="3048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7193" name="Text Box 25"/>
          <p:cNvSpPr txBox="1">
            <a:spLocks noChangeArrowheads="1"/>
          </p:cNvSpPr>
          <p:nvPr/>
        </p:nvSpPr>
        <p:spPr bwMode="auto">
          <a:xfrm>
            <a:off x="5851525" y="4826000"/>
            <a:ext cx="1465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accept</a:t>
            </a:r>
          </a:p>
        </p:txBody>
      </p:sp>
      <p:sp>
        <p:nvSpPr>
          <p:cNvPr id="647194" name="Line 26"/>
          <p:cNvSpPr>
            <a:spLocks noChangeShapeType="1"/>
          </p:cNvSpPr>
          <p:nvPr/>
        </p:nvSpPr>
        <p:spPr bwMode="auto">
          <a:xfrm flipH="1">
            <a:off x="8382000" y="205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47195" name="Object 27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47195" name="Equation" r:id="rId8" imgW="215640" imgH="393480" progId="Equation.3">
              <p:embed/>
            </p:oleObj>
          </a:graphicData>
        </a:graphic>
      </p:graphicFrame>
      <p:graphicFrame>
        <p:nvGraphicFramePr>
          <p:cNvPr id="647196" name="Object 28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47196" name="Equation" r:id="rId9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973FA-B845-4792-8CD8-9B0E26750121}" type="slidenum">
              <a:rPr lang="en-US"/>
              <a:pPr/>
              <a:t>56</a:t>
            </a:fld>
            <a:endParaRPr lang="en-US"/>
          </a:p>
        </p:txBody>
      </p:sp>
      <p:sp>
        <p:nvSpPr>
          <p:cNvPr id="648194" name="Text Box 2"/>
          <p:cNvSpPr txBox="1">
            <a:spLocks noChangeArrowheads="1"/>
          </p:cNvSpPr>
          <p:nvPr/>
        </p:nvSpPr>
        <p:spPr bwMode="auto">
          <a:xfrm>
            <a:off x="0" y="0"/>
            <a:ext cx="3771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Rejection example:</a:t>
            </a:r>
          </a:p>
        </p:txBody>
      </p:sp>
      <p:sp>
        <p:nvSpPr>
          <p:cNvPr id="648195" name="Text Box 3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48196" name="Line 4"/>
          <p:cNvSpPr>
            <a:spLocks noChangeShapeType="1"/>
          </p:cNvSpPr>
          <p:nvPr/>
        </p:nvSpPr>
        <p:spPr bwMode="auto">
          <a:xfrm flipV="1">
            <a:off x="549275" y="23225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8197" name="Text Box 5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648198" name="Rectangle 6"/>
          <p:cNvSpPr>
            <a:spLocks noChangeArrowheads="1"/>
          </p:cNvSpPr>
          <p:nvPr/>
        </p:nvSpPr>
        <p:spPr bwMode="auto">
          <a:xfrm>
            <a:off x="7467600" y="2362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8199" name="Text Box 7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48200" name="Rectangle 8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8201" name="Line 9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8202" name="Line 10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8203" name="Object 1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48203" name="Equation" r:id="rId3" imgW="254000" imgH="254000" progId="Equation.3">
              <p:embed/>
            </p:oleObj>
          </a:graphicData>
        </a:graphic>
      </p:graphicFrame>
      <p:graphicFrame>
        <p:nvGraphicFramePr>
          <p:cNvPr id="648204" name="Object 12"/>
          <p:cNvGraphicFramePr>
            <a:graphicFrameLocks noChangeAspect="1"/>
          </p:cNvGraphicFramePr>
          <p:nvPr/>
        </p:nvGraphicFramePr>
        <p:xfrm>
          <a:off x="1600200" y="1676400"/>
          <a:ext cx="293688" cy="457200"/>
        </p:xfrm>
        <a:graphic>
          <a:graphicData uri="http://schemas.openxmlformats.org/presentationml/2006/ole">
            <p:oleObj spid="_x0000_s648204" name="Equation" r:id="rId4" imgW="228600" imgH="355320" progId="Equation.3">
              <p:embed/>
            </p:oleObj>
          </a:graphicData>
        </a:graphic>
      </p:graphicFrame>
      <p:graphicFrame>
        <p:nvGraphicFramePr>
          <p:cNvPr id="648205" name="Object 13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48205" name="Equation" r:id="rId5" imgW="228600" imgH="355320" progId="Equation.3">
              <p:embed/>
            </p:oleObj>
          </a:graphicData>
        </a:graphic>
      </p:graphicFrame>
      <p:sp>
        <p:nvSpPr>
          <p:cNvPr id="648206" name="Oval 14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8207" name="Freeform 15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8209" name="Object 17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48209" name="Equation" r:id="rId6" imgW="444500" imgH="469900" progId="Equation.3">
              <p:embed/>
            </p:oleObj>
          </a:graphicData>
        </a:graphic>
      </p:graphicFrame>
      <p:sp>
        <p:nvSpPr>
          <p:cNvPr id="648210" name="Line 18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8211" name="Oval 19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8214" name="Line 22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48216" name="Line 24"/>
          <p:cNvSpPr>
            <a:spLocks noChangeShapeType="1"/>
          </p:cNvSpPr>
          <p:nvPr/>
        </p:nvSpPr>
        <p:spPr bwMode="auto">
          <a:xfrm>
            <a:off x="2819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48217" name="Object 25"/>
          <p:cNvGraphicFramePr>
            <a:graphicFrameLocks noChangeAspect="1"/>
          </p:cNvGraphicFramePr>
          <p:nvPr/>
        </p:nvGraphicFramePr>
        <p:xfrm>
          <a:off x="2971800" y="1676400"/>
          <a:ext cx="277813" cy="431800"/>
        </p:xfrm>
        <a:graphic>
          <a:graphicData uri="http://schemas.openxmlformats.org/presentationml/2006/ole">
            <p:oleObj spid="_x0000_s648217" name="Equation" r:id="rId7" imgW="228600" imgH="355320" progId="Equation.3">
              <p:embed/>
            </p:oleObj>
          </a:graphicData>
        </a:graphic>
      </p:graphicFrame>
      <p:graphicFrame>
        <p:nvGraphicFramePr>
          <p:cNvPr id="648218" name="Object 26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48218" name="Equation" r:id="rId8" imgW="21564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B3D8-63A9-42F7-A1A0-6D358ECCF9A7}" type="slidenum">
              <a:rPr lang="en-US"/>
              <a:pPr/>
              <a:t>57</a:t>
            </a:fld>
            <a:endParaRPr lang="en-US"/>
          </a:p>
        </p:txBody>
      </p:sp>
      <p:sp>
        <p:nvSpPr>
          <p:cNvPr id="650243" name="Text Box 3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0244" name="Line 4"/>
          <p:cNvSpPr>
            <a:spLocks noChangeShapeType="1"/>
          </p:cNvSpPr>
          <p:nvPr/>
        </p:nvSpPr>
        <p:spPr bwMode="auto">
          <a:xfrm flipV="1">
            <a:off x="10668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0245" name="Text Box 5"/>
          <p:cNvSpPr txBox="1">
            <a:spLocks noChangeArrowheads="1"/>
          </p:cNvSpPr>
          <p:nvPr/>
        </p:nvSpPr>
        <p:spPr bwMode="auto">
          <a:xfrm>
            <a:off x="4130675" y="112713"/>
            <a:ext cx="14176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650247" name="Text Box 7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50254" name="Oval 14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0255" name="Freeform 15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0257" name="Object 17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50257" name="Equation" r:id="rId3" imgW="444500" imgH="469900" progId="Equation.3">
              <p:embed/>
            </p:oleObj>
          </a:graphicData>
        </a:graphic>
      </p:graphicFrame>
      <p:sp>
        <p:nvSpPr>
          <p:cNvPr id="650258" name="Line 18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0259" name="Oval 19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0262" name="Oval 22"/>
          <p:cNvSpPr>
            <a:spLocks noChangeArrowheads="1"/>
          </p:cNvSpPr>
          <p:nvPr/>
        </p:nvSpPr>
        <p:spPr bwMode="auto">
          <a:xfrm>
            <a:off x="3429000" y="25146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0263" name="Rectangle 23"/>
          <p:cNvSpPr>
            <a:spLocks noChangeArrowheads="1"/>
          </p:cNvSpPr>
          <p:nvPr/>
        </p:nvSpPr>
        <p:spPr bwMode="auto">
          <a:xfrm>
            <a:off x="7467600" y="1752600"/>
            <a:ext cx="914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0265" name="Object 25"/>
          <p:cNvGraphicFramePr>
            <a:graphicFrameLocks noChangeAspect="1"/>
          </p:cNvGraphicFramePr>
          <p:nvPr/>
        </p:nvGraphicFramePr>
        <p:xfrm>
          <a:off x="7772400" y="1905000"/>
          <a:ext cx="254000" cy="254000"/>
        </p:xfrm>
        <a:graphic>
          <a:graphicData uri="http://schemas.openxmlformats.org/presentationml/2006/ole">
            <p:oleObj spid="_x0000_s650265" name="Equation" r:id="rId4" imgW="254000" imgH="254000" progId="Equation.3">
              <p:embed/>
            </p:oleObj>
          </a:graphicData>
        </a:graphic>
      </p:graphicFrame>
      <p:sp>
        <p:nvSpPr>
          <p:cNvPr id="650266" name="Line 26"/>
          <p:cNvSpPr>
            <a:spLocks noChangeShapeType="1"/>
          </p:cNvSpPr>
          <p:nvPr/>
        </p:nvSpPr>
        <p:spPr bwMode="auto">
          <a:xfrm>
            <a:off x="7467600" y="2362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50267" name="Line 27"/>
          <p:cNvSpPr>
            <a:spLocks noChangeShapeType="1"/>
          </p:cNvSpPr>
          <p:nvPr/>
        </p:nvSpPr>
        <p:spPr bwMode="auto">
          <a:xfrm flipH="1">
            <a:off x="8382000" y="205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50268" name="Rectangle 28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0269" name="Line 29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0270" name="Line 30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0271" name="Object 31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50271" name="Equation" r:id="rId5" imgW="254000" imgH="254000" progId="Equation.3">
              <p:embed/>
            </p:oleObj>
          </a:graphicData>
        </a:graphic>
      </p:graphicFrame>
      <p:graphicFrame>
        <p:nvGraphicFramePr>
          <p:cNvPr id="650272" name="Object 32"/>
          <p:cNvGraphicFramePr>
            <a:graphicFrameLocks noChangeAspect="1"/>
          </p:cNvGraphicFramePr>
          <p:nvPr/>
        </p:nvGraphicFramePr>
        <p:xfrm>
          <a:off x="1600200" y="1676400"/>
          <a:ext cx="293688" cy="457200"/>
        </p:xfrm>
        <a:graphic>
          <a:graphicData uri="http://schemas.openxmlformats.org/presentationml/2006/ole">
            <p:oleObj spid="_x0000_s650272" name="Equation" r:id="rId6" imgW="228600" imgH="355320" progId="Equation.3">
              <p:embed/>
            </p:oleObj>
          </a:graphicData>
        </a:graphic>
      </p:graphicFrame>
      <p:graphicFrame>
        <p:nvGraphicFramePr>
          <p:cNvPr id="650273" name="Object 33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50273" name="Equation" r:id="rId7" imgW="228600" imgH="355320" progId="Equation.3">
              <p:embed/>
            </p:oleObj>
          </a:graphicData>
        </a:graphic>
      </p:graphicFrame>
      <p:sp>
        <p:nvSpPr>
          <p:cNvPr id="650274" name="Line 34"/>
          <p:cNvSpPr>
            <a:spLocks noChangeShapeType="1"/>
          </p:cNvSpPr>
          <p:nvPr/>
        </p:nvSpPr>
        <p:spPr bwMode="auto">
          <a:xfrm>
            <a:off x="2819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50275" name="Object 35"/>
          <p:cNvGraphicFramePr>
            <a:graphicFrameLocks noChangeAspect="1"/>
          </p:cNvGraphicFramePr>
          <p:nvPr/>
        </p:nvGraphicFramePr>
        <p:xfrm>
          <a:off x="2971800" y="1676400"/>
          <a:ext cx="277813" cy="431800"/>
        </p:xfrm>
        <a:graphic>
          <a:graphicData uri="http://schemas.openxmlformats.org/presentationml/2006/ole">
            <p:oleObj spid="_x0000_s650275" name="Equation" r:id="rId8" imgW="228600" imgH="355320" progId="Equation.3">
              <p:embed/>
            </p:oleObj>
          </a:graphicData>
        </a:graphic>
      </p:graphicFrame>
      <p:graphicFrame>
        <p:nvGraphicFramePr>
          <p:cNvPr id="650276" name="Object 36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50276" name="Equation" r:id="rId9" imgW="215640" imgH="393480" progId="Equation.3">
              <p:embed/>
            </p:oleObj>
          </a:graphicData>
        </a:graphic>
      </p:graphicFrame>
      <p:graphicFrame>
        <p:nvGraphicFramePr>
          <p:cNvPr id="650277" name="Object 37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50277" name="Equation" r:id="rId10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CC51C-09E0-4E02-A4E2-39932F491950}" type="slidenum">
              <a:rPr lang="en-US"/>
              <a:pPr/>
              <a:t>58</a:t>
            </a:fld>
            <a:endParaRPr lang="en-US"/>
          </a:p>
        </p:txBody>
      </p:sp>
      <p:sp>
        <p:nvSpPr>
          <p:cNvPr id="651266" name="Text Box 2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1267" name="Line 3"/>
          <p:cNvSpPr>
            <a:spLocks noChangeShapeType="1"/>
          </p:cNvSpPr>
          <p:nvPr/>
        </p:nvSpPr>
        <p:spPr bwMode="auto">
          <a:xfrm flipV="1">
            <a:off x="17526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1268" name="Text Box 4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2</a:t>
            </a:r>
          </a:p>
        </p:txBody>
      </p:sp>
      <p:sp>
        <p:nvSpPr>
          <p:cNvPr id="651269" name="Text Box 5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51276" name="Oval 12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1277" name="Freeform 13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1279" name="Object 15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51279" name="Equation" r:id="rId3" imgW="444500" imgH="469900" progId="Equation.3">
              <p:embed/>
            </p:oleObj>
          </a:graphicData>
        </a:graphic>
      </p:graphicFrame>
      <p:sp>
        <p:nvSpPr>
          <p:cNvPr id="651280" name="Line 16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1281" name="Oval 17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1282" name="Oval 18"/>
          <p:cNvSpPr>
            <a:spLocks noChangeArrowheads="1"/>
          </p:cNvSpPr>
          <p:nvPr/>
        </p:nvSpPr>
        <p:spPr bwMode="auto">
          <a:xfrm>
            <a:off x="3429000" y="31242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1283" name="Rectangle 19"/>
          <p:cNvSpPr>
            <a:spLocks noChangeArrowheads="1"/>
          </p:cNvSpPr>
          <p:nvPr/>
        </p:nvSpPr>
        <p:spPr bwMode="auto">
          <a:xfrm>
            <a:off x="7467600" y="23622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1287" name="Line 23"/>
          <p:cNvSpPr>
            <a:spLocks noChangeShapeType="1"/>
          </p:cNvSpPr>
          <p:nvPr/>
        </p:nvSpPr>
        <p:spPr bwMode="auto">
          <a:xfrm flipH="1">
            <a:off x="8382000" y="2667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51288" name="Rectangle 24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1289" name="Line 25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1290" name="Line 26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1291" name="Object 27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51291" name="Equation" r:id="rId4" imgW="254000" imgH="254000" progId="Equation.3">
              <p:embed/>
            </p:oleObj>
          </a:graphicData>
        </a:graphic>
      </p:graphicFrame>
      <p:graphicFrame>
        <p:nvGraphicFramePr>
          <p:cNvPr id="651292" name="Object 28"/>
          <p:cNvGraphicFramePr>
            <a:graphicFrameLocks noChangeAspect="1"/>
          </p:cNvGraphicFramePr>
          <p:nvPr/>
        </p:nvGraphicFramePr>
        <p:xfrm>
          <a:off x="1600200" y="1676400"/>
          <a:ext cx="293688" cy="457200"/>
        </p:xfrm>
        <a:graphic>
          <a:graphicData uri="http://schemas.openxmlformats.org/presentationml/2006/ole">
            <p:oleObj spid="_x0000_s651292" name="Equation" r:id="rId5" imgW="228600" imgH="355320" progId="Equation.3">
              <p:embed/>
            </p:oleObj>
          </a:graphicData>
        </a:graphic>
      </p:graphicFrame>
      <p:graphicFrame>
        <p:nvGraphicFramePr>
          <p:cNvPr id="651293" name="Object 29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51293" name="Equation" r:id="rId6" imgW="228600" imgH="355320" progId="Equation.3">
              <p:embed/>
            </p:oleObj>
          </a:graphicData>
        </a:graphic>
      </p:graphicFrame>
      <p:sp>
        <p:nvSpPr>
          <p:cNvPr id="651294" name="Line 30"/>
          <p:cNvSpPr>
            <a:spLocks noChangeShapeType="1"/>
          </p:cNvSpPr>
          <p:nvPr/>
        </p:nvSpPr>
        <p:spPr bwMode="auto">
          <a:xfrm>
            <a:off x="2819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51295" name="Object 31"/>
          <p:cNvGraphicFramePr>
            <a:graphicFrameLocks noChangeAspect="1"/>
          </p:cNvGraphicFramePr>
          <p:nvPr/>
        </p:nvGraphicFramePr>
        <p:xfrm>
          <a:off x="2971800" y="1676400"/>
          <a:ext cx="277813" cy="431800"/>
        </p:xfrm>
        <a:graphic>
          <a:graphicData uri="http://schemas.openxmlformats.org/presentationml/2006/ole">
            <p:oleObj spid="_x0000_s651295" name="Equation" r:id="rId7" imgW="228600" imgH="355320" progId="Equation.3">
              <p:embed/>
            </p:oleObj>
          </a:graphicData>
        </a:graphic>
      </p:graphicFrame>
      <p:graphicFrame>
        <p:nvGraphicFramePr>
          <p:cNvPr id="651296" name="Object 32"/>
          <p:cNvGraphicFramePr>
            <a:graphicFrameLocks noChangeAspect="1"/>
          </p:cNvGraphicFramePr>
          <p:nvPr/>
        </p:nvGraphicFramePr>
        <p:xfrm>
          <a:off x="7848600" y="2438400"/>
          <a:ext cx="250825" cy="457200"/>
        </p:xfrm>
        <a:graphic>
          <a:graphicData uri="http://schemas.openxmlformats.org/presentationml/2006/ole">
            <p:oleObj spid="_x0000_s651296" name="Equation" r:id="rId8" imgW="215640" imgH="393480" progId="Equation.3">
              <p:embed/>
            </p:oleObj>
          </a:graphicData>
        </a:graphic>
      </p:graphicFrame>
      <p:graphicFrame>
        <p:nvGraphicFramePr>
          <p:cNvPr id="651297" name="Object 33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51297" name="Equation" r:id="rId9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60F6D-F71E-4A22-B1C1-FDFA63BAE44D}" type="slidenum">
              <a:rPr lang="en-US"/>
              <a:pPr/>
              <a:t>59</a:t>
            </a:fld>
            <a:endParaRPr lang="en-US"/>
          </a:p>
        </p:txBody>
      </p:sp>
      <p:sp>
        <p:nvSpPr>
          <p:cNvPr id="652290" name="Text Box 2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2291" name="Line 3"/>
          <p:cNvSpPr>
            <a:spLocks noChangeShapeType="1"/>
          </p:cNvSpPr>
          <p:nvPr/>
        </p:nvSpPr>
        <p:spPr bwMode="auto">
          <a:xfrm flipV="1">
            <a:off x="24384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2292" name="Text Box 4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652293" name="Text Box 5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52300" name="Oval 12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2301" name="Freeform 13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2303" name="Object 15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52303" name="Equation" r:id="rId3" imgW="444500" imgH="469900" progId="Equation.3">
              <p:embed/>
            </p:oleObj>
          </a:graphicData>
        </a:graphic>
      </p:graphicFrame>
      <p:sp>
        <p:nvSpPr>
          <p:cNvPr id="652304" name="Line 16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2305" name="Oval 17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2306" name="Oval 18"/>
          <p:cNvSpPr>
            <a:spLocks noChangeArrowheads="1"/>
          </p:cNvSpPr>
          <p:nvPr/>
        </p:nvSpPr>
        <p:spPr bwMode="auto">
          <a:xfrm>
            <a:off x="3429000" y="36576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2307" name="Rectangle 19"/>
          <p:cNvSpPr>
            <a:spLocks noChangeArrowheads="1"/>
          </p:cNvSpPr>
          <p:nvPr/>
        </p:nvSpPr>
        <p:spPr bwMode="auto">
          <a:xfrm>
            <a:off x="7467600" y="2819400"/>
            <a:ext cx="9144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2310" name="Line 22"/>
          <p:cNvSpPr>
            <a:spLocks noChangeShapeType="1"/>
          </p:cNvSpPr>
          <p:nvPr/>
        </p:nvSpPr>
        <p:spPr bwMode="auto">
          <a:xfrm flipH="1">
            <a:off x="8382000" y="3124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52311" name="Rectangle 23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2312" name="Line 24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2313" name="Line 25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2314" name="Object 26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52314" name="Equation" r:id="rId4" imgW="254000" imgH="254000" progId="Equation.3">
              <p:embed/>
            </p:oleObj>
          </a:graphicData>
        </a:graphic>
      </p:graphicFrame>
      <p:graphicFrame>
        <p:nvGraphicFramePr>
          <p:cNvPr id="652315" name="Object 27"/>
          <p:cNvGraphicFramePr>
            <a:graphicFrameLocks noChangeAspect="1"/>
          </p:cNvGraphicFramePr>
          <p:nvPr/>
        </p:nvGraphicFramePr>
        <p:xfrm>
          <a:off x="1600200" y="1676400"/>
          <a:ext cx="293688" cy="457200"/>
        </p:xfrm>
        <a:graphic>
          <a:graphicData uri="http://schemas.openxmlformats.org/presentationml/2006/ole">
            <p:oleObj spid="_x0000_s652315" name="Equation" r:id="rId5" imgW="228600" imgH="355320" progId="Equation.3">
              <p:embed/>
            </p:oleObj>
          </a:graphicData>
        </a:graphic>
      </p:graphicFrame>
      <p:graphicFrame>
        <p:nvGraphicFramePr>
          <p:cNvPr id="652316" name="Object 28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52316" name="Equation" r:id="rId6" imgW="228600" imgH="355320" progId="Equation.3">
              <p:embed/>
            </p:oleObj>
          </a:graphicData>
        </a:graphic>
      </p:graphicFrame>
      <p:sp>
        <p:nvSpPr>
          <p:cNvPr id="652317" name="Line 29"/>
          <p:cNvSpPr>
            <a:spLocks noChangeShapeType="1"/>
          </p:cNvSpPr>
          <p:nvPr/>
        </p:nvSpPr>
        <p:spPr bwMode="auto">
          <a:xfrm>
            <a:off x="2819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52318" name="Object 30"/>
          <p:cNvGraphicFramePr>
            <a:graphicFrameLocks noChangeAspect="1"/>
          </p:cNvGraphicFramePr>
          <p:nvPr/>
        </p:nvGraphicFramePr>
        <p:xfrm>
          <a:off x="2971800" y="1676400"/>
          <a:ext cx="277813" cy="431800"/>
        </p:xfrm>
        <a:graphic>
          <a:graphicData uri="http://schemas.openxmlformats.org/presentationml/2006/ole">
            <p:oleObj spid="_x0000_s652318" name="Equation" r:id="rId7" imgW="228600" imgH="355320" progId="Equation.3">
              <p:embed/>
            </p:oleObj>
          </a:graphicData>
        </a:graphic>
      </p:graphicFrame>
      <p:graphicFrame>
        <p:nvGraphicFramePr>
          <p:cNvPr id="652319" name="Object 31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52319" name="Equation" r:id="rId8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82A14-4AD3-4EFE-8527-8A15F686BD91}" type="slidenum">
              <a:rPr lang="en-US"/>
              <a:pPr/>
              <a:t>60</a:t>
            </a:fld>
            <a:endParaRPr lang="en-US"/>
          </a:p>
        </p:txBody>
      </p:sp>
      <p:sp>
        <p:nvSpPr>
          <p:cNvPr id="657410" name="Text Box 1026"/>
          <p:cNvSpPr txBox="1">
            <a:spLocks noChangeArrowheads="1"/>
          </p:cNvSpPr>
          <p:nvPr/>
        </p:nvSpPr>
        <p:spPr bwMode="auto">
          <a:xfrm>
            <a:off x="549275" y="798513"/>
            <a:ext cx="1239838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57411" name="Line 1027"/>
          <p:cNvSpPr>
            <a:spLocks noChangeShapeType="1"/>
          </p:cNvSpPr>
          <p:nvPr/>
        </p:nvSpPr>
        <p:spPr bwMode="auto">
          <a:xfrm flipV="1">
            <a:off x="24384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12" name="Text Box 1028"/>
          <p:cNvSpPr txBox="1">
            <a:spLocks noChangeArrowheads="1"/>
          </p:cNvSpPr>
          <p:nvPr/>
        </p:nvSpPr>
        <p:spPr bwMode="auto">
          <a:xfrm>
            <a:off x="4130675" y="112713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657413" name="Text Box 1029"/>
          <p:cNvSpPr txBox="1">
            <a:spLocks noChangeArrowheads="1"/>
          </p:cNvSpPr>
          <p:nvPr/>
        </p:nvSpPr>
        <p:spPr bwMode="auto">
          <a:xfrm>
            <a:off x="7239000" y="32004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657414" name="Oval 1030"/>
          <p:cNvSpPr>
            <a:spLocks noChangeArrowheads="1"/>
          </p:cNvSpPr>
          <p:nvPr/>
        </p:nvSpPr>
        <p:spPr bwMode="auto">
          <a:xfrm>
            <a:off x="4191000" y="55626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15" name="Freeform 1031"/>
          <p:cNvSpPr>
            <a:spLocks/>
          </p:cNvSpPr>
          <p:nvPr/>
        </p:nvSpPr>
        <p:spPr bwMode="auto">
          <a:xfrm>
            <a:off x="3886200" y="43434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7417" name="Object 1033"/>
          <p:cNvGraphicFramePr>
            <a:graphicFrameLocks noChangeAspect="1"/>
          </p:cNvGraphicFramePr>
          <p:nvPr/>
        </p:nvGraphicFramePr>
        <p:xfrm>
          <a:off x="4262438" y="5638800"/>
          <a:ext cx="444500" cy="469900"/>
        </p:xfrm>
        <a:graphic>
          <a:graphicData uri="http://schemas.openxmlformats.org/presentationml/2006/ole">
            <p:oleObj spid="_x0000_s657417" name="Equation" r:id="rId3" imgW="444500" imgH="469900" progId="Equation.3">
              <p:embed/>
            </p:oleObj>
          </a:graphicData>
        </a:graphic>
      </p:graphicFrame>
      <p:sp>
        <p:nvSpPr>
          <p:cNvPr id="657418" name="Line 1034"/>
          <p:cNvSpPr>
            <a:spLocks noChangeShapeType="1"/>
          </p:cNvSpPr>
          <p:nvPr/>
        </p:nvSpPr>
        <p:spPr bwMode="auto">
          <a:xfrm>
            <a:off x="3505200" y="5867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7419" name="Oval 1035"/>
          <p:cNvSpPr>
            <a:spLocks noChangeArrowheads="1"/>
          </p:cNvSpPr>
          <p:nvPr/>
        </p:nvSpPr>
        <p:spPr bwMode="auto">
          <a:xfrm>
            <a:off x="4114800" y="5486400"/>
            <a:ext cx="762000" cy="762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21" name="Rectangle 1037"/>
          <p:cNvSpPr>
            <a:spLocks noChangeArrowheads="1"/>
          </p:cNvSpPr>
          <p:nvPr/>
        </p:nvSpPr>
        <p:spPr bwMode="auto">
          <a:xfrm>
            <a:off x="7467600" y="2819400"/>
            <a:ext cx="9144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22" name="Text Box 1038"/>
          <p:cNvSpPr txBox="1">
            <a:spLocks noChangeArrowheads="1"/>
          </p:cNvSpPr>
          <p:nvPr/>
        </p:nvSpPr>
        <p:spPr bwMode="auto">
          <a:xfrm>
            <a:off x="5715000" y="5029200"/>
            <a:ext cx="3176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Halt and </a:t>
            </a:r>
            <a:r>
              <a:rPr lang="en-US" u="sng"/>
              <a:t>Reject</a:t>
            </a:r>
          </a:p>
        </p:txBody>
      </p:sp>
      <p:sp>
        <p:nvSpPr>
          <p:cNvPr id="657423" name="Line 1039"/>
          <p:cNvSpPr>
            <a:spLocks noChangeShapeType="1"/>
          </p:cNvSpPr>
          <p:nvPr/>
        </p:nvSpPr>
        <p:spPr bwMode="auto">
          <a:xfrm flipH="1">
            <a:off x="8382000" y="3124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57424" name="Rectangle 1040"/>
          <p:cNvSpPr>
            <a:spLocks noChangeArrowheads="1"/>
          </p:cNvSpPr>
          <p:nvPr/>
        </p:nvSpPr>
        <p:spPr bwMode="auto">
          <a:xfrm>
            <a:off x="701675" y="1484313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25" name="Line 1041"/>
          <p:cNvSpPr>
            <a:spLocks noChangeShapeType="1"/>
          </p:cNvSpPr>
          <p:nvPr/>
        </p:nvSpPr>
        <p:spPr bwMode="auto">
          <a:xfrm>
            <a:off x="13874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7426" name="Line 1042"/>
          <p:cNvSpPr>
            <a:spLocks noChangeShapeType="1"/>
          </p:cNvSpPr>
          <p:nvPr/>
        </p:nvSpPr>
        <p:spPr bwMode="auto">
          <a:xfrm>
            <a:off x="2073275" y="14843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7427" name="Object 1043"/>
          <p:cNvGraphicFramePr>
            <a:graphicFrameLocks noChangeAspect="1"/>
          </p:cNvGraphicFramePr>
          <p:nvPr/>
        </p:nvGraphicFramePr>
        <p:xfrm>
          <a:off x="930275" y="1789113"/>
          <a:ext cx="254000" cy="254000"/>
        </p:xfrm>
        <a:graphic>
          <a:graphicData uri="http://schemas.openxmlformats.org/presentationml/2006/ole">
            <p:oleObj spid="_x0000_s657427" name="Equation" r:id="rId4" imgW="254000" imgH="254000" progId="Equation.3">
              <p:embed/>
            </p:oleObj>
          </a:graphicData>
        </a:graphic>
      </p:graphicFrame>
      <p:graphicFrame>
        <p:nvGraphicFramePr>
          <p:cNvPr id="657428" name="Object 1044"/>
          <p:cNvGraphicFramePr>
            <a:graphicFrameLocks noChangeAspect="1"/>
          </p:cNvGraphicFramePr>
          <p:nvPr/>
        </p:nvGraphicFramePr>
        <p:xfrm>
          <a:off x="1600200" y="1676400"/>
          <a:ext cx="293688" cy="457200"/>
        </p:xfrm>
        <a:graphic>
          <a:graphicData uri="http://schemas.openxmlformats.org/presentationml/2006/ole">
            <p:oleObj spid="_x0000_s657428" name="Equation" r:id="rId5" imgW="228600" imgH="355320" progId="Equation.3">
              <p:embed/>
            </p:oleObj>
          </a:graphicData>
        </a:graphic>
      </p:graphicFrame>
      <p:graphicFrame>
        <p:nvGraphicFramePr>
          <p:cNvPr id="657429" name="Object 1045"/>
          <p:cNvGraphicFramePr>
            <a:graphicFrameLocks noChangeAspect="1"/>
          </p:cNvGraphicFramePr>
          <p:nvPr/>
        </p:nvGraphicFramePr>
        <p:xfrm>
          <a:off x="2286000" y="1676400"/>
          <a:ext cx="277813" cy="431800"/>
        </p:xfrm>
        <a:graphic>
          <a:graphicData uri="http://schemas.openxmlformats.org/presentationml/2006/ole">
            <p:oleObj spid="_x0000_s657429" name="Equation" r:id="rId6" imgW="228600" imgH="355320" progId="Equation.3">
              <p:embed/>
            </p:oleObj>
          </a:graphicData>
        </a:graphic>
      </p:graphicFrame>
      <p:sp>
        <p:nvSpPr>
          <p:cNvPr id="657430" name="Line 1046"/>
          <p:cNvSpPr>
            <a:spLocks noChangeShapeType="1"/>
          </p:cNvSpPr>
          <p:nvPr/>
        </p:nvSpPr>
        <p:spPr bwMode="auto">
          <a:xfrm>
            <a:off x="2819400" y="1447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57431" name="Object 1047"/>
          <p:cNvGraphicFramePr>
            <a:graphicFrameLocks noChangeAspect="1"/>
          </p:cNvGraphicFramePr>
          <p:nvPr/>
        </p:nvGraphicFramePr>
        <p:xfrm>
          <a:off x="2971800" y="1676400"/>
          <a:ext cx="277813" cy="431800"/>
        </p:xfrm>
        <a:graphic>
          <a:graphicData uri="http://schemas.openxmlformats.org/presentationml/2006/ole">
            <p:oleObj spid="_x0000_s657431" name="Equation" r:id="rId7" imgW="228600" imgH="355320" progId="Equation.3">
              <p:embed/>
            </p:oleObj>
          </a:graphicData>
        </a:graphic>
      </p:graphicFrame>
      <p:graphicFrame>
        <p:nvGraphicFramePr>
          <p:cNvPr id="657432" name="Object 1048"/>
          <p:cNvGraphicFramePr>
            <a:graphicFrameLocks noChangeAspect="1"/>
          </p:cNvGraphicFramePr>
          <p:nvPr/>
        </p:nvGraphicFramePr>
        <p:xfrm>
          <a:off x="3733800" y="2667000"/>
          <a:ext cx="1460500" cy="1651000"/>
        </p:xfrm>
        <a:graphic>
          <a:graphicData uri="http://schemas.openxmlformats.org/presentationml/2006/ole">
            <p:oleObj spid="_x0000_s657432" name="Equation" r:id="rId8" imgW="1460160" imgH="1650960" progId="Equation.3">
              <p:embed/>
            </p:oleObj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EC49-351C-4DB3-95B3-3EF373904CA5}" type="slidenum">
              <a:rPr lang="en-US"/>
              <a:pPr/>
              <a:t>61</a:t>
            </a:fld>
            <a:endParaRPr lang="en-US"/>
          </a:p>
        </p:txBody>
      </p:sp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Pushing Strings</a:t>
            </a:r>
          </a:p>
        </p:txBody>
      </p:sp>
      <p:sp>
        <p:nvSpPr>
          <p:cNvPr id="571395" name="Oval 3"/>
          <p:cNvSpPr>
            <a:spLocks noChangeArrowheads="1"/>
          </p:cNvSpPr>
          <p:nvPr/>
        </p:nvSpPr>
        <p:spPr bwMode="auto">
          <a:xfrm>
            <a:off x="3124200" y="3886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1396" name="Oval 4"/>
          <p:cNvSpPr>
            <a:spLocks noChangeArrowheads="1"/>
          </p:cNvSpPr>
          <p:nvPr/>
        </p:nvSpPr>
        <p:spPr bwMode="auto">
          <a:xfrm>
            <a:off x="5943600" y="3886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1397" name="Line 5"/>
          <p:cNvSpPr>
            <a:spLocks noChangeShapeType="1"/>
          </p:cNvSpPr>
          <p:nvPr/>
        </p:nvSpPr>
        <p:spPr bwMode="auto">
          <a:xfrm>
            <a:off x="3810000" y="4267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1398" name="Object 6"/>
          <p:cNvGraphicFramePr>
            <a:graphicFrameLocks noChangeAspect="1"/>
          </p:cNvGraphicFramePr>
          <p:nvPr/>
        </p:nvGraphicFramePr>
        <p:xfrm>
          <a:off x="3276600" y="4038600"/>
          <a:ext cx="381000" cy="457200"/>
        </p:xfrm>
        <a:graphic>
          <a:graphicData uri="http://schemas.openxmlformats.org/presentationml/2006/ole">
            <p:oleObj spid="_x0000_s571398" name="Equation" r:id="rId3" imgW="381000" imgH="457200" progId="Equation.3">
              <p:embed/>
            </p:oleObj>
          </a:graphicData>
        </a:graphic>
      </p:graphicFrame>
      <p:graphicFrame>
        <p:nvGraphicFramePr>
          <p:cNvPr id="571399" name="Object 7"/>
          <p:cNvGraphicFramePr>
            <a:graphicFrameLocks noChangeAspect="1"/>
          </p:cNvGraphicFramePr>
          <p:nvPr/>
        </p:nvGraphicFramePr>
        <p:xfrm>
          <a:off x="6070600" y="4038600"/>
          <a:ext cx="431800" cy="457200"/>
        </p:xfrm>
        <a:graphic>
          <a:graphicData uri="http://schemas.openxmlformats.org/presentationml/2006/ole">
            <p:oleObj spid="_x0000_s571399" name="Equation" r:id="rId4" imgW="431800" imgH="457200" progId="Equation.3">
              <p:embed/>
            </p:oleObj>
          </a:graphicData>
        </a:graphic>
      </p:graphicFrame>
      <p:graphicFrame>
        <p:nvGraphicFramePr>
          <p:cNvPr id="571400" name="Object 8"/>
          <p:cNvGraphicFramePr>
            <a:graphicFrameLocks noChangeAspect="1"/>
          </p:cNvGraphicFramePr>
          <p:nvPr/>
        </p:nvGraphicFramePr>
        <p:xfrm>
          <a:off x="3905250" y="3810000"/>
          <a:ext cx="1778000" cy="444500"/>
        </p:xfrm>
        <a:graphic>
          <a:graphicData uri="http://schemas.openxmlformats.org/presentationml/2006/ole">
            <p:oleObj spid="_x0000_s571400" name="Equation" r:id="rId5" imgW="1778000" imgH="444500" progId="Equation.3">
              <p:embed/>
            </p:oleObj>
          </a:graphicData>
        </a:graphic>
      </p:graphicFrame>
      <p:sp>
        <p:nvSpPr>
          <p:cNvPr id="571401" name="Line 9"/>
          <p:cNvSpPr>
            <a:spLocks noChangeShapeType="1"/>
          </p:cNvSpPr>
          <p:nvPr/>
        </p:nvSpPr>
        <p:spPr bwMode="auto">
          <a:xfrm>
            <a:off x="2971800" y="2819400"/>
            <a:ext cx="990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1402" name="Text Box 10"/>
          <p:cNvSpPr txBox="1">
            <a:spLocks noChangeArrowheads="1"/>
          </p:cNvSpPr>
          <p:nvPr/>
        </p:nvSpPr>
        <p:spPr bwMode="auto">
          <a:xfrm>
            <a:off x="1752600" y="1447800"/>
            <a:ext cx="1476375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571403" name="Line 11"/>
          <p:cNvSpPr>
            <a:spLocks noChangeShapeType="1"/>
          </p:cNvSpPr>
          <p:nvPr/>
        </p:nvSpPr>
        <p:spPr bwMode="auto">
          <a:xfrm flipH="1">
            <a:off x="4572000" y="2819400"/>
            <a:ext cx="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1404" name="Text Box 12"/>
          <p:cNvSpPr txBox="1">
            <a:spLocks noChangeArrowheads="1"/>
          </p:cNvSpPr>
          <p:nvPr/>
        </p:nvSpPr>
        <p:spPr bwMode="auto">
          <a:xfrm>
            <a:off x="4191000" y="1371600"/>
            <a:ext cx="1476375" cy="133826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Pop</a:t>
            </a:r>
          </a:p>
          <a:p>
            <a:r>
              <a:rPr lang="en-US" altLang="en-US"/>
              <a:t>symbol</a:t>
            </a:r>
          </a:p>
        </p:txBody>
      </p:sp>
      <p:sp>
        <p:nvSpPr>
          <p:cNvPr id="571405" name="Text Box 13"/>
          <p:cNvSpPr txBox="1">
            <a:spLocks noChangeArrowheads="1"/>
          </p:cNvSpPr>
          <p:nvPr/>
        </p:nvSpPr>
        <p:spPr bwMode="auto">
          <a:xfrm>
            <a:off x="6629400" y="1447800"/>
            <a:ext cx="13128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Push</a:t>
            </a:r>
          </a:p>
          <a:p>
            <a:r>
              <a:rPr lang="en-US" altLang="en-US">
                <a:solidFill>
                  <a:srgbClr val="FF0000"/>
                </a:solidFill>
              </a:rPr>
              <a:t>string</a:t>
            </a:r>
          </a:p>
        </p:txBody>
      </p:sp>
      <p:sp>
        <p:nvSpPr>
          <p:cNvPr id="571406" name="Line 14"/>
          <p:cNvSpPr>
            <a:spLocks noChangeShapeType="1"/>
          </p:cNvSpPr>
          <p:nvPr/>
        </p:nvSpPr>
        <p:spPr bwMode="auto">
          <a:xfrm flipH="1">
            <a:off x="5638800" y="2819400"/>
            <a:ext cx="1066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1407" name="Oval 15"/>
          <p:cNvSpPr>
            <a:spLocks noChangeArrowheads="1"/>
          </p:cNvSpPr>
          <p:nvPr/>
        </p:nvSpPr>
        <p:spPr bwMode="auto">
          <a:xfrm>
            <a:off x="6248400" y="1219200"/>
            <a:ext cx="1981200" cy="16764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E059E-DDD6-43FE-9701-CBBBCD4BE38B}" type="slidenum">
              <a:rPr lang="en-US"/>
              <a:pPr/>
              <a:t>62</a:t>
            </a:fld>
            <a:endParaRPr lang="en-US"/>
          </a:p>
        </p:txBody>
      </p:sp>
      <p:sp>
        <p:nvSpPr>
          <p:cNvPr id="572418" name="Oval 2"/>
          <p:cNvSpPr>
            <a:spLocks noChangeArrowheads="1"/>
          </p:cNvSpPr>
          <p:nvPr/>
        </p:nvSpPr>
        <p:spPr bwMode="auto">
          <a:xfrm>
            <a:off x="28956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19" name="Oval 3"/>
          <p:cNvSpPr>
            <a:spLocks noChangeArrowheads="1"/>
          </p:cNvSpPr>
          <p:nvPr/>
        </p:nvSpPr>
        <p:spPr bwMode="auto">
          <a:xfrm>
            <a:off x="5715000" y="60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20" name="Line 4"/>
          <p:cNvSpPr>
            <a:spLocks noChangeShapeType="1"/>
          </p:cNvSpPr>
          <p:nvPr/>
        </p:nvSpPr>
        <p:spPr bwMode="auto">
          <a:xfrm>
            <a:off x="3581400" y="990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2421" name="Object 5"/>
          <p:cNvGraphicFramePr>
            <a:graphicFrameLocks noChangeAspect="1"/>
          </p:cNvGraphicFramePr>
          <p:nvPr/>
        </p:nvGraphicFramePr>
        <p:xfrm>
          <a:off x="3048000" y="762000"/>
          <a:ext cx="381000" cy="457200"/>
        </p:xfrm>
        <a:graphic>
          <a:graphicData uri="http://schemas.openxmlformats.org/presentationml/2006/ole">
            <p:oleObj spid="_x0000_s572421" name="Equation" r:id="rId3" imgW="381000" imgH="457200" progId="Equation.3">
              <p:embed/>
            </p:oleObj>
          </a:graphicData>
        </a:graphic>
      </p:graphicFrame>
      <p:graphicFrame>
        <p:nvGraphicFramePr>
          <p:cNvPr id="572422" name="Object 6"/>
          <p:cNvGraphicFramePr>
            <a:graphicFrameLocks noChangeAspect="1"/>
          </p:cNvGraphicFramePr>
          <p:nvPr/>
        </p:nvGraphicFramePr>
        <p:xfrm>
          <a:off x="5842000" y="762000"/>
          <a:ext cx="431800" cy="457200"/>
        </p:xfrm>
        <a:graphic>
          <a:graphicData uri="http://schemas.openxmlformats.org/presentationml/2006/ole">
            <p:oleObj spid="_x0000_s572422" name="Equation" r:id="rId4" imgW="431800" imgH="457200" progId="Equation.3">
              <p:embed/>
            </p:oleObj>
          </a:graphicData>
        </a:graphic>
      </p:graphicFrame>
      <p:graphicFrame>
        <p:nvGraphicFramePr>
          <p:cNvPr id="572423" name="Object 7"/>
          <p:cNvGraphicFramePr>
            <a:graphicFrameLocks noChangeAspect="1"/>
          </p:cNvGraphicFramePr>
          <p:nvPr/>
        </p:nvGraphicFramePr>
        <p:xfrm>
          <a:off x="3594100" y="457200"/>
          <a:ext cx="2095500" cy="444500"/>
        </p:xfrm>
        <a:graphic>
          <a:graphicData uri="http://schemas.openxmlformats.org/presentationml/2006/ole">
            <p:oleObj spid="_x0000_s572423" name="Equation" r:id="rId5" imgW="2095500" imgH="444500" progId="Equation.3">
              <p:embed/>
            </p:oleObj>
          </a:graphicData>
        </a:graphic>
      </p:graphicFrame>
      <p:sp>
        <p:nvSpPr>
          <p:cNvPr id="572424" name="Rectangle 8"/>
          <p:cNvSpPr>
            <a:spLocks noChangeArrowheads="1"/>
          </p:cNvSpPr>
          <p:nvPr/>
        </p:nvSpPr>
        <p:spPr bwMode="auto">
          <a:xfrm>
            <a:off x="457200" y="2362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25" name="Line 9"/>
          <p:cNvSpPr>
            <a:spLocks noChangeShapeType="1"/>
          </p:cNvSpPr>
          <p:nvPr/>
        </p:nvSpPr>
        <p:spPr bwMode="auto">
          <a:xfrm>
            <a:off x="1600200" y="2362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26" name="Line 10"/>
          <p:cNvSpPr>
            <a:spLocks noChangeShapeType="1"/>
          </p:cNvSpPr>
          <p:nvPr/>
        </p:nvSpPr>
        <p:spPr bwMode="auto">
          <a:xfrm>
            <a:off x="2133600" y="2362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27" name="Rectangle 11"/>
          <p:cNvSpPr>
            <a:spLocks noChangeArrowheads="1"/>
          </p:cNvSpPr>
          <p:nvPr/>
        </p:nvSpPr>
        <p:spPr bwMode="auto">
          <a:xfrm>
            <a:off x="838200" y="4724400"/>
            <a:ext cx="8382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28" name="Line 12"/>
          <p:cNvSpPr>
            <a:spLocks noChangeShapeType="1"/>
          </p:cNvSpPr>
          <p:nvPr/>
        </p:nvSpPr>
        <p:spPr bwMode="auto">
          <a:xfrm>
            <a:off x="8382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2429" name="Object 13"/>
          <p:cNvGraphicFramePr>
            <a:graphicFrameLocks noChangeAspect="1"/>
          </p:cNvGraphicFramePr>
          <p:nvPr/>
        </p:nvGraphicFramePr>
        <p:xfrm>
          <a:off x="1752600" y="2590800"/>
          <a:ext cx="254000" cy="254000"/>
        </p:xfrm>
        <a:graphic>
          <a:graphicData uri="http://schemas.openxmlformats.org/presentationml/2006/ole">
            <p:oleObj spid="_x0000_s572429" name="Equation" r:id="rId6" imgW="254000" imgH="254000" progId="Equation.3">
              <p:embed/>
            </p:oleObj>
          </a:graphicData>
        </a:graphic>
      </p:graphicFrame>
      <p:sp>
        <p:nvSpPr>
          <p:cNvPr id="572430" name="Line 14"/>
          <p:cNvSpPr>
            <a:spLocks noChangeShapeType="1"/>
          </p:cNvSpPr>
          <p:nvPr/>
        </p:nvSpPr>
        <p:spPr bwMode="auto">
          <a:xfrm>
            <a:off x="13716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2431" name="Object 15"/>
          <p:cNvGraphicFramePr>
            <a:graphicFrameLocks noChangeAspect="1"/>
          </p:cNvGraphicFramePr>
          <p:nvPr/>
        </p:nvGraphicFramePr>
        <p:xfrm>
          <a:off x="762000" y="2667000"/>
          <a:ext cx="393700" cy="88900"/>
        </p:xfrm>
        <a:graphic>
          <a:graphicData uri="http://schemas.openxmlformats.org/presentationml/2006/ole">
            <p:oleObj spid="_x0000_s572431" name="Equation" r:id="rId7" imgW="393700" imgH="88900" progId="Equation.3">
              <p:embed/>
            </p:oleObj>
          </a:graphicData>
        </a:graphic>
      </p:graphicFrame>
      <p:graphicFrame>
        <p:nvGraphicFramePr>
          <p:cNvPr id="572432" name="Object 16"/>
          <p:cNvGraphicFramePr>
            <a:graphicFrameLocks noChangeAspect="1"/>
          </p:cNvGraphicFramePr>
          <p:nvPr/>
        </p:nvGraphicFramePr>
        <p:xfrm>
          <a:off x="2590800" y="2667000"/>
          <a:ext cx="393700" cy="88900"/>
        </p:xfrm>
        <a:graphic>
          <a:graphicData uri="http://schemas.openxmlformats.org/presentationml/2006/ole">
            <p:oleObj spid="_x0000_s572432" name="Equation" r:id="rId8" imgW="393700" imgH="88900" progId="Equation.3">
              <p:embed/>
            </p:oleObj>
          </a:graphicData>
        </a:graphic>
      </p:graphicFrame>
      <p:graphicFrame>
        <p:nvGraphicFramePr>
          <p:cNvPr id="572433" name="Object 17"/>
          <p:cNvGraphicFramePr>
            <a:graphicFrameLocks noChangeAspect="1"/>
          </p:cNvGraphicFramePr>
          <p:nvPr/>
        </p:nvGraphicFramePr>
        <p:xfrm>
          <a:off x="1143000" y="4800600"/>
          <a:ext cx="254000" cy="355600"/>
        </p:xfrm>
        <a:graphic>
          <a:graphicData uri="http://schemas.openxmlformats.org/presentationml/2006/ole">
            <p:oleObj spid="_x0000_s572433" name="Equation" r:id="rId9" imgW="254000" imgH="355600" progId="Equation.3">
              <p:embed/>
            </p:oleObj>
          </a:graphicData>
        </a:graphic>
      </p:graphicFrame>
      <p:sp>
        <p:nvSpPr>
          <p:cNvPr id="572434" name="Line 18"/>
          <p:cNvSpPr>
            <a:spLocks noChangeShapeType="1"/>
          </p:cNvSpPr>
          <p:nvPr/>
        </p:nvSpPr>
        <p:spPr bwMode="auto">
          <a:xfrm flipH="1">
            <a:off x="16764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35" name="Text Box 19"/>
          <p:cNvSpPr txBox="1">
            <a:spLocks noChangeArrowheads="1"/>
          </p:cNvSpPr>
          <p:nvPr/>
        </p:nvSpPr>
        <p:spPr bwMode="auto">
          <a:xfrm>
            <a:off x="2209800" y="4572000"/>
            <a:ext cx="808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top</a:t>
            </a:r>
          </a:p>
        </p:txBody>
      </p:sp>
      <p:sp>
        <p:nvSpPr>
          <p:cNvPr id="572436" name="Text Box 20"/>
          <p:cNvSpPr txBox="1">
            <a:spLocks noChangeArrowheads="1"/>
          </p:cNvSpPr>
          <p:nvPr/>
        </p:nvSpPr>
        <p:spPr bwMode="auto">
          <a:xfrm>
            <a:off x="0" y="17526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72437" name="Text Box 21"/>
          <p:cNvSpPr txBox="1">
            <a:spLocks noChangeArrowheads="1"/>
          </p:cNvSpPr>
          <p:nvPr/>
        </p:nvSpPr>
        <p:spPr bwMode="auto">
          <a:xfrm>
            <a:off x="609600" y="4114800"/>
            <a:ext cx="1211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72438" name="Rectangle 22"/>
          <p:cNvSpPr>
            <a:spLocks noChangeArrowheads="1"/>
          </p:cNvSpPr>
          <p:nvPr/>
        </p:nvSpPr>
        <p:spPr bwMode="auto">
          <a:xfrm>
            <a:off x="5715000" y="2209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39" name="Line 23"/>
          <p:cNvSpPr>
            <a:spLocks noChangeShapeType="1"/>
          </p:cNvSpPr>
          <p:nvPr/>
        </p:nvSpPr>
        <p:spPr bwMode="auto">
          <a:xfrm>
            <a:off x="68580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40" name="Line 24"/>
          <p:cNvSpPr>
            <a:spLocks noChangeShapeType="1"/>
          </p:cNvSpPr>
          <p:nvPr/>
        </p:nvSpPr>
        <p:spPr bwMode="auto">
          <a:xfrm>
            <a:off x="73914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2441" name="Object 25"/>
          <p:cNvGraphicFramePr>
            <a:graphicFrameLocks noChangeAspect="1"/>
          </p:cNvGraphicFramePr>
          <p:nvPr/>
        </p:nvGraphicFramePr>
        <p:xfrm>
          <a:off x="7010400" y="2438400"/>
          <a:ext cx="254000" cy="254000"/>
        </p:xfrm>
        <a:graphic>
          <a:graphicData uri="http://schemas.openxmlformats.org/presentationml/2006/ole">
            <p:oleObj spid="_x0000_s572441" name="Equation" r:id="rId10" imgW="254000" imgH="254000" progId="Equation.3">
              <p:embed/>
            </p:oleObj>
          </a:graphicData>
        </a:graphic>
      </p:graphicFrame>
      <p:sp>
        <p:nvSpPr>
          <p:cNvPr id="572442" name="Line 26"/>
          <p:cNvSpPr>
            <a:spLocks noChangeShapeType="1"/>
          </p:cNvSpPr>
          <p:nvPr/>
        </p:nvSpPr>
        <p:spPr bwMode="auto">
          <a:xfrm>
            <a:off x="70866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2443" name="Object 27"/>
          <p:cNvGraphicFramePr>
            <a:graphicFrameLocks noChangeAspect="1"/>
          </p:cNvGraphicFramePr>
          <p:nvPr/>
        </p:nvGraphicFramePr>
        <p:xfrm>
          <a:off x="6019800" y="2514600"/>
          <a:ext cx="393700" cy="88900"/>
        </p:xfrm>
        <a:graphic>
          <a:graphicData uri="http://schemas.openxmlformats.org/presentationml/2006/ole">
            <p:oleObj spid="_x0000_s572443" name="Equation" r:id="rId11" imgW="393700" imgH="88900" progId="Equation.3">
              <p:embed/>
            </p:oleObj>
          </a:graphicData>
        </a:graphic>
      </p:graphicFrame>
      <p:graphicFrame>
        <p:nvGraphicFramePr>
          <p:cNvPr id="572444" name="Object 28"/>
          <p:cNvGraphicFramePr>
            <a:graphicFrameLocks noChangeAspect="1"/>
          </p:cNvGraphicFramePr>
          <p:nvPr/>
        </p:nvGraphicFramePr>
        <p:xfrm>
          <a:off x="7848600" y="2514600"/>
          <a:ext cx="393700" cy="88900"/>
        </p:xfrm>
        <a:graphic>
          <a:graphicData uri="http://schemas.openxmlformats.org/presentationml/2006/ole">
            <p:oleObj spid="_x0000_s572444" name="Equation" r:id="rId12" imgW="393700" imgH="88900" progId="Equation.3">
              <p:embed/>
            </p:oleObj>
          </a:graphicData>
        </a:graphic>
      </p:graphicFrame>
      <p:sp>
        <p:nvSpPr>
          <p:cNvPr id="572445" name="AutoShape 29"/>
          <p:cNvSpPr>
            <a:spLocks noChangeArrowheads="1"/>
          </p:cNvSpPr>
          <p:nvPr/>
        </p:nvSpPr>
        <p:spPr bwMode="auto">
          <a:xfrm>
            <a:off x="3581400" y="4724400"/>
            <a:ext cx="1684338" cy="1077913"/>
          </a:xfrm>
          <a:prstGeom prst="rightArrow">
            <a:avLst>
              <a:gd name="adj1" fmla="val 50000"/>
              <a:gd name="adj2" fmla="val 3906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Push</a:t>
            </a:r>
          </a:p>
        </p:txBody>
      </p:sp>
      <p:sp>
        <p:nvSpPr>
          <p:cNvPr id="572446" name="Line 30"/>
          <p:cNvSpPr>
            <a:spLocks noChangeShapeType="1"/>
          </p:cNvSpPr>
          <p:nvPr/>
        </p:nvSpPr>
        <p:spPr bwMode="auto">
          <a:xfrm>
            <a:off x="838200" y="5638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47" name="Line 31"/>
          <p:cNvSpPr>
            <a:spLocks noChangeShapeType="1"/>
          </p:cNvSpPr>
          <p:nvPr/>
        </p:nvSpPr>
        <p:spPr bwMode="auto">
          <a:xfrm>
            <a:off x="838200" y="6096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48" name="Rectangle 32"/>
          <p:cNvSpPr>
            <a:spLocks noChangeArrowheads="1"/>
          </p:cNvSpPr>
          <p:nvPr/>
        </p:nvSpPr>
        <p:spPr bwMode="auto">
          <a:xfrm>
            <a:off x="6172200" y="3810000"/>
            <a:ext cx="838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49" name="Line 33"/>
          <p:cNvSpPr>
            <a:spLocks noChangeShapeType="1"/>
          </p:cNvSpPr>
          <p:nvPr/>
        </p:nvSpPr>
        <p:spPr bwMode="auto">
          <a:xfrm>
            <a:off x="6172200" y="5181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50" name="Line 34"/>
          <p:cNvSpPr>
            <a:spLocks noChangeShapeType="1"/>
          </p:cNvSpPr>
          <p:nvPr/>
        </p:nvSpPr>
        <p:spPr bwMode="auto">
          <a:xfrm>
            <a:off x="6172200" y="5638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2451" name="Line 35"/>
          <p:cNvSpPr>
            <a:spLocks noChangeShapeType="1"/>
          </p:cNvSpPr>
          <p:nvPr/>
        </p:nvSpPr>
        <p:spPr bwMode="auto">
          <a:xfrm>
            <a:off x="6172200" y="6096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2452" name="Object 36"/>
          <p:cNvGraphicFramePr>
            <a:graphicFrameLocks noChangeAspect="1"/>
          </p:cNvGraphicFramePr>
          <p:nvPr/>
        </p:nvGraphicFramePr>
        <p:xfrm>
          <a:off x="1143000" y="5791200"/>
          <a:ext cx="215900" cy="254000"/>
        </p:xfrm>
        <a:graphic>
          <a:graphicData uri="http://schemas.openxmlformats.org/presentationml/2006/ole">
            <p:oleObj spid="_x0000_s572452" name="Equation" r:id="rId13" imgW="215900" imgH="254000" progId="Equation.3">
              <p:embed/>
            </p:oleObj>
          </a:graphicData>
        </a:graphic>
      </p:graphicFrame>
      <p:graphicFrame>
        <p:nvGraphicFramePr>
          <p:cNvPr id="572453" name="Object 37"/>
          <p:cNvGraphicFramePr>
            <a:graphicFrameLocks noChangeAspect="1"/>
          </p:cNvGraphicFramePr>
          <p:nvPr/>
        </p:nvGraphicFramePr>
        <p:xfrm>
          <a:off x="1143000" y="5257800"/>
          <a:ext cx="254000" cy="355600"/>
        </p:xfrm>
        <a:graphic>
          <a:graphicData uri="http://schemas.openxmlformats.org/presentationml/2006/ole">
            <p:oleObj spid="_x0000_s572453" name="Equation" r:id="rId14" imgW="254000" imgH="355600" progId="Equation.3">
              <p:embed/>
            </p:oleObj>
          </a:graphicData>
        </a:graphic>
      </p:graphicFrame>
      <p:graphicFrame>
        <p:nvGraphicFramePr>
          <p:cNvPr id="572454" name="Object 38"/>
          <p:cNvGraphicFramePr>
            <a:graphicFrameLocks noChangeAspect="1"/>
          </p:cNvGraphicFramePr>
          <p:nvPr/>
        </p:nvGraphicFramePr>
        <p:xfrm>
          <a:off x="6477000" y="5257800"/>
          <a:ext cx="254000" cy="355600"/>
        </p:xfrm>
        <a:graphic>
          <a:graphicData uri="http://schemas.openxmlformats.org/presentationml/2006/ole">
            <p:oleObj spid="_x0000_s572454" name="Equation" r:id="rId15" imgW="254000" imgH="355600" progId="Equation.3">
              <p:embed/>
            </p:oleObj>
          </a:graphicData>
        </a:graphic>
      </p:graphicFrame>
      <p:graphicFrame>
        <p:nvGraphicFramePr>
          <p:cNvPr id="572455" name="Object 39"/>
          <p:cNvGraphicFramePr>
            <a:graphicFrameLocks noChangeAspect="1"/>
          </p:cNvGraphicFramePr>
          <p:nvPr/>
        </p:nvGraphicFramePr>
        <p:xfrm>
          <a:off x="6477000" y="5715000"/>
          <a:ext cx="215900" cy="254000"/>
        </p:xfrm>
        <a:graphic>
          <a:graphicData uri="http://schemas.openxmlformats.org/presentationml/2006/ole">
            <p:oleObj spid="_x0000_s572455" name="Equation" r:id="rId16" imgW="215900" imgH="254000" progId="Equation.3">
              <p:embed/>
            </p:oleObj>
          </a:graphicData>
        </a:graphic>
      </p:graphicFrame>
      <p:sp>
        <p:nvSpPr>
          <p:cNvPr id="572456" name="Line 40"/>
          <p:cNvSpPr>
            <a:spLocks noChangeShapeType="1"/>
          </p:cNvSpPr>
          <p:nvPr/>
        </p:nvSpPr>
        <p:spPr bwMode="auto">
          <a:xfrm>
            <a:off x="6172200" y="4724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57" name="Line 41"/>
          <p:cNvSpPr>
            <a:spLocks noChangeShapeType="1"/>
          </p:cNvSpPr>
          <p:nvPr/>
        </p:nvSpPr>
        <p:spPr bwMode="auto">
          <a:xfrm>
            <a:off x="6172200" y="4267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2458" name="Object 42"/>
          <p:cNvGraphicFramePr>
            <a:graphicFrameLocks noChangeAspect="1"/>
          </p:cNvGraphicFramePr>
          <p:nvPr/>
        </p:nvGraphicFramePr>
        <p:xfrm>
          <a:off x="6477000" y="3962400"/>
          <a:ext cx="215900" cy="254000"/>
        </p:xfrm>
        <a:graphic>
          <a:graphicData uri="http://schemas.openxmlformats.org/presentationml/2006/ole">
            <p:oleObj spid="_x0000_s572458" name="Equation" r:id="rId17" imgW="215900" imgH="254000" progId="Equation.3">
              <p:embed/>
            </p:oleObj>
          </a:graphicData>
        </a:graphic>
      </p:graphicFrame>
      <p:graphicFrame>
        <p:nvGraphicFramePr>
          <p:cNvPr id="572459" name="Object 43"/>
          <p:cNvGraphicFramePr>
            <a:graphicFrameLocks noChangeAspect="1"/>
          </p:cNvGraphicFramePr>
          <p:nvPr/>
        </p:nvGraphicFramePr>
        <p:xfrm>
          <a:off x="6400800" y="4343400"/>
          <a:ext cx="279400" cy="355600"/>
        </p:xfrm>
        <a:graphic>
          <a:graphicData uri="http://schemas.openxmlformats.org/presentationml/2006/ole">
            <p:oleObj spid="_x0000_s572459" name="Equation" r:id="rId18" imgW="279400" imgH="355600" progId="Equation.3">
              <p:embed/>
            </p:oleObj>
          </a:graphicData>
        </a:graphic>
      </p:graphicFrame>
      <p:graphicFrame>
        <p:nvGraphicFramePr>
          <p:cNvPr id="572460" name="Object 44"/>
          <p:cNvGraphicFramePr>
            <a:graphicFrameLocks noChangeAspect="1"/>
          </p:cNvGraphicFramePr>
          <p:nvPr/>
        </p:nvGraphicFramePr>
        <p:xfrm>
          <a:off x="6400800" y="4724400"/>
          <a:ext cx="304800" cy="444500"/>
        </p:xfrm>
        <a:graphic>
          <a:graphicData uri="http://schemas.openxmlformats.org/presentationml/2006/ole">
            <p:oleObj spid="_x0000_s572460" name="Equation" r:id="rId19" imgW="304800" imgH="444500" progId="Equation.3">
              <p:embed/>
            </p:oleObj>
          </a:graphicData>
        </a:graphic>
      </p:graphicFrame>
      <p:sp>
        <p:nvSpPr>
          <p:cNvPr id="572461" name="AutoShape 45"/>
          <p:cNvSpPr>
            <a:spLocks/>
          </p:cNvSpPr>
          <p:nvPr/>
        </p:nvSpPr>
        <p:spPr bwMode="auto">
          <a:xfrm>
            <a:off x="7162800" y="3886200"/>
            <a:ext cx="457200" cy="1295400"/>
          </a:xfrm>
          <a:prstGeom prst="rightBrace">
            <a:avLst>
              <a:gd name="adj1" fmla="val 236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2462" name="Text Box 46"/>
          <p:cNvSpPr txBox="1">
            <a:spLocks noChangeArrowheads="1"/>
          </p:cNvSpPr>
          <p:nvPr/>
        </p:nvSpPr>
        <p:spPr bwMode="auto">
          <a:xfrm>
            <a:off x="7637463" y="3810000"/>
            <a:ext cx="1506537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pushed</a:t>
            </a:r>
          </a:p>
          <a:p>
            <a:r>
              <a:rPr lang="en-US" altLang="en-US"/>
              <a:t>string</a:t>
            </a:r>
          </a:p>
        </p:txBody>
      </p:sp>
      <p:sp>
        <p:nvSpPr>
          <p:cNvPr id="572463" name="Text Box 47"/>
          <p:cNvSpPr txBox="1">
            <a:spLocks noChangeArrowheads="1"/>
          </p:cNvSpPr>
          <p:nvPr/>
        </p:nvSpPr>
        <p:spPr bwMode="auto">
          <a:xfrm>
            <a:off x="0" y="0"/>
            <a:ext cx="1874838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Example:</a:t>
            </a:r>
          </a:p>
        </p:txBody>
      </p:sp>
      <p:graphicFrame>
        <p:nvGraphicFramePr>
          <p:cNvPr id="572464" name="Object 48"/>
          <p:cNvGraphicFramePr>
            <a:graphicFrameLocks noChangeAspect="1"/>
          </p:cNvGraphicFramePr>
          <p:nvPr/>
        </p:nvGraphicFramePr>
        <p:xfrm>
          <a:off x="1143000" y="6096000"/>
          <a:ext cx="239713" cy="430213"/>
        </p:xfrm>
        <a:graphic>
          <a:graphicData uri="http://schemas.openxmlformats.org/presentationml/2006/ole">
            <p:oleObj spid="_x0000_s572464" name="Equation" r:id="rId20" imgW="241200" imgH="431640" progId="Equation.3">
              <p:embed/>
            </p:oleObj>
          </a:graphicData>
        </a:graphic>
      </p:graphicFrame>
      <p:graphicFrame>
        <p:nvGraphicFramePr>
          <p:cNvPr id="572465" name="Object 49"/>
          <p:cNvGraphicFramePr>
            <a:graphicFrameLocks noChangeAspect="1"/>
          </p:cNvGraphicFramePr>
          <p:nvPr/>
        </p:nvGraphicFramePr>
        <p:xfrm>
          <a:off x="6477000" y="6096000"/>
          <a:ext cx="239713" cy="430213"/>
        </p:xfrm>
        <a:graphic>
          <a:graphicData uri="http://schemas.openxmlformats.org/presentationml/2006/ole">
            <p:oleObj spid="_x0000_s572465" name="Equation" r:id="rId21" imgW="241200" imgH="431640" progId="Equation.3">
              <p:embed/>
            </p:oleObj>
          </a:graphicData>
        </a:graphic>
      </p:graphicFrame>
      <p:sp>
        <p:nvSpPr>
          <p:cNvPr id="572466" name="Line 50"/>
          <p:cNvSpPr>
            <a:spLocks noChangeShapeType="1"/>
          </p:cNvSpPr>
          <p:nvPr/>
        </p:nvSpPr>
        <p:spPr bwMode="auto">
          <a:xfrm>
            <a:off x="5638800" y="4038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DCB1-292F-4BC9-892A-BE746EA119E3}" type="slidenum">
              <a:rPr lang="en-US"/>
              <a:pPr/>
              <a:t>63</a:t>
            </a:fld>
            <a:endParaRPr lang="en-US"/>
          </a:p>
        </p:txBody>
      </p:sp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NPDA example</a:t>
            </a:r>
          </a:p>
        </p:txBody>
      </p:sp>
      <p:sp>
        <p:nvSpPr>
          <p:cNvPr id="573443" name="Text Box 3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3444" name="Object 4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3444" name="Equation" r:id="rId3" imgW="1587240" imgH="507960" progId="Equation.3">
              <p:embed/>
            </p:oleObj>
          </a:graphicData>
        </a:graphic>
      </p:graphicFrame>
      <p:sp>
        <p:nvSpPr>
          <p:cNvPr id="573445" name="Oval 5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446" name="Oval 6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447" name="Oval 7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3448" name="Object 8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3448" name="Equation" r:id="rId4" imgW="381000" imgH="457200" progId="Equation.3">
              <p:embed/>
            </p:oleObj>
          </a:graphicData>
        </a:graphic>
      </p:graphicFrame>
      <p:graphicFrame>
        <p:nvGraphicFramePr>
          <p:cNvPr id="573449" name="Object 9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3449" name="Equation" r:id="rId5" imgW="431800" imgH="457200" progId="Equation.3">
              <p:embed/>
            </p:oleObj>
          </a:graphicData>
        </a:graphic>
      </p:graphicFrame>
      <p:sp>
        <p:nvSpPr>
          <p:cNvPr id="573450" name="Freeform 10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3451" name="Object 11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3451" name="Equation" r:id="rId6" imgW="1765300" imgH="469900" progId="Equation.3">
              <p:embed/>
            </p:oleObj>
          </a:graphicData>
        </a:graphic>
      </p:graphicFrame>
      <p:sp>
        <p:nvSpPr>
          <p:cNvPr id="573452" name="Line 12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3453" name="Object 13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3453" name="Equation" r:id="rId7" imgW="1790700" imgH="444500" progId="Equation.3">
              <p:embed/>
            </p:oleObj>
          </a:graphicData>
        </a:graphic>
      </p:graphicFrame>
      <p:graphicFrame>
        <p:nvGraphicFramePr>
          <p:cNvPr id="573454" name="Object 14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3454" name="Equation" r:id="rId8" imgW="1536700" imgH="469900" progId="Equation.3">
              <p:embed/>
            </p:oleObj>
          </a:graphicData>
        </a:graphic>
      </p:graphicFrame>
      <p:graphicFrame>
        <p:nvGraphicFramePr>
          <p:cNvPr id="573455" name="Object 15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3455" name="Equation" r:id="rId9" imgW="1727200" imgH="469900" progId="Equation.3">
              <p:embed/>
            </p:oleObj>
          </a:graphicData>
        </a:graphic>
      </p:graphicFrame>
      <p:graphicFrame>
        <p:nvGraphicFramePr>
          <p:cNvPr id="573456" name="Object 16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3456" name="Equation" r:id="rId10" imgW="1638300" imgH="444500" progId="Equation.3">
              <p:embed/>
            </p:oleObj>
          </a:graphicData>
        </a:graphic>
      </p:graphicFrame>
      <p:graphicFrame>
        <p:nvGraphicFramePr>
          <p:cNvPr id="573457" name="Object 17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3457" name="Equation" r:id="rId11" imgW="1612900" imgH="469900" progId="Equation.3">
              <p:embed/>
            </p:oleObj>
          </a:graphicData>
        </a:graphic>
      </p:graphicFrame>
      <p:sp>
        <p:nvSpPr>
          <p:cNvPr id="573458" name="Line 18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3459" name="Text Box 19"/>
          <p:cNvSpPr txBox="1">
            <a:spLocks noChangeArrowheads="1"/>
          </p:cNvSpPr>
          <p:nvPr/>
        </p:nvSpPr>
        <p:spPr bwMode="auto">
          <a:xfrm>
            <a:off x="3336925" y="1016000"/>
            <a:ext cx="1431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</a:t>
            </a:r>
          </a:p>
        </p:txBody>
      </p:sp>
      <p:graphicFrame>
        <p:nvGraphicFramePr>
          <p:cNvPr id="573460" name="Object 20"/>
          <p:cNvGraphicFramePr>
            <a:graphicFrameLocks noChangeAspect="1"/>
          </p:cNvGraphicFramePr>
          <p:nvPr/>
        </p:nvGraphicFramePr>
        <p:xfrm>
          <a:off x="4876800" y="1066800"/>
          <a:ext cx="544513" cy="393700"/>
        </p:xfrm>
        <a:graphic>
          <a:graphicData uri="http://schemas.openxmlformats.org/presentationml/2006/ole">
            <p:oleObj spid="_x0000_s573460" name="Equation" r:id="rId12" imgW="545760" imgH="393480" progId="Equation.3">
              <p:embed/>
            </p:oleObj>
          </a:graphicData>
        </a:graphic>
      </p:graphicFrame>
      <p:graphicFrame>
        <p:nvGraphicFramePr>
          <p:cNvPr id="573461" name="Object 21"/>
          <p:cNvGraphicFramePr>
            <a:graphicFrameLocks noChangeAspect="1"/>
          </p:cNvGraphicFramePr>
          <p:nvPr/>
        </p:nvGraphicFramePr>
        <p:xfrm>
          <a:off x="2514600" y="1905000"/>
          <a:ext cx="4470400" cy="582613"/>
        </p:xfrm>
        <a:graphic>
          <a:graphicData uri="http://schemas.openxmlformats.org/presentationml/2006/ole">
            <p:oleObj spid="_x0000_s573461" name="Equation" r:id="rId13" imgW="447012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DB730-4F76-44A4-B763-9AB2CDE70E5A}" type="slidenum">
              <a:rPr lang="en-US"/>
              <a:pPr/>
              <a:t>64</a:t>
            </a:fld>
            <a:endParaRPr lang="en-US"/>
          </a:p>
        </p:txBody>
      </p:sp>
      <p:sp>
        <p:nvSpPr>
          <p:cNvPr id="574466" name="Text Box 2"/>
          <p:cNvSpPr txBox="1">
            <a:spLocks noChangeArrowheads="1"/>
          </p:cNvSpPr>
          <p:nvPr/>
        </p:nvSpPr>
        <p:spPr bwMode="auto">
          <a:xfrm>
            <a:off x="4267200" y="76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574467" name="Rectangle 3"/>
          <p:cNvSpPr>
            <a:spLocks noChangeArrowheads="1"/>
          </p:cNvSpPr>
          <p:nvPr/>
        </p:nvSpPr>
        <p:spPr bwMode="auto">
          <a:xfrm>
            <a:off x="604838" y="13716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4468" name="Line 4"/>
          <p:cNvSpPr>
            <a:spLocks noChangeShapeType="1"/>
          </p:cNvSpPr>
          <p:nvPr/>
        </p:nvSpPr>
        <p:spPr bwMode="auto">
          <a:xfrm>
            <a:off x="12906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4469" name="Line 5"/>
          <p:cNvSpPr>
            <a:spLocks noChangeShapeType="1"/>
          </p:cNvSpPr>
          <p:nvPr/>
        </p:nvSpPr>
        <p:spPr bwMode="auto">
          <a:xfrm>
            <a:off x="19764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4470" name="Line 6"/>
          <p:cNvSpPr>
            <a:spLocks noChangeShapeType="1"/>
          </p:cNvSpPr>
          <p:nvPr/>
        </p:nvSpPr>
        <p:spPr bwMode="auto">
          <a:xfrm>
            <a:off x="26622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4471" name="Line 7"/>
          <p:cNvSpPr>
            <a:spLocks noChangeShapeType="1"/>
          </p:cNvSpPr>
          <p:nvPr/>
        </p:nvSpPr>
        <p:spPr bwMode="auto">
          <a:xfrm>
            <a:off x="33480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4472" name="Line 8"/>
          <p:cNvSpPr>
            <a:spLocks noChangeShapeType="1"/>
          </p:cNvSpPr>
          <p:nvPr/>
        </p:nvSpPr>
        <p:spPr bwMode="auto">
          <a:xfrm>
            <a:off x="4033838" y="13716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4473" name="Text Box 9"/>
          <p:cNvSpPr txBox="1">
            <a:spLocks noChangeArrowheads="1"/>
          </p:cNvSpPr>
          <p:nvPr/>
        </p:nvSpPr>
        <p:spPr bwMode="auto">
          <a:xfrm>
            <a:off x="452438" y="6858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74474" name="Object 10"/>
          <p:cNvGraphicFramePr>
            <a:graphicFrameLocks noChangeAspect="1"/>
          </p:cNvGraphicFramePr>
          <p:nvPr/>
        </p:nvGraphicFramePr>
        <p:xfrm>
          <a:off x="833438" y="1676400"/>
          <a:ext cx="254000" cy="254000"/>
        </p:xfrm>
        <a:graphic>
          <a:graphicData uri="http://schemas.openxmlformats.org/presentationml/2006/ole">
            <p:oleObj spid="_x0000_s574474" name="Equation" r:id="rId3" imgW="254000" imgH="254000" progId="Equation.3">
              <p:embed/>
            </p:oleObj>
          </a:graphicData>
        </a:graphic>
      </p:graphicFrame>
      <p:graphicFrame>
        <p:nvGraphicFramePr>
          <p:cNvPr id="574475" name="Object 11"/>
          <p:cNvGraphicFramePr>
            <a:graphicFrameLocks noChangeAspect="1"/>
          </p:cNvGraphicFramePr>
          <p:nvPr/>
        </p:nvGraphicFramePr>
        <p:xfrm>
          <a:off x="2895600" y="1676400"/>
          <a:ext cx="254000" cy="254000"/>
        </p:xfrm>
        <a:graphic>
          <a:graphicData uri="http://schemas.openxmlformats.org/presentationml/2006/ole">
            <p:oleObj spid="_x0000_s574475" name="Equation" r:id="rId4" imgW="254000" imgH="254000" progId="Equation.3">
              <p:embed/>
            </p:oleObj>
          </a:graphicData>
        </a:graphic>
      </p:graphicFrame>
      <p:graphicFrame>
        <p:nvGraphicFramePr>
          <p:cNvPr id="574476" name="Object 12"/>
          <p:cNvGraphicFramePr>
            <a:graphicFrameLocks noChangeAspect="1"/>
          </p:cNvGraphicFramePr>
          <p:nvPr/>
        </p:nvGraphicFramePr>
        <p:xfrm>
          <a:off x="1447800" y="1600200"/>
          <a:ext cx="254000" cy="355600"/>
        </p:xfrm>
        <a:graphic>
          <a:graphicData uri="http://schemas.openxmlformats.org/presentationml/2006/ole">
            <p:oleObj spid="_x0000_s574476" name="Equation" r:id="rId5" imgW="254000" imgH="355600" progId="Equation.3">
              <p:embed/>
            </p:oleObj>
          </a:graphicData>
        </a:graphic>
      </p:graphicFrame>
      <p:graphicFrame>
        <p:nvGraphicFramePr>
          <p:cNvPr id="574477" name="Object 13"/>
          <p:cNvGraphicFramePr>
            <a:graphicFrameLocks noChangeAspect="1"/>
          </p:cNvGraphicFramePr>
          <p:nvPr/>
        </p:nvGraphicFramePr>
        <p:xfrm>
          <a:off x="2209800" y="1600200"/>
          <a:ext cx="254000" cy="355600"/>
        </p:xfrm>
        <a:graphic>
          <a:graphicData uri="http://schemas.openxmlformats.org/presentationml/2006/ole">
            <p:oleObj spid="_x0000_s574477" name="Equation" r:id="rId6" imgW="254000" imgH="355600" progId="Equation.3">
              <p:embed/>
            </p:oleObj>
          </a:graphicData>
        </a:graphic>
      </p:graphicFrame>
      <p:graphicFrame>
        <p:nvGraphicFramePr>
          <p:cNvPr id="574478" name="Object 14"/>
          <p:cNvGraphicFramePr>
            <a:graphicFrameLocks noChangeAspect="1"/>
          </p:cNvGraphicFramePr>
          <p:nvPr/>
        </p:nvGraphicFramePr>
        <p:xfrm>
          <a:off x="4262438" y="1625600"/>
          <a:ext cx="254000" cy="355600"/>
        </p:xfrm>
        <a:graphic>
          <a:graphicData uri="http://schemas.openxmlformats.org/presentationml/2006/ole">
            <p:oleObj spid="_x0000_s574478" name="Equation" r:id="rId7" imgW="254000" imgH="355600" progId="Equation.3">
              <p:embed/>
            </p:oleObj>
          </a:graphicData>
        </a:graphic>
      </p:graphicFrame>
      <p:sp>
        <p:nvSpPr>
          <p:cNvPr id="574479" name="Line 15"/>
          <p:cNvSpPr>
            <a:spLocks noChangeShapeType="1"/>
          </p:cNvSpPr>
          <p:nvPr/>
        </p:nvSpPr>
        <p:spPr bwMode="auto">
          <a:xfrm flipV="1">
            <a:off x="4572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4480" name="Text Box 16"/>
          <p:cNvSpPr txBox="1">
            <a:spLocks noChangeArrowheads="1"/>
          </p:cNvSpPr>
          <p:nvPr/>
        </p:nvSpPr>
        <p:spPr bwMode="auto">
          <a:xfrm>
            <a:off x="685800" y="5029200"/>
            <a:ext cx="16224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current</a:t>
            </a:r>
          </a:p>
          <a:p>
            <a:r>
              <a:rPr lang="en-US" altLang="en-US"/>
              <a:t>state</a:t>
            </a:r>
          </a:p>
        </p:txBody>
      </p:sp>
      <p:graphicFrame>
        <p:nvGraphicFramePr>
          <p:cNvPr id="574481" name="Object 17"/>
          <p:cNvGraphicFramePr>
            <a:graphicFrameLocks noChangeAspect="1"/>
          </p:cNvGraphicFramePr>
          <p:nvPr/>
        </p:nvGraphicFramePr>
        <p:xfrm>
          <a:off x="3581400" y="1676400"/>
          <a:ext cx="254000" cy="254000"/>
        </p:xfrm>
        <a:graphic>
          <a:graphicData uri="http://schemas.openxmlformats.org/presentationml/2006/ole">
            <p:oleObj spid="_x0000_s574481" name="Equation" r:id="rId8" imgW="254000" imgH="254000" progId="Equation.3">
              <p:embed/>
            </p:oleObj>
          </a:graphicData>
        </a:graphic>
      </p:graphicFrame>
      <p:sp>
        <p:nvSpPr>
          <p:cNvPr id="574482" name="Rectangle 18"/>
          <p:cNvSpPr>
            <a:spLocks noChangeArrowheads="1"/>
          </p:cNvSpPr>
          <p:nvPr/>
        </p:nvSpPr>
        <p:spPr bwMode="auto">
          <a:xfrm>
            <a:off x="7162800" y="26670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4483" name="Object 19"/>
          <p:cNvGraphicFramePr>
            <a:graphicFrameLocks noChangeAspect="1"/>
          </p:cNvGraphicFramePr>
          <p:nvPr/>
        </p:nvGraphicFramePr>
        <p:xfrm>
          <a:off x="7543800" y="2819400"/>
          <a:ext cx="228600" cy="419100"/>
        </p:xfrm>
        <a:graphic>
          <a:graphicData uri="http://schemas.openxmlformats.org/presentationml/2006/ole">
            <p:oleObj spid="_x0000_s574483" name="Equation" r:id="rId9" imgW="228600" imgH="419100" progId="Equation.3">
              <p:embed/>
            </p:oleObj>
          </a:graphicData>
        </a:graphic>
      </p:graphicFrame>
      <p:sp>
        <p:nvSpPr>
          <p:cNvPr id="574484" name="Text Box 20"/>
          <p:cNvSpPr txBox="1">
            <a:spLocks noChangeArrowheads="1"/>
          </p:cNvSpPr>
          <p:nvPr/>
        </p:nvSpPr>
        <p:spPr bwMode="auto">
          <a:xfrm>
            <a:off x="7010400" y="3429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74485" name="Text Box 21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4486" name="Object 22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4486" name="Equation" r:id="rId10" imgW="1587240" imgH="507960" progId="Equation.3">
              <p:embed/>
            </p:oleObj>
          </a:graphicData>
        </a:graphic>
      </p:graphicFrame>
      <p:sp>
        <p:nvSpPr>
          <p:cNvPr id="574487" name="Oval 23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4488" name="Oval 24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4489" name="Oval 25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4490" name="Object 26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4490" name="Equation" r:id="rId11" imgW="381000" imgH="457200" progId="Equation.3">
              <p:embed/>
            </p:oleObj>
          </a:graphicData>
        </a:graphic>
      </p:graphicFrame>
      <p:graphicFrame>
        <p:nvGraphicFramePr>
          <p:cNvPr id="574491" name="Object 27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4491" name="Equation" r:id="rId12" imgW="431800" imgH="457200" progId="Equation.3">
              <p:embed/>
            </p:oleObj>
          </a:graphicData>
        </a:graphic>
      </p:graphicFrame>
      <p:sp>
        <p:nvSpPr>
          <p:cNvPr id="574492" name="Freeform 28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4493" name="Object 29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4493" name="Equation" r:id="rId13" imgW="1765300" imgH="469900" progId="Equation.3">
              <p:embed/>
            </p:oleObj>
          </a:graphicData>
        </a:graphic>
      </p:graphicFrame>
      <p:sp>
        <p:nvSpPr>
          <p:cNvPr id="574494" name="Line 30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4495" name="Object 31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4495" name="Equation" r:id="rId14" imgW="1790700" imgH="444500" progId="Equation.3">
              <p:embed/>
            </p:oleObj>
          </a:graphicData>
        </a:graphic>
      </p:graphicFrame>
      <p:graphicFrame>
        <p:nvGraphicFramePr>
          <p:cNvPr id="574496" name="Object 32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4496" name="Equation" r:id="rId15" imgW="1536700" imgH="469900" progId="Equation.3">
              <p:embed/>
            </p:oleObj>
          </a:graphicData>
        </a:graphic>
      </p:graphicFrame>
      <p:graphicFrame>
        <p:nvGraphicFramePr>
          <p:cNvPr id="574497" name="Object 33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4497" name="Equation" r:id="rId16" imgW="1727200" imgH="469900" progId="Equation.3">
              <p:embed/>
            </p:oleObj>
          </a:graphicData>
        </a:graphic>
      </p:graphicFrame>
      <p:graphicFrame>
        <p:nvGraphicFramePr>
          <p:cNvPr id="574498" name="Object 34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4498" name="Equation" r:id="rId17" imgW="1638300" imgH="444500" progId="Equation.3">
              <p:embed/>
            </p:oleObj>
          </a:graphicData>
        </a:graphic>
      </p:graphicFrame>
      <p:graphicFrame>
        <p:nvGraphicFramePr>
          <p:cNvPr id="574499" name="Object 35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4499" name="Equation" r:id="rId18" imgW="1612900" imgH="469900" progId="Equation.3">
              <p:embed/>
            </p:oleObj>
          </a:graphicData>
        </a:graphic>
      </p:graphicFrame>
      <p:sp>
        <p:nvSpPr>
          <p:cNvPr id="574500" name="Line 36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4501" name="Text Box 37"/>
          <p:cNvSpPr txBox="1">
            <a:spLocks noChangeArrowheads="1"/>
          </p:cNvSpPr>
          <p:nvPr/>
        </p:nvSpPr>
        <p:spPr bwMode="auto">
          <a:xfrm>
            <a:off x="0" y="0"/>
            <a:ext cx="3867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Execution Example:</a:t>
            </a:r>
          </a:p>
        </p:txBody>
      </p:sp>
      <p:sp>
        <p:nvSpPr>
          <p:cNvPr id="574502" name="Line 38"/>
          <p:cNvSpPr>
            <a:spLocks noChangeShapeType="1"/>
          </p:cNvSpPr>
          <p:nvPr/>
        </p:nvSpPr>
        <p:spPr bwMode="auto">
          <a:xfrm flipH="1">
            <a:off x="8077200" y="2971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6E428-B4C0-45F7-987A-BDD8DEEAD116}" type="slidenum">
              <a:rPr lang="en-US"/>
              <a:pPr/>
              <a:t>65</a:t>
            </a:fld>
            <a:endParaRPr lang="en-US"/>
          </a:p>
        </p:txBody>
      </p:sp>
      <p:sp>
        <p:nvSpPr>
          <p:cNvPr id="575490" name="Text Box 2"/>
          <p:cNvSpPr txBox="1">
            <a:spLocks noChangeArrowheads="1"/>
          </p:cNvSpPr>
          <p:nvPr/>
        </p:nvSpPr>
        <p:spPr bwMode="auto">
          <a:xfrm>
            <a:off x="4267200" y="635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575491" name="Rectangle 3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5492" name="Line 4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493" name="Line 5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494" name="Line 6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495" name="Line 7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496" name="Line 8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497" name="Text Box 9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75498" name="Object 10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75498" name="Equation" r:id="rId3" imgW="254000" imgH="254000" progId="Equation.3">
              <p:embed/>
            </p:oleObj>
          </a:graphicData>
        </a:graphic>
      </p:graphicFrame>
      <p:graphicFrame>
        <p:nvGraphicFramePr>
          <p:cNvPr id="575499" name="Object 11"/>
          <p:cNvGraphicFramePr>
            <a:graphicFrameLocks noChangeAspect="1"/>
          </p:cNvGraphicFramePr>
          <p:nvPr/>
        </p:nvGraphicFramePr>
        <p:xfrm>
          <a:off x="2895600" y="1663700"/>
          <a:ext cx="254000" cy="254000"/>
        </p:xfrm>
        <a:graphic>
          <a:graphicData uri="http://schemas.openxmlformats.org/presentationml/2006/ole">
            <p:oleObj spid="_x0000_s575499" name="Equation" r:id="rId4" imgW="254000" imgH="254000" progId="Equation.3">
              <p:embed/>
            </p:oleObj>
          </a:graphicData>
        </a:graphic>
      </p:graphicFrame>
      <p:graphicFrame>
        <p:nvGraphicFramePr>
          <p:cNvPr id="575500" name="Object 12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75500" name="Equation" r:id="rId5" imgW="254000" imgH="355600" progId="Equation.3">
              <p:embed/>
            </p:oleObj>
          </a:graphicData>
        </a:graphic>
      </p:graphicFrame>
      <p:graphicFrame>
        <p:nvGraphicFramePr>
          <p:cNvPr id="575501" name="Object 13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75501" name="Equation" r:id="rId6" imgW="254000" imgH="355600" progId="Equation.3">
              <p:embed/>
            </p:oleObj>
          </a:graphicData>
        </a:graphic>
      </p:graphicFrame>
      <p:graphicFrame>
        <p:nvGraphicFramePr>
          <p:cNvPr id="575502" name="Object 14"/>
          <p:cNvGraphicFramePr>
            <a:graphicFrameLocks noChangeAspect="1"/>
          </p:cNvGraphicFramePr>
          <p:nvPr/>
        </p:nvGraphicFramePr>
        <p:xfrm>
          <a:off x="4262438" y="1612900"/>
          <a:ext cx="254000" cy="355600"/>
        </p:xfrm>
        <a:graphic>
          <a:graphicData uri="http://schemas.openxmlformats.org/presentationml/2006/ole">
            <p:oleObj spid="_x0000_s575502" name="Equation" r:id="rId7" imgW="254000" imgH="355600" progId="Equation.3">
              <p:embed/>
            </p:oleObj>
          </a:graphicData>
        </a:graphic>
      </p:graphicFrame>
      <p:sp>
        <p:nvSpPr>
          <p:cNvPr id="575503" name="Line 15"/>
          <p:cNvSpPr>
            <a:spLocks noChangeShapeType="1"/>
          </p:cNvSpPr>
          <p:nvPr/>
        </p:nvSpPr>
        <p:spPr bwMode="auto">
          <a:xfrm flipV="1">
            <a:off x="9144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5504" name="Object 16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75504" name="Equation" r:id="rId8" imgW="254000" imgH="254000" progId="Equation.3">
              <p:embed/>
            </p:oleObj>
          </a:graphicData>
        </a:graphic>
      </p:graphicFrame>
      <p:sp>
        <p:nvSpPr>
          <p:cNvPr id="575505" name="Rectangle 17"/>
          <p:cNvSpPr>
            <a:spLocks noChangeArrowheads="1"/>
          </p:cNvSpPr>
          <p:nvPr/>
        </p:nvSpPr>
        <p:spPr bwMode="auto">
          <a:xfrm>
            <a:off x="7162800" y="2057400"/>
            <a:ext cx="914400" cy="1212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5506" name="Object 18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75506" name="Equation" r:id="rId9" imgW="228600" imgH="419100" progId="Equation.3">
              <p:embed/>
            </p:oleObj>
          </a:graphicData>
        </a:graphic>
      </p:graphicFrame>
      <p:sp>
        <p:nvSpPr>
          <p:cNvPr id="575507" name="Text Box 19"/>
          <p:cNvSpPr txBox="1">
            <a:spLocks noChangeArrowheads="1"/>
          </p:cNvSpPr>
          <p:nvPr/>
        </p:nvSpPr>
        <p:spPr bwMode="auto">
          <a:xfrm>
            <a:off x="7010400" y="3352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75508" name="Line 20"/>
          <p:cNvSpPr>
            <a:spLocks noChangeShapeType="1"/>
          </p:cNvSpPr>
          <p:nvPr/>
        </p:nvSpPr>
        <p:spPr bwMode="auto">
          <a:xfrm>
            <a:off x="7162800" y="2667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5509" name="Object 21"/>
          <p:cNvGraphicFramePr>
            <a:graphicFrameLocks noChangeAspect="1"/>
          </p:cNvGraphicFramePr>
          <p:nvPr/>
        </p:nvGraphicFramePr>
        <p:xfrm>
          <a:off x="7543800" y="2209800"/>
          <a:ext cx="254000" cy="355600"/>
        </p:xfrm>
        <a:graphic>
          <a:graphicData uri="http://schemas.openxmlformats.org/presentationml/2006/ole">
            <p:oleObj spid="_x0000_s575509" name="Equation" r:id="rId10" imgW="254000" imgH="355600" progId="Equation.3">
              <p:embed/>
            </p:oleObj>
          </a:graphicData>
        </a:graphic>
      </p:graphicFrame>
      <p:sp>
        <p:nvSpPr>
          <p:cNvPr id="575510" name="Text Box 22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5511" name="Object 23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5511" name="Equation" r:id="rId11" imgW="1587240" imgH="507960" progId="Equation.3">
              <p:embed/>
            </p:oleObj>
          </a:graphicData>
        </a:graphic>
      </p:graphicFrame>
      <p:sp>
        <p:nvSpPr>
          <p:cNvPr id="575512" name="Oval 24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5513" name="Oval 25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5514" name="Oval 26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5515" name="Object 27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5515" name="Equation" r:id="rId12" imgW="381000" imgH="457200" progId="Equation.3">
              <p:embed/>
            </p:oleObj>
          </a:graphicData>
        </a:graphic>
      </p:graphicFrame>
      <p:graphicFrame>
        <p:nvGraphicFramePr>
          <p:cNvPr id="575516" name="Object 28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5516" name="Equation" r:id="rId13" imgW="431800" imgH="457200" progId="Equation.3">
              <p:embed/>
            </p:oleObj>
          </a:graphicData>
        </a:graphic>
      </p:graphicFrame>
      <p:sp>
        <p:nvSpPr>
          <p:cNvPr id="575517" name="Freeform 29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5518" name="Object 30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5518" name="Equation" r:id="rId14" imgW="1765300" imgH="469900" progId="Equation.3">
              <p:embed/>
            </p:oleObj>
          </a:graphicData>
        </a:graphic>
      </p:graphicFrame>
      <p:sp>
        <p:nvSpPr>
          <p:cNvPr id="575519" name="Line 31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5520" name="Object 32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5520" name="Equation" r:id="rId15" imgW="1790700" imgH="444500" progId="Equation.3">
              <p:embed/>
            </p:oleObj>
          </a:graphicData>
        </a:graphic>
      </p:graphicFrame>
      <p:graphicFrame>
        <p:nvGraphicFramePr>
          <p:cNvPr id="575521" name="Object 33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5521" name="Equation" r:id="rId16" imgW="1536700" imgH="469900" progId="Equation.3">
              <p:embed/>
            </p:oleObj>
          </a:graphicData>
        </a:graphic>
      </p:graphicFrame>
      <p:graphicFrame>
        <p:nvGraphicFramePr>
          <p:cNvPr id="575522" name="Object 34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5522" name="Equation" r:id="rId17" imgW="1727200" imgH="469900" progId="Equation.3">
              <p:embed/>
            </p:oleObj>
          </a:graphicData>
        </a:graphic>
      </p:graphicFrame>
      <p:graphicFrame>
        <p:nvGraphicFramePr>
          <p:cNvPr id="575523" name="Object 35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5523" name="Equation" r:id="rId18" imgW="1638300" imgH="444500" progId="Equation.3">
              <p:embed/>
            </p:oleObj>
          </a:graphicData>
        </a:graphic>
      </p:graphicFrame>
      <p:graphicFrame>
        <p:nvGraphicFramePr>
          <p:cNvPr id="575524" name="Object 36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5524" name="Equation" r:id="rId19" imgW="1612900" imgH="469900" progId="Equation.3">
              <p:embed/>
            </p:oleObj>
          </a:graphicData>
        </a:graphic>
      </p:graphicFrame>
      <p:sp>
        <p:nvSpPr>
          <p:cNvPr id="575525" name="Line 37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526" name="Oval 38"/>
          <p:cNvSpPr>
            <a:spLocks noChangeArrowheads="1"/>
          </p:cNvSpPr>
          <p:nvPr/>
        </p:nvSpPr>
        <p:spPr bwMode="auto">
          <a:xfrm>
            <a:off x="990600" y="3048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5527" name="Line 39"/>
          <p:cNvSpPr>
            <a:spLocks noChangeShapeType="1"/>
          </p:cNvSpPr>
          <p:nvPr/>
        </p:nvSpPr>
        <p:spPr bwMode="auto">
          <a:xfrm flipH="1">
            <a:off x="8077200" y="236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CB096-7477-4B6C-8ECC-26E068764DE5}" type="slidenum">
              <a:rPr lang="en-US"/>
              <a:pPr/>
              <a:t>66</a:t>
            </a:fld>
            <a:endParaRPr lang="en-US"/>
          </a:p>
        </p:txBody>
      </p:sp>
      <p:sp>
        <p:nvSpPr>
          <p:cNvPr id="576514" name="Text Box 2"/>
          <p:cNvSpPr txBox="1">
            <a:spLocks noChangeArrowheads="1"/>
          </p:cNvSpPr>
          <p:nvPr/>
        </p:nvSpPr>
        <p:spPr bwMode="auto">
          <a:xfrm>
            <a:off x="4267200" y="635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576515" name="Rectangle 3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6516" name="Line 4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17" name="Line 5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18" name="Line 6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19" name="Line 7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20" name="Line 8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21" name="Text Box 9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76522" name="Object 10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76522" name="Equation" r:id="rId3" imgW="254000" imgH="254000" progId="Equation.3">
              <p:embed/>
            </p:oleObj>
          </a:graphicData>
        </a:graphic>
      </p:graphicFrame>
      <p:graphicFrame>
        <p:nvGraphicFramePr>
          <p:cNvPr id="576523" name="Object 11"/>
          <p:cNvGraphicFramePr>
            <a:graphicFrameLocks noChangeAspect="1"/>
          </p:cNvGraphicFramePr>
          <p:nvPr/>
        </p:nvGraphicFramePr>
        <p:xfrm>
          <a:off x="2895600" y="1600200"/>
          <a:ext cx="254000" cy="355600"/>
        </p:xfrm>
        <a:graphic>
          <a:graphicData uri="http://schemas.openxmlformats.org/presentationml/2006/ole">
            <p:oleObj spid="_x0000_s576523" name="Equation" r:id="rId4" imgW="254000" imgH="355600" progId="Equation.3">
              <p:embed/>
            </p:oleObj>
          </a:graphicData>
        </a:graphic>
      </p:graphicFrame>
      <p:graphicFrame>
        <p:nvGraphicFramePr>
          <p:cNvPr id="576524" name="Object 12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76524" name="Equation" r:id="rId5" imgW="254000" imgH="355600" progId="Equation.3">
              <p:embed/>
            </p:oleObj>
          </a:graphicData>
        </a:graphic>
      </p:graphicFrame>
      <p:graphicFrame>
        <p:nvGraphicFramePr>
          <p:cNvPr id="576525" name="Object 13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76525" name="Equation" r:id="rId6" imgW="254000" imgH="355600" progId="Equation.3">
              <p:embed/>
            </p:oleObj>
          </a:graphicData>
        </a:graphic>
      </p:graphicFrame>
      <p:sp>
        <p:nvSpPr>
          <p:cNvPr id="576526" name="Line 14"/>
          <p:cNvSpPr>
            <a:spLocks noChangeShapeType="1"/>
          </p:cNvSpPr>
          <p:nvPr/>
        </p:nvSpPr>
        <p:spPr bwMode="auto">
          <a:xfrm flipV="1">
            <a:off x="16002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6527" name="Object 15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76527" name="Equation" r:id="rId7" imgW="254000" imgH="254000" progId="Equation.3">
              <p:embed/>
            </p:oleObj>
          </a:graphicData>
        </a:graphic>
      </p:graphicFrame>
      <p:sp>
        <p:nvSpPr>
          <p:cNvPr id="576528" name="Rectangle 16"/>
          <p:cNvSpPr>
            <a:spLocks noChangeArrowheads="1"/>
          </p:cNvSpPr>
          <p:nvPr/>
        </p:nvSpPr>
        <p:spPr bwMode="auto">
          <a:xfrm>
            <a:off x="7162800" y="2057400"/>
            <a:ext cx="914400" cy="1212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6529" name="Object 17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76529" name="Equation" r:id="rId8" imgW="228600" imgH="419100" progId="Equation.3">
              <p:embed/>
            </p:oleObj>
          </a:graphicData>
        </a:graphic>
      </p:graphicFrame>
      <p:sp>
        <p:nvSpPr>
          <p:cNvPr id="576530" name="Text Box 18"/>
          <p:cNvSpPr txBox="1">
            <a:spLocks noChangeArrowheads="1"/>
          </p:cNvSpPr>
          <p:nvPr/>
        </p:nvSpPr>
        <p:spPr bwMode="auto">
          <a:xfrm>
            <a:off x="7010400" y="3352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76531" name="Object 19"/>
          <p:cNvGraphicFramePr>
            <a:graphicFrameLocks noChangeAspect="1"/>
          </p:cNvGraphicFramePr>
          <p:nvPr/>
        </p:nvGraphicFramePr>
        <p:xfrm>
          <a:off x="4267200" y="1676400"/>
          <a:ext cx="254000" cy="254000"/>
        </p:xfrm>
        <a:graphic>
          <a:graphicData uri="http://schemas.openxmlformats.org/presentationml/2006/ole">
            <p:oleObj spid="_x0000_s576531" name="Equation" r:id="rId9" imgW="254000" imgH="254000" progId="Equation.3">
              <p:embed/>
            </p:oleObj>
          </a:graphicData>
        </a:graphic>
      </p:graphicFrame>
      <p:graphicFrame>
        <p:nvGraphicFramePr>
          <p:cNvPr id="576532" name="Object 20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76532" name="Equation" r:id="rId10" imgW="228600" imgH="419100" progId="Equation.3">
              <p:embed/>
            </p:oleObj>
          </a:graphicData>
        </a:graphic>
      </p:graphicFrame>
      <p:sp>
        <p:nvSpPr>
          <p:cNvPr id="576533" name="Text Box 21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6534" name="Object 22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6534" name="Equation" r:id="rId11" imgW="1587240" imgH="507960" progId="Equation.3">
              <p:embed/>
            </p:oleObj>
          </a:graphicData>
        </a:graphic>
      </p:graphicFrame>
      <p:sp>
        <p:nvSpPr>
          <p:cNvPr id="576535" name="Oval 23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6536" name="Oval 24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6537" name="Oval 25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6538" name="Object 26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6538" name="Equation" r:id="rId12" imgW="381000" imgH="457200" progId="Equation.3">
              <p:embed/>
            </p:oleObj>
          </a:graphicData>
        </a:graphic>
      </p:graphicFrame>
      <p:graphicFrame>
        <p:nvGraphicFramePr>
          <p:cNvPr id="576539" name="Object 27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6539" name="Equation" r:id="rId13" imgW="431800" imgH="457200" progId="Equation.3">
              <p:embed/>
            </p:oleObj>
          </a:graphicData>
        </a:graphic>
      </p:graphicFrame>
      <p:sp>
        <p:nvSpPr>
          <p:cNvPr id="576540" name="Freeform 28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6541" name="Object 29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6541" name="Equation" r:id="rId14" imgW="1765300" imgH="469900" progId="Equation.3">
              <p:embed/>
            </p:oleObj>
          </a:graphicData>
        </a:graphic>
      </p:graphicFrame>
      <p:sp>
        <p:nvSpPr>
          <p:cNvPr id="576542" name="Line 30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6543" name="Object 31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6543" name="Equation" r:id="rId15" imgW="1790700" imgH="444500" progId="Equation.3">
              <p:embed/>
            </p:oleObj>
          </a:graphicData>
        </a:graphic>
      </p:graphicFrame>
      <p:graphicFrame>
        <p:nvGraphicFramePr>
          <p:cNvPr id="576544" name="Object 32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6544" name="Equation" r:id="rId16" imgW="1536700" imgH="469900" progId="Equation.3">
              <p:embed/>
            </p:oleObj>
          </a:graphicData>
        </a:graphic>
      </p:graphicFrame>
      <p:graphicFrame>
        <p:nvGraphicFramePr>
          <p:cNvPr id="576545" name="Object 33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6545" name="Equation" r:id="rId17" imgW="1727200" imgH="469900" progId="Equation.3">
              <p:embed/>
            </p:oleObj>
          </a:graphicData>
        </a:graphic>
      </p:graphicFrame>
      <p:graphicFrame>
        <p:nvGraphicFramePr>
          <p:cNvPr id="576546" name="Object 34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6546" name="Equation" r:id="rId18" imgW="1638300" imgH="444500" progId="Equation.3">
              <p:embed/>
            </p:oleObj>
          </a:graphicData>
        </a:graphic>
      </p:graphicFrame>
      <p:graphicFrame>
        <p:nvGraphicFramePr>
          <p:cNvPr id="576547" name="Object 35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6547" name="Equation" r:id="rId19" imgW="1612900" imgH="469900" progId="Equation.3">
              <p:embed/>
            </p:oleObj>
          </a:graphicData>
        </a:graphic>
      </p:graphicFrame>
      <p:sp>
        <p:nvSpPr>
          <p:cNvPr id="576548" name="Line 36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49" name="Oval 37"/>
          <p:cNvSpPr>
            <a:spLocks noChangeArrowheads="1"/>
          </p:cNvSpPr>
          <p:nvPr/>
        </p:nvSpPr>
        <p:spPr bwMode="auto">
          <a:xfrm>
            <a:off x="3276600" y="4191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50" name="Line 38"/>
          <p:cNvSpPr>
            <a:spLocks noChangeShapeType="1"/>
          </p:cNvSpPr>
          <p:nvPr/>
        </p:nvSpPr>
        <p:spPr bwMode="auto">
          <a:xfrm>
            <a:off x="7162800" y="2667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6551" name="Object 39"/>
          <p:cNvGraphicFramePr>
            <a:graphicFrameLocks noChangeAspect="1"/>
          </p:cNvGraphicFramePr>
          <p:nvPr/>
        </p:nvGraphicFramePr>
        <p:xfrm>
          <a:off x="7543800" y="2209800"/>
          <a:ext cx="252413" cy="381000"/>
        </p:xfrm>
        <a:graphic>
          <a:graphicData uri="http://schemas.openxmlformats.org/presentationml/2006/ole">
            <p:oleObj spid="_x0000_s576551" name="Equation" r:id="rId20" imgW="253800" imgH="380880" progId="Equation.3">
              <p:embed/>
            </p:oleObj>
          </a:graphicData>
        </a:graphic>
      </p:graphicFrame>
      <p:sp>
        <p:nvSpPr>
          <p:cNvPr id="576552" name="Line 40"/>
          <p:cNvSpPr>
            <a:spLocks noChangeShapeType="1"/>
          </p:cNvSpPr>
          <p:nvPr/>
        </p:nvSpPr>
        <p:spPr bwMode="auto">
          <a:xfrm>
            <a:off x="7162800" y="20574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53" name="Line 41"/>
          <p:cNvSpPr>
            <a:spLocks noChangeShapeType="1"/>
          </p:cNvSpPr>
          <p:nvPr/>
        </p:nvSpPr>
        <p:spPr bwMode="auto">
          <a:xfrm flipH="1">
            <a:off x="7162800" y="20574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6554" name="Line 42"/>
          <p:cNvSpPr>
            <a:spLocks noChangeShapeType="1"/>
          </p:cNvSpPr>
          <p:nvPr/>
        </p:nvSpPr>
        <p:spPr bwMode="auto">
          <a:xfrm flipH="1">
            <a:off x="8077200" y="2971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E7A8F-1962-4964-8511-464A8431F8C2}" type="slidenum">
              <a:rPr lang="en-US"/>
              <a:pPr/>
              <a:t>67</a:t>
            </a:fld>
            <a:endParaRPr lang="en-US"/>
          </a:p>
        </p:txBody>
      </p:sp>
      <p:sp>
        <p:nvSpPr>
          <p:cNvPr id="577538" name="Text Box 2"/>
          <p:cNvSpPr txBox="1">
            <a:spLocks noChangeArrowheads="1"/>
          </p:cNvSpPr>
          <p:nvPr/>
        </p:nvSpPr>
        <p:spPr bwMode="auto">
          <a:xfrm>
            <a:off x="4267200" y="635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577539" name="Rectangle 3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7540" name="Line 4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41" name="Line 5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42" name="Line 6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43" name="Line 7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44" name="Line 8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45" name="Text Box 9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77546" name="Object 10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77546" name="Equation" r:id="rId3" imgW="254000" imgH="254000" progId="Equation.3">
              <p:embed/>
            </p:oleObj>
          </a:graphicData>
        </a:graphic>
      </p:graphicFrame>
      <p:graphicFrame>
        <p:nvGraphicFramePr>
          <p:cNvPr id="577547" name="Object 11"/>
          <p:cNvGraphicFramePr>
            <a:graphicFrameLocks noChangeAspect="1"/>
          </p:cNvGraphicFramePr>
          <p:nvPr/>
        </p:nvGraphicFramePr>
        <p:xfrm>
          <a:off x="2895600" y="1600200"/>
          <a:ext cx="254000" cy="355600"/>
        </p:xfrm>
        <a:graphic>
          <a:graphicData uri="http://schemas.openxmlformats.org/presentationml/2006/ole">
            <p:oleObj spid="_x0000_s577547" name="Equation" r:id="rId4" imgW="254000" imgH="355600" progId="Equation.3">
              <p:embed/>
            </p:oleObj>
          </a:graphicData>
        </a:graphic>
      </p:graphicFrame>
      <p:graphicFrame>
        <p:nvGraphicFramePr>
          <p:cNvPr id="577548" name="Object 12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77548" name="Equation" r:id="rId5" imgW="254000" imgH="355600" progId="Equation.3">
              <p:embed/>
            </p:oleObj>
          </a:graphicData>
        </a:graphic>
      </p:graphicFrame>
      <p:graphicFrame>
        <p:nvGraphicFramePr>
          <p:cNvPr id="577549" name="Object 13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77549" name="Equation" r:id="rId6" imgW="254000" imgH="355600" progId="Equation.3">
              <p:embed/>
            </p:oleObj>
          </a:graphicData>
        </a:graphic>
      </p:graphicFrame>
      <p:sp>
        <p:nvSpPr>
          <p:cNvPr id="577550" name="Line 14"/>
          <p:cNvSpPr>
            <a:spLocks noChangeShapeType="1"/>
          </p:cNvSpPr>
          <p:nvPr/>
        </p:nvSpPr>
        <p:spPr bwMode="auto">
          <a:xfrm flipV="1">
            <a:off x="22860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7551" name="Object 15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77551" name="Equation" r:id="rId7" imgW="254000" imgH="254000" progId="Equation.3">
              <p:embed/>
            </p:oleObj>
          </a:graphicData>
        </a:graphic>
      </p:graphicFrame>
      <p:sp>
        <p:nvSpPr>
          <p:cNvPr id="577552" name="Rectangle 16"/>
          <p:cNvSpPr>
            <a:spLocks noChangeArrowheads="1"/>
          </p:cNvSpPr>
          <p:nvPr/>
        </p:nvSpPr>
        <p:spPr bwMode="auto">
          <a:xfrm>
            <a:off x="7162800" y="2057400"/>
            <a:ext cx="914400" cy="1212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7553" name="Object 17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77553" name="Equation" r:id="rId8" imgW="228600" imgH="419100" progId="Equation.3">
              <p:embed/>
            </p:oleObj>
          </a:graphicData>
        </a:graphic>
      </p:graphicFrame>
      <p:sp>
        <p:nvSpPr>
          <p:cNvPr id="577554" name="Text Box 18"/>
          <p:cNvSpPr txBox="1">
            <a:spLocks noChangeArrowheads="1"/>
          </p:cNvSpPr>
          <p:nvPr/>
        </p:nvSpPr>
        <p:spPr bwMode="auto">
          <a:xfrm>
            <a:off x="7010400" y="3352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77555" name="Object 19"/>
          <p:cNvGraphicFramePr>
            <a:graphicFrameLocks noChangeAspect="1"/>
          </p:cNvGraphicFramePr>
          <p:nvPr/>
        </p:nvGraphicFramePr>
        <p:xfrm>
          <a:off x="4267200" y="1676400"/>
          <a:ext cx="254000" cy="254000"/>
        </p:xfrm>
        <a:graphic>
          <a:graphicData uri="http://schemas.openxmlformats.org/presentationml/2006/ole">
            <p:oleObj spid="_x0000_s577555" name="Equation" r:id="rId9" imgW="254000" imgH="254000" progId="Equation.3">
              <p:embed/>
            </p:oleObj>
          </a:graphicData>
        </a:graphic>
      </p:graphicFrame>
      <p:sp>
        <p:nvSpPr>
          <p:cNvPr id="577556" name="Line 20"/>
          <p:cNvSpPr>
            <a:spLocks noChangeShapeType="1"/>
          </p:cNvSpPr>
          <p:nvPr/>
        </p:nvSpPr>
        <p:spPr bwMode="auto">
          <a:xfrm>
            <a:off x="7162800" y="2667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7557" name="Object 21"/>
          <p:cNvGraphicFramePr>
            <a:graphicFrameLocks noChangeAspect="1"/>
          </p:cNvGraphicFramePr>
          <p:nvPr/>
        </p:nvGraphicFramePr>
        <p:xfrm>
          <a:off x="7543800" y="2209800"/>
          <a:ext cx="177800" cy="342900"/>
        </p:xfrm>
        <a:graphic>
          <a:graphicData uri="http://schemas.openxmlformats.org/presentationml/2006/ole">
            <p:oleObj spid="_x0000_s577557" name="Equation" r:id="rId10" imgW="177800" imgH="342900" progId="Equation.3">
              <p:embed/>
            </p:oleObj>
          </a:graphicData>
        </a:graphic>
      </p:graphicFrame>
      <p:sp>
        <p:nvSpPr>
          <p:cNvPr id="577558" name="Text Box 22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7559" name="Object 23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7559" name="Equation" r:id="rId11" imgW="1587240" imgH="507960" progId="Equation.3">
              <p:embed/>
            </p:oleObj>
          </a:graphicData>
        </a:graphic>
      </p:graphicFrame>
      <p:sp>
        <p:nvSpPr>
          <p:cNvPr id="577560" name="Oval 24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7561" name="Oval 25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7562" name="Oval 26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7563" name="Object 27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7563" name="Equation" r:id="rId12" imgW="381000" imgH="457200" progId="Equation.3">
              <p:embed/>
            </p:oleObj>
          </a:graphicData>
        </a:graphic>
      </p:graphicFrame>
      <p:graphicFrame>
        <p:nvGraphicFramePr>
          <p:cNvPr id="577564" name="Object 28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7564" name="Equation" r:id="rId13" imgW="431800" imgH="457200" progId="Equation.3">
              <p:embed/>
            </p:oleObj>
          </a:graphicData>
        </a:graphic>
      </p:graphicFrame>
      <p:sp>
        <p:nvSpPr>
          <p:cNvPr id="577565" name="Freeform 29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7566" name="Object 30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7566" name="Equation" r:id="rId14" imgW="1765300" imgH="469900" progId="Equation.3">
              <p:embed/>
            </p:oleObj>
          </a:graphicData>
        </a:graphic>
      </p:graphicFrame>
      <p:sp>
        <p:nvSpPr>
          <p:cNvPr id="577567" name="Line 31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7568" name="Object 32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7568" name="Equation" r:id="rId15" imgW="1790700" imgH="444500" progId="Equation.3">
              <p:embed/>
            </p:oleObj>
          </a:graphicData>
        </a:graphic>
      </p:graphicFrame>
      <p:graphicFrame>
        <p:nvGraphicFramePr>
          <p:cNvPr id="577569" name="Object 33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7569" name="Equation" r:id="rId16" imgW="1536700" imgH="469900" progId="Equation.3">
              <p:embed/>
            </p:oleObj>
          </a:graphicData>
        </a:graphic>
      </p:graphicFrame>
      <p:graphicFrame>
        <p:nvGraphicFramePr>
          <p:cNvPr id="577570" name="Object 34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7570" name="Equation" r:id="rId17" imgW="1727200" imgH="469900" progId="Equation.3">
              <p:embed/>
            </p:oleObj>
          </a:graphicData>
        </a:graphic>
      </p:graphicFrame>
      <p:graphicFrame>
        <p:nvGraphicFramePr>
          <p:cNvPr id="577571" name="Object 35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7571" name="Equation" r:id="rId18" imgW="1638300" imgH="444500" progId="Equation.3">
              <p:embed/>
            </p:oleObj>
          </a:graphicData>
        </a:graphic>
      </p:graphicFrame>
      <p:graphicFrame>
        <p:nvGraphicFramePr>
          <p:cNvPr id="577572" name="Object 36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7572" name="Equation" r:id="rId19" imgW="1612900" imgH="469900" progId="Equation.3">
              <p:embed/>
            </p:oleObj>
          </a:graphicData>
        </a:graphic>
      </p:graphicFrame>
      <p:sp>
        <p:nvSpPr>
          <p:cNvPr id="577573" name="Line 37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74" name="Oval 38"/>
          <p:cNvSpPr>
            <a:spLocks noChangeArrowheads="1"/>
          </p:cNvSpPr>
          <p:nvPr/>
        </p:nvSpPr>
        <p:spPr bwMode="auto">
          <a:xfrm>
            <a:off x="3352800" y="3048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7575" name="Line 39"/>
          <p:cNvSpPr>
            <a:spLocks noChangeShapeType="1"/>
          </p:cNvSpPr>
          <p:nvPr/>
        </p:nvSpPr>
        <p:spPr bwMode="auto">
          <a:xfrm flipH="1">
            <a:off x="8077200" y="236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C568-6956-4FF3-8032-18962644CDCE}" type="slidenum">
              <a:rPr lang="en-US"/>
              <a:pPr/>
              <a:t>68</a:t>
            </a:fld>
            <a:endParaRPr lang="en-US"/>
          </a:p>
        </p:txBody>
      </p:sp>
      <p:sp>
        <p:nvSpPr>
          <p:cNvPr id="578562" name="Oval 2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8563" name="Text Box 3"/>
          <p:cNvSpPr txBox="1">
            <a:spLocks noChangeArrowheads="1"/>
          </p:cNvSpPr>
          <p:nvPr/>
        </p:nvSpPr>
        <p:spPr bwMode="auto">
          <a:xfrm>
            <a:off x="4267200" y="635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5</a:t>
            </a:r>
          </a:p>
        </p:txBody>
      </p:sp>
      <p:sp>
        <p:nvSpPr>
          <p:cNvPr id="578564" name="Rectangle 4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8565" name="Line 5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566" name="Line 6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567" name="Line 7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568" name="Line 8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569" name="Line 9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570" name="Text Box 10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78571" name="Object 11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78571" name="Equation" r:id="rId3" imgW="254000" imgH="254000" progId="Equation.3">
              <p:embed/>
            </p:oleObj>
          </a:graphicData>
        </a:graphic>
      </p:graphicFrame>
      <p:graphicFrame>
        <p:nvGraphicFramePr>
          <p:cNvPr id="578572" name="Object 12"/>
          <p:cNvGraphicFramePr>
            <a:graphicFrameLocks noChangeAspect="1"/>
          </p:cNvGraphicFramePr>
          <p:nvPr/>
        </p:nvGraphicFramePr>
        <p:xfrm>
          <a:off x="2895600" y="1600200"/>
          <a:ext cx="254000" cy="355600"/>
        </p:xfrm>
        <a:graphic>
          <a:graphicData uri="http://schemas.openxmlformats.org/presentationml/2006/ole">
            <p:oleObj spid="_x0000_s578572" name="Equation" r:id="rId4" imgW="254000" imgH="355600" progId="Equation.3">
              <p:embed/>
            </p:oleObj>
          </a:graphicData>
        </a:graphic>
      </p:graphicFrame>
      <p:graphicFrame>
        <p:nvGraphicFramePr>
          <p:cNvPr id="578573" name="Object 13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78573" name="Equation" r:id="rId5" imgW="254000" imgH="355600" progId="Equation.3">
              <p:embed/>
            </p:oleObj>
          </a:graphicData>
        </a:graphic>
      </p:graphicFrame>
      <p:graphicFrame>
        <p:nvGraphicFramePr>
          <p:cNvPr id="578574" name="Object 14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78574" name="Equation" r:id="rId6" imgW="254000" imgH="355600" progId="Equation.3">
              <p:embed/>
            </p:oleObj>
          </a:graphicData>
        </a:graphic>
      </p:graphicFrame>
      <p:sp>
        <p:nvSpPr>
          <p:cNvPr id="578575" name="Line 15"/>
          <p:cNvSpPr>
            <a:spLocks noChangeShapeType="1"/>
          </p:cNvSpPr>
          <p:nvPr/>
        </p:nvSpPr>
        <p:spPr bwMode="auto">
          <a:xfrm flipV="1">
            <a:off x="29718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8576" name="Object 16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78576" name="Equation" r:id="rId7" imgW="254000" imgH="254000" progId="Equation.3">
              <p:embed/>
            </p:oleObj>
          </a:graphicData>
        </a:graphic>
      </p:graphicFrame>
      <p:sp>
        <p:nvSpPr>
          <p:cNvPr id="578577" name="Rectangle 17"/>
          <p:cNvSpPr>
            <a:spLocks noChangeArrowheads="1"/>
          </p:cNvSpPr>
          <p:nvPr/>
        </p:nvSpPr>
        <p:spPr bwMode="auto">
          <a:xfrm>
            <a:off x="7162800" y="1447800"/>
            <a:ext cx="914400" cy="1822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8578" name="Object 18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78578" name="Equation" r:id="rId8" imgW="228600" imgH="419100" progId="Equation.3">
              <p:embed/>
            </p:oleObj>
          </a:graphicData>
        </a:graphic>
      </p:graphicFrame>
      <p:sp>
        <p:nvSpPr>
          <p:cNvPr id="578579" name="Text Box 19"/>
          <p:cNvSpPr txBox="1">
            <a:spLocks noChangeArrowheads="1"/>
          </p:cNvSpPr>
          <p:nvPr/>
        </p:nvSpPr>
        <p:spPr bwMode="auto">
          <a:xfrm>
            <a:off x="7010400" y="3352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78580" name="Object 20"/>
          <p:cNvGraphicFramePr>
            <a:graphicFrameLocks noChangeAspect="1"/>
          </p:cNvGraphicFramePr>
          <p:nvPr/>
        </p:nvGraphicFramePr>
        <p:xfrm>
          <a:off x="4267200" y="1676400"/>
          <a:ext cx="254000" cy="254000"/>
        </p:xfrm>
        <a:graphic>
          <a:graphicData uri="http://schemas.openxmlformats.org/presentationml/2006/ole">
            <p:oleObj spid="_x0000_s578580" name="Equation" r:id="rId9" imgW="254000" imgH="254000" progId="Equation.3">
              <p:embed/>
            </p:oleObj>
          </a:graphicData>
        </a:graphic>
      </p:graphicFrame>
      <p:sp>
        <p:nvSpPr>
          <p:cNvPr id="578581" name="Line 21"/>
          <p:cNvSpPr>
            <a:spLocks noChangeShapeType="1"/>
          </p:cNvSpPr>
          <p:nvPr/>
        </p:nvSpPr>
        <p:spPr bwMode="auto">
          <a:xfrm>
            <a:off x="7162800" y="2667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8582" name="Object 22"/>
          <p:cNvGraphicFramePr>
            <a:graphicFrameLocks noChangeAspect="1"/>
          </p:cNvGraphicFramePr>
          <p:nvPr/>
        </p:nvGraphicFramePr>
        <p:xfrm>
          <a:off x="7543800" y="2209800"/>
          <a:ext cx="177800" cy="342900"/>
        </p:xfrm>
        <a:graphic>
          <a:graphicData uri="http://schemas.openxmlformats.org/presentationml/2006/ole">
            <p:oleObj spid="_x0000_s578582" name="Equation" r:id="rId10" imgW="177800" imgH="342900" progId="Equation.3">
              <p:embed/>
            </p:oleObj>
          </a:graphicData>
        </a:graphic>
      </p:graphicFrame>
      <p:sp>
        <p:nvSpPr>
          <p:cNvPr id="578583" name="Line 23"/>
          <p:cNvSpPr>
            <a:spLocks noChangeShapeType="1"/>
          </p:cNvSpPr>
          <p:nvPr/>
        </p:nvSpPr>
        <p:spPr bwMode="auto">
          <a:xfrm>
            <a:off x="7162800" y="2057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8584" name="Object 24"/>
          <p:cNvGraphicFramePr>
            <a:graphicFrameLocks noChangeAspect="1"/>
          </p:cNvGraphicFramePr>
          <p:nvPr/>
        </p:nvGraphicFramePr>
        <p:xfrm>
          <a:off x="7543800" y="1600200"/>
          <a:ext cx="177800" cy="342900"/>
        </p:xfrm>
        <a:graphic>
          <a:graphicData uri="http://schemas.openxmlformats.org/presentationml/2006/ole">
            <p:oleObj spid="_x0000_s578584" name="Equation" r:id="rId11" imgW="177800" imgH="342900" progId="Equation.3">
              <p:embed/>
            </p:oleObj>
          </a:graphicData>
        </a:graphic>
      </p:graphicFrame>
      <p:sp>
        <p:nvSpPr>
          <p:cNvPr id="578585" name="Text Box 25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8586" name="Object 26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8586" name="Equation" r:id="rId12" imgW="1587240" imgH="507960" progId="Equation.3">
              <p:embed/>
            </p:oleObj>
          </a:graphicData>
        </a:graphic>
      </p:graphicFrame>
      <p:sp>
        <p:nvSpPr>
          <p:cNvPr id="578587" name="Oval 27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8588" name="Oval 28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8589" name="Object 29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8589" name="Equation" r:id="rId13" imgW="381000" imgH="457200" progId="Equation.3">
              <p:embed/>
            </p:oleObj>
          </a:graphicData>
        </a:graphic>
      </p:graphicFrame>
      <p:graphicFrame>
        <p:nvGraphicFramePr>
          <p:cNvPr id="578590" name="Object 30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8590" name="Equation" r:id="rId14" imgW="431800" imgH="457200" progId="Equation.3">
              <p:embed/>
            </p:oleObj>
          </a:graphicData>
        </a:graphic>
      </p:graphicFrame>
      <p:sp>
        <p:nvSpPr>
          <p:cNvPr id="578591" name="Freeform 31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8592" name="Object 32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8592" name="Equation" r:id="rId15" imgW="1765300" imgH="469900" progId="Equation.3">
              <p:embed/>
            </p:oleObj>
          </a:graphicData>
        </a:graphic>
      </p:graphicFrame>
      <p:sp>
        <p:nvSpPr>
          <p:cNvPr id="578593" name="Line 33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8594" name="Object 34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8594" name="Equation" r:id="rId16" imgW="1790700" imgH="444500" progId="Equation.3">
              <p:embed/>
            </p:oleObj>
          </a:graphicData>
        </a:graphic>
      </p:graphicFrame>
      <p:graphicFrame>
        <p:nvGraphicFramePr>
          <p:cNvPr id="578595" name="Object 35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8595" name="Equation" r:id="rId17" imgW="1536700" imgH="469900" progId="Equation.3">
              <p:embed/>
            </p:oleObj>
          </a:graphicData>
        </a:graphic>
      </p:graphicFrame>
      <p:graphicFrame>
        <p:nvGraphicFramePr>
          <p:cNvPr id="578596" name="Object 36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8596" name="Equation" r:id="rId18" imgW="1727200" imgH="469900" progId="Equation.3">
              <p:embed/>
            </p:oleObj>
          </a:graphicData>
        </a:graphic>
      </p:graphicFrame>
      <p:graphicFrame>
        <p:nvGraphicFramePr>
          <p:cNvPr id="578597" name="Object 37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8597" name="Equation" r:id="rId19" imgW="1638300" imgH="444500" progId="Equation.3">
              <p:embed/>
            </p:oleObj>
          </a:graphicData>
        </a:graphic>
      </p:graphicFrame>
      <p:graphicFrame>
        <p:nvGraphicFramePr>
          <p:cNvPr id="578598" name="Object 38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8598" name="Equation" r:id="rId20" imgW="1612900" imgH="469900" progId="Equation.3">
              <p:embed/>
            </p:oleObj>
          </a:graphicData>
        </a:graphic>
      </p:graphicFrame>
      <p:sp>
        <p:nvSpPr>
          <p:cNvPr id="578599" name="Line 39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600" name="Oval 40"/>
          <p:cNvSpPr>
            <a:spLocks noChangeArrowheads="1"/>
          </p:cNvSpPr>
          <p:nvPr/>
        </p:nvSpPr>
        <p:spPr bwMode="auto">
          <a:xfrm>
            <a:off x="3276600" y="35814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8601" name="Line 41"/>
          <p:cNvSpPr>
            <a:spLocks noChangeShapeType="1"/>
          </p:cNvSpPr>
          <p:nvPr/>
        </p:nvSpPr>
        <p:spPr bwMode="auto">
          <a:xfrm flipH="1">
            <a:off x="8077200" y="1752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91C51-9487-40DC-AF39-703893D657D8}" type="slidenum">
              <a:rPr lang="en-US"/>
              <a:pPr/>
              <a:t>69</a:t>
            </a:fld>
            <a:endParaRPr lang="en-US"/>
          </a:p>
        </p:txBody>
      </p:sp>
      <p:sp>
        <p:nvSpPr>
          <p:cNvPr id="579586" name="Oval 2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4267200" y="635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6</a:t>
            </a:r>
          </a:p>
        </p:txBody>
      </p:sp>
      <p:sp>
        <p:nvSpPr>
          <p:cNvPr id="579588" name="Rectangle 4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9589" name="Line 5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590" name="Line 6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591" name="Line 7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592" name="Line 8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593" name="Line 9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594" name="Text Box 10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79595" name="Object 11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79595" name="Equation" r:id="rId3" imgW="254000" imgH="254000" progId="Equation.3">
              <p:embed/>
            </p:oleObj>
          </a:graphicData>
        </a:graphic>
      </p:graphicFrame>
      <p:graphicFrame>
        <p:nvGraphicFramePr>
          <p:cNvPr id="579596" name="Object 12"/>
          <p:cNvGraphicFramePr>
            <a:graphicFrameLocks noChangeAspect="1"/>
          </p:cNvGraphicFramePr>
          <p:nvPr/>
        </p:nvGraphicFramePr>
        <p:xfrm>
          <a:off x="2895600" y="1600200"/>
          <a:ext cx="254000" cy="355600"/>
        </p:xfrm>
        <a:graphic>
          <a:graphicData uri="http://schemas.openxmlformats.org/presentationml/2006/ole">
            <p:oleObj spid="_x0000_s579596" name="Equation" r:id="rId4" imgW="254000" imgH="355600" progId="Equation.3">
              <p:embed/>
            </p:oleObj>
          </a:graphicData>
        </a:graphic>
      </p:graphicFrame>
      <p:graphicFrame>
        <p:nvGraphicFramePr>
          <p:cNvPr id="579597" name="Object 13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79597" name="Equation" r:id="rId5" imgW="254000" imgH="355600" progId="Equation.3">
              <p:embed/>
            </p:oleObj>
          </a:graphicData>
        </a:graphic>
      </p:graphicFrame>
      <p:graphicFrame>
        <p:nvGraphicFramePr>
          <p:cNvPr id="579598" name="Object 14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79598" name="Equation" r:id="rId6" imgW="254000" imgH="355600" progId="Equation.3">
              <p:embed/>
            </p:oleObj>
          </a:graphicData>
        </a:graphic>
      </p:graphicFrame>
      <p:sp>
        <p:nvSpPr>
          <p:cNvPr id="579599" name="Line 15"/>
          <p:cNvSpPr>
            <a:spLocks noChangeShapeType="1"/>
          </p:cNvSpPr>
          <p:nvPr/>
        </p:nvSpPr>
        <p:spPr bwMode="auto">
          <a:xfrm flipV="1">
            <a:off x="36576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9600" name="Object 16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79600" name="Equation" r:id="rId7" imgW="254000" imgH="254000" progId="Equation.3">
              <p:embed/>
            </p:oleObj>
          </a:graphicData>
        </a:graphic>
      </p:graphicFrame>
      <p:sp>
        <p:nvSpPr>
          <p:cNvPr id="579601" name="Rectangle 17"/>
          <p:cNvSpPr>
            <a:spLocks noChangeArrowheads="1"/>
          </p:cNvSpPr>
          <p:nvPr/>
        </p:nvSpPr>
        <p:spPr bwMode="auto">
          <a:xfrm>
            <a:off x="7162800" y="1447800"/>
            <a:ext cx="914400" cy="1822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9602" name="Object 18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79602" name="Equation" r:id="rId8" imgW="228600" imgH="419100" progId="Equation.3">
              <p:embed/>
            </p:oleObj>
          </a:graphicData>
        </a:graphic>
      </p:graphicFrame>
      <p:sp>
        <p:nvSpPr>
          <p:cNvPr id="579603" name="Text Box 19"/>
          <p:cNvSpPr txBox="1">
            <a:spLocks noChangeArrowheads="1"/>
          </p:cNvSpPr>
          <p:nvPr/>
        </p:nvSpPr>
        <p:spPr bwMode="auto">
          <a:xfrm>
            <a:off x="7010400" y="3352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79604" name="Object 20"/>
          <p:cNvGraphicFramePr>
            <a:graphicFrameLocks noChangeAspect="1"/>
          </p:cNvGraphicFramePr>
          <p:nvPr/>
        </p:nvGraphicFramePr>
        <p:xfrm>
          <a:off x="4267200" y="1676400"/>
          <a:ext cx="254000" cy="254000"/>
        </p:xfrm>
        <a:graphic>
          <a:graphicData uri="http://schemas.openxmlformats.org/presentationml/2006/ole">
            <p:oleObj spid="_x0000_s579604" name="Equation" r:id="rId9" imgW="254000" imgH="254000" progId="Equation.3">
              <p:embed/>
            </p:oleObj>
          </a:graphicData>
        </a:graphic>
      </p:graphicFrame>
      <p:sp>
        <p:nvSpPr>
          <p:cNvPr id="579605" name="Line 21"/>
          <p:cNvSpPr>
            <a:spLocks noChangeShapeType="1"/>
          </p:cNvSpPr>
          <p:nvPr/>
        </p:nvSpPr>
        <p:spPr bwMode="auto">
          <a:xfrm>
            <a:off x="7162800" y="2667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9606" name="Object 22"/>
          <p:cNvGraphicFramePr>
            <a:graphicFrameLocks noChangeAspect="1"/>
          </p:cNvGraphicFramePr>
          <p:nvPr/>
        </p:nvGraphicFramePr>
        <p:xfrm>
          <a:off x="7543800" y="2209800"/>
          <a:ext cx="177800" cy="342900"/>
        </p:xfrm>
        <a:graphic>
          <a:graphicData uri="http://schemas.openxmlformats.org/presentationml/2006/ole">
            <p:oleObj spid="_x0000_s579606" name="Equation" r:id="rId10" imgW="177800" imgH="342900" progId="Equation.3">
              <p:embed/>
            </p:oleObj>
          </a:graphicData>
        </a:graphic>
      </p:graphicFrame>
      <p:sp>
        <p:nvSpPr>
          <p:cNvPr id="579607" name="Text Box 23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79608" name="Object 24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79608" name="Equation" r:id="rId11" imgW="1587240" imgH="507960" progId="Equation.3">
              <p:embed/>
            </p:oleObj>
          </a:graphicData>
        </a:graphic>
      </p:graphicFrame>
      <p:sp>
        <p:nvSpPr>
          <p:cNvPr id="579609" name="Oval 25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9610" name="Oval 26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9611" name="Object 27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79611" name="Equation" r:id="rId12" imgW="381000" imgH="457200" progId="Equation.3">
              <p:embed/>
            </p:oleObj>
          </a:graphicData>
        </a:graphic>
      </p:graphicFrame>
      <p:graphicFrame>
        <p:nvGraphicFramePr>
          <p:cNvPr id="579612" name="Object 28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79612" name="Equation" r:id="rId13" imgW="431800" imgH="457200" progId="Equation.3">
              <p:embed/>
            </p:oleObj>
          </a:graphicData>
        </a:graphic>
      </p:graphicFrame>
      <p:sp>
        <p:nvSpPr>
          <p:cNvPr id="579613" name="Freeform 29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9614" name="Object 30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79614" name="Equation" r:id="rId14" imgW="1765300" imgH="469900" progId="Equation.3">
              <p:embed/>
            </p:oleObj>
          </a:graphicData>
        </a:graphic>
      </p:graphicFrame>
      <p:sp>
        <p:nvSpPr>
          <p:cNvPr id="579615" name="Line 31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79616" name="Object 32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79616" name="Equation" r:id="rId15" imgW="1790700" imgH="444500" progId="Equation.3">
              <p:embed/>
            </p:oleObj>
          </a:graphicData>
        </a:graphic>
      </p:graphicFrame>
      <p:graphicFrame>
        <p:nvGraphicFramePr>
          <p:cNvPr id="579617" name="Object 33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79617" name="Equation" r:id="rId16" imgW="1536700" imgH="469900" progId="Equation.3">
              <p:embed/>
            </p:oleObj>
          </a:graphicData>
        </a:graphic>
      </p:graphicFrame>
      <p:graphicFrame>
        <p:nvGraphicFramePr>
          <p:cNvPr id="579618" name="Object 34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79618" name="Equation" r:id="rId17" imgW="1727200" imgH="469900" progId="Equation.3">
              <p:embed/>
            </p:oleObj>
          </a:graphicData>
        </a:graphic>
      </p:graphicFrame>
      <p:graphicFrame>
        <p:nvGraphicFramePr>
          <p:cNvPr id="579619" name="Object 35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79619" name="Equation" r:id="rId18" imgW="1638300" imgH="444500" progId="Equation.3">
              <p:embed/>
            </p:oleObj>
          </a:graphicData>
        </a:graphic>
      </p:graphicFrame>
      <p:graphicFrame>
        <p:nvGraphicFramePr>
          <p:cNvPr id="579620" name="Object 36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79620" name="Equation" r:id="rId19" imgW="1612900" imgH="469900" progId="Equation.3">
              <p:embed/>
            </p:oleObj>
          </a:graphicData>
        </a:graphic>
      </p:graphicFrame>
      <p:sp>
        <p:nvSpPr>
          <p:cNvPr id="579621" name="Line 37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622" name="Oval 38"/>
          <p:cNvSpPr>
            <a:spLocks noChangeArrowheads="1"/>
          </p:cNvSpPr>
          <p:nvPr/>
        </p:nvSpPr>
        <p:spPr bwMode="auto">
          <a:xfrm>
            <a:off x="1066800" y="4191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79623" name="Object 39"/>
          <p:cNvGraphicFramePr>
            <a:graphicFrameLocks noChangeAspect="1"/>
          </p:cNvGraphicFramePr>
          <p:nvPr/>
        </p:nvGraphicFramePr>
        <p:xfrm>
          <a:off x="7543800" y="1600200"/>
          <a:ext cx="177800" cy="342900"/>
        </p:xfrm>
        <a:graphic>
          <a:graphicData uri="http://schemas.openxmlformats.org/presentationml/2006/ole">
            <p:oleObj spid="_x0000_s579623" name="Equation" r:id="rId20" imgW="177800" imgH="342900" progId="Equation.3">
              <p:embed/>
            </p:oleObj>
          </a:graphicData>
        </a:graphic>
      </p:graphicFrame>
      <p:sp>
        <p:nvSpPr>
          <p:cNvPr id="579624" name="Line 40"/>
          <p:cNvSpPr>
            <a:spLocks noChangeShapeType="1"/>
          </p:cNvSpPr>
          <p:nvPr/>
        </p:nvSpPr>
        <p:spPr bwMode="auto">
          <a:xfrm>
            <a:off x="7162800" y="2057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625" name="Line 41"/>
          <p:cNvSpPr>
            <a:spLocks noChangeShapeType="1"/>
          </p:cNvSpPr>
          <p:nvPr/>
        </p:nvSpPr>
        <p:spPr bwMode="auto">
          <a:xfrm>
            <a:off x="7162800" y="14478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626" name="Line 42"/>
          <p:cNvSpPr>
            <a:spLocks noChangeShapeType="1"/>
          </p:cNvSpPr>
          <p:nvPr/>
        </p:nvSpPr>
        <p:spPr bwMode="auto">
          <a:xfrm flipH="1">
            <a:off x="7162800" y="14478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79627" name="Line 43"/>
          <p:cNvSpPr>
            <a:spLocks noChangeShapeType="1"/>
          </p:cNvSpPr>
          <p:nvPr/>
        </p:nvSpPr>
        <p:spPr bwMode="auto">
          <a:xfrm flipH="1">
            <a:off x="8077200" y="236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7845E-E208-470D-8F91-5802D20F6FBF}" type="slidenum">
              <a:rPr lang="en-US"/>
              <a:pPr/>
              <a:t>70</a:t>
            </a:fld>
            <a:endParaRPr lang="en-US"/>
          </a:p>
        </p:txBody>
      </p:sp>
      <p:sp>
        <p:nvSpPr>
          <p:cNvPr id="580610" name="Oval 2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0611" name="Text Box 3"/>
          <p:cNvSpPr txBox="1">
            <a:spLocks noChangeArrowheads="1"/>
          </p:cNvSpPr>
          <p:nvPr/>
        </p:nvSpPr>
        <p:spPr bwMode="auto">
          <a:xfrm>
            <a:off x="4267200" y="635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7</a:t>
            </a:r>
          </a:p>
        </p:txBody>
      </p:sp>
      <p:sp>
        <p:nvSpPr>
          <p:cNvPr id="580612" name="Rectangle 4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0613" name="Line 5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14" name="Line 6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15" name="Line 7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16" name="Line 8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17" name="Line 9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18" name="Text Box 10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80619" name="Object 11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80619" name="Equation" r:id="rId3" imgW="254000" imgH="254000" progId="Equation.3">
              <p:embed/>
            </p:oleObj>
          </a:graphicData>
        </a:graphic>
      </p:graphicFrame>
      <p:graphicFrame>
        <p:nvGraphicFramePr>
          <p:cNvPr id="580620" name="Object 12"/>
          <p:cNvGraphicFramePr>
            <a:graphicFrameLocks noChangeAspect="1"/>
          </p:cNvGraphicFramePr>
          <p:nvPr/>
        </p:nvGraphicFramePr>
        <p:xfrm>
          <a:off x="2895600" y="1600200"/>
          <a:ext cx="254000" cy="355600"/>
        </p:xfrm>
        <a:graphic>
          <a:graphicData uri="http://schemas.openxmlformats.org/presentationml/2006/ole">
            <p:oleObj spid="_x0000_s580620" name="Equation" r:id="rId4" imgW="254000" imgH="355600" progId="Equation.3">
              <p:embed/>
            </p:oleObj>
          </a:graphicData>
        </a:graphic>
      </p:graphicFrame>
      <p:graphicFrame>
        <p:nvGraphicFramePr>
          <p:cNvPr id="580621" name="Object 13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80621" name="Equation" r:id="rId5" imgW="254000" imgH="355600" progId="Equation.3">
              <p:embed/>
            </p:oleObj>
          </a:graphicData>
        </a:graphic>
      </p:graphicFrame>
      <p:graphicFrame>
        <p:nvGraphicFramePr>
          <p:cNvPr id="580622" name="Object 14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80622" name="Equation" r:id="rId6" imgW="254000" imgH="355600" progId="Equation.3">
              <p:embed/>
            </p:oleObj>
          </a:graphicData>
        </a:graphic>
      </p:graphicFrame>
      <p:sp>
        <p:nvSpPr>
          <p:cNvPr id="580623" name="Line 15"/>
          <p:cNvSpPr>
            <a:spLocks noChangeShapeType="1"/>
          </p:cNvSpPr>
          <p:nvPr/>
        </p:nvSpPr>
        <p:spPr bwMode="auto">
          <a:xfrm flipV="1">
            <a:off x="43434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0624" name="Object 16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80624" name="Equation" r:id="rId7" imgW="254000" imgH="254000" progId="Equation.3">
              <p:embed/>
            </p:oleObj>
          </a:graphicData>
        </a:graphic>
      </p:graphicFrame>
      <p:sp>
        <p:nvSpPr>
          <p:cNvPr id="580625" name="Rectangle 17"/>
          <p:cNvSpPr>
            <a:spLocks noChangeArrowheads="1"/>
          </p:cNvSpPr>
          <p:nvPr/>
        </p:nvSpPr>
        <p:spPr bwMode="auto">
          <a:xfrm>
            <a:off x="7162800" y="2057400"/>
            <a:ext cx="914400" cy="1212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0626" name="Object 18"/>
          <p:cNvGraphicFramePr>
            <a:graphicFrameLocks noChangeAspect="1"/>
          </p:cNvGraphicFramePr>
          <p:nvPr/>
        </p:nvGraphicFramePr>
        <p:xfrm>
          <a:off x="7543800" y="2813050"/>
          <a:ext cx="228600" cy="419100"/>
        </p:xfrm>
        <a:graphic>
          <a:graphicData uri="http://schemas.openxmlformats.org/presentationml/2006/ole">
            <p:oleObj spid="_x0000_s580626" name="Equation" r:id="rId8" imgW="228600" imgH="419100" progId="Equation.3">
              <p:embed/>
            </p:oleObj>
          </a:graphicData>
        </a:graphic>
      </p:graphicFrame>
      <p:sp>
        <p:nvSpPr>
          <p:cNvPr id="580627" name="Text Box 19"/>
          <p:cNvSpPr txBox="1">
            <a:spLocks noChangeArrowheads="1"/>
          </p:cNvSpPr>
          <p:nvPr/>
        </p:nvSpPr>
        <p:spPr bwMode="auto">
          <a:xfrm>
            <a:off x="7010400" y="3352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80628" name="Object 20"/>
          <p:cNvGraphicFramePr>
            <a:graphicFrameLocks noChangeAspect="1"/>
          </p:cNvGraphicFramePr>
          <p:nvPr/>
        </p:nvGraphicFramePr>
        <p:xfrm>
          <a:off x="4267200" y="1676400"/>
          <a:ext cx="254000" cy="254000"/>
        </p:xfrm>
        <a:graphic>
          <a:graphicData uri="http://schemas.openxmlformats.org/presentationml/2006/ole">
            <p:oleObj spid="_x0000_s580628" name="Equation" r:id="rId9" imgW="254000" imgH="254000" progId="Equation.3">
              <p:embed/>
            </p:oleObj>
          </a:graphicData>
        </a:graphic>
      </p:graphicFrame>
      <p:graphicFrame>
        <p:nvGraphicFramePr>
          <p:cNvPr id="580629" name="Object 21"/>
          <p:cNvGraphicFramePr>
            <a:graphicFrameLocks noChangeAspect="1"/>
          </p:cNvGraphicFramePr>
          <p:nvPr/>
        </p:nvGraphicFramePr>
        <p:xfrm>
          <a:off x="7543800" y="2209800"/>
          <a:ext cx="177800" cy="342900"/>
        </p:xfrm>
        <a:graphic>
          <a:graphicData uri="http://schemas.openxmlformats.org/presentationml/2006/ole">
            <p:oleObj spid="_x0000_s580629" name="Equation" r:id="rId10" imgW="177800" imgH="342900" progId="Equation.3">
              <p:embed/>
            </p:oleObj>
          </a:graphicData>
        </a:graphic>
      </p:graphicFrame>
      <p:sp>
        <p:nvSpPr>
          <p:cNvPr id="580630" name="Text Box 22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80631" name="Object 23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80631" name="Equation" r:id="rId11" imgW="1587240" imgH="507960" progId="Equation.3">
              <p:embed/>
            </p:oleObj>
          </a:graphicData>
        </a:graphic>
      </p:graphicFrame>
      <p:sp>
        <p:nvSpPr>
          <p:cNvPr id="580632" name="Oval 24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0633" name="Oval 25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0634" name="Object 26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80634" name="Equation" r:id="rId12" imgW="381000" imgH="457200" progId="Equation.3">
              <p:embed/>
            </p:oleObj>
          </a:graphicData>
        </a:graphic>
      </p:graphicFrame>
      <p:graphicFrame>
        <p:nvGraphicFramePr>
          <p:cNvPr id="580635" name="Object 27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80635" name="Equation" r:id="rId13" imgW="431800" imgH="457200" progId="Equation.3">
              <p:embed/>
            </p:oleObj>
          </a:graphicData>
        </a:graphic>
      </p:graphicFrame>
      <p:sp>
        <p:nvSpPr>
          <p:cNvPr id="580636" name="Freeform 28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0637" name="Object 29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80637" name="Equation" r:id="rId14" imgW="1765300" imgH="469900" progId="Equation.3">
              <p:embed/>
            </p:oleObj>
          </a:graphicData>
        </a:graphic>
      </p:graphicFrame>
      <p:sp>
        <p:nvSpPr>
          <p:cNvPr id="580638" name="Line 30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0639" name="Object 31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80639" name="Equation" r:id="rId15" imgW="1790700" imgH="444500" progId="Equation.3">
              <p:embed/>
            </p:oleObj>
          </a:graphicData>
        </a:graphic>
      </p:graphicFrame>
      <p:graphicFrame>
        <p:nvGraphicFramePr>
          <p:cNvPr id="580640" name="Object 32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80640" name="Equation" r:id="rId16" imgW="1536700" imgH="469900" progId="Equation.3">
              <p:embed/>
            </p:oleObj>
          </a:graphicData>
        </a:graphic>
      </p:graphicFrame>
      <p:graphicFrame>
        <p:nvGraphicFramePr>
          <p:cNvPr id="580641" name="Object 33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80641" name="Equation" r:id="rId17" imgW="1727200" imgH="469900" progId="Equation.3">
              <p:embed/>
            </p:oleObj>
          </a:graphicData>
        </a:graphic>
      </p:graphicFrame>
      <p:graphicFrame>
        <p:nvGraphicFramePr>
          <p:cNvPr id="580642" name="Object 34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80642" name="Equation" r:id="rId18" imgW="1638300" imgH="444500" progId="Equation.3">
              <p:embed/>
            </p:oleObj>
          </a:graphicData>
        </a:graphic>
      </p:graphicFrame>
      <p:graphicFrame>
        <p:nvGraphicFramePr>
          <p:cNvPr id="580643" name="Object 35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80643" name="Equation" r:id="rId19" imgW="1612900" imgH="469900" progId="Equation.3">
              <p:embed/>
            </p:oleObj>
          </a:graphicData>
        </a:graphic>
      </p:graphicFrame>
      <p:sp>
        <p:nvSpPr>
          <p:cNvPr id="580644" name="Line 36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45" name="Oval 37"/>
          <p:cNvSpPr>
            <a:spLocks noChangeArrowheads="1"/>
          </p:cNvSpPr>
          <p:nvPr/>
        </p:nvSpPr>
        <p:spPr bwMode="auto">
          <a:xfrm>
            <a:off x="1066800" y="4191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46" name="Line 38"/>
          <p:cNvSpPr>
            <a:spLocks noChangeShapeType="1"/>
          </p:cNvSpPr>
          <p:nvPr/>
        </p:nvSpPr>
        <p:spPr bwMode="auto">
          <a:xfrm>
            <a:off x="7162800" y="2667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47" name="Line 39"/>
          <p:cNvSpPr>
            <a:spLocks noChangeShapeType="1"/>
          </p:cNvSpPr>
          <p:nvPr/>
        </p:nvSpPr>
        <p:spPr bwMode="auto">
          <a:xfrm>
            <a:off x="7162800" y="20574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48" name="Line 40"/>
          <p:cNvSpPr>
            <a:spLocks noChangeShapeType="1"/>
          </p:cNvSpPr>
          <p:nvPr/>
        </p:nvSpPr>
        <p:spPr bwMode="auto">
          <a:xfrm flipH="1">
            <a:off x="7162800" y="20574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0649" name="Line 41"/>
          <p:cNvSpPr>
            <a:spLocks noChangeShapeType="1"/>
          </p:cNvSpPr>
          <p:nvPr/>
        </p:nvSpPr>
        <p:spPr bwMode="auto">
          <a:xfrm flipH="1">
            <a:off x="8077200" y="2971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C412-401B-4E17-89A3-4FD9378481E5}" type="slidenum">
              <a:rPr lang="en-US"/>
              <a:pPr/>
              <a:t>71</a:t>
            </a:fld>
            <a:endParaRPr lang="en-US"/>
          </a:p>
        </p:txBody>
      </p:sp>
      <p:sp>
        <p:nvSpPr>
          <p:cNvPr id="581634" name="Text Box 2"/>
          <p:cNvSpPr txBox="1">
            <a:spLocks noChangeArrowheads="1"/>
          </p:cNvSpPr>
          <p:nvPr/>
        </p:nvSpPr>
        <p:spPr bwMode="auto">
          <a:xfrm>
            <a:off x="4267200" y="635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8</a:t>
            </a:r>
          </a:p>
        </p:txBody>
      </p:sp>
      <p:sp>
        <p:nvSpPr>
          <p:cNvPr id="581635" name="Rectangle 3"/>
          <p:cNvSpPr>
            <a:spLocks noChangeArrowheads="1"/>
          </p:cNvSpPr>
          <p:nvPr/>
        </p:nvSpPr>
        <p:spPr bwMode="auto">
          <a:xfrm>
            <a:off x="604838" y="13589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1636" name="Line 4"/>
          <p:cNvSpPr>
            <a:spLocks noChangeShapeType="1"/>
          </p:cNvSpPr>
          <p:nvPr/>
        </p:nvSpPr>
        <p:spPr bwMode="auto">
          <a:xfrm>
            <a:off x="12906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37" name="Line 5"/>
          <p:cNvSpPr>
            <a:spLocks noChangeShapeType="1"/>
          </p:cNvSpPr>
          <p:nvPr/>
        </p:nvSpPr>
        <p:spPr bwMode="auto">
          <a:xfrm>
            <a:off x="19764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38" name="Line 6"/>
          <p:cNvSpPr>
            <a:spLocks noChangeShapeType="1"/>
          </p:cNvSpPr>
          <p:nvPr/>
        </p:nvSpPr>
        <p:spPr bwMode="auto">
          <a:xfrm>
            <a:off x="26622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39" name="Line 7"/>
          <p:cNvSpPr>
            <a:spLocks noChangeShapeType="1"/>
          </p:cNvSpPr>
          <p:nvPr/>
        </p:nvSpPr>
        <p:spPr bwMode="auto">
          <a:xfrm>
            <a:off x="33480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40" name="Line 8"/>
          <p:cNvSpPr>
            <a:spLocks noChangeShapeType="1"/>
          </p:cNvSpPr>
          <p:nvPr/>
        </p:nvSpPr>
        <p:spPr bwMode="auto">
          <a:xfrm>
            <a:off x="4033838" y="13589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41" name="Text Box 9"/>
          <p:cNvSpPr txBox="1">
            <a:spLocks noChangeArrowheads="1"/>
          </p:cNvSpPr>
          <p:nvPr/>
        </p:nvSpPr>
        <p:spPr bwMode="auto">
          <a:xfrm>
            <a:off x="452438" y="673100"/>
            <a:ext cx="1239837" cy="6588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graphicFrame>
        <p:nvGraphicFramePr>
          <p:cNvPr id="581642" name="Object 10"/>
          <p:cNvGraphicFramePr>
            <a:graphicFrameLocks noChangeAspect="1"/>
          </p:cNvGraphicFramePr>
          <p:nvPr/>
        </p:nvGraphicFramePr>
        <p:xfrm>
          <a:off x="833438" y="1663700"/>
          <a:ext cx="254000" cy="254000"/>
        </p:xfrm>
        <a:graphic>
          <a:graphicData uri="http://schemas.openxmlformats.org/presentationml/2006/ole">
            <p:oleObj spid="_x0000_s581642" name="Equation" r:id="rId3" imgW="254000" imgH="254000" progId="Equation.3">
              <p:embed/>
            </p:oleObj>
          </a:graphicData>
        </a:graphic>
      </p:graphicFrame>
      <p:graphicFrame>
        <p:nvGraphicFramePr>
          <p:cNvPr id="581643" name="Object 11"/>
          <p:cNvGraphicFramePr>
            <a:graphicFrameLocks noChangeAspect="1"/>
          </p:cNvGraphicFramePr>
          <p:nvPr/>
        </p:nvGraphicFramePr>
        <p:xfrm>
          <a:off x="2895600" y="1600200"/>
          <a:ext cx="254000" cy="355600"/>
        </p:xfrm>
        <a:graphic>
          <a:graphicData uri="http://schemas.openxmlformats.org/presentationml/2006/ole">
            <p:oleObj spid="_x0000_s581643" name="Equation" r:id="rId4" imgW="254000" imgH="355600" progId="Equation.3">
              <p:embed/>
            </p:oleObj>
          </a:graphicData>
        </a:graphic>
      </p:graphicFrame>
      <p:graphicFrame>
        <p:nvGraphicFramePr>
          <p:cNvPr id="581644" name="Object 12"/>
          <p:cNvGraphicFramePr>
            <a:graphicFrameLocks noChangeAspect="1"/>
          </p:cNvGraphicFramePr>
          <p:nvPr/>
        </p:nvGraphicFramePr>
        <p:xfrm>
          <a:off x="1447800" y="1587500"/>
          <a:ext cx="254000" cy="355600"/>
        </p:xfrm>
        <a:graphic>
          <a:graphicData uri="http://schemas.openxmlformats.org/presentationml/2006/ole">
            <p:oleObj spid="_x0000_s581644" name="Equation" r:id="rId5" imgW="254000" imgH="355600" progId="Equation.3">
              <p:embed/>
            </p:oleObj>
          </a:graphicData>
        </a:graphic>
      </p:graphicFrame>
      <p:graphicFrame>
        <p:nvGraphicFramePr>
          <p:cNvPr id="581645" name="Object 13"/>
          <p:cNvGraphicFramePr>
            <a:graphicFrameLocks noChangeAspect="1"/>
          </p:cNvGraphicFramePr>
          <p:nvPr/>
        </p:nvGraphicFramePr>
        <p:xfrm>
          <a:off x="2209800" y="1587500"/>
          <a:ext cx="254000" cy="355600"/>
        </p:xfrm>
        <a:graphic>
          <a:graphicData uri="http://schemas.openxmlformats.org/presentationml/2006/ole">
            <p:oleObj spid="_x0000_s581645" name="Equation" r:id="rId6" imgW="254000" imgH="355600" progId="Equation.3">
              <p:embed/>
            </p:oleObj>
          </a:graphicData>
        </a:graphic>
      </p:graphicFrame>
      <p:sp>
        <p:nvSpPr>
          <p:cNvPr id="581646" name="Line 14"/>
          <p:cNvSpPr>
            <a:spLocks noChangeShapeType="1"/>
          </p:cNvSpPr>
          <p:nvPr/>
        </p:nvSpPr>
        <p:spPr bwMode="auto">
          <a:xfrm flipV="1">
            <a:off x="4343400" y="2133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1647" name="Object 15"/>
          <p:cNvGraphicFramePr>
            <a:graphicFrameLocks noChangeAspect="1"/>
          </p:cNvGraphicFramePr>
          <p:nvPr/>
        </p:nvGraphicFramePr>
        <p:xfrm>
          <a:off x="3581400" y="1663700"/>
          <a:ext cx="254000" cy="254000"/>
        </p:xfrm>
        <a:graphic>
          <a:graphicData uri="http://schemas.openxmlformats.org/presentationml/2006/ole">
            <p:oleObj spid="_x0000_s581647" name="Equation" r:id="rId7" imgW="254000" imgH="254000" progId="Equation.3">
              <p:embed/>
            </p:oleObj>
          </a:graphicData>
        </a:graphic>
      </p:graphicFrame>
      <p:graphicFrame>
        <p:nvGraphicFramePr>
          <p:cNvPr id="581648" name="Object 16"/>
          <p:cNvGraphicFramePr>
            <a:graphicFrameLocks noChangeAspect="1"/>
          </p:cNvGraphicFramePr>
          <p:nvPr/>
        </p:nvGraphicFramePr>
        <p:xfrm>
          <a:off x="4267200" y="1676400"/>
          <a:ext cx="254000" cy="254000"/>
        </p:xfrm>
        <a:graphic>
          <a:graphicData uri="http://schemas.openxmlformats.org/presentationml/2006/ole">
            <p:oleObj spid="_x0000_s581648" name="Equation" r:id="rId8" imgW="254000" imgH="254000" progId="Equation.3">
              <p:embed/>
            </p:oleObj>
          </a:graphicData>
        </a:graphic>
      </p:graphicFrame>
      <p:sp>
        <p:nvSpPr>
          <p:cNvPr id="581649" name="Rectangle 17"/>
          <p:cNvSpPr>
            <a:spLocks noChangeArrowheads="1"/>
          </p:cNvSpPr>
          <p:nvPr/>
        </p:nvSpPr>
        <p:spPr bwMode="auto">
          <a:xfrm>
            <a:off x="7162800" y="2667000"/>
            <a:ext cx="914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1650" name="Object 18"/>
          <p:cNvGraphicFramePr>
            <a:graphicFrameLocks noChangeAspect="1"/>
          </p:cNvGraphicFramePr>
          <p:nvPr/>
        </p:nvGraphicFramePr>
        <p:xfrm>
          <a:off x="7543800" y="2819400"/>
          <a:ext cx="228600" cy="419100"/>
        </p:xfrm>
        <a:graphic>
          <a:graphicData uri="http://schemas.openxmlformats.org/presentationml/2006/ole">
            <p:oleObj spid="_x0000_s581650" name="Equation" r:id="rId9" imgW="228600" imgH="419100" progId="Equation.3">
              <p:embed/>
            </p:oleObj>
          </a:graphicData>
        </a:graphic>
      </p:graphicFrame>
      <p:sp>
        <p:nvSpPr>
          <p:cNvPr id="581651" name="Text Box 19"/>
          <p:cNvSpPr txBox="1">
            <a:spLocks noChangeArrowheads="1"/>
          </p:cNvSpPr>
          <p:nvPr/>
        </p:nvSpPr>
        <p:spPr bwMode="auto">
          <a:xfrm>
            <a:off x="7010400" y="3429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sp>
        <p:nvSpPr>
          <p:cNvPr id="581652" name="Text Box 20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581653" name="Object 21"/>
          <p:cNvGraphicFramePr>
            <a:graphicFrameLocks noChangeAspect="1"/>
          </p:cNvGraphicFramePr>
          <p:nvPr/>
        </p:nvGraphicFramePr>
        <p:xfrm>
          <a:off x="4495800" y="5715000"/>
          <a:ext cx="1587500" cy="508000"/>
        </p:xfrm>
        <a:graphic>
          <a:graphicData uri="http://schemas.openxmlformats.org/presentationml/2006/ole">
            <p:oleObj spid="_x0000_s581653" name="Equation" r:id="rId10" imgW="1587240" imgH="507960" progId="Equation.3">
              <p:embed/>
            </p:oleObj>
          </a:graphicData>
        </a:graphic>
      </p:graphicFrame>
      <p:sp>
        <p:nvSpPr>
          <p:cNvPr id="581654" name="Oval 22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1655" name="Oval 23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1656" name="Oval 24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1657" name="Object 25"/>
          <p:cNvGraphicFramePr>
            <a:graphicFrameLocks noChangeAspect="1"/>
          </p:cNvGraphicFramePr>
          <p:nvPr/>
        </p:nvGraphicFramePr>
        <p:xfrm>
          <a:off x="2935288" y="5981700"/>
          <a:ext cx="381000" cy="457200"/>
        </p:xfrm>
        <a:graphic>
          <a:graphicData uri="http://schemas.openxmlformats.org/presentationml/2006/ole">
            <p:oleObj spid="_x0000_s581657" name="Equation" r:id="rId11" imgW="381000" imgH="457200" progId="Equation.3">
              <p:embed/>
            </p:oleObj>
          </a:graphicData>
        </a:graphic>
      </p:graphicFrame>
      <p:graphicFrame>
        <p:nvGraphicFramePr>
          <p:cNvPr id="581658" name="Object 26"/>
          <p:cNvGraphicFramePr>
            <a:graphicFrameLocks noChangeAspect="1"/>
          </p:cNvGraphicFramePr>
          <p:nvPr/>
        </p:nvGraphicFramePr>
        <p:xfrm>
          <a:off x="6989763" y="5943600"/>
          <a:ext cx="431800" cy="457200"/>
        </p:xfrm>
        <a:graphic>
          <a:graphicData uri="http://schemas.openxmlformats.org/presentationml/2006/ole">
            <p:oleObj spid="_x0000_s581658" name="Equation" r:id="rId12" imgW="431800" imgH="457200" progId="Equation.3">
              <p:embed/>
            </p:oleObj>
          </a:graphicData>
        </a:graphic>
      </p:graphicFrame>
      <p:sp>
        <p:nvSpPr>
          <p:cNvPr id="581659" name="Freeform 27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1660" name="Object 28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581660" name="Equation" r:id="rId13" imgW="1765300" imgH="469900" progId="Equation.3">
              <p:embed/>
            </p:oleObj>
          </a:graphicData>
        </a:graphic>
      </p:graphicFrame>
      <p:sp>
        <p:nvSpPr>
          <p:cNvPr id="581661" name="Line 29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1662" name="Object 30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581662" name="Equation" r:id="rId14" imgW="1790700" imgH="444500" progId="Equation.3">
              <p:embed/>
            </p:oleObj>
          </a:graphicData>
        </a:graphic>
      </p:graphicFrame>
      <p:graphicFrame>
        <p:nvGraphicFramePr>
          <p:cNvPr id="581663" name="Object 31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581663" name="Equation" r:id="rId15" imgW="1536700" imgH="469900" progId="Equation.3">
              <p:embed/>
            </p:oleObj>
          </a:graphicData>
        </a:graphic>
      </p:graphicFrame>
      <p:graphicFrame>
        <p:nvGraphicFramePr>
          <p:cNvPr id="581664" name="Object 32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581664" name="Equation" r:id="rId16" imgW="1727200" imgH="469900" progId="Equation.3">
              <p:embed/>
            </p:oleObj>
          </a:graphicData>
        </a:graphic>
      </p:graphicFrame>
      <p:graphicFrame>
        <p:nvGraphicFramePr>
          <p:cNvPr id="581665" name="Object 33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581665" name="Equation" r:id="rId17" imgW="1638300" imgH="444500" progId="Equation.3">
              <p:embed/>
            </p:oleObj>
          </a:graphicData>
        </a:graphic>
      </p:graphicFrame>
      <p:graphicFrame>
        <p:nvGraphicFramePr>
          <p:cNvPr id="581666" name="Object 34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581666" name="Equation" r:id="rId18" imgW="1612900" imgH="469900" progId="Equation.3">
              <p:embed/>
            </p:oleObj>
          </a:graphicData>
        </a:graphic>
      </p:graphicFrame>
      <p:sp>
        <p:nvSpPr>
          <p:cNvPr id="581667" name="Line 35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68" name="Oval 36"/>
          <p:cNvSpPr>
            <a:spLocks noChangeArrowheads="1"/>
          </p:cNvSpPr>
          <p:nvPr/>
        </p:nvSpPr>
        <p:spPr bwMode="auto">
          <a:xfrm>
            <a:off x="4267200" y="55626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1669" name="Text Box 37"/>
          <p:cNvSpPr txBox="1">
            <a:spLocks noChangeArrowheads="1"/>
          </p:cNvSpPr>
          <p:nvPr/>
        </p:nvSpPr>
        <p:spPr bwMode="auto">
          <a:xfrm>
            <a:off x="6629400" y="51054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581670" name="Line 38"/>
          <p:cNvSpPr>
            <a:spLocks noChangeShapeType="1"/>
          </p:cNvSpPr>
          <p:nvPr/>
        </p:nvSpPr>
        <p:spPr bwMode="auto">
          <a:xfrm flipH="1">
            <a:off x="8077200" y="2971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Formalities for NPDAs</a:t>
            </a:r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56F4-D883-47A7-A518-5369F10A8D78}" type="slidenum">
              <a:rPr lang="en-US"/>
              <a:pPr/>
              <a:t>73</a:t>
            </a:fld>
            <a:endParaRPr lang="en-US"/>
          </a:p>
        </p:txBody>
      </p:sp>
      <p:sp>
        <p:nvSpPr>
          <p:cNvPr id="583682" name="Oval 2"/>
          <p:cNvSpPr>
            <a:spLocks noChangeArrowheads="1"/>
          </p:cNvSpPr>
          <p:nvPr/>
        </p:nvSpPr>
        <p:spPr bwMode="auto">
          <a:xfrm>
            <a:off x="2819400" y="198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3683" name="Oval 3"/>
          <p:cNvSpPr>
            <a:spLocks noChangeArrowheads="1"/>
          </p:cNvSpPr>
          <p:nvPr/>
        </p:nvSpPr>
        <p:spPr bwMode="auto">
          <a:xfrm>
            <a:off x="5638800" y="198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3684" name="Line 4"/>
          <p:cNvSpPr>
            <a:spLocks noChangeShapeType="1"/>
          </p:cNvSpPr>
          <p:nvPr/>
        </p:nvSpPr>
        <p:spPr bwMode="auto">
          <a:xfrm>
            <a:off x="3505200" y="2362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3685" name="Object 5"/>
          <p:cNvGraphicFramePr>
            <a:graphicFrameLocks noChangeAspect="1"/>
          </p:cNvGraphicFramePr>
          <p:nvPr/>
        </p:nvGraphicFramePr>
        <p:xfrm>
          <a:off x="2971800" y="2133600"/>
          <a:ext cx="381000" cy="457200"/>
        </p:xfrm>
        <a:graphic>
          <a:graphicData uri="http://schemas.openxmlformats.org/presentationml/2006/ole">
            <p:oleObj spid="_x0000_s583685" name="Equation" r:id="rId3" imgW="381000" imgH="457200" progId="Equation.3">
              <p:embed/>
            </p:oleObj>
          </a:graphicData>
        </a:graphic>
      </p:graphicFrame>
      <p:graphicFrame>
        <p:nvGraphicFramePr>
          <p:cNvPr id="583686" name="Object 6"/>
          <p:cNvGraphicFramePr>
            <a:graphicFrameLocks noChangeAspect="1"/>
          </p:cNvGraphicFramePr>
          <p:nvPr/>
        </p:nvGraphicFramePr>
        <p:xfrm>
          <a:off x="5765800" y="2133600"/>
          <a:ext cx="431800" cy="457200"/>
        </p:xfrm>
        <a:graphic>
          <a:graphicData uri="http://schemas.openxmlformats.org/presentationml/2006/ole">
            <p:oleObj spid="_x0000_s583686" name="Equation" r:id="rId4" imgW="431800" imgH="457200" progId="Equation.3">
              <p:embed/>
            </p:oleObj>
          </a:graphicData>
        </a:graphic>
      </p:graphicFrame>
      <p:graphicFrame>
        <p:nvGraphicFramePr>
          <p:cNvPr id="583687" name="Object 7"/>
          <p:cNvGraphicFramePr>
            <a:graphicFrameLocks noChangeAspect="1"/>
          </p:cNvGraphicFramePr>
          <p:nvPr/>
        </p:nvGraphicFramePr>
        <p:xfrm>
          <a:off x="3600450" y="1905000"/>
          <a:ext cx="1778000" cy="444500"/>
        </p:xfrm>
        <a:graphic>
          <a:graphicData uri="http://schemas.openxmlformats.org/presentationml/2006/ole">
            <p:oleObj spid="_x0000_s583687" name="Equation" r:id="rId5" imgW="1778000" imgH="444500" progId="Equation.3">
              <p:embed/>
            </p:oleObj>
          </a:graphicData>
        </a:graphic>
      </p:graphicFrame>
      <p:graphicFrame>
        <p:nvGraphicFramePr>
          <p:cNvPr id="583688" name="Object 8"/>
          <p:cNvGraphicFramePr>
            <a:graphicFrameLocks noChangeAspect="1"/>
          </p:cNvGraphicFramePr>
          <p:nvPr/>
        </p:nvGraphicFramePr>
        <p:xfrm>
          <a:off x="2419350" y="4781550"/>
          <a:ext cx="4254500" cy="569913"/>
        </p:xfrm>
        <a:graphic>
          <a:graphicData uri="http://schemas.openxmlformats.org/presentationml/2006/ole">
            <p:oleObj spid="_x0000_s583688" name="Equation" r:id="rId6" imgW="4254480" imgH="571320" progId="Equation.3">
              <p:embed/>
            </p:oleObj>
          </a:graphicData>
        </a:graphic>
      </p:graphicFrame>
      <p:sp>
        <p:nvSpPr>
          <p:cNvPr id="583689" name="Text Box 9"/>
          <p:cNvSpPr txBox="1">
            <a:spLocks noChangeArrowheads="1"/>
          </p:cNvSpPr>
          <p:nvPr/>
        </p:nvSpPr>
        <p:spPr bwMode="auto">
          <a:xfrm>
            <a:off x="0" y="3352800"/>
            <a:ext cx="3940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 function: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7105-A354-4458-A96F-19859C8D3108}" type="slidenum">
              <a:rPr lang="en-US"/>
              <a:pPr/>
              <a:t>74</a:t>
            </a:fld>
            <a:endParaRPr lang="en-US"/>
          </a:p>
        </p:txBody>
      </p:sp>
      <p:sp>
        <p:nvSpPr>
          <p:cNvPr id="584706" name="Oval 2"/>
          <p:cNvSpPr>
            <a:spLocks noChangeArrowheads="1"/>
          </p:cNvSpPr>
          <p:nvPr/>
        </p:nvSpPr>
        <p:spPr bwMode="auto">
          <a:xfrm>
            <a:off x="26670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4707" name="Oval 3"/>
          <p:cNvSpPr>
            <a:spLocks noChangeArrowheads="1"/>
          </p:cNvSpPr>
          <p:nvPr/>
        </p:nvSpPr>
        <p:spPr bwMode="auto">
          <a:xfrm>
            <a:off x="5257800" y="38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4708" name="Line 4"/>
          <p:cNvSpPr>
            <a:spLocks noChangeShapeType="1"/>
          </p:cNvSpPr>
          <p:nvPr/>
        </p:nvSpPr>
        <p:spPr bwMode="auto">
          <a:xfrm flipV="1">
            <a:off x="3352800" y="8382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4709" name="Object 5"/>
          <p:cNvGraphicFramePr>
            <a:graphicFrameLocks noChangeAspect="1"/>
          </p:cNvGraphicFramePr>
          <p:nvPr/>
        </p:nvGraphicFramePr>
        <p:xfrm>
          <a:off x="2819400" y="1828800"/>
          <a:ext cx="381000" cy="457200"/>
        </p:xfrm>
        <a:graphic>
          <a:graphicData uri="http://schemas.openxmlformats.org/presentationml/2006/ole">
            <p:oleObj spid="_x0000_s584709" name="Equation" r:id="rId3" imgW="381000" imgH="457200" progId="Equation.3">
              <p:embed/>
            </p:oleObj>
          </a:graphicData>
        </a:graphic>
      </p:graphicFrame>
      <p:graphicFrame>
        <p:nvGraphicFramePr>
          <p:cNvPr id="584710" name="Object 6"/>
          <p:cNvGraphicFramePr>
            <a:graphicFrameLocks noChangeAspect="1"/>
          </p:cNvGraphicFramePr>
          <p:nvPr/>
        </p:nvGraphicFramePr>
        <p:xfrm>
          <a:off x="5384800" y="533400"/>
          <a:ext cx="431800" cy="457200"/>
        </p:xfrm>
        <a:graphic>
          <a:graphicData uri="http://schemas.openxmlformats.org/presentationml/2006/ole">
            <p:oleObj spid="_x0000_s584710" name="Equation" r:id="rId4" imgW="431800" imgH="457200" progId="Equation.3">
              <p:embed/>
            </p:oleObj>
          </a:graphicData>
        </a:graphic>
      </p:graphicFrame>
      <p:graphicFrame>
        <p:nvGraphicFramePr>
          <p:cNvPr id="584711" name="Object 7"/>
          <p:cNvGraphicFramePr>
            <a:graphicFrameLocks noChangeAspect="1"/>
          </p:cNvGraphicFramePr>
          <p:nvPr/>
        </p:nvGraphicFramePr>
        <p:xfrm>
          <a:off x="2990850" y="738188"/>
          <a:ext cx="1778000" cy="493712"/>
        </p:xfrm>
        <a:graphic>
          <a:graphicData uri="http://schemas.openxmlformats.org/presentationml/2006/ole">
            <p:oleObj spid="_x0000_s584711" name="Equation" r:id="rId5" imgW="1777680" imgH="495000" progId="Equation.3">
              <p:embed/>
            </p:oleObj>
          </a:graphicData>
        </a:graphic>
      </p:graphicFrame>
      <p:sp>
        <p:nvSpPr>
          <p:cNvPr id="584712" name="Line 8"/>
          <p:cNvSpPr>
            <a:spLocks noChangeShapeType="1"/>
          </p:cNvSpPr>
          <p:nvPr/>
        </p:nvSpPr>
        <p:spPr bwMode="auto">
          <a:xfrm>
            <a:off x="3276600" y="2286000"/>
            <a:ext cx="1905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4713" name="Oval 9"/>
          <p:cNvSpPr>
            <a:spLocks noChangeArrowheads="1"/>
          </p:cNvSpPr>
          <p:nvPr/>
        </p:nvSpPr>
        <p:spPr bwMode="auto">
          <a:xfrm>
            <a:off x="5181600" y="3124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4714" name="Object 10"/>
          <p:cNvGraphicFramePr>
            <a:graphicFrameLocks noChangeAspect="1"/>
          </p:cNvGraphicFramePr>
          <p:nvPr/>
        </p:nvGraphicFramePr>
        <p:xfrm>
          <a:off x="5314950" y="3270250"/>
          <a:ext cx="419100" cy="469900"/>
        </p:xfrm>
        <a:graphic>
          <a:graphicData uri="http://schemas.openxmlformats.org/presentationml/2006/ole">
            <p:oleObj spid="_x0000_s584714" name="Equation" r:id="rId6" imgW="419100" imgH="469900" progId="Equation.3">
              <p:embed/>
            </p:oleObj>
          </a:graphicData>
        </a:graphic>
      </p:graphicFrame>
      <p:graphicFrame>
        <p:nvGraphicFramePr>
          <p:cNvPr id="584715" name="Object 11"/>
          <p:cNvGraphicFramePr>
            <a:graphicFrameLocks noChangeAspect="1"/>
          </p:cNvGraphicFramePr>
          <p:nvPr/>
        </p:nvGraphicFramePr>
        <p:xfrm>
          <a:off x="2990850" y="3024188"/>
          <a:ext cx="1778000" cy="493712"/>
        </p:xfrm>
        <a:graphic>
          <a:graphicData uri="http://schemas.openxmlformats.org/presentationml/2006/ole">
            <p:oleObj spid="_x0000_s584715" name="Equation" r:id="rId7" imgW="1777680" imgH="495000" progId="Equation.3">
              <p:embed/>
            </p:oleObj>
          </a:graphicData>
        </a:graphic>
      </p:graphicFrame>
      <p:graphicFrame>
        <p:nvGraphicFramePr>
          <p:cNvPr id="584716" name="Object 12"/>
          <p:cNvGraphicFramePr>
            <a:graphicFrameLocks noChangeAspect="1"/>
          </p:cNvGraphicFramePr>
          <p:nvPr/>
        </p:nvGraphicFramePr>
        <p:xfrm>
          <a:off x="1428750" y="5461000"/>
          <a:ext cx="5956300" cy="582613"/>
        </p:xfrm>
        <a:graphic>
          <a:graphicData uri="http://schemas.openxmlformats.org/presentationml/2006/ole">
            <p:oleObj spid="_x0000_s584716" name="Equation" r:id="rId8" imgW="5956200" imgH="583920" progId="Equation.3">
              <p:embed/>
            </p:oleObj>
          </a:graphicData>
        </a:graphic>
      </p:graphicFrame>
      <p:sp>
        <p:nvSpPr>
          <p:cNvPr id="584717" name="Text Box 13"/>
          <p:cNvSpPr txBox="1">
            <a:spLocks noChangeArrowheads="1"/>
          </p:cNvSpPr>
          <p:nvPr/>
        </p:nvSpPr>
        <p:spPr bwMode="auto">
          <a:xfrm>
            <a:off x="0" y="4343400"/>
            <a:ext cx="3940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 function: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9D-3DE7-43F4-8D2A-D45426C28B29}" type="slidenum">
              <a:rPr lang="en-US"/>
              <a:pPr/>
              <a:t>75</a:t>
            </a:fld>
            <a:endParaRPr 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</a:t>
            </a:r>
          </a:p>
        </p:txBody>
      </p:sp>
      <p:sp>
        <p:nvSpPr>
          <p:cNvPr id="585731" name="Text Box 3"/>
          <p:cNvSpPr txBox="1">
            <a:spLocks noChangeArrowheads="1"/>
          </p:cNvSpPr>
          <p:nvPr/>
        </p:nvSpPr>
        <p:spPr bwMode="auto">
          <a:xfrm>
            <a:off x="533400" y="914400"/>
            <a:ext cx="79248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Non-Deterministic Pushdown Automaton </a:t>
            </a:r>
          </a:p>
          <a:p>
            <a:r>
              <a:rPr lang="en-US"/>
              <a:t>                          NPDA</a:t>
            </a:r>
          </a:p>
        </p:txBody>
      </p:sp>
      <p:graphicFrame>
        <p:nvGraphicFramePr>
          <p:cNvPr id="674816" name="Object 0"/>
          <p:cNvGraphicFramePr>
            <a:graphicFrameLocks noChangeAspect="1"/>
          </p:cNvGraphicFramePr>
          <p:nvPr/>
        </p:nvGraphicFramePr>
        <p:xfrm>
          <a:off x="2057400" y="2286000"/>
          <a:ext cx="5130800" cy="582613"/>
        </p:xfrm>
        <a:graphic>
          <a:graphicData uri="http://schemas.openxmlformats.org/presentationml/2006/ole">
            <p:oleObj spid="_x0000_s674816" name="Equation" r:id="rId3" imgW="5130720" imgH="583920" progId="Equation.3">
              <p:embed/>
            </p:oleObj>
          </a:graphicData>
        </a:graphic>
      </p:graphicFrame>
      <p:sp>
        <p:nvSpPr>
          <p:cNvPr id="585733" name="Line 5"/>
          <p:cNvSpPr>
            <a:spLocks noChangeShapeType="1"/>
          </p:cNvSpPr>
          <p:nvPr/>
        </p:nvSpPr>
        <p:spPr bwMode="auto">
          <a:xfrm flipV="1">
            <a:off x="2209800" y="2895600"/>
            <a:ext cx="10668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5734" name="Line 6"/>
          <p:cNvSpPr>
            <a:spLocks noChangeShapeType="1"/>
          </p:cNvSpPr>
          <p:nvPr/>
        </p:nvSpPr>
        <p:spPr bwMode="auto">
          <a:xfrm flipV="1">
            <a:off x="1905000" y="2819400"/>
            <a:ext cx="2057400" cy="1676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5735" name="Line 7"/>
          <p:cNvSpPr>
            <a:spLocks noChangeShapeType="1"/>
          </p:cNvSpPr>
          <p:nvPr/>
        </p:nvSpPr>
        <p:spPr bwMode="auto">
          <a:xfrm flipV="1">
            <a:off x="2895600" y="2819400"/>
            <a:ext cx="1600200" cy="2438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5736" name="Line 8"/>
          <p:cNvSpPr>
            <a:spLocks noChangeShapeType="1"/>
          </p:cNvSpPr>
          <p:nvPr/>
        </p:nvSpPr>
        <p:spPr bwMode="auto">
          <a:xfrm flipV="1">
            <a:off x="4876800" y="2819400"/>
            <a:ext cx="152400" cy="2286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5737" name="Line 9"/>
          <p:cNvSpPr>
            <a:spLocks noChangeShapeType="1"/>
          </p:cNvSpPr>
          <p:nvPr/>
        </p:nvSpPr>
        <p:spPr bwMode="auto">
          <a:xfrm flipH="1" flipV="1">
            <a:off x="6324600" y="2743200"/>
            <a:ext cx="1676400" cy="1600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5738" name="Line 10"/>
          <p:cNvSpPr>
            <a:spLocks noChangeShapeType="1"/>
          </p:cNvSpPr>
          <p:nvPr/>
        </p:nvSpPr>
        <p:spPr bwMode="auto">
          <a:xfrm flipH="1" flipV="1">
            <a:off x="6858000" y="2743200"/>
            <a:ext cx="9144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5739" name="Text Box 11"/>
          <p:cNvSpPr txBox="1">
            <a:spLocks noChangeArrowheads="1"/>
          </p:cNvSpPr>
          <p:nvPr/>
        </p:nvSpPr>
        <p:spPr bwMode="auto">
          <a:xfrm>
            <a:off x="533400" y="3276600"/>
            <a:ext cx="1479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States</a:t>
            </a:r>
          </a:p>
        </p:txBody>
      </p:sp>
      <p:sp>
        <p:nvSpPr>
          <p:cNvPr id="585740" name="Text Box 12"/>
          <p:cNvSpPr txBox="1">
            <a:spLocks noChangeArrowheads="1"/>
          </p:cNvSpPr>
          <p:nvPr/>
        </p:nvSpPr>
        <p:spPr bwMode="auto">
          <a:xfrm>
            <a:off x="457200" y="4267200"/>
            <a:ext cx="18192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  <a:p>
            <a:r>
              <a:rPr lang="en-US"/>
              <a:t>alphabet</a:t>
            </a:r>
          </a:p>
        </p:txBody>
      </p:sp>
      <p:sp>
        <p:nvSpPr>
          <p:cNvPr id="585741" name="Text Box 13"/>
          <p:cNvSpPr txBox="1">
            <a:spLocks noChangeArrowheads="1"/>
          </p:cNvSpPr>
          <p:nvPr/>
        </p:nvSpPr>
        <p:spPr bwMode="auto">
          <a:xfrm>
            <a:off x="1905000" y="5334000"/>
            <a:ext cx="18192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</a:t>
            </a:r>
          </a:p>
          <a:p>
            <a:r>
              <a:rPr lang="en-US"/>
              <a:t>alphabet</a:t>
            </a:r>
          </a:p>
        </p:txBody>
      </p:sp>
      <p:sp>
        <p:nvSpPr>
          <p:cNvPr id="585742" name="Text Box 14"/>
          <p:cNvSpPr txBox="1">
            <a:spLocks noChangeArrowheads="1"/>
          </p:cNvSpPr>
          <p:nvPr/>
        </p:nvSpPr>
        <p:spPr bwMode="auto">
          <a:xfrm>
            <a:off x="3733800" y="5029200"/>
            <a:ext cx="21224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</a:t>
            </a:r>
          </a:p>
          <a:p>
            <a:r>
              <a:rPr lang="en-US"/>
              <a:t>function</a:t>
            </a:r>
          </a:p>
        </p:txBody>
      </p:sp>
      <p:sp>
        <p:nvSpPr>
          <p:cNvPr id="585743" name="Text Box 15"/>
          <p:cNvSpPr txBox="1">
            <a:spLocks noChangeArrowheads="1"/>
          </p:cNvSpPr>
          <p:nvPr/>
        </p:nvSpPr>
        <p:spPr bwMode="auto">
          <a:xfrm>
            <a:off x="7748588" y="2514600"/>
            <a:ext cx="1395412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</a:t>
            </a:r>
          </a:p>
          <a:p>
            <a:r>
              <a:rPr lang="en-US"/>
              <a:t>states</a:t>
            </a:r>
          </a:p>
        </p:txBody>
      </p:sp>
      <p:sp>
        <p:nvSpPr>
          <p:cNvPr id="585744" name="Text Box 16"/>
          <p:cNvSpPr txBox="1">
            <a:spLocks noChangeArrowheads="1"/>
          </p:cNvSpPr>
          <p:nvPr/>
        </p:nvSpPr>
        <p:spPr bwMode="auto">
          <a:xfrm>
            <a:off x="7680325" y="4445000"/>
            <a:ext cx="147637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</a:t>
            </a:r>
          </a:p>
          <a:p>
            <a:r>
              <a:rPr lang="en-US"/>
              <a:t>start</a:t>
            </a:r>
          </a:p>
          <a:p>
            <a:r>
              <a:rPr lang="en-US"/>
              <a:t>symbol</a:t>
            </a:r>
          </a:p>
        </p:txBody>
      </p:sp>
      <p:sp>
        <p:nvSpPr>
          <p:cNvPr id="585745" name="Text Box 17"/>
          <p:cNvSpPr txBox="1">
            <a:spLocks noChangeArrowheads="1"/>
          </p:cNvSpPr>
          <p:nvPr/>
        </p:nvSpPr>
        <p:spPr bwMode="auto">
          <a:xfrm>
            <a:off x="6019800" y="5105400"/>
            <a:ext cx="13589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</a:t>
            </a:r>
          </a:p>
          <a:p>
            <a:r>
              <a:rPr lang="en-US"/>
              <a:t>state</a:t>
            </a:r>
          </a:p>
        </p:txBody>
      </p:sp>
      <p:sp>
        <p:nvSpPr>
          <p:cNvPr id="585746" name="Line 18"/>
          <p:cNvSpPr>
            <a:spLocks noChangeShapeType="1"/>
          </p:cNvSpPr>
          <p:nvPr/>
        </p:nvSpPr>
        <p:spPr bwMode="auto">
          <a:xfrm flipH="1" flipV="1">
            <a:off x="5638800" y="2895600"/>
            <a:ext cx="990600" cy="2209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B48E2-7725-44EE-93BF-67975228EDDC}" type="slidenum">
              <a:rPr lang="en-US"/>
              <a:pPr/>
              <a:t>76</a:t>
            </a:fld>
            <a:endParaRPr 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Instantaneous Description</a:t>
            </a:r>
          </a:p>
        </p:txBody>
      </p:sp>
      <p:graphicFrame>
        <p:nvGraphicFramePr>
          <p:cNvPr id="675840" name="Object 0"/>
          <p:cNvGraphicFramePr>
            <a:graphicFrameLocks noChangeAspect="1"/>
          </p:cNvGraphicFramePr>
          <p:nvPr/>
        </p:nvGraphicFramePr>
        <p:xfrm>
          <a:off x="3644900" y="1803400"/>
          <a:ext cx="1854200" cy="544513"/>
        </p:xfrm>
        <a:graphic>
          <a:graphicData uri="http://schemas.openxmlformats.org/presentationml/2006/ole">
            <p:oleObj spid="_x0000_s675840" name="Equation" r:id="rId3" imgW="1854000" imgH="545760" progId="Equation.3">
              <p:embed/>
            </p:oleObj>
          </a:graphicData>
        </a:graphic>
      </p:graphicFrame>
      <p:sp>
        <p:nvSpPr>
          <p:cNvPr id="586756" name="Line 4"/>
          <p:cNvSpPr>
            <a:spLocks noChangeShapeType="1"/>
          </p:cNvSpPr>
          <p:nvPr/>
        </p:nvSpPr>
        <p:spPr bwMode="auto">
          <a:xfrm flipV="1">
            <a:off x="2895600" y="2362200"/>
            <a:ext cx="9906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6757" name="Text Box 5"/>
          <p:cNvSpPr txBox="1">
            <a:spLocks noChangeArrowheads="1"/>
          </p:cNvSpPr>
          <p:nvPr/>
        </p:nvSpPr>
        <p:spPr bwMode="auto">
          <a:xfrm>
            <a:off x="1219200" y="3276600"/>
            <a:ext cx="16573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Current</a:t>
            </a:r>
          </a:p>
          <a:p>
            <a:r>
              <a:rPr lang="en-US"/>
              <a:t>state</a:t>
            </a:r>
          </a:p>
        </p:txBody>
      </p:sp>
      <p:sp>
        <p:nvSpPr>
          <p:cNvPr id="586758" name="Text Box 6"/>
          <p:cNvSpPr txBox="1">
            <a:spLocks noChangeArrowheads="1"/>
          </p:cNvSpPr>
          <p:nvPr/>
        </p:nvSpPr>
        <p:spPr bwMode="auto">
          <a:xfrm>
            <a:off x="3733800" y="3657600"/>
            <a:ext cx="20558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Remaining</a:t>
            </a:r>
          </a:p>
          <a:p>
            <a:r>
              <a:rPr lang="en-US"/>
              <a:t>input</a:t>
            </a:r>
          </a:p>
        </p:txBody>
      </p:sp>
      <p:sp>
        <p:nvSpPr>
          <p:cNvPr id="586759" name="Text Box 7"/>
          <p:cNvSpPr txBox="1">
            <a:spLocks noChangeArrowheads="1"/>
          </p:cNvSpPr>
          <p:nvPr/>
        </p:nvSpPr>
        <p:spPr bwMode="auto">
          <a:xfrm>
            <a:off x="6781800" y="3276600"/>
            <a:ext cx="18383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Current</a:t>
            </a:r>
          </a:p>
          <a:p>
            <a:r>
              <a:rPr lang="en-US"/>
              <a:t>stack</a:t>
            </a:r>
          </a:p>
          <a:p>
            <a:r>
              <a:rPr lang="en-US"/>
              <a:t>contents</a:t>
            </a:r>
          </a:p>
        </p:txBody>
      </p:sp>
      <p:sp>
        <p:nvSpPr>
          <p:cNvPr id="586760" name="Line 8"/>
          <p:cNvSpPr>
            <a:spLocks noChangeShapeType="1"/>
          </p:cNvSpPr>
          <p:nvPr/>
        </p:nvSpPr>
        <p:spPr bwMode="auto">
          <a:xfrm flipH="1" flipV="1">
            <a:off x="4572000" y="2362200"/>
            <a:ext cx="152400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6761" name="Line 9"/>
          <p:cNvSpPr>
            <a:spLocks noChangeShapeType="1"/>
          </p:cNvSpPr>
          <p:nvPr/>
        </p:nvSpPr>
        <p:spPr bwMode="auto">
          <a:xfrm flipH="1" flipV="1">
            <a:off x="5257800" y="2362200"/>
            <a:ext cx="16002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F2749-54EB-458F-9AE5-7156F537A3DF}" type="slidenum">
              <a:rPr lang="en-US"/>
              <a:pPr/>
              <a:t>77</a:t>
            </a:fld>
            <a:endParaRPr lang="en-US"/>
          </a:p>
        </p:txBody>
      </p:sp>
      <p:sp>
        <p:nvSpPr>
          <p:cNvPr id="587778" name="Oval 2"/>
          <p:cNvSpPr>
            <a:spLocks noChangeArrowheads="1"/>
          </p:cNvSpPr>
          <p:nvPr/>
        </p:nvSpPr>
        <p:spPr bwMode="auto">
          <a:xfrm>
            <a:off x="3200400" y="58674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79" name="Line 3"/>
          <p:cNvSpPr>
            <a:spLocks noChangeShapeType="1"/>
          </p:cNvSpPr>
          <p:nvPr/>
        </p:nvSpPr>
        <p:spPr bwMode="auto">
          <a:xfrm>
            <a:off x="1219200" y="6172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0" name="Line 4"/>
          <p:cNvSpPr>
            <a:spLocks noChangeShapeType="1"/>
          </p:cNvSpPr>
          <p:nvPr/>
        </p:nvSpPr>
        <p:spPr bwMode="auto">
          <a:xfrm>
            <a:off x="6400800" y="6172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1" name="Line 5"/>
          <p:cNvSpPr>
            <a:spLocks noChangeShapeType="1"/>
          </p:cNvSpPr>
          <p:nvPr/>
        </p:nvSpPr>
        <p:spPr bwMode="auto">
          <a:xfrm>
            <a:off x="3810000" y="6172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2" name="Freeform 6"/>
          <p:cNvSpPr>
            <a:spLocks/>
          </p:cNvSpPr>
          <p:nvPr/>
        </p:nvSpPr>
        <p:spPr bwMode="auto">
          <a:xfrm>
            <a:off x="2971800" y="4876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3" name="Freeform 7"/>
          <p:cNvSpPr>
            <a:spLocks/>
          </p:cNvSpPr>
          <p:nvPr/>
        </p:nvSpPr>
        <p:spPr bwMode="auto">
          <a:xfrm>
            <a:off x="5562600" y="4876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4" name="Line 8"/>
          <p:cNvSpPr>
            <a:spLocks noChangeShapeType="1"/>
          </p:cNvSpPr>
          <p:nvPr/>
        </p:nvSpPr>
        <p:spPr bwMode="auto">
          <a:xfrm>
            <a:off x="0" y="6172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5" name="Text Box 9"/>
          <p:cNvSpPr txBox="1">
            <a:spLocks noChangeArrowheads="1"/>
          </p:cNvSpPr>
          <p:nvPr/>
        </p:nvSpPr>
        <p:spPr bwMode="auto">
          <a:xfrm>
            <a:off x="1965325" y="5526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87786" name="Oval 10"/>
          <p:cNvSpPr>
            <a:spLocks noChangeArrowheads="1"/>
          </p:cNvSpPr>
          <p:nvPr/>
        </p:nvSpPr>
        <p:spPr bwMode="auto">
          <a:xfrm>
            <a:off x="5334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7" name="Oval 11"/>
          <p:cNvSpPr>
            <a:spLocks noChangeArrowheads="1"/>
          </p:cNvSpPr>
          <p:nvPr/>
        </p:nvSpPr>
        <p:spPr bwMode="auto">
          <a:xfrm>
            <a:off x="4572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8" name="Oval 12"/>
          <p:cNvSpPr>
            <a:spLocks noChangeArrowheads="1"/>
          </p:cNvSpPr>
          <p:nvPr/>
        </p:nvSpPr>
        <p:spPr bwMode="auto">
          <a:xfrm>
            <a:off x="5791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89" name="Oval 13"/>
          <p:cNvSpPr>
            <a:spLocks noChangeArrowheads="1"/>
          </p:cNvSpPr>
          <p:nvPr/>
        </p:nvSpPr>
        <p:spPr bwMode="auto">
          <a:xfrm>
            <a:off x="8458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90" name="Oval 14"/>
          <p:cNvSpPr>
            <a:spLocks noChangeArrowheads="1"/>
          </p:cNvSpPr>
          <p:nvPr/>
        </p:nvSpPr>
        <p:spPr bwMode="auto">
          <a:xfrm>
            <a:off x="8382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7791" name="Object 15"/>
          <p:cNvGraphicFramePr>
            <a:graphicFrameLocks noChangeAspect="1"/>
          </p:cNvGraphicFramePr>
          <p:nvPr/>
        </p:nvGraphicFramePr>
        <p:xfrm>
          <a:off x="2671763" y="4419600"/>
          <a:ext cx="1612900" cy="469900"/>
        </p:xfrm>
        <a:graphic>
          <a:graphicData uri="http://schemas.openxmlformats.org/presentationml/2006/ole">
            <p:oleObj spid="_x0000_s587791" name="Equation" r:id="rId3" imgW="1612900" imgH="469900" progId="Equation.3">
              <p:embed/>
            </p:oleObj>
          </a:graphicData>
        </a:graphic>
      </p:graphicFrame>
      <p:graphicFrame>
        <p:nvGraphicFramePr>
          <p:cNvPr id="587792" name="Object 16"/>
          <p:cNvGraphicFramePr>
            <a:graphicFrameLocks noChangeAspect="1"/>
          </p:cNvGraphicFramePr>
          <p:nvPr/>
        </p:nvGraphicFramePr>
        <p:xfrm>
          <a:off x="4114800" y="5715000"/>
          <a:ext cx="1612900" cy="469900"/>
        </p:xfrm>
        <a:graphic>
          <a:graphicData uri="http://schemas.openxmlformats.org/presentationml/2006/ole">
            <p:oleObj spid="_x0000_s587792" name="Equation" r:id="rId4" imgW="1612900" imgH="469900" progId="Equation.3">
              <p:embed/>
            </p:oleObj>
          </a:graphicData>
        </a:graphic>
      </p:graphicFrame>
      <p:graphicFrame>
        <p:nvGraphicFramePr>
          <p:cNvPr id="587793" name="Object 17"/>
          <p:cNvGraphicFramePr>
            <a:graphicFrameLocks noChangeAspect="1"/>
          </p:cNvGraphicFramePr>
          <p:nvPr/>
        </p:nvGraphicFramePr>
        <p:xfrm>
          <a:off x="614363" y="5943600"/>
          <a:ext cx="444500" cy="469900"/>
        </p:xfrm>
        <a:graphic>
          <a:graphicData uri="http://schemas.openxmlformats.org/presentationml/2006/ole">
            <p:oleObj spid="_x0000_s587793" name="Equation" r:id="rId5" imgW="444500" imgH="469900" progId="Equation.3">
              <p:embed/>
            </p:oleObj>
          </a:graphicData>
        </a:graphic>
      </p:graphicFrame>
      <p:graphicFrame>
        <p:nvGraphicFramePr>
          <p:cNvPr id="587794" name="Object 18"/>
          <p:cNvGraphicFramePr>
            <a:graphicFrameLocks noChangeAspect="1"/>
          </p:cNvGraphicFramePr>
          <p:nvPr/>
        </p:nvGraphicFramePr>
        <p:xfrm>
          <a:off x="3313113" y="5949950"/>
          <a:ext cx="381000" cy="457200"/>
        </p:xfrm>
        <a:graphic>
          <a:graphicData uri="http://schemas.openxmlformats.org/presentationml/2006/ole">
            <p:oleObj spid="_x0000_s587794" name="Equation" r:id="rId6" imgW="381000" imgH="457200" progId="Equation.3">
              <p:embed/>
            </p:oleObj>
          </a:graphicData>
        </a:graphic>
      </p:graphicFrame>
      <p:graphicFrame>
        <p:nvGraphicFramePr>
          <p:cNvPr id="587795" name="Object 19"/>
          <p:cNvGraphicFramePr>
            <a:graphicFrameLocks noChangeAspect="1"/>
          </p:cNvGraphicFramePr>
          <p:nvPr/>
        </p:nvGraphicFramePr>
        <p:xfrm>
          <a:off x="5846763" y="5943600"/>
          <a:ext cx="431800" cy="457200"/>
        </p:xfrm>
        <a:graphic>
          <a:graphicData uri="http://schemas.openxmlformats.org/presentationml/2006/ole">
            <p:oleObj spid="_x0000_s587795" name="Equation" r:id="rId7" imgW="431800" imgH="457200" progId="Equation.3">
              <p:embed/>
            </p:oleObj>
          </a:graphicData>
        </a:graphic>
      </p:graphicFrame>
      <p:graphicFrame>
        <p:nvGraphicFramePr>
          <p:cNvPr id="587796" name="Object 20"/>
          <p:cNvGraphicFramePr>
            <a:graphicFrameLocks noChangeAspect="1"/>
          </p:cNvGraphicFramePr>
          <p:nvPr/>
        </p:nvGraphicFramePr>
        <p:xfrm>
          <a:off x="8520113" y="5937250"/>
          <a:ext cx="419100" cy="469900"/>
        </p:xfrm>
        <a:graphic>
          <a:graphicData uri="http://schemas.openxmlformats.org/presentationml/2006/ole">
            <p:oleObj spid="_x0000_s587796" name="Equation" r:id="rId8" imgW="419100" imgH="469900" progId="Equation.3">
              <p:embed/>
            </p:oleObj>
          </a:graphicData>
        </a:graphic>
      </p:graphicFrame>
      <p:sp>
        <p:nvSpPr>
          <p:cNvPr id="587797" name="Rectangle 21"/>
          <p:cNvSpPr>
            <a:spLocks noChangeArrowheads="1"/>
          </p:cNvSpPr>
          <p:nvPr/>
        </p:nvSpPr>
        <p:spPr bwMode="auto">
          <a:xfrm>
            <a:off x="2819400" y="26670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798" name="Line 22"/>
          <p:cNvSpPr>
            <a:spLocks noChangeShapeType="1"/>
          </p:cNvSpPr>
          <p:nvPr/>
        </p:nvSpPr>
        <p:spPr bwMode="auto">
          <a:xfrm>
            <a:off x="35052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7799" name="Line 23"/>
          <p:cNvSpPr>
            <a:spLocks noChangeShapeType="1"/>
          </p:cNvSpPr>
          <p:nvPr/>
        </p:nvSpPr>
        <p:spPr bwMode="auto">
          <a:xfrm>
            <a:off x="41910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7800" name="Line 24"/>
          <p:cNvSpPr>
            <a:spLocks noChangeShapeType="1"/>
          </p:cNvSpPr>
          <p:nvPr/>
        </p:nvSpPr>
        <p:spPr bwMode="auto">
          <a:xfrm>
            <a:off x="48768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7801" name="Line 25"/>
          <p:cNvSpPr>
            <a:spLocks noChangeShapeType="1"/>
          </p:cNvSpPr>
          <p:nvPr/>
        </p:nvSpPr>
        <p:spPr bwMode="auto">
          <a:xfrm>
            <a:off x="55626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7802" name="Line 26"/>
          <p:cNvSpPr>
            <a:spLocks noChangeShapeType="1"/>
          </p:cNvSpPr>
          <p:nvPr/>
        </p:nvSpPr>
        <p:spPr bwMode="auto">
          <a:xfrm>
            <a:off x="62484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7803" name="Rectangle 27"/>
          <p:cNvSpPr>
            <a:spLocks noChangeArrowheads="1"/>
          </p:cNvSpPr>
          <p:nvPr/>
        </p:nvSpPr>
        <p:spPr bwMode="auto">
          <a:xfrm>
            <a:off x="8005763" y="1524000"/>
            <a:ext cx="914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804" name="Text Box 28"/>
          <p:cNvSpPr txBox="1">
            <a:spLocks noChangeArrowheads="1"/>
          </p:cNvSpPr>
          <p:nvPr/>
        </p:nvSpPr>
        <p:spPr bwMode="auto">
          <a:xfrm>
            <a:off x="2667000" y="19812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87805" name="Text Box 29"/>
          <p:cNvSpPr txBox="1">
            <a:spLocks noChangeArrowheads="1"/>
          </p:cNvSpPr>
          <p:nvPr/>
        </p:nvSpPr>
        <p:spPr bwMode="auto">
          <a:xfrm>
            <a:off x="7848600" y="4114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87806" name="Object 30"/>
          <p:cNvGraphicFramePr>
            <a:graphicFrameLocks noChangeAspect="1"/>
          </p:cNvGraphicFramePr>
          <p:nvPr/>
        </p:nvGraphicFramePr>
        <p:xfrm>
          <a:off x="3048000" y="2971800"/>
          <a:ext cx="254000" cy="254000"/>
        </p:xfrm>
        <a:graphic>
          <a:graphicData uri="http://schemas.openxmlformats.org/presentationml/2006/ole">
            <p:oleObj spid="_x0000_s587806" name="Equation" r:id="rId9" imgW="254000" imgH="254000" progId="Equation.3">
              <p:embed/>
            </p:oleObj>
          </a:graphicData>
        </a:graphic>
      </p:graphicFrame>
      <p:graphicFrame>
        <p:nvGraphicFramePr>
          <p:cNvPr id="587807" name="Object 31"/>
          <p:cNvGraphicFramePr>
            <a:graphicFrameLocks noChangeAspect="1"/>
          </p:cNvGraphicFramePr>
          <p:nvPr/>
        </p:nvGraphicFramePr>
        <p:xfrm>
          <a:off x="3733800" y="2971800"/>
          <a:ext cx="254000" cy="254000"/>
        </p:xfrm>
        <a:graphic>
          <a:graphicData uri="http://schemas.openxmlformats.org/presentationml/2006/ole">
            <p:oleObj spid="_x0000_s587807" name="Equation" r:id="rId10" imgW="254000" imgH="254000" progId="Equation.3">
              <p:embed/>
            </p:oleObj>
          </a:graphicData>
        </a:graphic>
      </p:graphicFrame>
      <p:graphicFrame>
        <p:nvGraphicFramePr>
          <p:cNvPr id="587808" name="Object 32"/>
          <p:cNvGraphicFramePr>
            <a:graphicFrameLocks noChangeAspect="1"/>
          </p:cNvGraphicFramePr>
          <p:nvPr/>
        </p:nvGraphicFramePr>
        <p:xfrm>
          <a:off x="4419600" y="2971800"/>
          <a:ext cx="254000" cy="254000"/>
        </p:xfrm>
        <a:graphic>
          <a:graphicData uri="http://schemas.openxmlformats.org/presentationml/2006/ole">
            <p:oleObj spid="_x0000_s587808" name="Equation" r:id="rId11" imgW="254000" imgH="254000" progId="Equation.3">
              <p:embed/>
            </p:oleObj>
          </a:graphicData>
        </a:graphic>
      </p:graphicFrame>
      <p:graphicFrame>
        <p:nvGraphicFramePr>
          <p:cNvPr id="587809" name="Object 33"/>
          <p:cNvGraphicFramePr>
            <a:graphicFrameLocks noChangeAspect="1"/>
          </p:cNvGraphicFramePr>
          <p:nvPr/>
        </p:nvGraphicFramePr>
        <p:xfrm>
          <a:off x="5105400" y="2921000"/>
          <a:ext cx="254000" cy="355600"/>
        </p:xfrm>
        <a:graphic>
          <a:graphicData uri="http://schemas.openxmlformats.org/presentationml/2006/ole">
            <p:oleObj spid="_x0000_s587809" name="Equation" r:id="rId12" imgW="254000" imgH="355600" progId="Equation.3">
              <p:embed/>
            </p:oleObj>
          </a:graphicData>
        </a:graphic>
      </p:graphicFrame>
      <p:graphicFrame>
        <p:nvGraphicFramePr>
          <p:cNvPr id="587810" name="Object 34"/>
          <p:cNvGraphicFramePr>
            <a:graphicFrameLocks noChangeAspect="1"/>
          </p:cNvGraphicFramePr>
          <p:nvPr/>
        </p:nvGraphicFramePr>
        <p:xfrm>
          <a:off x="5791200" y="2921000"/>
          <a:ext cx="254000" cy="355600"/>
        </p:xfrm>
        <a:graphic>
          <a:graphicData uri="http://schemas.openxmlformats.org/presentationml/2006/ole">
            <p:oleObj spid="_x0000_s587810" name="Equation" r:id="rId13" imgW="254000" imgH="355600" progId="Equation.3">
              <p:embed/>
            </p:oleObj>
          </a:graphicData>
        </a:graphic>
      </p:graphicFrame>
      <p:graphicFrame>
        <p:nvGraphicFramePr>
          <p:cNvPr id="587811" name="Object 35"/>
          <p:cNvGraphicFramePr>
            <a:graphicFrameLocks noChangeAspect="1"/>
          </p:cNvGraphicFramePr>
          <p:nvPr/>
        </p:nvGraphicFramePr>
        <p:xfrm>
          <a:off x="6477000" y="2921000"/>
          <a:ext cx="254000" cy="355600"/>
        </p:xfrm>
        <a:graphic>
          <a:graphicData uri="http://schemas.openxmlformats.org/presentationml/2006/ole">
            <p:oleObj spid="_x0000_s587811" name="Equation" r:id="rId14" imgW="254000" imgH="355600" progId="Equation.3">
              <p:embed/>
            </p:oleObj>
          </a:graphicData>
        </a:graphic>
      </p:graphicFrame>
      <p:sp>
        <p:nvSpPr>
          <p:cNvPr id="587812" name="Line 36"/>
          <p:cNvSpPr>
            <a:spLocks noChangeShapeType="1"/>
          </p:cNvSpPr>
          <p:nvPr/>
        </p:nvSpPr>
        <p:spPr bwMode="auto">
          <a:xfrm flipV="1">
            <a:off x="4495800" y="3429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7813" name="Object 37"/>
          <p:cNvGraphicFramePr>
            <a:graphicFrameLocks noChangeAspect="1"/>
          </p:cNvGraphicFramePr>
          <p:nvPr/>
        </p:nvGraphicFramePr>
        <p:xfrm>
          <a:off x="8386763" y="3505200"/>
          <a:ext cx="228600" cy="419100"/>
        </p:xfrm>
        <a:graphic>
          <a:graphicData uri="http://schemas.openxmlformats.org/presentationml/2006/ole">
            <p:oleObj spid="_x0000_s587813" name="Equation" r:id="rId15" imgW="228600" imgH="419100" progId="Equation.3">
              <p:embed/>
            </p:oleObj>
          </a:graphicData>
        </a:graphic>
      </p:graphicFrame>
      <p:sp>
        <p:nvSpPr>
          <p:cNvPr id="587814" name="Line 38"/>
          <p:cNvSpPr>
            <a:spLocks noChangeShapeType="1"/>
          </p:cNvSpPr>
          <p:nvPr/>
        </p:nvSpPr>
        <p:spPr bwMode="auto">
          <a:xfrm>
            <a:off x="8010525" y="3352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7815" name="Object 39"/>
          <p:cNvGraphicFramePr>
            <a:graphicFrameLocks noChangeAspect="1"/>
          </p:cNvGraphicFramePr>
          <p:nvPr/>
        </p:nvGraphicFramePr>
        <p:xfrm>
          <a:off x="8386763" y="2971800"/>
          <a:ext cx="254000" cy="254000"/>
        </p:xfrm>
        <a:graphic>
          <a:graphicData uri="http://schemas.openxmlformats.org/presentationml/2006/ole">
            <p:oleObj spid="_x0000_s587815" name="Equation" r:id="rId16" imgW="254000" imgH="254000" progId="Equation.3">
              <p:embed/>
            </p:oleObj>
          </a:graphicData>
        </a:graphic>
      </p:graphicFrame>
      <p:sp>
        <p:nvSpPr>
          <p:cNvPr id="587816" name="Line 40"/>
          <p:cNvSpPr>
            <a:spLocks noChangeShapeType="1"/>
          </p:cNvSpPr>
          <p:nvPr/>
        </p:nvSpPr>
        <p:spPr bwMode="auto">
          <a:xfrm>
            <a:off x="8005763" y="2743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7817" name="Object 41"/>
          <p:cNvGraphicFramePr>
            <a:graphicFrameLocks noChangeAspect="1"/>
          </p:cNvGraphicFramePr>
          <p:nvPr/>
        </p:nvGraphicFramePr>
        <p:xfrm>
          <a:off x="8386763" y="2362200"/>
          <a:ext cx="254000" cy="254000"/>
        </p:xfrm>
        <a:graphic>
          <a:graphicData uri="http://schemas.openxmlformats.org/presentationml/2006/ole">
            <p:oleObj spid="_x0000_s587817" name="Equation" r:id="rId17" imgW="254000" imgH="254000" progId="Equation.3">
              <p:embed/>
            </p:oleObj>
          </a:graphicData>
        </a:graphic>
      </p:graphicFrame>
      <p:graphicFrame>
        <p:nvGraphicFramePr>
          <p:cNvPr id="587818" name="Object 42"/>
          <p:cNvGraphicFramePr>
            <a:graphicFrameLocks noChangeAspect="1"/>
          </p:cNvGraphicFramePr>
          <p:nvPr/>
        </p:nvGraphicFramePr>
        <p:xfrm>
          <a:off x="5338763" y="4419600"/>
          <a:ext cx="1612900" cy="469900"/>
        </p:xfrm>
        <a:graphic>
          <a:graphicData uri="http://schemas.openxmlformats.org/presentationml/2006/ole">
            <p:oleObj spid="_x0000_s587818" name="Equation" r:id="rId18" imgW="1612900" imgH="469900" progId="Equation.3">
              <p:embed/>
            </p:oleObj>
          </a:graphicData>
        </a:graphic>
      </p:graphicFrame>
      <p:sp>
        <p:nvSpPr>
          <p:cNvPr id="587819" name="Text Box 43"/>
          <p:cNvSpPr txBox="1">
            <a:spLocks noChangeArrowheads="1"/>
          </p:cNvSpPr>
          <p:nvPr/>
        </p:nvSpPr>
        <p:spPr bwMode="auto">
          <a:xfrm>
            <a:off x="0" y="2057400"/>
            <a:ext cx="1604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4:</a:t>
            </a:r>
          </a:p>
        </p:txBody>
      </p:sp>
      <p:graphicFrame>
        <p:nvGraphicFramePr>
          <p:cNvPr id="587820" name="Object 44"/>
          <p:cNvGraphicFramePr>
            <a:graphicFrameLocks noChangeAspect="1"/>
          </p:cNvGraphicFramePr>
          <p:nvPr/>
        </p:nvGraphicFramePr>
        <p:xfrm>
          <a:off x="1300163" y="5715000"/>
          <a:ext cx="1701800" cy="469900"/>
        </p:xfrm>
        <a:graphic>
          <a:graphicData uri="http://schemas.openxmlformats.org/presentationml/2006/ole">
            <p:oleObj spid="_x0000_s587820" name="Equation" r:id="rId19" imgW="1701800" imgH="469900" progId="Equation.3">
              <p:embed/>
            </p:oleObj>
          </a:graphicData>
        </a:graphic>
      </p:graphicFrame>
      <p:graphicFrame>
        <p:nvGraphicFramePr>
          <p:cNvPr id="587821" name="Object 45"/>
          <p:cNvGraphicFramePr>
            <a:graphicFrameLocks noChangeAspect="1"/>
          </p:cNvGraphicFramePr>
          <p:nvPr/>
        </p:nvGraphicFramePr>
        <p:xfrm>
          <a:off x="6557963" y="5715000"/>
          <a:ext cx="1574800" cy="469900"/>
        </p:xfrm>
        <a:graphic>
          <a:graphicData uri="http://schemas.openxmlformats.org/presentationml/2006/ole">
            <p:oleObj spid="_x0000_s587821" name="Equation" r:id="rId20" imgW="1574800" imgH="469900" progId="Equation.3">
              <p:embed/>
            </p:oleObj>
          </a:graphicData>
        </a:graphic>
      </p:graphicFrame>
      <p:sp>
        <p:nvSpPr>
          <p:cNvPr id="587822" name="Oval 46"/>
          <p:cNvSpPr>
            <a:spLocks noChangeArrowheads="1"/>
          </p:cNvSpPr>
          <p:nvPr/>
        </p:nvSpPr>
        <p:spPr bwMode="auto">
          <a:xfrm>
            <a:off x="2443163" y="4267200"/>
            <a:ext cx="20574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7823" name="Text Box 47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587824" name="Text Box 48"/>
          <p:cNvSpPr txBox="1">
            <a:spLocks noChangeArrowheads="1"/>
          </p:cNvSpPr>
          <p:nvPr/>
        </p:nvSpPr>
        <p:spPr bwMode="auto">
          <a:xfrm>
            <a:off x="2590800" y="0"/>
            <a:ext cx="5294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Instantaneous Description</a:t>
            </a:r>
          </a:p>
        </p:txBody>
      </p:sp>
      <p:graphicFrame>
        <p:nvGraphicFramePr>
          <p:cNvPr id="587825" name="Object 49"/>
          <p:cNvGraphicFramePr>
            <a:graphicFrameLocks noChangeAspect="1"/>
          </p:cNvGraphicFramePr>
          <p:nvPr/>
        </p:nvGraphicFramePr>
        <p:xfrm>
          <a:off x="3676650" y="736600"/>
          <a:ext cx="2921000" cy="571500"/>
        </p:xfrm>
        <a:graphic>
          <a:graphicData uri="http://schemas.openxmlformats.org/presentationml/2006/ole">
            <p:oleObj spid="_x0000_s587825" name="Equation" r:id="rId21" imgW="2920680" imgH="571320" progId="Equation.3">
              <p:embed/>
            </p:oleObj>
          </a:graphicData>
        </a:graphic>
      </p:graphicFrame>
      <p:graphicFrame>
        <p:nvGraphicFramePr>
          <p:cNvPr id="587826" name="Object 50"/>
          <p:cNvGraphicFramePr>
            <a:graphicFrameLocks noChangeAspect="1"/>
          </p:cNvGraphicFramePr>
          <p:nvPr/>
        </p:nvGraphicFramePr>
        <p:xfrm>
          <a:off x="8382000" y="1676400"/>
          <a:ext cx="254000" cy="254000"/>
        </p:xfrm>
        <a:graphic>
          <a:graphicData uri="http://schemas.openxmlformats.org/presentationml/2006/ole">
            <p:oleObj spid="_x0000_s587826" name="Equation" r:id="rId22" imgW="254000" imgH="254000" progId="Equation.3">
              <p:embed/>
            </p:oleObj>
          </a:graphicData>
        </a:graphic>
      </p:graphicFrame>
      <p:sp>
        <p:nvSpPr>
          <p:cNvPr id="587827" name="Line 51"/>
          <p:cNvSpPr>
            <a:spLocks noChangeShapeType="1"/>
          </p:cNvSpPr>
          <p:nvPr/>
        </p:nvSpPr>
        <p:spPr bwMode="auto">
          <a:xfrm>
            <a:off x="8001000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7829" name="Line 53"/>
          <p:cNvSpPr>
            <a:spLocks noChangeShapeType="1"/>
          </p:cNvSpPr>
          <p:nvPr/>
        </p:nvSpPr>
        <p:spPr bwMode="auto">
          <a:xfrm>
            <a:off x="7467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A025-07A6-4B93-84FD-B546D6D53A56}" type="slidenum">
              <a:rPr lang="en-US"/>
              <a:pPr/>
              <a:t>78</a:t>
            </a:fld>
            <a:endParaRPr lang="en-US"/>
          </a:p>
        </p:txBody>
      </p:sp>
      <p:sp>
        <p:nvSpPr>
          <p:cNvPr id="588802" name="Oval 2"/>
          <p:cNvSpPr>
            <a:spLocks noChangeArrowheads="1"/>
          </p:cNvSpPr>
          <p:nvPr/>
        </p:nvSpPr>
        <p:spPr bwMode="auto">
          <a:xfrm>
            <a:off x="32004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3" name="Line 3"/>
          <p:cNvSpPr>
            <a:spLocks noChangeShapeType="1"/>
          </p:cNvSpPr>
          <p:nvPr/>
        </p:nvSpPr>
        <p:spPr bwMode="auto">
          <a:xfrm>
            <a:off x="1219200" y="6172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4" name="Line 4"/>
          <p:cNvSpPr>
            <a:spLocks noChangeShapeType="1"/>
          </p:cNvSpPr>
          <p:nvPr/>
        </p:nvSpPr>
        <p:spPr bwMode="auto">
          <a:xfrm>
            <a:off x="6400800" y="6172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5" name="Line 5"/>
          <p:cNvSpPr>
            <a:spLocks noChangeShapeType="1"/>
          </p:cNvSpPr>
          <p:nvPr/>
        </p:nvSpPr>
        <p:spPr bwMode="auto">
          <a:xfrm>
            <a:off x="3810000" y="6172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6" name="Freeform 6"/>
          <p:cNvSpPr>
            <a:spLocks/>
          </p:cNvSpPr>
          <p:nvPr/>
        </p:nvSpPr>
        <p:spPr bwMode="auto">
          <a:xfrm>
            <a:off x="2971800" y="4876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7" name="Freeform 7"/>
          <p:cNvSpPr>
            <a:spLocks/>
          </p:cNvSpPr>
          <p:nvPr/>
        </p:nvSpPr>
        <p:spPr bwMode="auto">
          <a:xfrm>
            <a:off x="5562600" y="4876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8" name="Line 8"/>
          <p:cNvSpPr>
            <a:spLocks noChangeShapeType="1"/>
          </p:cNvSpPr>
          <p:nvPr/>
        </p:nvSpPr>
        <p:spPr bwMode="auto">
          <a:xfrm>
            <a:off x="0" y="6172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09" name="Text Box 9"/>
          <p:cNvSpPr txBox="1">
            <a:spLocks noChangeArrowheads="1"/>
          </p:cNvSpPr>
          <p:nvPr/>
        </p:nvSpPr>
        <p:spPr bwMode="auto">
          <a:xfrm>
            <a:off x="1965325" y="5526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88810" name="Oval 10"/>
          <p:cNvSpPr>
            <a:spLocks noChangeArrowheads="1"/>
          </p:cNvSpPr>
          <p:nvPr/>
        </p:nvSpPr>
        <p:spPr bwMode="auto">
          <a:xfrm>
            <a:off x="5334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11" name="Oval 11"/>
          <p:cNvSpPr>
            <a:spLocks noChangeArrowheads="1"/>
          </p:cNvSpPr>
          <p:nvPr/>
        </p:nvSpPr>
        <p:spPr bwMode="auto">
          <a:xfrm>
            <a:off x="4572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12" name="Oval 12"/>
          <p:cNvSpPr>
            <a:spLocks noChangeArrowheads="1"/>
          </p:cNvSpPr>
          <p:nvPr/>
        </p:nvSpPr>
        <p:spPr bwMode="auto">
          <a:xfrm>
            <a:off x="5791200" y="58674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13" name="Oval 13"/>
          <p:cNvSpPr>
            <a:spLocks noChangeArrowheads="1"/>
          </p:cNvSpPr>
          <p:nvPr/>
        </p:nvSpPr>
        <p:spPr bwMode="auto">
          <a:xfrm>
            <a:off x="8458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14" name="Oval 14"/>
          <p:cNvSpPr>
            <a:spLocks noChangeArrowheads="1"/>
          </p:cNvSpPr>
          <p:nvPr/>
        </p:nvSpPr>
        <p:spPr bwMode="auto">
          <a:xfrm>
            <a:off x="8382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8815" name="Object 15"/>
          <p:cNvGraphicFramePr>
            <a:graphicFrameLocks noChangeAspect="1"/>
          </p:cNvGraphicFramePr>
          <p:nvPr/>
        </p:nvGraphicFramePr>
        <p:xfrm>
          <a:off x="2671763" y="4419600"/>
          <a:ext cx="1612900" cy="469900"/>
        </p:xfrm>
        <a:graphic>
          <a:graphicData uri="http://schemas.openxmlformats.org/presentationml/2006/ole">
            <p:oleObj spid="_x0000_s588815" name="Equation" r:id="rId3" imgW="1612900" imgH="469900" progId="Equation.3">
              <p:embed/>
            </p:oleObj>
          </a:graphicData>
        </a:graphic>
      </p:graphicFrame>
      <p:graphicFrame>
        <p:nvGraphicFramePr>
          <p:cNvPr id="588816" name="Object 16"/>
          <p:cNvGraphicFramePr>
            <a:graphicFrameLocks noChangeAspect="1"/>
          </p:cNvGraphicFramePr>
          <p:nvPr/>
        </p:nvGraphicFramePr>
        <p:xfrm>
          <a:off x="4114800" y="5715000"/>
          <a:ext cx="1612900" cy="469900"/>
        </p:xfrm>
        <a:graphic>
          <a:graphicData uri="http://schemas.openxmlformats.org/presentationml/2006/ole">
            <p:oleObj spid="_x0000_s588816" name="Equation" r:id="rId4" imgW="1612900" imgH="469900" progId="Equation.3">
              <p:embed/>
            </p:oleObj>
          </a:graphicData>
        </a:graphic>
      </p:graphicFrame>
      <p:graphicFrame>
        <p:nvGraphicFramePr>
          <p:cNvPr id="588817" name="Object 17"/>
          <p:cNvGraphicFramePr>
            <a:graphicFrameLocks noChangeAspect="1"/>
          </p:cNvGraphicFramePr>
          <p:nvPr/>
        </p:nvGraphicFramePr>
        <p:xfrm>
          <a:off x="614363" y="5943600"/>
          <a:ext cx="444500" cy="469900"/>
        </p:xfrm>
        <a:graphic>
          <a:graphicData uri="http://schemas.openxmlformats.org/presentationml/2006/ole">
            <p:oleObj spid="_x0000_s588817" name="Equation" r:id="rId5" imgW="444500" imgH="469900" progId="Equation.3">
              <p:embed/>
            </p:oleObj>
          </a:graphicData>
        </a:graphic>
      </p:graphicFrame>
      <p:graphicFrame>
        <p:nvGraphicFramePr>
          <p:cNvPr id="588818" name="Object 18"/>
          <p:cNvGraphicFramePr>
            <a:graphicFrameLocks noChangeAspect="1"/>
          </p:cNvGraphicFramePr>
          <p:nvPr/>
        </p:nvGraphicFramePr>
        <p:xfrm>
          <a:off x="3313113" y="5949950"/>
          <a:ext cx="381000" cy="457200"/>
        </p:xfrm>
        <a:graphic>
          <a:graphicData uri="http://schemas.openxmlformats.org/presentationml/2006/ole">
            <p:oleObj spid="_x0000_s588818" name="Equation" r:id="rId6" imgW="381000" imgH="457200" progId="Equation.3">
              <p:embed/>
            </p:oleObj>
          </a:graphicData>
        </a:graphic>
      </p:graphicFrame>
      <p:graphicFrame>
        <p:nvGraphicFramePr>
          <p:cNvPr id="588819" name="Object 19"/>
          <p:cNvGraphicFramePr>
            <a:graphicFrameLocks noChangeAspect="1"/>
          </p:cNvGraphicFramePr>
          <p:nvPr/>
        </p:nvGraphicFramePr>
        <p:xfrm>
          <a:off x="5846763" y="5943600"/>
          <a:ext cx="431800" cy="457200"/>
        </p:xfrm>
        <a:graphic>
          <a:graphicData uri="http://schemas.openxmlformats.org/presentationml/2006/ole">
            <p:oleObj spid="_x0000_s588819" name="Equation" r:id="rId7" imgW="431800" imgH="457200" progId="Equation.3">
              <p:embed/>
            </p:oleObj>
          </a:graphicData>
        </a:graphic>
      </p:graphicFrame>
      <p:graphicFrame>
        <p:nvGraphicFramePr>
          <p:cNvPr id="588820" name="Object 20"/>
          <p:cNvGraphicFramePr>
            <a:graphicFrameLocks noChangeAspect="1"/>
          </p:cNvGraphicFramePr>
          <p:nvPr/>
        </p:nvGraphicFramePr>
        <p:xfrm>
          <a:off x="8520113" y="5937250"/>
          <a:ext cx="419100" cy="469900"/>
        </p:xfrm>
        <a:graphic>
          <a:graphicData uri="http://schemas.openxmlformats.org/presentationml/2006/ole">
            <p:oleObj spid="_x0000_s588820" name="Equation" r:id="rId8" imgW="419100" imgH="469900" progId="Equation.3">
              <p:embed/>
            </p:oleObj>
          </a:graphicData>
        </a:graphic>
      </p:graphicFrame>
      <p:sp>
        <p:nvSpPr>
          <p:cNvPr id="588821" name="Rectangle 21"/>
          <p:cNvSpPr>
            <a:spLocks noChangeArrowheads="1"/>
          </p:cNvSpPr>
          <p:nvPr/>
        </p:nvSpPr>
        <p:spPr bwMode="auto">
          <a:xfrm>
            <a:off x="2819400" y="2667000"/>
            <a:ext cx="4114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22" name="Line 22"/>
          <p:cNvSpPr>
            <a:spLocks noChangeShapeType="1"/>
          </p:cNvSpPr>
          <p:nvPr/>
        </p:nvSpPr>
        <p:spPr bwMode="auto">
          <a:xfrm>
            <a:off x="35052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23" name="Line 23"/>
          <p:cNvSpPr>
            <a:spLocks noChangeShapeType="1"/>
          </p:cNvSpPr>
          <p:nvPr/>
        </p:nvSpPr>
        <p:spPr bwMode="auto">
          <a:xfrm>
            <a:off x="41910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24" name="Line 24"/>
          <p:cNvSpPr>
            <a:spLocks noChangeShapeType="1"/>
          </p:cNvSpPr>
          <p:nvPr/>
        </p:nvSpPr>
        <p:spPr bwMode="auto">
          <a:xfrm>
            <a:off x="48768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25" name="Line 25"/>
          <p:cNvSpPr>
            <a:spLocks noChangeShapeType="1"/>
          </p:cNvSpPr>
          <p:nvPr/>
        </p:nvSpPr>
        <p:spPr bwMode="auto">
          <a:xfrm>
            <a:off x="55626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26" name="Line 26"/>
          <p:cNvSpPr>
            <a:spLocks noChangeShapeType="1"/>
          </p:cNvSpPr>
          <p:nvPr/>
        </p:nvSpPr>
        <p:spPr bwMode="auto">
          <a:xfrm>
            <a:off x="62484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27" name="Rectangle 27"/>
          <p:cNvSpPr>
            <a:spLocks noChangeArrowheads="1"/>
          </p:cNvSpPr>
          <p:nvPr/>
        </p:nvSpPr>
        <p:spPr bwMode="auto">
          <a:xfrm>
            <a:off x="8005763" y="1524000"/>
            <a:ext cx="914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28" name="Text Box 28"/>
          <p:cNvSpPr txBox="1">
            <a:spLocks noChangeArrowheads="1"/>
          </p:cNvSpPr>
          <p:nvPr/>
        </p:nvSpPr>
        <p:spPr bwMode="auto">
          <a:xfrm>
            <a:off x="2667000" y="19812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588829" name="Text Box 29"/>
          <p:cNvSpPr txBox="1">
            <a:spLocks noChangeArrowheads="1"/>
          </p:cNvSpPr>
          <p:nvPr/>
        </p:nvSpPr>
        <p:spPr bwMode="auto">
          <a:xfrm>
            <a:off x="7848600" y="4114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588830" name="Object 30"/>
          <p:cNvGraphicFramePr>
            <a:graphicFrameLocks noChangeAspect="1"/>
          </p:cNvGraphicFramePr>
          <p:nvPr/>
        </p:nvGraphicFramePr>
        <p:xfrm>
          <a:off x="3048000" y="2971800"/>
          <a:ext cx="254000" cy="254000"/>
        </p:xfrm>
        <a:graphic>
          <a:graphicData uri="http://schemas.openxmlformats.org/presentationml/2006/ole">
            <p:oleObj spid="_x0000_s588830" name="Equation" r:id="rId9" imgW="254000" imgH="254000" progId="Equation.3">
              <p:embed/>
            </p:oleObj>
          </a:graphicData>
        </a:graphic>
      </p:graphicFrame>
      <p:graphicFrame>
        <p:nvGraphicFramePr>
          <p:cNvPr id="588831" name="Object 31"/>
          <p:cNvGraphicFramePr>
            <a:graphicFrameLocks noChangeAspect="1"/>
          </p:cNvGraphicFramePr>
          <p:nvPr/>
        </p:nvGraphicFramePr>
        <p:xfrm>
          <a:off x="3733800" y="2971800"/>
          <a:ext cx="254000" cy="254000"/>
        </p:xfrm>
        <a:graphic>
          <a:graphicData uri="http://schemas.openxmlformats.org/presentationml/2006/ole">
            <p:oleObj spid="_x0000_s588831" name="Equation" r:id="rId10" imgW="254000" imgH="254000" progId="Equation.3">
              <p:embed/>
            </p:oleObj>
          </a:graphicData>
        </a:graphic>
      </p:graphicFrame>
      <p:graphicFrame>
        <p:nvGraphicFramePr>
          <p:cNvPr id="588832" name="Object 32"/>
          <p:cNvGraphicFramePr>
            <a:graphicFrameLocks noChangeAspect="1"/>
          </p:cNvGraphicFramePr>
          <p:nvPr/>
        </p:nvGraphicFramePr>
        <p:xfrm>
          <a:off x="4419600" y="2971800"/>
          <a:ext cx="254000" cy="254000"/>
        </p:xfrm>
        <a:graphic>
          <a:graphicData uri="http://schemas.openxmlformats.org/presentationml/2006/ole">
            <p:oleObj spid="_x0000_s588832" name="Equation" r:id="rId11" imgW="254000" imgH="254000" progId="Equation.3">
              <p:embed/>
            </p:oleObj>
          </a:graphicData>
        </a:graphic>
      </p:graphicFrame>
      <p:graphicFrame>
        <p:nvGraphicFramePr>
          <p:cNvPr id="588833" name="Object 33"/>
          <p:cNvGraphicFramePr>
            <a:graphicFrameLocks noChangeAspect="1"/>
          </p:cNvGraphicFramePr>
          <p:nvPr/>
        </p:nvGraphicFramePr>
        <p:xfrm>
          <a:off x="5105400" y="2921000"/>
          <a:ext cx="254000" cy="355600"/>
        </p:xfrm>
        <a:graphic>
          <a:graphicData uri="http://schemas.openxmlformats.org/presentationml/2006/ole">
            <p:oleObj spid="_x0000_s588833" name="Equation" r:id="rId12" imgW="254000" imgH="355600" progId="Equation.3">
              <p:embed/>
            </p:oleObj>
          </a:graphicData>
        </a:graphic>
      </p:graphicFrame>
      <p:graphicFrame>
        <p:nvGraphicFramePr>
          <p:cNvPr id="588834" name="Object 34"/>
          <p:cNvGraphicFramePr>
            <a:graphicFrameLocks noChangeAspect="1"/>
          </p:cNvGraphicFramePr>
          <p:nvPr/>
        </p:nvGraphicFramePr>
        <p:xfrm>
          <a:off x="5791200" y="2921000"/>
          <a:ext cx="254000" cy="355600"/>
        </p:xfrm>
        <a:graphic>
          <a:graphicData uri="http://schemas.openxmlformats.org/presentationml/2006/ole">
            <p:oleObj spid="_x0000_s588834" name="Equation" r:id="rId13" imgW="254000" imgH="355600" progId="Equation.3">
              <p:embed/>
            </p:oleObj>
          </a:graphicData>
        </a:graphic>
      </p:graphicFrame>
      <p:graphicFrame>
        <p:nvGraphicFramePr>
          <p:cNvPr id="588835" name="Object 35"/>
          <p:cNvGraphicFramePr>
            <a:graphicFrameLocks noChangeAspect="1"/>
          </p:cNvGraphicFramePr>
          <p:nvPr/>
        </p:nvGraphicFramePr>
        <p:xfrm>
          <a:off x="6477000" y="2921000"/>
          <a:ext cx="254000" cy="355600"/>
        </p:xfrm>
        <a:graphic>
          <a:graphicData uri="http://schemas.openxmlformats.org/presentationml/2006/ole">
            <p:oleObj spid="_x0000_s588835" name="Equation" r:id="rId14" imgW="254000" imgH="355600" progId="Equation.3">
              <p:embed/>
            </p:oleObj>
          </a:graphicData>
        </a:graphic>
      </p:graphicFrame>
      <p:sp>
        <p:nvSpPr>
          <p:cNvPr id="588836" name="Line 36"/>
          <p:cNvSpPr>
            <a:spLocks noChangeShapeType="1"/>
          </p:cNvSpPr>
          <p:nvPr/>
        </p:nvSpPr>
        <p:spPr bwMode="auto">
          <a:xfrm flipV="1">
            <a:off x="5181600" y="3429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88837" name="Object 37"/>
          <p:cNvGraphicFramePr>
            <a:graphicFrameLocks noChangeAspect="1"/>
          </p:cNvGraphicFramePr>
          <p:nvPr/>
        </p:nvGraphicFramePr>
        <p:xfrm>
          <a:off x="8386763" y="3505200"/>
          <a:ext cx="228600" cy="419100"/>
        </p:xfrm>
        <a:graphic>
          <a:graphicData uri="http://schemas.openxmlformats.org/presentationml/2006/ole">
            <p:oleObj spid="_x0000_s588837" name="Equation" r:id="rId15" imgW="228600" imgH="419100" progId="Equation.3">
              <p:embed/>
            </p:oleObj>
          </a:graphicData>
        </a:graphic>
      </p:graphicFrame>
      <p:sp>
        <p:nvSpPr>
          <p:cNvPr id="588838" name="Line 38"/>
          <p:cNvSpPr>
            <a:spLocks noChangeShapeType="1"/>
          </p:cNvSpPr>
          <p:nvPr/>
        </p:nvSpPr>
        <p:spPr bwMode="auto">
          <a:xfrm>
            <a:off x="8010525" y="3352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8839" name="Object 39"/>
          <p:cNvGraphicFramePr>
            <a:graphicFrameLocks noChangeAspect="1"/>
          </p:cNvGraphicFramePr>
          <p:nvPr/>
        </p:nvGraphicFramePr>
        <p:xfrm>
          <a:off x="8386763" y="2971800"/>
          <a:ext cx="254000" cy="254000"/>
        </p:xfrm>
        <a:graphic>
          <a:graphicData uri="http://schemas.openxmlformats.org/presentationml/2006/ole">
            <p:oleObj spid="_x0000_s588839" name="Equation" r:id="rId16" imgW="254000" imgH="254000" progId="Equation.3">
              <p:embed/>
            </p:oleObj>
          </a:graphicData>
        </a:graphic>
      </p:graphicFrame>
      <p:sp>
        <p:nvSpPr>
          <p:cNvPr id="588840" name="Line 40"/>
          <p:cNvSpPr>
            <a:spLocks noChangeShapeType="1"/>
          </p:cNvSpPr>
          <p:nvPr/>
        </p:nvSpPr>
        <p:spPr bwMode="auto">
          <a:xfrm>
            <a:off x="8005763" y="2743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88841" name="Object 41"/>
          <p:cNvGraphicFramePr>
            <a:graphicFrameLocks noChangeAspect="1"/>
          </p:cNvGraphicFramePr>
          <p:nvPr/>
        </p:nvGraphicFramePr>
        <p:xfrm>
          <a:off x="8386763" y="2362200"/>
          <a:ext cx="254000" cy="254000"/>
        </p:xfrm>
        <a:graphic>
          <a:graphicData uri="http://schemas.openxmlformats.org/presentationml/2006/ole">
            <p:oleObj spid="_x0000_s588841" name="Equation" r:id="rId17" imgW="254000" imgH="254000" progId="Equation.3">
              <p:embed/>
            </p:oleObj>
          </a:graphicData>
        </a:graphic>
      </p:graphicFrame>
      <p:graphicFrame>
        <p:nvGraphicFramePr>
          <p:cNvPr id="588842" name="Object 42"/>
          <p:cNvGraphicFramePr>
            <a:graphicFrameLocks noChangeAspect="1"/>
          </p:cNvGraphicFramePr>
          <p:nvPr/>
        </p:nvGraphicFramePr>
        <p:xfrm>
          <a:off x="5338763" y="4419600"/>
          <a:ext cx="1612900" cy="469900"/>
        </p:xfrm>
        <a:graphic>
          <a:graphicData uri="http://schemas.openxmlformats.org/presentationml/2006/ole">
            <p:oleObj spid="_x0000_s588842" name="Equation" r:id="rId18" imgW="1612900" imgH="469900" progId="Equation.3">
              <p:embed/>
            </p:oleObj>
          </a:graphicData>
        </a:graphic>
      </p:graphicFrame>
      <p:sp>
        <p:nvSpPr>
          <p:cNvPr id="588843" name="Text Box 43"/>
          <p:cNvSpPr txBox="1">
            <a:spLocks noChangeArrowheads="1"/>
          </p:cNvSpPr>
          <p:nvPr/>
        </p:nvSpPr>
        <p:spPr bwMode="auto">
          <a:xfrm>
            <a:off x="0" y="2057400"/>
            <a:ext cx="1604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Time 5:</a:t>
            </a:r>
          </a:p>
        </p:txBody>
      </p:sp>
      <p:graphicFrame>
        <p:nvGraphicFramePr>
          <p:cNvPr id="588844" name="Object 44"/>
          <p:cNvGraphicFramePr>
            <a:graphicFrameLocks noChangeAspect="1"/>
          </p:cNvGraphicFramePr>
          <p:nvPr/>
        </p:nvGraphicFramePr>
        <p:xfrm>
          <a:off x="1300163" y="5715000"/>
          <a:ext cx="1701800" cy="469900"/>
        </p:xfrm>
        <a:graphic>
          <a:graphicData uri="http://schemas.openxmlformats.org/presentationml/2006/ole">
            <p:oleObj spid="_x0000_s588844" name="Equation" r:id="rId19" imgW="1701800" imgH="469900" progId="Equation.3">
              <p:embed/>
            </p:oleObj>
          </a:graphicData>
        </a:graphic>
      </p:graphicFrame>
      <p:graphicFrame>
        <p:nvGraphicFramePr>
          <p:cNvPr id="588845" name="Object 45"/>
          <p:cNvGraphicFramePr>
            <a:graphicFrameLocks noChangeAspect="1"/>
          </p:cNvGraphicFramePr>
          <p:nvPr/>
        </p:nvGraphicFramePr>
        <p:xfrm>
          <a:off x="6557963" y="5715000"/>
          <a:ext cx="1574800" cy="469900"/>
        </p:xfrm>
        <a:graphic>
          <a:graphicData uri="http://schemas.openxmlformats.org/presentationml/2006/ole">
            <p:oleObj spid="_x0000_s588845" name="Equation" r:id="rId20" imgW="1574800" imgH="469900" progId="Equation.3">
              <p:embed/>
            </p:oleObj>
          </a:graphicData>
        </a:graphic>
      </p:graphicFrame>
      <p:sp>
        <p:nvSpPr>
          <p:cNvPr id="588846" name="Oval 46"/>
          <p:cNvSpPr>
            <a:spLocks noChangeArrowheads="1"/>
          </p:cNvSpPr>
          <p:nvPr/>
        </p:nvSpPr>
        <p:spPr bwMode="auto">
          <a:xfrm>
            <a:off x="3962400" y="5486400"/>
            <a:ext cx="1828800" cy="838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88847" name="Text Box 47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588848" name="Text Box 48"/>
          <p:cNvSpPr txBox="1">
            <a:spLocks noChangeArrowheads="1"/>
          </p:cNvSpPr>
          <p:nvPr/>
        </p:nvSpPr>
        <p:spPr bwMode="auto">
          <a:xfrm>
            <a:off x="2590800" y="0"/>
            <a:ext cx="5294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Instantaneous Description</a:t>
            </a:r>
          </a:p>
        </p:txBody>
      </p:sp>
      <p:graphicFrame>
        <p:nvGraphicFramePr>
          <p:cNvPr id="588849" name="Object 49"/>
          <p:cNvGraphicFramePr>
            <a:graphicFrameLocks noChangeAspect="1"/>
          </p:cNvGraphicFramePr>
          <p:nvPr/>
        </p:nvGraphicFramePr>
        <p:xfrm>
          <a:off x="3892550" y="736600"/>
          <a:ext cx="2489200" cy="571500"/>
        </p:xfrm>
        <a:graphic>
          <a:graphicData uri="http://schemas.openxmlformats.org/presentationml/2006/ole">
            <p:oleObj spid="_x0000_s588849" name="Equation" r:id="rId21" imgW="2489040" imgH="571320" progId="Equation.3">
              <p:embed/>
            </p:oleObj>
          </a:graphicData>
        </a:graphic>
      </p:graphicFrame>
      <p:graphicFrame>
        <p:nvGraphicFramePr>
          <p:cNvPr id="588850" name="Object 50"/>
          <p:cNvGraphicFramePr>
            <a:graphicFrameLocks noChangeAspect="1"/>
          </p:cNvGraphicFramePr>
          <p:nvPr/>
        </p:nvGraphicFramePr>
        <p:xfrm>
          <a:off x="8382000" y="1676400"/>
          <a:ext cx="254000" cy="254000"/>
        </p:xfrm>
        <a:graphic>
          <a:graphicData uri="http://schemas.openxmlformats.org/presentationml/2006/ole">
            <p:oleObj spid="_x0000_s588850" name="Equation" r:id="rId22" imgW="254000" imgH="254000" progId="Equation.3">
              <p:embed/>
            </p:oleObj>
          </a:graphicData>
        </a:graphic>
      </p:graphicFrame>
      <p:sp>
        <p:nvSpPr>
          <p:cNvPr id="588851" name="Line 51"/>
          <p:cNvSpPr>
            <a:spLocks noChangeShapeType="1"/>
          </p:cNvSpPr>
          <p:nvPr/>
        </p:nvSpPr>
        <p:spPr bwMode="auto">
          <a:xfrm>
            <a:off x="8001000" y="213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52" name="Line 52"/>
          <p:cNvSpPr>
            <a:spLocks noChangeShapeType="1"/>
          </p:cNvSpPr>
          <p:nvPr/>
        </p:nvSpPr>
        <p:spPr bwMode="auto">
          <a:xfrm>
            <a:off x="8001000" y="15240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53" name="Line 53"/>
          <p:cNvSpPr>
            <a:spLocks noChangeShapeType="1"/>
          </p:cNvSpPr>
          <p:nvPr/>
        </p:nvSpPr>
        <p:spPr bwMode="auto">
          <a:xfrm flipH="1">
            <a:off x="8001000" y="15240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8855" name="Line 55"/>
          <p:cNvSpPr>
            <a:spLocks noChangeShapeType="1"/>
          </p:cNvSpPr>
          <p:nvPr/>
        </p:nvSpPr>
        <p:spPr bwMode="auto">
          <a:xfrm>
            <a:off x="7467600" y="2438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DB22A-62E3-4CA6-AB27-CC2E0926B3E3}" type="slidenum">
              <a:rPr lang="en-US"/>
              <a:pPr/>
              <a:t>79</a:t>
            </a:fld>
            <a:endParaRPr lang="en-US"/>
          </a:p>
        </p:txBody>
      </p:sp>
      <p:sp>
        <p:nvSpPr>
          <p:cNvPr id="589826" name="Text Box 2"/>
          <p:cNvSpPr txBox="1">
            <a:spLocks noChangeArrowheads="1"/>
          </p:cNvSpPr>
          <p:nvPr/>
        </p:nvSpPr>
        <p:spPr bwMode="auto">
          <a:xfrm>
            <a:off x="365125" y="1016000"/>
            <a:ext cx="2074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write:</a:t>
            </a:r>
          </a:p>
        </p:txBody>
      </p:sp>
      <p:graphicFrame>
        <p:nvGraphicFramePr>
          <p:cNvPr id="589827" name="Object 3"/>
          <p:cNvGraphicFramePr>
            <a:graphicFrameLocks noChangeAspect="1"/>
          </p:cNvGraphicFramePr>
          <p:nvPr/>
        </p:nvGraphicFramePr>
        <p:xfrm>
          <a:off x="1333500" y="2794000"/>
          <a:ext cx="6186488" cy="571500"/>
        </p:xfrm>
        <a:graphic>
          <a:graphicData uri="http://schemas.openxmlformats.org/presentationml/2006/ole">
            <p:oleObj spid="_x0000_s589827" name="Equation" r:id="rId3" imgW="6184800" imgH="571320" progId="Equation.3">
              <p:embed/>
            </p:oleObj>
          </a:graphicData>
        </a:graphic>
      </p:graphicFrame>
      <p:sp>
        <p:nvSpPr>
          <p:cNvPr id="589828" name="Text Box 4"/>
          <p:cNvSpPr txBox="1">
            <a:spLocks noChangeArrowheads="1"/>
          </p:cNvSpPr>
          <p:nvPr/>
        </p:nvSpPr>
        <p:spPr bwMode="auto">
          <a:xfrm>
            <a:off x="1828800" y="3733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589829" name="Text Box 5"/>
          <p:cNvSpPr txBox="1">
            <a:spLocks noChangeArrowheads="1"/>
          </p:cNvSpPr>
          <p:nvPr/>
        </p:nvSpPr>
        <p:spPr bwMode="auto">
          <a:xfrm>
            <a:off x="5562600" y="3810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7788-D007-4FC3-B94F-EA1A3B46B3D7}" type="slidenum">
              <a:rPr lang="en-US"/>
              <a:pPr/>
              <a:t>80</a:t>
            </a:fld>
            <a:endParaRPr lang="en-US"/>
          </a:p>
        </p:txBody>
      </p:sp>
      <p:sp>
        <p:nvSpPr>
          <p:cNvPr id="590850" name="Oval 2"/>
          <p:cNvSpPr>
            <a:spLocks noChangeArrowheads="1"/>
          </p:cNvSpPr>
          <p:nvPr/>
        </p:nvSpPr>
        <p:spPr bwMode="auto">
          <a:xfrm>
            <a:off x="3200400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1" name="Line 3"/>
          <p:cNvSpPr>
            <a:spLocks noChangeShapeType="1"/>
          </p:cNvSpPr>
          <p:nvPr/>
        </p:nvSpPr>
        <p:spPr bwMode="auto">
          <a:xfrm>
            <a:off x="1219200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2" name="Line 4"/>
          <p:cNvSpPr>
            <a:spLocks noChangeShapeType="1"/>
          </p:cNvSpPr>
          <p:nvPr/>
        </p:nvSpPr>
        <p:spPr bwMode="auto">
          <a:xfrm>
            <a:off x="6400800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3" name="Line 5"/>
          <p:cNvSpPr>
            <a:spLocks noChangeShapeType="1"/>
          </p:cNvSpPr>
          <p:nvPr/>
        </p:nvSpPr>
        <p:spPr bwMode="auto">
          <a:xfrm>
            <a:off x="3810000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4" name="Freeform 6"/>
          <p:cNvSpPr>
            <a:spLocks/>
          </p:cNvSpPr>
          <p:nvPr/>
        </p:nvSpPr>
        <p:spPr bwMode="auto">
          <a:xfrm>
            <a:off x="2971800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5" name="Freeform 7"/>
          <p:cNvSpPr>
            <a:spLocks/>
          </p:cNvSpPr>
          <p:nvPr/>
        </p:nvSpPr>
        <p:spPr bwMode="auto">
          <a:xfrm>
            <a:off x="5562600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6" name="Line 8"/>
          <p:cNvSpPr>
            <a:spLocks noChangeShapeType="1"/>
          </p:cNvSpPr>
          <p:nvPr/>
        </p:nvSpPr>
        <p:spPr bwMode="auto">
          <a:xfrm>
            <a:off x="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7" name="Text Box 9"/>
          <p:cNvSpPr txBox="1">
            <a:spLocks noChangeArrowheads="1"/>
          </p:cNvSpPr>
          <p:nvPr/>
        </p:nvSpPr>
        <p:spPr bwMode="auto">
          <a:xfrm>
            <a:off x="1965325" y="5145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90858" name="Oval 10"/>
          <p:cNvSpPr>
            <a:spLocks noChangeArrowheads="1"/>
          </p:cNvSpPr>
          <p:nvPr/>
        </p:nvSpPr>
        <p:spPr bwMode="auto">
          <a:xfrm>
            <a:off x="533400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59" name="Oval 11"/>
          <p:cNvSpPr>
            <a:spLocks noChangeArrowheads="1"/>
          </p:cNvSpPr>
          <p:nvPr/>
        </p:nvSpPr>
        <p:spPr bwMode="auto">
          <a:xfrm>
            <a:off x="457200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60" name="Oval 12"/>
          <p:cNvSpPr>
            <a:spLocks noChangeArrowheads="1"/>
          </p:cNvSpPr>
          <p:nvPr/>
        </p:nvSpPr>
        <p:spPr bwMode="auto">
          <a:xfrm>
            <a:off x="5791200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61" name="Oval 13"/>
          <p:cNvSpPr>
            <a:spLocks noChangeArrowheads="1"/>
          </p:cNvSpPr>
          <p:nvPr/>
        </p:nvSpPr>
        <p:spPr bwMode="auto">
          <a:xfrm>
            <a:off x="8458200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0862" name="Oval 14"/>
          <p:cNvSpPr>
            <a:spLocks noChangeArrowheads="1"/>
          </p:cNvSpPr>
          <p:nvPr/>
        </p:nvSpPr>
        <p:spPr bwMode="auto">
          <a:xfrm>
            <a:off x="8382000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90863" name="Object 15"/>
          <p:cNvGraphicFramePr>
            <a:graphicFrameLocks noChangeAspect="1"/>
          </p:cNvGraphicFramePr>
          <p:nvPr/>
        </p:nvGraphicFramePr>
        <p:xfrm>
          <a:off x="2671763" y="4038600"/>
          <a:ext cx="1612900" cy="469900"/>
        </p:xfrm>
        <a:graphic>
          <a:graphicData uri="http://schemas.openxmlformats.org/presentationml/2006/ole">
            <p:oleObj spid="_x0000_s590863" name="Equation" r:id="rId3" imgW="1612900" imgH="469900" progId="Equation.3">
              <p:embed/>
            </p:oleObj>
          </a:graphicData>
        </a:graphic>
      </p:graphicFrame>
      <p:graphicFrame>
        <p:nvGraphicFramePr>
          <p:cNvPr id="590864" name="Object 16"/>
          <p:cNvGraphicFramePr>
            <a:graphicFrameLocks noChangeAspect="1"/>
          </p:cNvGraphicFramePr>
          <p:nvPr/>
        </p:nvGraphicFramePr>
        <p:xfrm>
          <a:off x="4114800" y="5334000"/>
          <a:ext cx="1612900" cy="469900"/>
        </p:xfrm>
        <a:graphic>
          <a:graphicData uri="http://schemas.openxmlformats.org/presentationml/2006/ole">
            <p:oleObj spid="_x0000_s590864" name="Equation" r:id="rId4" imgW="1612900" imgH="469900" progId="Equation.3">
              <p:embed/>
            </p:oleObj>
          </a:graphicData>
        </a:graphic>
      </p:graphicFrame>
      <p:graphicFrame>
        <p:nvGraphicFramePr>
          <p:cNvPr id="590865" name="Object 17"/>
          <p:cNvGraphicFramePr>
            <a:graphicFrameLocks noChangeAspect="1"/>
          </p:cNvGraphicFramePr>
          <p:nvPr/>
        </p:nvGraphicFramePr>
        <p:xfrm>
          <a:off x="614363" y="5562600"/>
          <a:ext cx="444500" cy="469900"/>
        </p:xfrm>
        <a:graphic>
          <a:graphicData uri="http://schemas.openxmlformats.org/presentationml/2006/ole">
            <p:oleObj spid="_x0000_s590865" name="Equation" r:id="rId5" imgW="444500" imgH="469900" progId="Equation.3">
              <p:embed/>
            </p:oleObj>
          </a:graphicData>
        </a:graphic>
      </p:graphicFrame>
      <p:graphicFrame>
        <p:nvGraphicFramePr>
          <p:cNvPr id="590866" name="Object 18"/>
          <p:cNvGraphicFramePr>
            <a:graphicFrameLocks noChangeAspect="1"/>
          </p:cNvGraphicFramePr>
          <p:nvPr/>
        </p:nvGraphicFramePr>
        <p:xfrm>
          <a:off x="3313113" y="5568950"/>
          <a:ext cx="381000" cy="457200"/>
        </p:xfrm>
        <a:graphic>
          <a:graphicData uri="http://schemas.openxmlformats.org/presentationml/2006/ole">
            <p:oleObj spid="_x0000_s590866" name="Equation" r:id="rId6" imgW="381000" imgH="457200" progId="Equation.3">
              <p:embed/>
            </p:oleObj>
          </a:graphicData>
        </a:graphic>
      </p:graphicFrame>
      <p:graphicFrame>
        <p:nvGraphicFramePr>
          <p:cNvPr id="590867" name="Object 19"/>
          <p:cNvGraphicFramePr>
            <a:graphicFrameLocks noChangeAspect="1"/>
          </p:cNvGraphicFramePr>
          <p:nvPr/>
        </p:nvGraphicFramePr>
        <p:xfrm>
          <a:off x="5846763" y="5562600"/>
          <a:ext cx="431800" cy="457200"/>
        </p:xfrm>
        <a:graphic>
          <a:graphicData uri="http://schemas.openxmlformats.org/presentationml/2006/ole">
            <p:oleObj spid="_x0000_s590867" name="Equation" r:id="rId7" imgW="431800" imgH="457200" progId="Equation.3">
              <p:embed/>
            </p:oleObj>
          </a:graphicData>
        </a:graphic>
      </p:graphicFrame>
      <p:graphicFrame>
        <p:nvGraphicFramePr>
          <p:cNvPr id="590868" name="Object 20"/>
          <p:cNvGraphicFramePr>
            <a:graphicFrameLocks noChangeAspect="1"/>
          </p:cNvGraphicFramePr>
          <p:nvPr/>
        </p:nvGraphicFramePr>
        <p:xfrm>
          <a:off x="8520113" y="5556250"/>
          <a:ext cx="419100" cy="469900"/>
        </p:xfrm>
        <a:graphic>
          <a:graphicData uri="http://schemas.openxmlformats.org/presentationml/2006/ole">
            <p:oleObj spid="_x0000_s590868" name="Equation" r:id="rId8" imgW="419100" imgH="469900" progId="Equation.3">
              <p:embed/>
            </p:oleObj>
          </a:graphicData>
        </a:graphic>
      </p:graphicFrame>
      <p:graphicFrame>
        <p:nvGraphicFramePr>
          <p:cNvPr id="590869" name="Object 21"/>
          <p:cNvGraphicFramePr>
            <a:graphicFrameLocks noChangeAspect="1"/>
          </p:cNvGraphicFramePr>
          <p:nvPr/>
        </p:nvGraphicFramePr>
        <p:xfrm>
          <a:off x="5338763" y="4038600"/>
          <a:ext cx="1612900" cy="469900"/>
        </p:xfrm>
        <a:graphic>
          <a:graphicData uri="http://schemas.openxmlformats.org/presentationml/2006/ole">
            <p:oleObj spid="_x0000_s590869" name="Equation" r:id="rId9" imgW="1612900" imgH="469900" progId="Equation.3">
              <p:embed/>
            </p:oleObj>
          </a:graphicData>
        </a:graphic>
      </p:graphicFrame>
      <p:graphicFrame>
        <p:nvGraphicFramePr>
          <p:cNvPr id="590870" name="Object 22"/>
          <p:cNvGraphicFramePr>
            <a:graphicFrameLocks noChangeAspect="1"/>
          </p:cNvGraphicFramePr>
          <p:nvPr/>
        </p:nvGraphicFramePr>
        <p:xfrm>
          <a:off x="1300163" y="5334000"/>
          <a:ext cx="1701800" cy="469900"/>
        </p:xfrm>
        <a:graphic>
          <a:graphicData uri="http://schemas.openxmlformats.org/presentationml/2006/ole">
            <p:oleObj spid="_x0000_s590870" name="Equation" r:id="rId10" imgW="1701800" imgH="469900" progId="Equation.3">
              <p:embed/>
            </p:oleObj>
          </a:graphicData>
        </a:graphic>
      </p:graphicFrame>
      <p:graphicFrame>
        <p:nvGraphicFramePr>
          <p:cNvPr id="590871" name="Object 23"/>
          <p:cNvGraphicFramePr>
            <a:graphicFrameLocks noChangeAspect="1"/>
          </p:cNvGraphicFramePr>
          <p:nvPr/>
        </p:nvGraphicFramePr>
        <p:xfrm>
          <a:off x="6557963" y="5334000"/>
          <a:ext cx="1574800" cy="469900"/>
        </p:xfrm>
        <a:graphic>
          <a:graphicData uri="http://schemas.openxmlformats.org/presentationml/2006/ole">
            <p:oleObj spid="_x0000_s590871" name="Equation" r:id="rId11" imgW="1574800" imgH="469900" progId="Equation.3">
              <p:embed/>
            </p:oleObj>
          </a:graphicData>
        </a:graphic>
      </p:graphicFrame>
      <p:graphicFrame>
        <p:nvGraphicFramePr>
          <p:cNvPr id="590872" name="Object 24"/>
          <p:cNvGraphicFramePr>
            <a:graphicFrameLocks noChangeAspect="1"/>
          </p:cNvGraphicFramePr>
          <p:nvPr/>
        </p:nvGraphicFramePr>
        <p:xfrm>
          <a:off x="0" y="990600"/>
          <a:ext cx="9221788" cy="1930400"/>
        </p:xfrm>
        <a:graphic>
          <a:graphicData uri="http://schemas.openxmlformats.org/presentationml/2006/ole">
            <p:oleObj spid="_x0000_s590872" name="Equation" r:id="rId12" imgW="9219960" imgH="1930320" progId="Equation.3">
              <p:embed/>
            </p:oleObj>
          </a:graphicData>
        </a:graphic>
      </p:graphicFrame>
      <p:sp>
        <p:nvSpPr>
          <p:cNvPr id="590873" name="Text Box 25"/>
          <p:cNvSpPr txBox="1">
            <a:spLocks noChangeArrowheads="1"/>
          </p:cNvSpPr>
          <p:nvPr/>
        </p:nvSpPr>
        <p:spPr bwMode="auto">
          <a:xfrm>
            <a:off x="0" y="0"/>
            <a:ext cx="3027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computation: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3EEC-C4D0-47DF-9197-95804D94D25C}" type="slidenum">
              <a:rPr lang="en-US"/>
              <a:pPr/>
              <a:t>81</a:t>
            </a:fld>
            <a:endParaRPr lang="en-US"/>
          </a:p>
        </p:txBody>
      </p:sp>
      <p:graphicFrame>
        <p:nvGraphicFramePr>
          <p:cNvPr id="676864" name="Object 0"/>
          <p:cNvGraphicFramePr>
            <a:graphicFrameLocks noChangeAspect="1"/>
          </p:cNvGraphicFramePr>
          <p:nvPr/>
        </p:nvGraphicFramePr>
        <p:xfrm>
          <a:off x="0" y="990600"/>
          <a:ext cx="9221788" cy="1930400"/>
        </p:xfrm>
        <a:graphic>
          <a:graphicData uri="http://schemas.openxmlformats.org/presentationml/2006/ole">
            <p:oleObj spid="_x0000_s676864" name="Equation" r:id="rId3" imgW="9219960" imgH="1930320" progId="Equation.3">
              <p:embed/>
            </p:oleObj>
          </a:graphicData>
        </a:graphic>
      </p:graphicFrame>
      <p:sp>
        <p:nvSpPr>
          <p:cNvPr id="591875" name="Text Box 3"/>
          <p:cNvSpPr txBox="1">
            <a:spLocks noChangeArrowheads="1"/>
          </p:cNvSpPr>
          <p:nvPr/>
        </p:nvSpPr>
        <p:spPr bwMode="auto">
          <a:xfrm>
            <a:off x="669925" y="3759200"/>
            <a:ext cx="5081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convenience we write:</a:t>
            </a:r>
          </a:p>
        </p:txBody>
      </p:sp>
      <p:graphicFrame>
        <p:nvGraphicFramePr>
          <p:cNvPr id="676865" name="Object 1"/>
          <p:cNvGraphicFramePr>
            <a:graphicFrameLocks noChangeAspect="1"/>
          </p:cNvGraphicFramePr>
          <p:nvPr/>
        </p:nvGraphicFramePr>
        <p:xfrm>
          <a:off x="1790700" y="4724400"/>
          <a:ext cx="4902200" cy="927100"/>
        </p:xfrm>
        <a:graphic>
          <a:graphicData uri="http://schemas.openxmlformats.org/presentationml/2006/ole">
            <p:oleObj spid="_x0000_s676865" name="Equation" r:id="rId4" imgW="4902120" imgH="927000" progId="Equation.3">
              <p:embed/>
            </p:oleObj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68E70-A378-4068-8FFA-60BCD8FC4CC7}" type="slidenum">
              <a:rPr lang="en-US"/>
              <a:pPr/>
              <a:t>82</a:t>
            </a:fld>
            <a:endParaRPr lang="en-US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</a:t>
            </a:r>
          </a:p>
        </p:txBody>
      </p:sp>
      <p:sp>
        <p:nvSpPr>
          <p:cNvPr id="592899" name="Text Box 3"/>
          <p:cNvSpPr txBox="1">
            <a:spLocks noChangeArrowheads="1"/>
          </p:cNvSpPr>
          <p:nvPr/>
        </p:nvSpPr>
        <p:spPr bwMode="auto">
          <a:xfrm>
            <a:off x="381000" y="1219200"/>
            <a:ext cx="6137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             of NPDA      :</a:t>
            </a:r>
          </a:p>
        </p:txBody>
      </p:sp>
      <p:graphicFrame>
        <p:nvGraphicFramePr>
          <p:cNvPr id="677888" name="Object 0"/>
          <p:cNvGraphicFramePr>
            <a:graphicFrameLocks noChangeAspect="1"/>
          </p:cNvGraphicFramePr>
          <p:nvPr/>
        </p:nvGraphicFramePr>
        <p:xfrm>
          <a:off x="5791200" y="1295400"/>
          <a:ext cx="493713" cy="368300"/>
        </p:xfrm>
        <a:graphic>
          <a:graphicData uri="http://schemas.openxmlformats.org/presentationml/2006/ole">
            <p:oleObj spid="_x0000_s677888" name="Equation" r:id="rId3" imgW="495000" imgH="368280" progId="Equation.3">
              <p:embed/>
            </p:oleObj>
          </a:graphicData>
        </a:graphic>
      </p:graphicFrame>
      <p:graphicFrame>
        <p:nvGraphicFramePr>
          <p:cNvPr id="677889" name="Object 1"/>
          <p:cNvGraphicFramePr>
            <a:graphicFrameLocks noChangeAspect="1"/>
          </p:cNvGraphicFramePr>
          <p:nvPr/>
        </p:nvGraphicFramePr>
        <p:xfrm>
          <a:off x="1257300" y="2362200"/>
          <a:ext cx="6757988" cy="1001713"/>
        </p:xfrm>
        <a:graphic>
          <a:graphicData uri="http://schemas.openxmlformats.org/presentationml/2006/ole">
            <p:oleObj spid="_x0000_s677889" name="Equation" r:id="rId4" imgW="6756120" imgH="1002960" progId="Equation.3">
              <p:embed/>
            </p:oleObj>
          </a:graphicData>
        </a:graphic>
      </p:graphicFrame>
      <p:sp>
        <p:nvSpPr>
          <p:cNvPr id="592902" name="Line 6"/>
          <p:cNvSpPr>
            <a:spLocks noChangeShapeType="1"/>
          </p:cNvSpPr>
          <p:nvPr/>
        </p:nvSpPr>
        <p:spPr bwMode="auto">
          <a:xfrm flipV="1">
            <a:off x="3124200" y="3429000"/>
            <a:ext cx="914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2903" name="Text Box 7"/>
          <p:cNvSpPr txBox="1">
            <a:spLocks noChangeArrowheads="1"/>
          </p:cNvSpPr>
          <p:nvPr/>
        </p:nvSpPr>
        <p:spPr bwMode="auto">
          <a:xfrm>
            <a:off x="1600200" y="4419600"/>
            <a:ext cx="2493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Initial state</a:t>
            </a:r>
          </a:p>
        </p:txBody>
      </p:sp>
      <p:sp>
        <p:nvSpPr>
          <p:cNvPr id="592904" name="Line 8"/>
          <p:cNvSpPr>
            <a:spLocks noChangeShapeType="1"/>
          </p:cNvSpPr>
          <p:nvPr/>
        </p:nvSpPr>
        <p:spPr bwMode="auto">
          <a:xfrm flipH="1" flipV="1">
            <a:off x="6477000" y="3505200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2905" name="Text Box 9"/>
          <p:cNvSpPr txBox="1">
            <a:spLocks noChangeArrowheads="1"/>
          </p:cNvSpPr>
          <p:nvPr/>
        </p:nvSpPr>
        <p:spPr bwMode="auto">
          <a:xfrm>
            <a:off x="6248400" y="4495800"/>
            <a:ext cx="2211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Final state</a:t>
            </a:r>
          </a:p>
        </p:txBody>
      </p:sp>
      <p:graphicFrame>
        <p:nvGraphicFramePr>
          <p:cNvPr id="677890" name="Object 2"/>
          <p:cNvGraphicFramePr>
            <a:graphicFrameLocks noChangeAspect="1"/>
          </p:cNvGraphicFramePr>
          <p:nvPr/>
        </p:nvGraphicFramePr>
        <p:xfrm>
          <a:off x="2438400" y="1219200"/>
          <a:ext cx="1295400" cy="573088"/>
        </p:xfrm>
        <a:graphic>
          <a:graphicData uri="http://schemas.openxmlformats.org/presentationml/2006/ole">
            <p:oleObj spid="_x0000_s677890" name="Equation" r:id="rId5" imgW="9777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71662-5B1A-4DC4-9377-812518454E42}" type="slidenum">
              <a:rPr lang="en-US"/>
              <a:pPr/>
              <a:t>83</a:t>
            </a:fld>
            <a:endParaRPr lang="en-US"/>
          </a:p>
        </p:txBody>
      </p:sp>
      <p:sp>
        <p:nvSpPr>
          <p:cNvPr id="593922" name="Text Box 2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graphicFrame>
        <p:nvGraphicFramePr>
          <p:cNvPr id="678912" name="Object 0"/>
          <p:cNvGraphicFramePr>
            <a:graphicFrameLocks noChangeAspect="1"/>
          </p:cNvGraphicFramePr>
          <p:nvPr/>
        </p:nvGraphicFramePr>
        <p:xfrm>
          <a:off x="2514600" y="0"/>
          <a:ext cx="5422900" cy="1003300"/>
        </p:xfrm>
        <a:graphic>
          <a:graphicData uri="http://schemas.openxmlformats.org/presentationml/2006/ole">
            <p:oleObj spid="_x0000_s678912" name="Equation" r:id="rId3" imgW="5422680" imgH="1002960" progId="Equation.3">
              <p:embed/>
            </p:oleObj>
          </a:graphicData>
        </a:graphic>
      </p:graphicFrame>
      <p:sp>
        <p:nvSpPr>
          <p:cNvPr id="593924" name="Oval 4"/>
          <p:cNvSpPr>
            <a:spLocks noChangeArrowheads="1"/>
          </p:cNvSpPr>
          <p:nvPr/>
        </p:nvSpPr>
        <p:spPr bwMode="auto">
          <a:xfrm>
            <a:off x="31988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25" name="Line 5"/>
          <p:cNvSpPr>
            <a:spLocks noChangeShapeType="1"/>
          </p:cNvSpPr>
          <p:nvPr/>
        </p:nvSpPr>
        <p:spPr bwMode="auto">
          <a:xfrm>
            <a:off x="12176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26" name="Line 6"/>
          <p:cNvSpPr>
            <a:spLocks noChangeShapeType="1"/>
          </p:cNvSpPr>
          <p:nvPr/>
        </p:nvSpPr>
        <p:spPr bwMode="auto">
          <a:xfrm>
            <a:off x="63992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27" name="Line 7"/>
          <p:cNvSpPr>
            <a:spLocks noChangeShapeType="1"/>
          </p:cNvSpPr>
          <p:nvPr/>
        </p:nvSpPr>
        <p:spPr bwMode="auto">
          <a:xfrm>
            <a:off x="38084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28" name="Freeform 8"/>
          <p:cNvSpPr>
            <a:spLocks/>
          </p:cNvSpPr>
          <p:nvPr/>
        </p:nvSpPr>
        <p:spPr bwMode="auto">
          <a:xfrm>
            <a:off x="2970213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29" name="Freeform 9"/>
          <p:cNvSpPr>
            <a:spLocks/>
          </p:cNvSpPr>
          <p:nvPr/>
        </p:nvSpPr>
        <p:spPr bwMode="auto">
          <a:xfrm>
            <a:off x="5561013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30" name="Line 10"/>
          <p:cNvSpPr>
            <a:spLocks noChangeShapeType="1"/>
          </p:cNvSpPr>
          <p:nvPr/>
        </p:nvSpPr>
        <p:spPr bwMode="auto">
          <a:xfrm>
            <a:off x="-1588" y="57912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31" name="Text Box 11"/>
          <p:cNvSpPr txBox="1">
            <a:spLocks noChangeArrowheads="1"/>
          </p:cNvSpPr>
          <p:nvPr/>
        </p:nvSpPr>
        <p:spPr bwMode="auto">
          <a:xfrm>
            <a:off x="1963738" y="5145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93932" name="Oval 12"/>
          <p:cNvSpPr>
            <a:spLocks noChangeArrowheads="1"/>
          </p:cNvSpPr>
          <p:nvPr/>
        </p:nvSpPr>
        <p:spPr bwMode="auto">
          <a:xfrm>
            <a:off x="5318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33" name="Oval 13"/>
          <p:cNvSpPr>
            <a:spLocks noChangeArrowheads="1"/>
          </p:cNvSpPr>
          <p:nvPr/>
        </p:nvSpPr>
        <p:spPr bwMode="auto">
          <a:xfrm>
            <a:off x="455613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34" name="Oval 14"/>
          <p:cNvSpPr>
            <a:spLocks noChangeArrowheads="1"/>
          </p:cNvSpPr>
          <p:nvPr/>
        </p:nvSpPr>
        <p:spPr bwMode="auto">
          <a:xfrm>
            <a:off x="57896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35" name="Oval 15"/>
          <p:cNvSpPr>
            <a:spLocks noChangeArrowheads="1"/>
          </p:cNvSpPr>
          <p:nvPr/>
        </p:nvSpPr>
        <p:spPr bwMode="auto">
          <a:xfrm>
            <a:off x="84566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3936" name="Oval 16"/>
          <p:cNvSpPr>
            <a:spLocks noChangeArrowheads="1"/>
          </p:cNvSpPr>
          <p:nvPr/>
        </p:nvSpPr>
        <p:spPr bwMode="auto">
          <a:xfrm>
            <a:off x="8380413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8913" name="Object 1"/>
          <p:cNvGraphicFramePr>
            <a:graphicFrameLocks noChangeAspect="1"/>
          </p:cNvGraphicFramePr>
          <p:nvPr/>
        </p:nvGraphicFramePr>
        <p:xfrm>
          <a:off x="2670175" y="4038600"/>
          <a:ext cx="1612900" cy="469900"/>
        </p:xfrm>
        <a:graphic>
          <a:graphicData uri="http://schemas.openxmlformats.org/presentationml/2006/ole">
            <p:oleObj spid="_x0000_s678913" name="Equation" r:id="rId4" imgW="1612900" imgH="469900" progId="Equation.3">
              <p:embed/>
            </p:oleObj>
          </a:graphicData>
        </a:graphic>
      </p:graphicFrame>
      <p:graphicFrame>
        <p:nvGraphicFramePr>
          <p:cNvPr id="678914" name="Object 2"/>
          <p:cNvGraphicFramePr>
            <a:graphicFrameLocks noChangeAspect="1"/>
          </p:cNvGraphicFramePr>
          <p:nvPr/>
        </p:nvGraphicFramePr>
        <p:xfrm>
          <a:off x="4113213" y="5334000"/>
          <a:ext cx="1612900" cy="469900"/>
        </p:xfrm>
        <a:graphic>
          <a:graphicData uri="http://schemas.openxmlformats.org/presentationml/2006/ole">
            <p:oleObj spid="_x0000_s678914" name="Equation" r:id="rId5" imgW="1612900" imgH="469900" progId="Equation.3">
              <p:embed/>
            </p:oleObj>
          </a:graphicData>
        </a:graphic>
      </p:graphicFrame>
      <p:graphicFrame>
        <p:nvGraphicFramePr>
          <p:cNvPr id="678915" name="Object 3"/>
          <p:cNvGraphicFramePr>
            <a:graphicFrameLocks noChangeAspect="1"/>
          </p:cNvGraphicFramePr>
          <p:nvPr/>
        </p:nvGraphicFramePr>
        <p:xfrm>
          <a:off x="612775" y="5562600"/>
          <a:ext cx="444500" cy="469900"/>
        </p:xfrm>
        <a:graphic>
          <a:graphicData uri="http://schemas.openxmlformats.org/presentationml/2006/ole">
            <p:oleObj spid="_x0000_s678915" name="Equation" r:id="rId6" imgW="444500" imgH="469900" progId="Equation.3">
              <p:embed/>
            </p:oleObj>
          </a:graphicData>
        </a:graphic>
      </p:graphicFrame>
      <p:graphicFrame>
        <p:nvGraphicFramePr>
          <p:cNvPr id="678916" name="Object 4"/>
          <p:cNvGraphicFramePr>
            <a:graphicFrameLocks noChangeAspect="1"/>
          </p:cNvGraphicFramePr>
          <p:nvPr/>
        </p:nvGraphicFramePr>
        <p:xfrm>
          <a:off x="3311525" y="5568950"/>
          <a:ext cx="381000" cy="457200"/>
        </p:xfrm>
        <a:graphic>
          <a:graphicData uri="http://schemas.openxmlformats.org/presentationml/2006/ole">
            <p:oleObj spid="_x0000_s678916" name="Equation" r:id="rId7" imgW="381000" imgH="457200" progId="Equation.3">
              <p:embed/>
            </p:oleObj>
          </a:graphicData>
        </a:graphic>
      </p:graphicFrame>
      <p:graphicFrame>
        <p:nvGraphicFramePr>
          <p:cNvPr id="678917" name="Object 5"/>
          <p:cNvGraphicFramePr>
            <a:graphicFrameLocks noChangeAspect="1"/>
          </p:cNvGraphicFramePr>
          <p:nvPr/>
        </p:nvGraphicFramePr>
        <p:xfrm>
          <a:off x="5845175" y="5562600"/>
          <a:ext cx="431800" cy="457200"/>
        </p:xfrm>
        <a:graphic>
          <a:graphicData uri="http://schemas.openxmlformats.org/presentationml/2006/ole">
            <p:oleObj spid="_x0000_s678917" name="Equation" r:id="rId8" imgW="431800" imgH="457200" progId="Equation.3">
              <p:embed/>
            </p:oleObj>
          </a:graphicData>
        </a:graphic>
      </p:graphicFrame>
      <p:graphicFrame>
        <p:nvGraphicFramePr>
          <p:cNvPr id="678918" name="Object 6"/>
          <p:cNvGraphicFramePr>
            <a:graphicFrameLocks noChangeAspect="1"/>
          </p:cNvGraphicFramePr>
          <p:nvPr/>
        </p:nvGraphicFramePr>
        <p:xfrm>
          <a:off x="8518525" y="5556250"/>
          <a:ext cx="419100" cy="469900"/>
        </p:xfrm>
        <a:graphic>
          <a:graphicData uri="http://schemas.openxmlformats.org/presentationml/2006/ole">
            <p:oleObj spid="_x0000_s678918" name="Equation" r:id="rId9" imgW="419100" imgH="469900" progId="Equation.3">
              <p:embed/>
            </p:oleObj>
          </a:graphicData>
        </a:graphic>
      </p:graphicFrame>
      <p:graphicFrame>
        <p:nvGraphicFramePr>
          <p:cNvPr id="678919" name="Object 7"/>
          <p:cNvGraphicFramePr>
            <a:graphicFrameLocks noChangeAspect="1"/>
          </p:cNvGraphicFramePr>
          <p:nvPr/>
        </p:nvGraphicFramePr>
        <p:xfrm>
          <a:off x="5337175" y="4038600"/>
          <a:ext cx="1612900" cy="469900"/>
        </p:xfrm>
        <a:graphic>
          <a:graphicData uri="http://schemas.openxmlformats.org/presentationml/2006/ole">
            <p:oleObj spid="_x0000_s678919" name="Equation" r:id="rId10" imgW="1612900" imgH="469900" progId="Equation.3">
              <p:embed/>
            </p:oleObj>
          </a:graphicData>
        </a:graphic>
      </p:graphicFrame>
      <p:graphicFrame>
        <p:nvGraphicFramePr>
          <p:cNvPr id="678920" name="Object 8"/>
          <p:cNvGraphicFramePr>
            <a:graphicFrameLocks noChangeAspect="1"/>
          </p:cNvGraphicFramePr>
          <p:nvPr/>
        </p:nvGraphicFramePr>
        <p:xfrm>
          <a:off x="1298575" y="5334000"/>
          <a:ext cx="1701800" cy="469900"/>
        </p:xfrm>
        <a:graphic>
          <a:graphicData uri="http://schemas.openxmlformats.org/presentationml/2006/ole">
            <p:oleObj spid="_x0000_s678920" name="Equation" r:id="rId11" imgW="1701800" imgH="469900" progId="Equation.3">
              <p:embed/>
            </p:oleObj>
          </a:graphicData>
        </a:graphic>
      </p:graphicFrame>
      <p:graphicFrame>
        <p:nvGraphicFramePr>
          <p:cNvPr id="678921" name="Object 9"/>
          <p:cNvGraphicFramePr>
            <a:graphicFrameLocks noChangeAspect="1"/>
          </p:cNvGraphicFramePr>
          <p:nvPr/>
        </p:nvGraphicFramePr>
        <p:xfrm>
          <a:off x="6556375" y="5334000"/>
          <a:ext cx="1574800" cy="469900"/>
        </p:xfrm>
        <a:graphic>
          <a:graphicData uri="http://schemas.openxmlformats.org/presentationml/2006/ole">
            <p:oleObj spid="_x0000_s678921" name="Equation" r:id="rId12" imgW="1574800" imgH="469900" progId="Equation.3">
              <p:embed/>
            </p:oleObj>
          </a:graphicData>
        </a:graphic>
      </p:graphicFrame>
      <p:sp>
        <p:nvSpPr>
          <p:cNvPr id="593946" name="Text Box 26"/>
          <p:cNvSpPr txBox="1">
            <a:spLocks noChangeArrowheads="1"/>
          </p:cNvSpPr>
          <p:nvPr/>
        </p:nvSpPr>
        <p:spPr bwMode="auto">
          <a:xfrm>
            <a:off x="212725" y="2997200"/>
            <a:ext cx="2287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      :</a:t>
            </a:r>
          </a:p>
        </p:txBody>
      </p:sp>
      <p:graphicFrame>
        <p:nvGraphicFramePr>
          <p:cNvPr id="678922" name="Object 10"/>
          <p:cNvGraphicFramePr>
            <a:graphicFrameLocks noChangeAspect="1"/>
          </p:cNvGraphicFramePr>
          <p:nvPr/>
        </p:nvGraphicFramePr>
        <p:xfrm>
          <a:off x="1752600" y="3048000"/>
          <a:ext cx="493713" cy="368300"/>
        </p:xfrm>
        <a:graphic>
          <a:graphicData uri="http://schemas.openxmlformats.org/presentationml/2006/ole">
            <p:oleObj spid="_x0000_s678922" name="Equation" r:id="rId13" imgW="495000" imgH="368280" progId="Equation.3">
              <p:embed/>
            </p:oleObj>
          </a:graphicData>
        </a:graphic>
      </p:graphicFrame>
      <p:graphicFrame>
        <p:nvGraphicFramePr>
          <p:cNvPr id="678923" name="Object 11"/>
          <p:cNvGraphicFramePr>
            <a:graphicFrameLocks noChangeAspect="1"/>
          </p:cNvGraphicFramePr>
          <p:nvPr/>
        </p:nvGraphicFramePr>
        <p:xfrm>
          <a:off x="4038600" y="1981200"/>
          <a:ext cx="3213100" cy="531813"/>
        </p:xfrm>
        <a:graphic>
          <a:graphicData uri="http://schemas.openxmlformats.org/presentationml/2006/ole">
            <p:oleObj spid="_x0000_s678923" name="Equation" r:id="rId14" imgW="3213000" imgH="533160" progId="Equation.3">
              <p:embed/>
            </p:oleObj>
          </a:graphicData>
        </a:graphic>
      </p:graphicFrame>
      <p:sp>
        <p:nvSpPr>
          <p:cNvPr id="593949" name="AutoShape 29"/>
          <p:cNvSpPr>
            <a:spLocks noChangeArrowheads="1"/>
          </p:cNvSpPr>
          <p:nvPr/>
        </p:nvSpPr>
        <p:spPr bwMode="auto">
          <a:xfrm>
            <a:off x="5562600" y="1143000"/>
            <a:ext cx="485775" cy="595313"/>
          </a:xfrm>
          <a:prstGeom prst="downArrow">
            <a:avLst>
              <a:gd name="adj1" fmla="val 50000"/>
              <a:gd name="adj2" fmla="val 306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07CD-5C2E-47A6-B4F1-994A306BE1C7}" type="slidenum">
              <a:rPr lang="en-US"/>
              <a:pPr/>
              <a:t>84</a:t>
            </a:fld>
            <a:endParaRPr lang="en-US"/>
          </a:p>
        </p:txBody>
      </p:sp>
      <p:graphicFrame>
        <p:nvGraphicFramePr>
          <p:cNvPr id="679936" name="Object 0"/>
          <p:cNvGraphicFramePr>
            <a:graphicFrameLocks noChangeAspect="1"/>
          </p:cNvGraphicFramePr>
          <p:nvPr/>
        </p:nvGraphicFramePr>
        <p:xfrm>
          <a:off x="2819400" y="0"/>
          <a:ext cx="4914900" cy="1003300"/>
        </p:xfrm>
        <a:graphic>
          <a:graphicData uri="http://schemas.openxmlformats.org/presentationml/2006/ole">
            <p:oleObj spid="_x0000_s679936" name="Equation" r:id="rId3" imgW="4914720" imgH="1002960" progId="Equation.3">
              <p:embed/>
            </p:oleObj>
          </a:graphicData>
        </a:graphic>
      </p:graphicFrame>
      <p:sp>
        <p:nvSpPr>
          <p:cNvPr id="594947" name="Oval 3"/>
          <p:cNvSpPr>
            <a:spLocks noChangeArrowheads="1"/>
          </p:cNvSpPr>
          <p:nvPr/>
        </p:nvSpPr>
        <p:spPr bwMode="auto">
          <a:xfrm>
            <a:off x="31988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48" name="Line 4"/>
          <p:cNvSpPr>
            <a:spLocks noChangeShapeType="1"/>
          </p:cNvSpPr>
          <p:nvPr/>
        </p:nvSpPr>
        <p:spPr bwMode="auto">
          <a:xfrm>
            <a:off x="12176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49" name="Line 5"/>
          <p:cNvSpPr>
            <a:spLocks noChangeShapeType="1"/>
          </p:cNvSpPr>
          <p:nvPr/>
        </p:nvSpPr>
        <p:spPr bwMode="auto">
          <a:xfrm>
            <a:off x="63992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0" name="Line 6"/>
          <p:cNvSpPr>
            <a:spLocks noChangeShapeType="1"/>
          </p:cNvSpPr>
          <p:nvPr/>
        </p:nvSpPr>
        <p:spPr bwMode="auto">
          <a:xfrm>
            <a:off x="38084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1" name="Freeform 7"/>
          <p:cNvSpPr>
            <a:spLocks/>
          </p:cNvSpPr>
          <p:nvPr/>
        </p:nvSpPr>
        <p:spPr bwMode="auto">
          <a:xfrm>
            <a:off x="2970213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2" name="Freeform 8"/>
          <p:cNvSpPr>
            <a:spLocks/>
          </p:cNvSpPr>
          <p:nvPr/>
        </p:nvSpPr>
        <p:spPr bwMode="auto">
          <a:xfrm>
            <a:off x="5561013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3" name="Line 9"/>
          <p:cNvSpPr>
            <a:spLocks noChangeShapeType="1"/>
          </p:cNvSpPr>
          <p:nvPr/>
        </p:nvSpPr>
        <p:spPr bwMode="auto">
          <a:xfrm>
            <a:off x="-1588" y="57912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4" name="Text Box 10"/>
          <p:cNvSpPr txBox="1">
            <a:spLocks noChangeArrowheads="1"/>
          </p:cNvSpPr>
          <p:nvPr/>
        </p:nvSpPr>
        <p:spPr bwMode="auto">
          <a:xfrm>
            <a:off x="1963738" y="5145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94955" name="Oval 11"/>
          <p:cNvSpPr>
            <a:spLocks noChangeArrowheads="1"/>
          </p:cNvSpPr>
          <p:nvPr/>
        </p:nvSpPr>
        <p:spPr bwMode="auto">
          <a:xfrm>
            <a:off x="5318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6" name="Oval 12"/>
          <p:cNvSpPr>
            <a:spLocks noChangeArrowheads="1"/>
          </p:cNvSpPr>
          <p:nvPr/>
        </p:nvSpPr>
        <p:spPr bwMode="auto">
          <a:xfrm>
            <a:off x="455613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7" name="Oval 13"/>
          <p:cNvSpPr>
            <a:spLocks noChangeArrowheads="1"/>
          </p:cNvSpPr>
          <p:nvPr/>
        </p:nvSpPr>
        <p:spPr bwMode="auto">
          <a:xfrm>
            <a:off x="57896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8" name="Oval 14"/>
          <p:cNvSpPr>
            <a:spLocks noChangeArrowheads="1"/>
          </p:cNvSpPr>
          <p:nvPr/>
        </p:nvSpPr>
        <p:spPr bwMode="auto">
          <a:xfrm>
            <a:off x="84566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4959" name="Oval 15"/>
          <p:cNvSpPr>
            <a:spLocks noChangeArrowheads="1"/>
          </p:cNvSpPr>
          <p:nvPr/>
        </p:nvSpPr>
        <p:spPr bwMode="auto">
          <a:xfrm>
            <a:off x="8380413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79937" name="Object 1"/>
          <p:cNvGraphicFramePr>
            <a:graphicFrameLocks noChangeAspect="1"/>
          </p:cNvGraphicFramePr>
          <p:nvPr/>
        </p:nvGraphicFramePr>
        <p:xfrm>
          <a:off x="2670175" y="4038600"/>
          <a:ext cx="1612900" cy="469900"/>
        </p:xfrm>
        <a:graphic>
          <a:graphicData uri="http://schemas.openxmlformats.org/presentationml/2006/ole">
            <p:oleObj spid="_x0000_s679937" name="Equation" r:id="rId4" imgW="1612900" imgH="469900" progId="Equation.3">
              <p:embed/>
            </p:oleObj>
          </a:graphicData>
        </a:graphic>
      </p:graphicFrame>
      <p:graphicFrame>
        <p:nvGraphicFramePr>
          <p:cNvPr id="679938" name="Object 2"/>
          <p:cNvGraphicFramePr>
            <a:graphicFrameLocks noChangeAspect="1"/>
          </p:cNvGraphicFramePr>
          <p:nvPr/>
        </p:nvGraphicFramePr>
        <p:xfrm>
          <a:off x="4113213" y="5334000"/>
          <a:ext cx="1612900" cy="469900"/>
        </p:xfrm>
        <a:graphic>
          <a:graphicData uri="http://schemas.openxmlformats.org/presentationml/2006/ole">
            <p:oleObj spid="_x0000_s679938" name="Equation" r:id="rId5" imgW="1612900" imgH="469900" progId="Equation.3">
              <p:embed/>
            </p:oleObj>
          </a:graphicData>
        </a:graphic>
      </p:graphicFrame>
      <p:graphicFrame>
        <p:nvGraphicFramePr>
          <p:cNvPr id="679939" name="Object 3"/>
          <p:cNvGraphicFramePr>
            <a:graphicFrameLocks noChangeAspect="1"/>
          </p:cNvGraphicFramePr>
          <p:nvPr/>
        </p:nvGraphicFramePr>
        <p:xfrm>
          <a:off x="612775" y="5562600"/>
          <a:ext cx="444500" cy="469900"/>
        </p:xfrm>
        <a:graphic>
          <a:graphicData uri="http://schemas.openxmlformats.org/presentationml/2006/ole">
            <p:oleObj spid="_x0000_s679939" name="Equation" r:id="rId6" imgW="444500" imgH="469900" progId="Equation.3">
              <p:embed/>
            </p:oleObj>
          </a:graphicData>
        </a:graphic>
      </p:graphicFrame>
      <p:graphicFrame>
        <p:nvGraphicFramePr>
          <p:cNvPr id="679940" name="Object 4"/>
          <p:cNvGraphicFramePr>
            <a:graphicFrameLocks noChangeAspect="1"/>
          </p:cNvGraphicFramePr>
          <p:nvPr/>
        </p:nvGraphicFramePr>
        <p:xfrm>
          <a:off x="3311525" y="5568950"/>
          <a:ext cx="381000" cy="457200"/>
        </p:xfrm>
        <a:graphic>
          <a:graphicData uri="http://schemas.openxmlformats.org/presentationml/2006/ole">
            <p:oleObj spid="_x0000_s679940" name="Equation" r:id="rId7" imgW="381000" imgH="457200" progId="Equation.3">
              <p:embed/>
            </p:oleObj>
          </a:graphicData>
        </a:graphic>
      </p:graphicFrame>
      <p:graphicFrame>
        <p:nvGraphicFramePr>
          <p:cNvPr id="679941" name="Object 5"/>
          <p:cNvGraphicFramePr>
            <a:graphicFrameLocks noChangeAspect="1"/>
          </p:cNvGraphicFramePr>
          <p:nvPr/>
        </p:nvGraphicFramePr>
        <p:xfrm>
          <a:off x="5845175" y="5562600"/>
          <a:ext cx="431800" cy="457200"/>
        </p:xfrm>
        <a:graphic>
          <a:graphicData uri="http://schemas.openxmlformats.org/presentationml/2006/ole">
            <p:oleObj spid="_x0000_s679941" name="Equation" r:id="rId8" imgW="431800" imgH="457200" progId="Equation.3">
              <p:embed/>
            </p:oleObj>
          </a:graphicData>
        </a:graphic>
      </p:graphicFrame>
      <p:graphicFrame>
        <p:nvGraphicFramePr>
          <p:cNvPr id="679942" name="Object 6"/>
          <p:cNvGraphicFramePr>
            <a:graphicFrameLocks noChangeAspect="1"/>
          </p:cNvGraphicFramePr>
          <p:nvPr/>
        </p:nvGraphicFramePr>
        <p:xfrm>
          <a:off x="8518525" y="5556250"/>
          <a:ext cx="419100" cy="469900"/>
        </p:xfrm>
        <a:graphic>
          <a:graphicData uri="http://schemas.openxmlformats.org/presentationml/2006/ole">
            <p:oleObj spid="_x0000_s679942" name="Equation" r:id="rId9" imgW="419100" imgH="469900" progId="Equation.3">
              <p:embed/>
            </p:oleObj>
          </a:graphicData>
        </a:graphic>
      </p:graphicFrame>
      <p:graphicFrame>
        <p:nvGraphicFramePr>
          <p:cNvPr id="679943" name="Object 7"/>
          <p:cNvGraphicFramePr>
            <a:graphicFrameLocks noChangeAspect="1"/>
          </p:cNvGraphicFramePr>
          <p:nvPr/>
        </p:nvGraphicFramePr>
        <p:xfrm>
          <a:off x="5337175" y="4038600"/>
          <a:ext cx="1612900" cy="469900"/>
        </p:xfrm>
        <a:graphic>
          <a:graphicData uri="http://schemas.openxmlformats.org/presentationml/2006/ole">
            <p:oleObj spid="_x0000_s679943" name="Equation" r:id="rId10" imgW="1612900" imgH="469900" progId="Equation.3">
              <p:embed/>
            </p:oleObj>
          </a:graphicData>
        </a:graphic>
      </p:graphicFrame>
      <p:graphicFrame>
        <p:nvGraphicFramePr>
          <p:cNvPr id="679944" name="Object 8"/>
          <p:cNvGraphicFramePr>
            <a:graphicFrameLocks noChangeAspect="1"/>
          </p:cNvGraphicFramePr>
          <p:nvPr/>
        </p:nvGraphicFramePr>
        <p:xfrm>
          <a:off x="1298575" y="5334000"/>
          <a:ext cx="1701800" cy="469900"/>
        </p:xfrm>
        <a:graphic>
          <a:graphicData uri="http://schemas.openxmlformats.org/presentationml/2006/ole">
            <p:oleObj spid="_x0000_s679944" name="Equation" r:id="rId11" imgW="1701800" imgH="469900" progId="Equation.3">
              <p:embed/>
            </p:oleObj>
          </a:graphicData>
        </a:graphic>
      </p:graphicFrame>
      <p:graphicFrame>
        <p:nvGraphicFramePr>
          <p:cNvPr id="679945" name="Object 9"/>
          <p:cNvGraphicFramePr>
            <a:graphicFrameLocks noChangeAspect="1"/>
          </p:cNvGraphicFramePr>
          <p:nvPr/>
        </p:nvGraphicFramePr>
        <p:xfrm>
          <a:off x="6556375" y="5334000"/>
          <a:ext cx="1574800" cy="469900"/>
        </p:xfrm>
        <a:graphic>
          <a:graphicData uri="http://schemas.openxmlformats.org/presentationml/2006/ole">
            <p:oleObj spid="_x0000_s679945" name="Equation" r:id="rId12" imgW="1574800" imgH="469900" progId="Equation.3">
              <p:embed/>
            </p:oleObj>
          </a:graphicData>
        </a:graphic>
      </p:graphicFrame>
      <p:sp>
        <p:nvSpPr>
          <p:cNvPr id="594969" name="Text Box 25"/>
          <p:cNvSpPr txBox="1">
            <a:spLocks noChangeArrowheads="1"/>
          </p:cNvSpPr>
          <p:nvPr/>
        </p:nvSpPr>
        <p:spPr bwMode="auto">
          <a:xfrm>
            <a:off x="212725" y="2997200"/>
            <a:ext cx="2287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      :</a:t>
            </a:r>
          </a:p>
        </p:txBody>
      </p:sp>
      <p:graphicFrame>
        <p:nvGraphicFramePr>
          <p:cNvPr id="679946" name="Object 10"/>
          <p:cNvGraphicFramePr>
            <a:graphicFrameLocks noChangeAspect="1"/>
          </p:cNvGraphicFramePr>
          <p:nvPr/>
        </p:nvGraphicFramePr>
        <p:xfrm>
          <a:off x="1752600" y="3048000"/>
          <a:ext cx="493713" cy="368300"/>
        </p:xfrm>
        <a:graphic>
          <a:graphicData uri="http://schemas.openxmlformats.org/presentationml/2006/ole">
            <p:oleObj spid="_x0000_s679946" name="Equation" r:id="rId13" imgW="495000" imgH="368280" progId="Equation.3">
              <p:embed/>
            </p:oleObj>
          </a:graphicData>
        </a:graphic>
      </p:graphicFrame>
      <p:graphicFrame>
        <p:nvGraphicFramePr>
          <p:cNvPr id="679947" name="Object 11"/>
          <p:cNvGraphicFramePr>
            <a:graphicFrameLocks noChangeAspect="1"/>
          </p:cNvGraphicFramePr>
          <p:nvPr/>
        </p:nvGraphicFramePr>
        <p:xfrm>
          <a:off x="4343400" y="1828800"/>
          <a:ext cx="2705100" cy="711200"/>
        </p:xfrm>
        <a:graphic>
          <a:graphicData uri="http://schemas.openxmlformats.org/presentationml/2006/ole">
            <p:oleObj spid="_x0000_s679947" name="Equation" r:id="rId14" imgW="2705040" imgH="711000" progId="Equation.3">
              <p:embed/>
            </p:oleObj>
          </a:graphicData>
        </a:graphic>
      </p:graphicFrame>
      <p:sp>
        <p:nvSpPr>
          <p:cNvPr id="594972" name="AutoShape 28"/>
          <p:cNvSpPr>
            <a:spLocks noChangeArrowheads="1"/>
          </p:cNvSpPr>
          <p:nvPr/>
        </p:nvSpPr>
        <p:spPr bwMode="auto">
          <a:xfrm>
            <a:off x="5410200" y="1143000"/>
            <a:ext cx="485775" cy="595313"/>
          </a:xfrm>
          <a:prstGeom prst="downArrow">
            <a:avLst>
              <a:gd name="adj1" fmla="val 50000"/>
              <a:gd name="adj2" fmla="val 306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31D29-4671-40BA-8125-99722F04077F}" type="slidenum">
              <a:rPr lang="en-US"/>
              <a:pPr/>
              <a:t>85</a:t>
            </a:fld>
            <a:endParaRPr lang="en-US"/>
          </a:p>
        </p:txBody>
      </p:sp>
      <p:sp>
        <p:nvSpPr>
          <p:cNvPr id="595970" name="Oval 2"/>
          <p:cNvSpPr>
            <a:spLocks noChangeArrowheads="1"/>
          </p:cNvSpPr>
          <p:nvPr/>
        </p:nvSpPr>
        <p:spPr bwMode="auto">
          <a:xfrm>
            <a:off x="31988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1" name="Line 3"/>
          <p:cNvSpPr>
            <a:spLocks noChangeShapeType="1"/>
          </p:cNvSpPr>
          <p:nvPr/>
        </p:nvSpPr>
        <p:spPr bwMode="auto">
          <a:xfrm>
            <a:off x="12176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2" name="Line 4"/>
          <p:cNvSpPr>
            <a:spLocks noChangeShapeType="1"/>
          </p:cNvSpPr>
          <p:nvPr/>
        </p:nvSpPr>
        <p:spPr bwMode="auto">
          <a:xfrm>
            <a:off x="63992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3" name="Line 5"/>
          <p:cNvSpPr>
            <a:spLocks noChangeShapeType="1"/>
          </p:cNvSpPr>
          <p:nvPr/>
        </p:nvSpPr>
        <p:spPr bwMode="auto">
          <a:xfrm>
            <a:off x="3808413" y="5791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4" name="Freeform 6"/>
          <p:cNvSpPr>
            <a:spLocks/>
          </p:cNvSpPr>
          <p:nvPr/>
        </p:nvSpPr>
        <p:spPr bwMode="auto">
          <a:xfrm>
            <a:off x="2970213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5" name="Freeform 7"/>
          <p:cNvSpPr>
            <a:spLocks/>
          </p:cNvSpPr>
          <p:nvPr/>
        </p:nvSpPr>
        <p:spPr bwMode="auto">
          <a:xfrm>
            <a:off x="5561013" y="44958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6" name="Line 8"/>
          <p:cNvSpPr>
            <a:spLocks noChangeShapeType="1"/>
          </p:cNvSpPr>
          <p:nvPr/>
        </p:nvSpPr>
        <p:spPr bwMode="auto">
          <a:xfrm>
            <a:off x="-1588" y="5791200"/>
            <a:ext cx="4572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7" name="Text Box 9"/>
          <p:cNvSpPr txBox="1">
            <a:spLocks noChangeArrowheads="1"/>
          </p:cNvSpPr>
          <p:nvPr/>
        </p:nvSpPr>
        <p:spPr bwMode="auto">
          <a:xfrm>
            <a:off x="1963738" y="5145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95978" name="Oval 10"/>
          <p:cNvSpPr>
            <a:spLocks noChangeArrowheads="1"/>
          </p:cNvSpPr>
          <p:nvPr/>
        </p:nvSpPr>
        <p:spPr bwMode="auto">
          <a:xfrm>
            <a:off x="5318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79" name="Oval 11"/>
          <p:cNvSpPr>
            <a:spLocks noChangeArrowheads="1"/>
          </p:cNvSpPr>
          <p:nvPr/>
        </p:nvSpPr>
        <p:spPr bwMode="auto">
          <a:xfrm>
            <a:off x="455613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80" name="Oval 12"/>
          <p:cNvSpPr>
            <a:spLocks noChangeArrowheads="1"/>
          </p:cNvSpPr>
          <p:nvPr/>
        </p:nvSpPr>
        <p:spPr bwMode="auto">
          <a:xfrm>
            <a:off x="57896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81" name="Oval 13"/>
          <p:cNvSpPr>
            <a:spLocks noChangeArrowheads="1"/>
          </p:cNvSpPr>
          <p:nvPr/>
        </p:nvSpPr>
        <p:spPr bwMode="auto">
          <a:xfrm>
            <a:off x="8456613" y="5486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95982" name="Oval 14"/>
          <p:cNvSpPr>
            <a:spLocks noChangeArrowheads="1"/>
          </p:cNvSpPr>
          <p:nvPr/>
        </p:nvSpPr>
        <p:spPr bwMode="auto">
          <a:xfrm>
            <a:off x="8380413" y="5410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80960" name="Object 0"/>
          <p:cNvGraphicFramePr>
            <a:graphicFrameLocks noChangeAspect="1"/>
          </p:cNvGraphicFramePr>
          <p:nvPr/>
        </p:nvGraphicFramePr>
        <p:xfrm>
          <a:off x="2670175" y="4038600"/>
          <a:ext cx="1612900" cy="469900"/>
        </p:xfrm>
        <a:graphic>
          <a:graphicData uri="http://schemas.openxmlformats.org/presentationml/2006/ole">
            <p:oleObj spid="_x0000_s680960" name="Equation" r:id="rId3" imgW="1612900" imgH="469900" progId="Equation.3">
              <p:embed/>
            </p:oleObj>
          </a:graphicData>
        </a:graphic>
      </p:graphicFrame>
      <p:graphicFrame>
        <p:nvGraphicFramePr>
          <p:cNvPr id="680961" name="Object 1"/>
          <p:cNvGraphicFramePr>
            <a:graphicFrameLocks noChangeAspect="1"/>
          </p:cNvGraphicFramePr>
          <p:nvPr/>
        </p:nvGraphicFramePr>
        <p:xfrm>
          <a:off x="4113213" y="5334000"/>
          <a:ext cx="1612900" cy="469900"/>
        </p:xfrm>
        <a:graphic>
          <a:graphicData uri="http://schemas.openxmlformats.org/presentationml/2006/ole">
            <p:oleObj spid="_x0000_s680961" name="Equation" r:id="rId4" imgW="1612900" imgH="469900" progId="Equation.3">
              <p:embed/>
            </p:oleObj>
          </a:graphicData>
        </a:graphic>
      </p:graphicFrame>
      <p:graphicFrame>
        <p:nvGraphicFramePr>
          <p:cNvPr id="680962" name="Object 2"/>
          <p:cNvGraphicFramePr>
            <a:graphicFrameLocks noChangeAspect="1"/>
          </p:cNvGraphicFramePr>
          <p:nvPr/>
        </p:nvGraphicFramePr>
        <p:xfrm>
          <a:off x="612775" y="5562600"/>
          <a:ext cx="444500" cy="469900"/>
        </p:xfrm>
        <a:graphic>
          <a:graphicData uri="http://schemas.openxmlformats.org/presentationml/2006/ole">
            <p:oleObj spid="_x0000_s680962" name="Equation" r:id="rId5" imgW="444500" imgH="469900" progId="Equation.3">
              <p:embed/>
            </p:oleObj>
          </a:graphicData>
        </a:graphic>
      </p:graphicFrame>
      <p:graphicFrame>
        <p:nvGraphicFramePr>
          <p:cNvPr id="680963" name="Object 3"/>
          <p:cNvGraphicFramePr>
            <a:graphicFrameLocks noChangeAspect="1"/>
          </p:cNvGraphicFramePr>
          <p:nvPr/>
        </p:nvGraphicFramePr>
        <p:xfrm>
          <a:off x="3311525" y="5568950"/>
          <a:ext cx="381000" cy="457200"/>
        </p:xfrm>
        <a:graphic>
          <a:graphicData uri="http://schemas.openxmlformats.org/presentationml/2006/ole">
            <p:oleObj spid="_x0000_s680963" name="Equation" r:id="rId6" imgW="381000" imgH="457200" progId="Equation.3">
              <p:embed/>
            </p:oleObj>
          </a:graphicData>
        </a:graphic>
      </p:graphicFrame>
      <p:graphicFrame>
        <p:nvGraphicFramePr>
          <p:cNvPr id="680964" name="Object 4"/>
          <p:cNvGraphicFramePr>
            <a:graphicFrameLocks noChangeAspect="1"/>
          </p:cNvGraphicFramePr>
          <p:nvPr/>
        </p:nvGraphicFramePr>
        <p:xfrm>
          <a:off x="5845175" y="5562600"/>
          <a:ext cx="431800" cy="457200"/>
        </p:xfrm>
        <a:graphic>
          <a:graphicData uri="http://schemas.openxmlformats.org/presentationml/2006/ole">
            <p:oleObj spid="_x0000_s680964" name="Equation" r:id="rId7" imgW="431800" imgH="457200" progId="Equation.3">
              <p:embed/>
            </p:oleObj>
          </a:graphicData>
        </a:graphic>
      </p:graphicFrame>
      <p:graphicFrame>
        <p:nvGraphicFramePr>
          <p:cNvPr id="680965" name="Object 5"/>
          <p:cNvGraphicFramePr>
            <a:graphicFrameLocks noChangeAspect="1"/>
          </p:cNvGraphicFramePr>
          <p:nvPr/>
        </p:nvGraphicFramePr>
        <p:xfrm>
          <a:off x="8518525" y="5556250"/>
          <a:ext cx="419100" cy="469900"/>
        </p:xfrm>
        <a:graphic>
          <a:graphicData uri="http://schemas.openxmlformats.org/presentationml/2006/ole">
            <p:oleObj spid="_x0000_s680965" name="Equation" r:id="rId8" imgW="419100" imgH="469900" progId="Equation.3">
              <p:embed/>
            </p:oleObj>
          </a:graphicData>
        </a:graphic>
      </p:graphicFrame>
      <p:graphicFrame>
        <p:nvGraphicFramePr>
          <p:cNvPr id="680966" name="Object 6"/>
          <p:cNvGraphicFramePr>
            <a:graphicFrameLocks noChangeAspect="1"/>
          </p:cNvGraphicFramePr>
          <p:nvPr/>
        </p:nvGraphicFramePr>
        <p:xfrm>
          <a:off x="5337175" y="4038600"/>
          <a:ext cx="1612900" cy="469900"/>
        </p:xfrm>
        <a:graphic>
          <a:graphicData uri="http://schemas.openxmlformats.org/presentationml/2006/ole">
            <p:oleObj spid="_x0000_s680966" name="Equation" r:id="rId9" imgW="1612900" imgH="469900" progId="Equation.3">
              <p:embed/>
            </p:oleObj>
          </a:graphicData>
        </a:graphic>
      </p:graphicFrame>
      <p:graphicFrame>
        <p:nvGraphicFramePr>
          <p:cNvPr id="680967" name="Object 7"/>
          <p:cNvGraphicFramePr>
            <a:graphicFrameLocks noChangeAspect="1"/>
          </p:cNvGraphicFramePr>
          <p:nvPr/>
        </p:nvGraphicFramePr>
        <p:xfrm>
          <a:off x="1298575" y="5334000"/>
          <a:ext cx="1701800" cy="469900"/>
        </p:xfrm>
        <a:graphic>
          <a:graphicData uri="http://schemas.openxmlformats.org/presentationml/2006/ole">
            <p:oleObj spid="_x0000_s680967" name="Equation" r:id="rId10" imgW="1701800" imgH="469900" progId="Equation.3">
              <p:embed/>
            </p:oleObj>
          </a:graphicData>
        </a:graphic>
      </p:graphicFrame>
      <p:graphicFrame>
        <p:nvGraphicFramePr>
          <p:cNvPr id="680968" name="Object 8"/>
          <p:cNvGraphicFramePr>
            <a:graphicFrameLocks noChangeAspect="1"/>
          </p:cNvGraphicFramePr>
          <p:nvPr/>
        </p:nvGraphicFramePr>
        <p:xfrm>
          <a:off x="6556375" y="5334000"/>
          <a:ext cx="1574800" cy="469900"/>
        </p:xfrm>
        <a:graphic>
          <a:graphicData uri="http://schemas.openxmlformats.org/presentationml/2006/ole">
            <p:oleObj spid="_x0000_s680968" name="Equation" r:id="rId11" imgW="1574800" imgH="469900" progId="Equation.3">
              <p:embed/>
            </p:oleObj>
          </a:graphicData>
        </a:graphic>
      </p:graphicFrame>
      <p:sp>
        <p:nvSpPr>
          <p:cNvPr id="595992" name="Text Box 24"/>
          <p:cNvSpPr txBox="1">
            <a:spLocks noChangeArrowheads="1"/>
          </p:cNvSpPr>
          <p:nvPr/>
        </p:nvSpPr>
        <p:spPr bwMode="auto">
          <a:xfrm>
            <a:off x="212725" y="2997200"/>
            <a:ext cx="2287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      :</a:t>
            </a:r>
          </a:p>
        </p:txBody>
      </p:sp>
      <p:graphicFrame>
        <p:nvGraphicFramePr>
          <p:cNvPr id="680969" name="Object 9"/>
          <p:cNvGraphicFramePr>
            <a:graphicFrameLocks noChangeAspect="1"/>
          </p:cNvGraphicFramePr>
          <p:nvPr/>
        </p:nvGraphicFramePr>
        <p:xfrm>
          <a:off x="1752600" y="3048000"/>
          <a:ext cx="493713" cy="368300"/>
        </p:xfrm>
        <a:graphic>
          <a:graphicData uri="http://schemas.openxmlformats.org/presentationml/2006/ole">
            <p:oleObj spid="_x0000_s680969" name="Equation" r:id="rId12" imgW="495000" imgH="368280" progId="Equation.3">
              <p:embed/>
            </p:oleObj>
          </a:graphicData>
        </a:graphic>
      </p:graphicFrame>
      <p:graphicFrame>
        <p:nvGraphicFramePr>
          <p:cNvPr id="680970" name="Object 10"/>
          <p:cNvGraphicFramePr>
            <a:graphicFrameLocks noChangeAspect="1"/>
          </p:cNvGraphicFramePr>
          <p:nvPr/>
        </p:nvGraphicFramePr>
        <p:xfrm>
          <a:off x="3429000" y="228600"/>
          <a:ext cx="4381500" cy="711200"/>
        </p:xfrm>
        <a:graphic>
          <a:graphicData uri="http://schemas.openxmlformats.org/presentationml/2006/ole">
            <p:oleObj spid="_x0000_s680970" name="Equation" r:id="rId13" imgW="4381200" imgH="711000" progId="Equation.3">
              <p:embed/>
            </p:oleObj>
          </a:graphicData>
        </a:graphic>
      </p:graphicFrame>
      <p:sp>
        <p:nvSpPr>
          <p:cNvPr id="595995" name="Text Box 27"/>
          <p:cNvSpPr txBox="1">
            <a:spLocks noChangeArrowheads="1"/>
          </p:cNvSpPr>
          <p:nvPr/>
        </p:nvSpPr>
        <p:spPr bwMode="auto">
          <a:xfrm>
            <a:off x="609600" y="3048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Therefore: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5254</TotalTime>
  <Words>734</Words>
  <Application>Microsoft Office PowerPoint</Application>
  <PresentationFormat>On-screen Show (4:3)</PresentationFormat>
  <Paragraphs>412</Paragraphs>
  <Slides>85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7" baseType="lpstr">
      <vt:lpstr>class</vt:lpstr>
      <vt:lpstr>Equation</vt:lpstr>
      <vt:lpstr>Pushdown Automata PDAs</vt:lpstr>
      <vt:lpstr>Pushdown Automaton -- PDA</vt:lpstr>
      <vt:lpstr>Slide 3</vt:lpstr>
      <vt:lpstr>The States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Non-Determinism</vt:lpstr>
      <vt:lpstr>NPDA:   Non-Deterministic PDA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Another NPDA example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Another NPDA example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Pushing Strings</vt:lpstr>
      <vt:lpstr>Slide 62</vt:lpstr>
      <vt:lpstr>Another NPDA example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Formalities for NPDAs</vt:lpstr>
      <vt:lpstr>Slide 73</vt:lpstr>
      <vt:lpstr>Slide 74</vt:lpstr>
      <vt:lpstr>Formal Definition</vt:lpstr>
      <vt:lpstr>Instantaneous Description</vt:lpstr>
      <vt:lpstr>Slide 77</vt:lpstr>
      <vt:lpstr>Slide 78</vt:lpstr>
      <vt:lpstr>Slide 79</vt:lpstr>
      <vt:lpstr>Slide 80</vt:lpstr>
      <vt:lpstr>Slide 81</vt:lpstr>
      <vt:lpstr>Formal Definition</vt:lpstr>
      <vt:lpstr>Slide 83</vt:lpstr>
      <vt:lpstr>Slide 84</vt:lpstr>
      <vt:lpstr>Slide 85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1137</cp:revision>
  <cp:lastPrinted>2000-09-25T14:54:54Z</cp:lastPrinted>
  <dcterms:created xsi:type="dcterms:W3CDTF">2000-08-31T01:12:33Z</dcterms:created>
  <dcterms:modified xsi:type="dcterms:W3CDTF">2014-01-11T19:17:27Z</dcterms:modified>
</cp:coreProperties>
</file>