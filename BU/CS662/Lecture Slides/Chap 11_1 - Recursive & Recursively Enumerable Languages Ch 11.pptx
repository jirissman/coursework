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83" r:id="rId9"/>
    <p:sldId id="310" r:id="rId10"/>
    <p:sldId id="284" r:id="rId11"/>
    <p:sldId id="286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9" r:id="rId29"/>
    <p:sldId id="320" r:id="rId30"/>
    <p:sldId id="304" r:id="rId31"/>
    <p:sldId id="311" r:id="rId32"/>
    <p:sldId id="312" r:id="rId33"/>
    <p:sldId id="319" r:id="rId34"/>
    <p:sldId id="305" r:id="rId35"/>
    <p:sldId id="306" r:id="rId36"/>
    <p:sldId id="308" r:id="rId37"/>
    <p:sldId id="315" r:id="rId38"/>
    <p:sldId id="313" r:id="rId39"/>
    <p:sldId id="314" r:id="rId40"/>
    <p:sldId id="316" r:id="rId41"/>
    <p:sldId id="317" r:id="rId42"/>
    <p:sldId id="318" r:id="rId43"/>
    <p:sldId id="339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38" r:id="rId62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00"/>
    <a:srgbClr val="D60093"/>
    <a:srgbClr val="00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49" autoAdjust="0"/>
    <p:restoredTop sz="90929"/>
  </p:normalViewPr>
  <p:slideViewPr>
    <p:cSldViewPr>
      <p:cViewPr varScale="1">
        <p:scale>
          <a:sx n="70" d="100"/>
          <a:sy n="70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31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12" Type="http://schemas.openxmlformats.org/officeDocument/2006/relationships/image" Target="../media/image30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11" Type="http://schemas.openxmlformats.org/officeDocument/2006/relationships/image" Target="../media/image29.wmf"/><Relationship Id="rId5" Type="http://schemas.openxmlformats.org/officeDocument/2006/relationships/image" Target="../media/image23.wmf"/><Relationship Id="rId10" Type="http://schemas.openxmlformats.org/officeDocument/2006/relationships/image" Target="../media/image28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Relationship Id="rId1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1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40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41.wmf"/><Relationship Id="rId1" Type="http://schemas.openxmlformats.org/officeDocument/2006/relationships/image" Target="../media/image38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44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47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48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Relationship Id="rId14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50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51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Relationship Id="rId14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53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54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Relationship Id="rId14" Type="http://schemas.openxmlformats.org/officeDocument/2006/relationships/image" Target="../media/image5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4" Type="http://schemas.openxmlformats.org/officeDocument/2006/relationships/image" Target="../media/image5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40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12" Type="http://schemas.openxmlformats.org/officeDocument/2006/relationships/image" Target="../media/image3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30.wmf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image" Target="../media/image35.wmf"/><Relationship Id="rId4" Type="http://schemas.openxmlformats.org/officeDocument/2006/relationships/image" Target="../media/image25.wmf"/><Relationship Id="rId9" Type="http://schemas.openxmlformats.org/officeDocument/2006/relationships/image" Target="../media/image3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9.wmf"/><Relationship Id="rId1" Type="http://schemas.openxmlformats.org/officeDocument/2006/relationships/image" Target="../media/image6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6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72.wmf"/><Relationship Id="rId1" Type="http://schemas.openxmlformats.org/officeDocument/2006/relationships/image" Target="../media/image2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2.wmf"/><Relationship Id="rId1" Type="http://schemas.openxmlformats.org/officeDocument/2006/relationships/image" Target="../media/image72.wmf"/><Relationship Id="rId5" Type="http://schemas.openxmlformats.org/officeDocument/2006/relationships/image" Target="../media/image9.wmf"/><Relationship Id="rId4" Type="http://schemas.openxmlformats.org/officeDocument/2006/relationships/image" Target="../media/image3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12" Type="http://schemas.openxmlformats.org/officeDocument/2006/relationships/image" Target="../media/image85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11" Type="http://schemas.openxmlformats.org/officeDocument/2006/relationships/image" Target="../media/image84.wmf"/><Relationship Id="rId5" Type="http://schemas.openxmlformats.org/officeDocument/2006/relationships/image" Target="../media/image78.wmf"/><Relationship Id="rId10" Type="http://schemas.openxmlformats.org/officeDocument/2006/relationships/image" Target="../media/image83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4.wmf"/><Relationship Id="rId1" Type="http://schemas.openxmlformats.org/officeDocument/2006/relationships/image" Target="../media/image86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2.wmf"/><Relationship Id="rId1" Type="http://schemas.openxmlformats.org/officeDocument/2006/relationships/image" Target="../media/image72.wmf"/><Relationship Id="rId5" Type="http://schemas.openxmlformats.org/officeDocument/2006/relationships/image" Target="../media/image5.wmf"/><Relationship Id="rId4" Type="http://schemas.openxmlformats.org/officeDocument/2006/relationships/image" Target="../media/image3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2.wmf"/><Relationship Id="rId1" Type="http://schemas.openxmlformats.org/officeDocument/2006/relationships/image" Target="../media/image72.wmf"/><Relationship Id="rId4" Type="http://schemas.openxmlformats.org/officeDocument/2006/relationships/image" Target="../media/image88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89.wmf"/><Relationship Id="rId1" Type="http://schemas.openxmlformats.org/officeDocument/2006/relationships/image" Target="../media/image72.wmf"/><Relationship Id="rId5" Type="http://schemas.openxmlformats.org/officeDocument/2006/relationships/image" Target="../media/image87.wmf"/><Relationship Id="rId4" Type="http://schemas.openxmlformats.org/officeDocument/2006/relationships/image" Target="../media/image88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5" Type="http://schemas.openxmlformats.org/officeDocument/2006/relationships/image" Target="../media/image30.wmf"/><Relationship Id="rId4" Type="http://schemas.openxmlformats.org/officeDocument/2006/relationships/image" Target="../media/image93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2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image" Target="../media/image4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6.wmf"/><Relationship Id="rId1" Type="http://schemas.openxmlformats.org/officeDocument/2006/relationships/image" Target="../media/image71.wmf"/><Relationship Id="rId4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7B5E3088-1B3A-4AB9-9C2F-2CEEBD72BCA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4177E712-49C7-4508-96D7-14ECB7E456F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FE2A4B-8A9C-4889-83E9-A50E85CA900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CEA096-CE1D-4E18-B447-A7BF0485968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9A7DD-D389-4768-A2FC-F9343D495F5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69FFDD-460A-448D-99EF-EE6368AD371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77511-94D2-4023-B6F4-6BE16CF3AA3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DFB1EA-CE6D-46C1-A5F8-DA57D2739D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FA9FB0-E3AF-4AB2-A351-3FD108BA953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FF87FC-0859-4A98-A02C-A26FB2EDA3F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281BA3-6AF9-4531-9CC6-E8577E79ED0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B2F73C-5801-4B50-843D-843BC913B6A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87355-7CB3-436D-A96C-F0D2EC0340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9F9CEB8B-D55D-4892-8A29-E46DD3AC6F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11.bin"/><Relationship Id="rId14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26.wmf"/><Relationship Id="rId26" Type="http://schemas.openxmlformats.org/officeDocument/2006/relationships/image" Target="../media/image30.wmf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34" Type="http://schemas.openxmlformats.org/officeDocument/2006/relationships/oleObject" Target="../embeddings/oleObject41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33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29" Type="http://schemas.openxmlformats.org/officeDocument/2006/relationships/oleObject" Target="../embeddings/oleObject3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29.wmf"/><Relationship Id="rId32" Type="http://schemas.openxmlformats.org/officeDocument/2006/relationships/oleObject" Target="../embeddings/oleObject39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28" Type="http://schemas.openxmlformats.org/officeDocument/2006/relationships/image" Target="../media/image31.wmf"/><Relationship Id="rId36" Type="http://schemas.openxmlformats.org/officeDocument/2006/relationships/oleObject" Target="../embeddings/oleObject43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32.bin"/><Relationship Id="rId31" Type="http://schemas.openxmlformats.org/officeDocument/2006/relationships/oleObject" Target="../embeddings/oleObject38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Relationship Id="rId27" Type="http://schemas.openxmlformats.org/officeDocument/2006/relationships/oleObject" Target="../embeddings/oleObject36.bin"/><Relationship Id="rId30" Type="http://schemas.openxmlformats.org/officeDocument/2006/relationships/image" Target="../media/image32.wmf"/><Relationship Id="rId35" Type="http://schemas.openxmlformats.org/officeDocument/2006/relationships/oleObject" Target="../embeddings/oleObject4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57.bin"/><Relationship Id="rId39" Type="http://schemas.openxmlformats.org/officeDocument/2006/relationships/oleObject" Target="../embeddings/oleObject68.bin"/><Relationship Id="rId3" Type="http://schemas.openxmlformats.org/officeDocument/2006/relationships/oleObject" Target="../embeddings/oleObject44.bin"/><Relationship Id="rId21" Type="http://schemas.openxmlformats.org/officeDocument/2006/relationships/oleObject" Target="../embeddings/oleObject54.bin"/><Relationship Id="rId34" Type="http://schemas.openxmlformats.org/officeDocument/2006/relationships/oleObject" Target="../embeddings/oleObject64.bin"/><Relationship Id="rId42" Type="http://schemas.openxmlformats.org/officeDocument/2006/relationships/oleObject" Target="../embeddings/oleObject71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51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63.bin"/><Relationship Id="rId38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53.bin"/><Relationship Id="rId29" Type="http://schemas.openxmlformats.org/officeDocument/2006/relationships/oleObject" Target="../embeddings/oleObject60.bin"/><Relationship Id="rId41" Type="http://schemas.openxmlformats.org/officeDocument/2006/relationships/oleObject" Target="../embeddings/oleObject70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48.bin"/><Relationship Id="rId24" Type="http://schemas.openxmlformats.org/officeDocument/2006/relationships/oleObject" Target="../embeddings/oleObject56.bin"/><Relationship Id="rId32" Type="http://schemas.openxmlformats.org/officeDocument/2006/relationships/oleObject" Target="../embeddings/oleObject62.bin"/><Relationship Id="rId37" Type="http://schemas.openxmlformats.org/officeDocument/2006/relationships/oleObject" Target="../embeddings/oleObject67.bin"/><Relationship Id="rId40" Type="http://schemas.openxmlformats.org/officeDocument/2006/relationships/oleObject" Target="../embeddings/oleObject69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59.bin"/><Relationship Id="rId36" Type="http://schemas.openxmlformats.org/officeDocument/2006/relationships/oleObject" Target="../embeddings/oleObject66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52.bin"/><Relationship Id="rId31" Type="http://schemas.openxmlformats.org/officeDocument/2006/relationships/oleObject" Target="../embeddings/oleObject61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55.bin"/><Relationship Id="rId27" Type="http://schemas.openxmlformats.org/officeDocument/2006/relationships/oleObject" Target="../embeddings/oleObject58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65.bin"/><Relationship Id="rId43" Type="http://schemas.openxmlformats.org/officeDocument/2006/relationships/oleObject" Target="../embeddings/oleObject7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3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89.bin"/><Relationship Id="rId39" Type="http://schemas.openxmlformats.org/officeDocument/2006/relationships/oleObject" Target="../embeddings/oleObject100.bin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6.bin"/><Relationship Id="rId34" Type="http://schemas.openxmlformats.org/officeDocument/2006/relationships/oleObject" Target="../embeddings/oleObject96.bin"/><Relationship Id="rId42" Type="http://schemas.openxmlformats.org/officeDocument/2006/relationships/oleObject" Target="../embeddings/oleObject103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83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95.bin"/><Relationship Id="rId38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85.bin"/><Relationship Id="rId29" Type="http://schemas.openxmlformats.org/officeDocument/2006/relationships/oleObject" Target="../embeddings/oleObject92.bin"/><Relationship Id="rId41" Type="http://schemas.openxmlformats.org/officeDocument/2006/relationships/oleObject" Target="../embeddings/oleObject102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80.bin"/><Relationship Id="rId24" Type="http://schemas.openxmlformats.org/officeDocument/2006/relationships/oleObject" Target="../embeddings/oleObject88.bin"/><Relationship Id="rId32" Type="http://schemas.openxmlformats.org/officeDocument/2006/relationships/oleObject" Target="../embeddings/oleObject94.bin"/><Relationship Id="rId37" Type="http://schemas.openxmlformats.org/officeDocument/2006/relationships/oleObject" Target="../embeddings/oleObject99.bin"/><Relationship Id="rId40" Type="http://schemas.openxmlformats.org/officeDocument/2006/relationships/oleObject" Target="../embeddings/oleObject101.bin"/><Relationship Id="rId45" Type="http://schemas.openxmlformats.org/officeDocument/2006/relationships/image" Target="../media/image40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91.bin"/><Relationship Id="rId36" Type="http://schemas.openxmlformats.org/officeDocument/2006/relationships/oleObject" Target="../embeddings/oleObject9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84.bin"/><Relationship Id="rId31" Type="http://schemas.openxmlformats.org/officeDocument/2006/relationships/oleObject" Target="../embeddings/oleObject93.bin"/><Relationship Id="rId44" Type="http://schemas.openxmlformats.org/officeDocument/2006/relationships/oleObject" Target="../embeddings/oleObject105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87.bin"/><Relationship Id="rId27" Type="http://schemas.openxmlformats.org/officeDocument/2006/relationships/oleObject" Target="../embeddings/oleObject90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97.bin"/><Relationship Id="rId43" Type="http://schemas.openxmlformats.org/officeDocument/2006/relationships/oleObject" Target="../embeddings/oleObject10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42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10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124.bin"/><Relationship Id="rId39" Type="http://schemas.openxmlformats.org/officeDocument/2006/relationships/oleObject" Target="../embeddings/oleObject135.bin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1.bin"/><Relationship Id="rId34" Type="http://schemas.openxmlformats.org/officeDocument/2006/relationships/oleObject" Target="../embeddings/oleObject131.bin"/><Relationship Id="rId42" Type="http://schemas.openxmlformats.org/officeDocument/2006/relationships/oleObject" Target="../embeddings/oleObject138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118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130.bin"/><Relationship Id="rId38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120.bin"/><Relationship Id="rId29" Type="http://schemas.openxmlformats.org/officeDocument/2006/relationships/oleObject" Target="../embeddings/oleObject127.bin"/><Relationship Id="rId41" Type="http://schemas.openxmlformats.org/officeDocument/2006/relationships/oleObject" Target="../embeddings/oleObject137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15.bin"/><Relationship Id="rId24" Type="http://schemas.openxmlformats.org/officeDocument/2006/relationships/oleObject" Target="../embeddings/oleObject123.bin"/><Relationship Id="rId32" Type="http://schemas.openxmlformats.org/officeDocument/2006/relationships/oleObject" Target="../embeddings/oleObject129.bin"/><Relationship Id="rId37" Type="http://schemas.openxmlformats.org/officeDocument/2006/relationships/oleObject" Target="../embeddings/oleObject134.bin"/><Relationship Id="rId40" Type="http://schemas.openxmlformats.org/officeDocument/2006/relationships/oleObject" Target="../embeddings/oleObject136.bin"/><Relationship Id="rId45" Type="http://schemas.openxmlformats.org/officeDocument/2006/relationships/image" Target="../media/image44.wmf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126.bin"/><Relationship Id="rId36" Type="http://schemas.openxmlformats.org/officeDocument/2006/relationships/oleObject" Target="../embeddings/oleObject133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119.bin"/><Relationship Id="rId31" Type="http://schemas.openxmlformats.org/officeDocument/2006/relationships/oleObject" Target="../embeddings/oleObject128.bin"/><Relationship Id="rId44" Type="http://schemas.openxmlformats.org/officeDocument/2006/relationships/oleObject" Target="../embeddings/oleObject14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122.bin"/><Relationship Id="rId27" Type="http://schemas.openxmlformats.org/officeDocument/2006/relationships/oleObject" Target="../embeddings/oleObject125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132.bin"/><Relationship Id="rId43" Type="http://schemas.openxmlformats.org/officeDocument/2006/relationships/oleObject" Target="../embeddings/oleObject13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43.wmf"/><Relationship Id="rId9" Type="http://schemas.openxmlformats.org/officeDocument/2006/relationships/image" Target="../media/image4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51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159.bin"/><Relationship Id="rId39" Type="http://schemas.openxmlformats.org/officeDocument/2006/relationships/oleObject" Target="../embeddings/oleObject170.bin"/><Relationship Id="rId3" Type="http://schemas.openxmlformats.org/officeDocument/2006/relationships/oleObject" Target="../embeddings/oleObject146.bin"/><Relationship Id="rId21" Type="http://schemas.openxmlformats.org/officeDocument/2006/relationships/oleObject" Target="../embeddings/oleObject156.bin"/><Relationship Id="rId34" Type="http://schemas.openxmlformats.org/officeDocument/2006/relationships/oleObject" Target="../embeddings/oleObject166.bin"/><Relationship Id="rId42" Type="http://schemas.openxmlformats.org/officeDocument/2006/relationships/oleObject" Target="../embeddings/oleObject173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153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165.bin"/><Relationship Id="rId38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155.bin"/><Relationship Id="rId29" Type="http://schemas.openxmlformats.org/officeDocument/2006/relationships/oleObject" Target="../embeddings/oleObject162.bin"/><Relationship Id="rId41" Type="http://schemas.openxmlformats.org/officeDocument/2006/relationships/oleObject" Target="../embeddings/oleObject172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50.bin"/><Relationship Id="rId24" Type="http://schemas.openxmlformats.org/officeDocument/2006/relationships/oleObject" Target="../embeddings/oleObject158.bin"/><Relationship Id="rId32" Type="http://schemas.openxmlformats.org/officeDocument/2006/relationships/oleObject" Target="../embeddings/oleObject164.bin"/><Relationship Id="rId37" Type="http://schemas.openxmlformats.org/officeDocument/2006/relationships/oleObject" Target="../embeddings/oleObject169.bin"/><Relationship Id="rId40" Type="http://schemas.openxmlformats.org/officeDocument/2006/relationships/oleObject" Target="../embeddings/oleObject171.bin"/><Relationship Id="rId45" Type="http://schemas.openxmlformats.org/officeDocument/2006/relationships/image" Target="../media/image47.wmf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2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161.bin"/><Relationship Id="rId36" Type="http://schemas.openxmlformats.org/officeDocument/2006/relationships/oleObject" Target="../embeddings/oleObject16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154.bin"/><Relationship Id="rId31" Type="http://schemas.openxmlformats.org/officeDocument/2006/relationships/oleObject" Target="../embeddings/oleObject163.bin"/><Relationship Id="rId44" Type="http://schemas.openxmlformats.org/officeDocument/2006/relationships/oleObject" Target="../embeddings/oleObject175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157.bin"/><Relationship Id="rId27" Type="http://schemas.openxmlformats.org/officeDocument/2006/relationships/oleObject" Target="../embeddings/oleObject160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167.bin"/><Relationship Id="rId43" Type="http://schemas.openxmlformats.org/officeDocument/2006/relationships/oleObject" Target="../embeddings/oleObject17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189.bin"/><Relationship Id="rId39" Type="http://schemas.openxmlformats.org/officeDocument/2006/relationships/oleObject" Target="../embeddings/oleObject200.bin"/><Relationship Id="rId3" Type="http://schemas.openxmlformats.org/officeDocument/2006/relationships/oleObject" Target="../embeddings/oleObject176.bin"/><Relationship Id="rId21" Type="http://schemas.openxmlformats.org/officeDocument/2006/relationships/oleObject" Target="../embeddings/oleObject186.bin"/><Relationship Id="rId34" Type="http://schemas.openxmlformats.org/officeDocument/2006/relationships/oleObject" Target="../embeddings/oleObject196.bin"/><Relationship Id="rId42" Type="http://schemas.openxmlformats.org/officeDocument/2006/relationships/oleObject" Target="../embeddings/oleObject203.bin"/><Relationship Id="rId47" Type="http://schemas.openxmlformats.org/officeDocument/2006/relationships/image" Target="../media/image49.wmf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183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195.bin"/><Relationship Id="rId38" Type="http://schemas.openxmlformats.org/officeDocument/2006/relationships/image" Target="../media/image37.wmf"/><Relationship Id="rId46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185.bin"/><Relationship Id="rId29" Type="http://schemas.openxmlformats.org/officeDocument/2006/relationships/oleObject" Target="../embeddings/oleObject192.bin"/><Relationship Id="rId41" Type="http://schemas.openxmlformats.org/officeDocument/2006/relationships/oleObject" Target="../embeddings/oleObject202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80.bin"/><Relationship Id="rId24" Type="http://schemas.openxmlformats.org/officeDocument/2006/relationships/oleObject" Target="../embeddings/oleObject188.bin"/><Relationship Id="rId32" Type="http://schemas.openxmlformats.org/officeDocument/2006/relationships/oleObject" Target="../embeddings/oleObject194.bin"/><Relationship Id="rId37" Type="http://schemas.openxmlformats.org/officeDocument/2006/relationships/oleObject" Target="../embeddings/oleObject199.bin"/><Relationship Id="rId40" Type="http://schemas.openxmlformats.org/officeDocument/2006/relationships/oleObject" Target="../embeddings/oleObject201.bin"/><Relationship Id="rId45" Type="http://schemas.openxmlformats.org/officeDocument/2006/relationships/image" Target="../media/image48.wmf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2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191.bin"/><Relationship Id="rId36" Type="http://schemas.openxmlformats.org/officeDocument/2006/relationships/oleObject" Target="../embeddings/oleObject19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184.bin"/><Relationship Id="rId31" Type="http://schemas.openxmlformats.org/officeDocument/2006/relationships/oleObject" Target="../embeddings/oleObject193.bin"/><Relationship Id="rId44" Type="http://schemas.openxmlformats.org/officeDocument/2006/relationships/oleObject" Target="../embeddings/oleObject205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187.bin"/><Relationship Id="rId27" Type="http://schemas.openxmlformats.org/officeDocument/2006/relationships/oleObject" Target="../embeddings/oleObject190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197.bin"/><Relationship Id="rId43" Type="http://schemas.openxmlformats.org/officeDocument/2006/relationships/oleObject" Target="../embeddings/oleObject20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220.bin"/><Relationship Id="rId39" Type="http://schemas.openxmlformats.org/officeDocument/2006/relationships/oleObject" Target="../embeddings/oleObject231.bin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7.bin"/><Relationship Id="rId34" Type="http://schemas.openxmlformats.org/officeDocument/2006/relationships/oleObject" Target="../embeddings/oleObject227.bin"/><Relationship Id="rId42" Type="http://schemas.openxmlformats.org/officeDocument/2006/relationships/oleObject" Target="../embeddings/oleObject234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214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226.bin"/><Relationship Id="rId38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216.bin"/><Relationship Id="rId29" Type="http://schemas.openxmlformats.org/officeDocument/2006/relationships/oleObject" Target="../embeddings/oleObject223.bin"/><Relationship Id="rId41" Type="http://schemas.openxmlformats.org/officeDocument/2006/relationships/oleObject" Target="../embeddings/oleObject233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11.bin"/><Relationship Id="rId24" Type="http://schemas.openxmlformats.org/officeDocument/2006/relationships/oleObject" Target="../embeddings/oleObject219.bin"/><Relationship Id="rId32" Type="http://schemas.openxmlformats.org/officeDocument/2006/relationships/oleObject" Target="../embeddings/oleObject225.bin"/><Relationship Id="rId37" Type="http://schemas.openxmlformats.org/officeDocument/2006/relationships/oleObject" Target="../embeddings/oleObject230.bin"/><Relationship Id="rId40" Type="http://schemas.openxmlformats.org/officeDocument/2006/relationships/oleObject" Target="../embeddings/oleObject232.bin"/><Relationship Id="rId45" Type="http://schemas.openxmlformats.org/officeDocument/2006/relationships/image" Target="../media/image50.w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222.bin"/><Relationship Id="rId36" Type="http://schemas.openxmlformats.org/officeDocument/2006/relationships/oleObject" Target="../embeddings/oleObject229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15.bin"/><Relationship Id="rId31" Type="http://schemas.openxmlformats.org/officeDocument/2006/relationships/oleObject" Target="../embeddings/oleObject224.bin"/><Relationship Id="rId44" Type="http://schemas.openxmlformats.org/officeDocument/2006/relationships/oleObject" Target="../embeddings/oleObject236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218.bin"/><Relationship Id="rId27" Type="http://schemas.openxmlformats.org/officeDocument/2006/relationships/oleObject" Target="../embeddings/oleObject221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228.bin"/><Relationship Id="rId43" Type="http://schemas.openxmlformats.org/officeDocument/2006/relationships/oleObject" Target="../embeddings/oleObject23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42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250.bin"/><Relationship Id="rId39" Type="http://schemas.openxmlformats.org/officeDocument/2006/relationships/oleObject" Target="../embeddings/oleObject261.bin"/><Relationship Id="rId3" Type="http://schemas.openxmlformats.org/officeDocument/2006/relationships/oleObject" Target="../embeddings/oleObject237.bin"/><Relationship Id="rId21" Type="http://schemas.openxmlformats.org/officeDocument/2006/relationships/oleObject" Target="../embeddings/oleObject247.bin"/><Relationship Id="rId34" Type="http://schemas.openxmlformats.org/officeDocument/2006/relationships/oleObject" Target="../embeddings/oleObject257.bin"/><Relationship Id="rId42" Type="http://schemas.openxmlformats.org/officeDocument/2006/relationships/oleObject" Target="../embeddings/oleObject264.bin"/><Relationship Id="rId47" Type="http://schemas.openxmlformats.org/officeDocument/2006/relationships/image" Target="../media/image52.wmf"/><Relationship Id="rId7" Type="http://schemas.openxmlformats.org/officeDocument/2006/relationships/oleObject" Target="../embeddings/oleObject239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244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256.bin"/><Relationship Id="rId38" Type="http://schemas.openxmlformats.org/officeDocument/2006/relationships/image" Target="../media/image37.wmf"/><Relationship Id="rId46" Type="http://schemas.openxmlformats.org/officeDocument/2006/relationships/oleObject" Target="../embeddings/oleObject2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246.bin"/><Relationship Id="rId29" Type="http://schemas.openxmlformats.org/officeDocument/2006/relationships/oleObject" Target="../embeddings/oleObject253.bin"/><Relationship Id="rId41" Type="http://schemas.openxmlformats.org/officeDocument/2006/relationships/oleObject" Target="../embeddings/oleObject26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41.bin"/><Relationship Id="rId24" Type="http://schemas.openxmlformats.org/officeDocument/2006/relationships/oleObject" Target="../embeddings/oleObject249.bin"/><Relationship Id="rId32" Type="http://schemas.openxmlformats.org/officeDocument/2006/relationships/oleObject" Target="../embeddings/oleObject255.bin"/><Relationship Id="rId37" Type="http://schemas.openxmlformats.org/officeDocument/2006/relationships/oleObject" Target="../embeddings/oleObject260.bin"/><Relationship Id="rId40" Type="http://schemas.openxmlformats.org/officeDocument/2006/relationships/oleObject" Target="../embeddings/oleObject262.bin"/><Relationship Id="rId45" Type="http://schemas.openxmlformats.org/officeDocument/2006/relationships/image" Target="../media/image51.wmf"/><Relationship Id="rId5" Type="http://schemas.openxmlformats.org/officeDocument/2006/relationships/oleObject" Target="../embeddings/oleObject238.bin"/><Relationship Id="rId15" Type="http://schemas.openxmlformats.org/officeDocument/2006/relationships/oleObject" Target="../embeddings/oleObject243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252.bin"/><Relationship Id="rId36" Type="http://schemas.openxmlformats.org/officeDocument/2006/relationships/oleObject" Target="../embeddings/oleObject259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45.bin"/><Relationship Id="rId31" Type="http://schemas.openxmlformats.org/officeDocument/2006/relationships/oleObject" Target="../embeddings/oleObject254.bin"/><Relationship Id="rId44" Type="http://schemas.openxmlformats.org/officeDocument/2006/relationships/oleObject" Target="../embeddings/oleObject266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40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248.bin"/><Relationship Id="rId27" Type="http://schemas.openxmlformats.org/officeDocument/2006/relationships/oleObject" Target="../embeddings/oleObject251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258.bin"/><Relationship Id="rId43" Type="http://schemas.openxmlformats.org/officeDocument/2006/relationships/oleObject" Target="../embeddings/oleObject26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281.bin"/><Relationship Id="rId39" Type="http://schemas.openxmlformats.org/officeDocument/2006/relationships/oleObject" Target="../embeddings/oleObject292.bin"/><Relationship Id="rId3" Type="http://schemas.openxmlformats.org/officeDocument/2006/relationships/oleObject" Target="../embeddings/oleObject268.bin"/><Relationship Id="rId21" Type="http://schemas.openxmlformats.org/officeDocument/2006/relationships/oleObject" Target="../embeddings/oleObject278.bin"/><Relationship Id="rId34" Type="http://schemas.openxmlformats.org/officeDocument/2006/relationships/oleObject" Target="../embeddings/oleObject288.bin"/><Relationship Id="rId42" Type="http://schemas.openxmlformats.org/officeDocument/2006/relationships/oleObject" Target="../embeddings/oleObject295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275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287.bin"/><Relationship Id="rId38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277.bin"/><Relationship Id="rId29" Type="http://schemas.openxmlformats.org/officeDocument/2006/relationships/oleObject" Target="../embeddings/oleObject284.bin"/><Relationship Id="rId41" Type="http://schemas.openxmlformats.org/officeDocument/2006/relationships/oleObject" Target="../embeddings/oleObject294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72.bin"/><Relationship Id="rId24" Type="http://schemas.openxmlformats.org/officeDocument/2006/relationships/oleObject" Target="../embeddings/oleObject280.bin"/><Relationship Id="rId32" Type="http://schemas.openxmlformats.org/officeDocument/2006/relationships/oleObject" Target="../embeddings/oleObject286.bin"/><Relationship Id="rId37" Type="http://schemas.openxmlformats.org/officeDocument/2006/relationships/oleObject" Target="../embeddings/oleObject291.bin"/><Relationship Id="rId40" Type="http://schemas.openxmlformats.org/officeDocument/2006/relationships/oleObject" Target="../embeddings/oleObject293.bin"/><Relationship Id="rId45" Type="http://schemas.openxmlformats.org/officeDocument/2006/relationships/image" Target="../media/image53.wmf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283.bin"/><Relationship Id="rId36" Type="http://schemas.openxmlformats.org/officeDocument/2006/relationships/oleObject" Target="../embeddings/oleObject290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76.bin"/><Relationship Id="rId31" Type="http://schemas.openxmlformats.org/officeDocument/2006/relationships/oleObject" Target="../embeddings/oleObject285.bin"/><Relationship Id="rId44" Type="http://schemas.openxmlformats.org/officeDocument/2006/relationships/oleObject" Target="../embeddings/oleObject297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279.bin"/><Relationship Id="rId27" Type="http://schemas.openxmlformats.org/officeDocument/2006/relationships/oleObject" Target="../embeddings/oleObject282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289.bin"/><Relationship Id="rId43" Type="http://schemas.openxmlformats.org/officeDocument/2006/relationships/oleObject" Target="../embeddings/oleObject29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311.bin"/><Relationship Id="rId39" Type="http://schemas.openxmlformats.org/officeDocument/2006/relationships/oleObject" Target="../embeddings/oleObject322.bin"/><Relationship Id="rId3" Type="http://schemas.openxmlformats.org/officeDocument/2006/relationships/oleObject" Target="../embeddings/oleObject298.bin"/><Relationship Id="rId21" Type="http://schemas.openxmlformats.org/officeDocument/2006/relationships/oleObject" Target="../embeddings/oleObject308.bin"/><Relationship Id="rId34" Type="http://schemas.openxmlformats.org/officeDocument/2006/relationships/oleObject" Target="../embeddings/oleObject318.bin"/><Relationship Id="rId42" Type="http://schemas.openxmlformats.org/officeDocument/2006/relationships/oleObject" Target="../embeddings/oleObject325.bin"/><Relationship Id="rId47" Type="http://schemas.openxmlformats.org/officeDocument/2006/relationships/image" Target="../media/image55.wmf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05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317.bin"/><Relationship Id="rId38" Type="http://schemas.openxmlformats.org/officeDocument/2006/relationships/image" Target="../media/image37.wmf"/><Relationship Id="rId46" Type="http://schemas.openxmlformats.org/officeDocument/2006/relationships/oleObject" Target="../embeddings/oleObject3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307.bin"/><Relationship Id="rId29" Type="http://schemas.openxmlformats.org/officeDocument/2006/relationships/oleObject" Target="../embeddings/oleObject314.bin"/><Relationship Id="rId41" Type="http://schemas.openxmlformats.org/officeDocument/2006/relationships/oleObject" Target="../embeddings/oleObject324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302.bin"/><Relationship Id="rId24" Type="http://schemas.openxmlformats.org/officeDocument/2006/relationships/oleObject" Target="../embeddings/oleObject310.bin"/><Relationship Id="rId32" Type="http://schemas.openxmlformats.org/officeDocument/2006/relationships/oleObject" Target="../embeddings/oleObject316.bin"/><Relationship Id="rId37" Type="http://schemas.openxmlformats.org/officeDocument/2006/relationships/oleObject" Target="../embeddings/oleObject321.bin"/><Relationship Id="rId40" Type="http://schemas.openxmlformats.org/officeDocument/2006/relationships/oleObject" Target="../embeddings/oleObject323.bin"/><Relationship Id="rId45" Type="http://schemas.openxmlformats.org/officeDocument/2006/relationships/image" Target="../media/image54.wmf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313.bin"/><Relationship Id="rId36" Type="http://schemas.openxmlformats.org/officeDocument/2006/relationships/oleObject" Target="../embeddings/oleObject320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6.bin"/><Relationship Id="rId31" Type="http://schemas.openxmlformats.org/officeDocument/2006/relationships/oleObject" Target="../embeddings/oleObject315.bin"/><Relationship Id="rId44" Type="http://schemas.openxmlformats.org/officeDocument/2006/relationships/oleObject" Target="../embeddings/oleObject327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309.bin"/><Relationship Id="rId27" Type="http://schemas.openxmlformats.org/officeDocument/2006/relationships/oleObject" Target="../embeddings/oleObject312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319.bin"/><Relationship Id="rId43" Type="http://schemas.openxmlformats.org/officeDocument/2006/relationships/oleObject" Target="../embeddings/oleObject3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330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33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34.bin"/><Relationship Id="rId4" Type="http://schemas.openxmlformats.org/officeDocument/2006/relationships/image" Target="../media/image4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5" Type="http://schemas.openxmlformats.org/officeDocument/2006/relationships/oleObject" Target="../embeddings/oleObject336.bin"/><Relationship Id="rId4" Type="http://schemas.openxmlformats.org/officeDocument/2006/relationships/image" Target="../media/image4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43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344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352.bin"/><Relationship Id="rId39" Type="http://schemas.openxmlformats.org/officeDocument/2006/relationships/oleObject" Target="../embeddings/oleObject363.bin"/><Relationship Id="rId3" Type="http://schemas.openxmlformats.org/officeDocument/2006/relationships/oleObject" Target="../embeddings/oleObject339.bin"/><Relationship Id="rId21" Type="http://schemas.openxmlformats.org/officeDocument/2006/relationships/oleObject" Target="../embeddings/oleObject349.bin"/><Relationship Id="rId34" Type="http://schemas.openxmlformats.org/officeDocument/2006/relationships/oleObject" Target="../embeddings/oleObject359.bin"/><Relationship Id="rId42" Type="http://schemas.openxmlformats.org/officeDocument/2006/relationships/oleObject" Target="../embeddings/oleObject366.bin"/><Relationship Id="rId7" Type="http://schemas.openxmlformats.org/officeDocument/2006/relationships/oleObject" Target="../embeddings/oleObject341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46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358.bin"/><Relationship Id="rId38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oleObject" Target="../embeddings/oleObject348.bin"/><Relationship Id="rId29" Type="http://schemas.openxmlformats.org/officeDocument/2006/relationships/oleObject" Target="../embeddings/oleObject355.bin"/><Relationship Id="rId41" Type="http://schemas.openxmlformats.org/officeDocument/2006/relationships/oleObject" Target="../embeddings/oleObject365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343.bin"/><Relationship Id="rId24" Type="http://schemas.openxmlformats.org/officeDocument/2006/relationships/oleObject" Target="../embeddings/oleObject351.bin"/><Relationship Id="rId32" Type="http://schemas.openxmlformats.org/officeDocument/2006/relationships/oleObject" Target="../embeddings/oleObject357.bin"/><Relationship Id="rId37" Type="http://schemas.openxmlformats.org/officeDocument/2006/relationships/oleObject" Target="../embeddings/oleObject362.bin"/><Relationship Id="rId40" Type="http://schemas.openxmlformats.org/officeDocument/2006/relationships/oleObject" Target="../embeddings/oleObject364.bin"/><Relationship Id="rId45" Type="http://schemas.openxmlformats.org/officeDocument/2006/relationships/image" Target="../media/image40.wmf"/><Relationship Id="rId5" Type="http://schemas.openxmlformats.org/officeDocument/2006/relationships/oleObject" Target="../embeddings/oleObject340.bin"/><Relationship Id="rId15" Type="http://schemas.openxmlformats.org/officeDocument/2006/relationships/oleObject" Target="../embeddings/oleObject345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354.bin"/><Relationship Id="rId36" Type="http://schemas.openxmlformats.org/officeDocument/2006/relationships/oleObject" Target="../embeddings/oleObject361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47.bin"/><Relationship Id="rId31" Type="http://schemas.openxmlformats.org/officeDocument/2006/relationships/oleObject" Target="../embeddings/oleObject356.bin"/><Relationship Id="rId44" Type="http://schemas.openxmlformats.org/officeDocument/2006/relationships/oleObject" Target="../embeddings/oleObject368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42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350.bin"/><Relationship Id="rId27" Type="http://schemas.openxmlformats.org/officeDocument/2006/relationships/oleObject" Target="../embeddings/oleObject353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360.bin"/><Relationship Id="rId43" Type="http://schemas.openxmlformats.org/officeDocument/2006/relationships/oleObject" Target="../embeddings/oleObject367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2.wmf"/><Relationship Id="rId3" Type="http://schemas.openxmlformats.org/officeDocument/2006/relationships/oleObject" Target="../embeddings/oleObject371.bin"/><Relationship Id="rId7" Type="http://schemas.openxmlformats.org/officeDocument/2006/relationships/oleObject" Target="../embeddings/oleObject373.bin"/><Relationship Id="rId12" Type="http://schemas.openxmlformats.org/officeDocument/2006/relationships/oleObject" Target="../embeddings/oleObject376.bin"/><Relationship Id="rId17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9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375.bin"/><Relationship Id="rId5" Type="http://schemas.openxmlformats.org/officeDocument/2006/relationships/oleObject" Target="../embeddings/oleObject372.bin"/><Relationship Id="rId15" Type="http://schemas.openxmlformats.org/officeDocument/2006/relationships/oleObject" Target="../embeddings/oleObject378.bin"/><Relationship Id="rId10" Type="http://schemas.openxmlformats.org/officeDocument/2006/relationships/image" Target="../media/image61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374.bin"/><Relationship Id="rId14" Type="http://schemas.openxmlformats.org/officeDocument/2006/relationships/oleObject" Target="../embeddings/oleObject37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80.bin"/><Relationship Id="rId7" Type="http://schemas.openxmlformats.org/officeDocument/2006/relationships/oleObject" Target="../embeddings/oleObject3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81.bin"/><Relationship Id="rId4" Type="http://schemas.openxmlformats.org/officeDocument/2006/relationships/image" Target="../media/image3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3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389.bin"/><Relationship Id="rId3" Type="http://schemas.openxmlformats.org/officeDocument/2006/relationships/oleObject" Target="../embeddings/oleObject384.bin"/><Relationship Id="rId7" Type="http://schemas.openxmlformats.org/officeDocument/2006/relationships/oleObject" Target="../embeddings/oleObject386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388.bin"/><Relationship Id="rId5" Type="http://schemas.openxmlformats.org/officeDocument/2006/relationships/oleObject" Target="../embeddings/oleObject385.bin"/><Relationship Id="rId15" Type="http://schemas.openxmlformats.org/officeDocument/2006/relationships/oleObject" Target="../embeddings/oleObject390.bin"/><Relationship Id="rId10" Type="http://schemas.openxmlformats.org/officeDocument/2006/relationships/image" Target="../media/image66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387.bin"/><Relationship Id="rId14" Type="http://schemas.openxmlformats.org/officeDocument/2006/relationships/image" Target="../media/image68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5" Type="http://schemas.openxmlformats.org/officeDocument/2006/relationships/oleObject" Target="../embeddings/oleObject392.bin"/><Relationship Id="rId4" Type="http://schemas.openxmlformats.org/officeDocument/2006/relationships/image" Target="../media/image70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95.bin"/><Relationship Id="rId4" Type="http://schemas.openxmlformats.org/officeDocument/2006/relationships/image" Target="../media/image6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7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oleObject" Target="../embeddings/oleObject397.bin"/><Relationship Id="rId7" Type="http://schemas.openxmlformats.org/officeDocument/2006/relationships/oleObject" Target="../embeddings/oleObject3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398.bin"/><Relationship Id="rId4" Type="http://schemas.openxmlformats.org/officeDocument/2006/relationships/image" Target="../media/image2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405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400.bin"/><Relationship Id="rId21" Type="http://schemas.openxmlformats.org/officeDocument/2006/relationships/oleObject" Target="../embeddings/oleObject409.bin"/><Relationship Id="rId7" Type="http://schemas.openxmlformats.org/officeDocument/2006/relationships/oleObject" Target="../embeddings/oleObject402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404.bin"/><Relationship Id="rId24" Type="http://schemas.openxmlformats.org/officeDocument/2006/relationships/image" Target="../media/image83.wmf"/><Relationship Id="rId5" Type="http://schemas.openxmlformats.org/officeDocument/2006/relationships/oleObject" Target="../embeddings/oleObject401.bin"/><Relationship Id="rId15" Type="http://schemas.openxmlformats.org/officeDocument/2006/relationships/oleObject" Target="../embeddings/oleObject406.bin"/><Relationship Id="rId23" Type="http://schemas.openxmlformats.org/officeDocument/2006/relationships/oleObject" Target="../embeddings/oleObject410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408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403.bin"/><Relationship Id="rId14" Type="http://schemas.openxmlformats.org/officeDocument/2006/relationships/image" Target="../media/image78.wmf"/><Relationship Id="rId22" Type="http://schemas.openxmlformats.org/officeDocument/2006/relationships/image" Target="../media/image82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9.wmf"/><Relationship Id="rId3" Type="http://schemas.openxmlformats.org/officeDocument/2006/relationships/oleObject" Target="../embeddings/oleObject411.bin"/><Relationship Id="rId7" Type="http://schemas.openxmlformats.org/officeDocument/2006/relationships/oleObject" Target="../embeddings/oleObject413.bin"/><Relationship Id="rId12" Type="http://schemas.openxmlformats.org/officeDocument/2006/relationships/oleObject" Target="../embeddings/oleObject4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415.bin"/><Relationship Id="rId5" Type="http://schemas.openxmlformats.org/officeDocument/2006/relationships/oleObject" Target="../embeddings/oleObject412.bin"/><Relationship Id="rId10" Type="http://schemas.openxmlformats.org/officeDocument/2006/relationships/image" Target="../media/image3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414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422.bin"/><Relationship Id="rId18" Type="http://schemas.openxmlformats.org/officeDocument/2006/relationships/image" Target="../media/image81.wmf"/><Relationship Id="rId26" Type="http://schemas.openxmlformats.org/officeDocument/2006/relationships/oleObject" Target="../embeddings/oleObject429.bin"/><Relationship Id="rId3" Type="http://schemas.openxmlformats.org/officeDocument/2006/relationships/oleObject" Target="../embeddings/oleObject417.bin"/><Relationship Id="rId21" Type="http://schemas.openxmlformats.org/officeDocument/2006/relationships/oleObject" Target="../embeddings/oleObject426.bin"/><Relationship Id="rId34" Type="http://schemas.openxmlformats.org/officeDocument/2006/relationships/oleObject" Target="../embeddings/oleObject436.bin"/><Relationship Id="rId7" Type="http://schemas.openxmlformats.org/officeDocument/2006/relationships/oleObject" Target="../embeddings/oleObject419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424.bin"/><Relationship Id="rId25" Type="http://schemas.openxmlformats.org/officeDocument/2006/relationships/oleObject" Target="../embeddings/oleObject428.bin"/><Relationship Id="rId33" Type="http://schemas.openxmlformats.org/officeDocument/2006/relationships/oleObject" Target="../embeddings/oleObject4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29" Type="http://schemas.openxmlformats.org/officeDocument/2006/relationships/oleObject" Target="../embeddings/oleObject432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421.bin"/><Relationship Id="rId24" Type="http://schemas.openxmlformats.org/officeDocument/2006/relationships/image" Target="../media/image84.wmf"/><Relationship Id="rId32" Type="http://schemas.openxmlformats.org/officeDocument/2006/relationships/oleObject" Target="../embeddings/oleObject434.bin"/><Relationship Id="rId5" Type="http://schemas.openxmlformats.org/officeDocument/2006/relationships/oleObject" Target="../embeddings/oleObject418.bin"/><Relationship Id="rId15" Type="http://schemas.openxmlformats.org/officeDocument/2006/relationships/oleObject" Target="../embeddings/oleObject423.bin"/><Relationship Id="rId23" Type="http://schemas.openxmlformats.org/officeDocument/2006/relationships/oleObject" Target="../embeddings/oleObject427.bin"/><Relationship Id="rId28" Type="http://schemas.openxmlformats.org/officeDocument/2006/relationships/oleObject" Target="../embeddings/oleObject431.bin"/><Relationship Id="rId36" Type="http://schemas.openxmlformats.org/officeDocument/2006/relationships/oleObject" Target="../embeddings/oleObject438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425.bin"/><Relationship Id="rId31" Type="http://schemas.openxmlformats.org/officeDocument/2006/relationships/image" Target="../media/image85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420.bin"/><Relationship Id="rId14" Type="http://schemas.openxmlformats.org/officeDocument/2006/relationships/image" Target="../media/image79.wmf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430.bin"/><Relationship Id="rId30" Type="http://schemas.openxmlformats.org/officeDocument/2006/relationships/oleObject" Target="../embeddings/oleObject433.bin"/><Relationship Id="rId35" Type="http://schemas.openxmlformats.org/officeDocument/2006/relationships/oleObject" Target="../embeddings/oleObject437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1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440.bin"/><Relationship Id="rId7" Type="http://schemas.openxmlformats.org/officeDocument/2006/relationships/oleObject" Target="../embeddings/oleObject4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441.bin"/><Relationship Id="rId4" Type="http://schemas.openxmlformats.org/officeDocument/2006/relationships/image" Target="../media/image86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448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443.bin"/><Relationship Id="rId21" Type="http://schemas.openxmlformats.org/officeDocument/2006/relationships/oleObject" Target="../embeddings/oleObject452.bin"/><Relationship Id="rId7" Type="http://schemas.openxmlformats.org/officeDocument/2006/relationships/oleObject" Target="../embeddings/oleObject445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4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447.bin"/><Relationship Id="rId5" Type="http://schemas.openxmlformats.org/officeDocument/2006/relationships/oleObject" Target="../embeddings/oleObject444.bin"/><Relationship Id="rId15" Type="http://schemas.openxmlformats.org/officeDocument/2006/relationships/oleObject" Target="../embeddings/oleObject449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451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446.bin"/><Relationship Id="rId14" Type="http://schemas.openxmlformats.org/officeDocument/2006/relationships/image" Target="../media/image78.wmf"/><Relationship Id="rId22" Type="http://schemas.openxmlformats.org/officeDocument/2006/relationships/image" Target="../media/image82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459.bin"/><Relationship Id="rId3" Type="http://schemas.openxmlformats.org/officeDocument/2006/relationships/oleObject" Target="../embeddings/oleObject453.bin"/><Relationship Id="rId7" Type="http://schemas.openxmlformats.org/officeDocument/2006/relationships/oleObject" Target="../embeddings/oleObject455.bin"/><Relationship Id="rId12" Type="http://schemas.openxmlformats.org/officeDocument/2006/relationships/oleObject" Target="../embeddings/oleObject4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457.bin"/><Relationship Id="rId5" Type="http://schemas.openxmlformats.org/officeDocument/2006/relationships/oleObject" Target="../embeddings/oleObject454.bin"/><Relationship Id="rId15" Type="http://schemas.openxmlformats.org/officeDocument/2006/relationships/oleObject" Target="../embeddings/oleObject460.bin"/><Relationship Id="rId10" Type="http://schemas.openxmlformats.org/officeDocument/2006/relationships/image" Target="../media/image3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456.bin"/><Relationship Id="rId14" Type="http://schemas.openxmlformats.org/officeDocument/2006/relationships/image" Target="../media/image5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467.bin"/><Relationship Id="rId3" Type="http://schemas.openxmlformats.org/officeDocument/2006/relationships/oleObject" Target="../embeddings/oleObject461.bin"/><Relationship Id="rId7" Type="http://schemas.openxmlformats.org/officeDocument/2006/relationships/oleObject" Target="../embeddings/oleObject463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466.bin"/><Relationship Id="rId5" Type="http://schemas.openxmlformats.org/officeDocument/2006/relationships/oleObject" Target="../embeddings/oleObject462.bin"/><Relationship Id="rId15" Type="http://schemas.openxmlformats.org/officeDocument/2006/relationships/oleObject" Target="../embeddings/oleObject469.bin"/><Relationship Id="rId10" Type="http://schemas.openxmlformats.org/officeDocument/2006/relationships/oleObject" Target="../embeddings/oleObject465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464.bin"/><Relationship Id="rId14" Type="http://schemas.openxmlformats.org/officeDocument/2006/relationships/oleObject" Target="../embeddings/oleObject468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image" Target="../media/image87.wmf"/><Relationship Id="rId3" Type="http://schemas.openxmlformats.org/officeDocument/2006/relationships/oleObject" Target="../embeddings/oleObject470.bin"/><Relationship Id="rId7" Type="http://schemas.openxmlformats.org/officeDocument/2006/relationships/oleObject" Target="../embeddings/oleObject472.bin"/><Relationship Id="rId12" Type="http://schemas.openxmlformats.org/officeDocument/2006/relationships/oleObject" Target="../embeddings/oleObject4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89.wmf"/><Relationship Id="rId11" Type="http://schemas.openxmlformats.org/officeDocument/2006/relationships/image" Target="../media/image88.wmf"/><Relationship Id="rId5" Type="http://schemas.openxmlformats.org/officeDocument/2006/relationships/oleObject" Target="../embeddings/oleObject471.bin"/><Relationship Id="rId10" Type="http://schemas.openxmlformats.org/officeDocument/2006/relationships/oleObject" Target="../embeddings/oleObject474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473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481.bin"/><Relationship Id="rId3" Type="http://schemas.openxmlformats.org/officeDocument/2006/relationships/oleObject" Target="../embeddings/oleObject476.bin"/><Relationship Id="rId7" Type="http://schemas.openxmlformats.org/officeDocument/2006/relationships/oleObject" Target="../embeddings/oleObject478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480.bin"/><Relationship Id="rId5" Type="http://schemas.openxmlformats.org/officeDocument/2006/relationships/oleObject" Target="../embeddings/oleObject477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479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2.bin"/><Relationship Id="rId7" Type="http://schemas.openxmlformats.org/officeDocument/2006/relationships/oleObject" Target="../embeddings/oleObject4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483.bin"/><Relationship Id="rId4" Type="http://schemas.openxmlformats.org/officeDocument/2006/relationships/image" Target="../media/image2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5" Type="http://schemas.openxmlformats.org/officeDocument/2006/relationships/oleObject" Target="../embeddings/oleObject486.bin"/><Relationship Id="rId4" Type="http://schemas.openxmlformats.org/officeDocument/2006/relationships/image" Target="../media/image1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488.bin"/><Relationship Id="rId4" Type="http://schemas.openxmlformats.org/officeDocument/2006/relationships/image" Target="../media/image4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490.bin"/><Relationship Id="rId7" Type="http://schemas.openxmlformats.org/officeDocument/2006/relationships/oleObject" Target="../embeddings/oleObject4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91.bin"/><Relationship Id="rId10" Type="http://schemas.openxmlformats.org/officeDocument/2006/relationships/image" Target="../media/image9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493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Recursively Enumerable </a:t>
            </a:r>
            <a:br>
              <a:rPr lang="en-US" sz="4400"/>
            </a:br>
            <a:r>
              <a:rPr lang="en-US" sz="4400"/>
              <a:t>and </a:t>
            </a:r>
            <a:br>
              <a:rPr lang="en-US" sz="4400"/>
            </a:br>
            <a:r>
              <a:rPr lang="en-US" sz="4400"/>
              <a:t>Recursive Languages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51705-F716-4838-85E5-E30D5A81C1CA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52322" name="Text Box 2"/>
          <p:cNvSpPr txBox="1">
            <a:spLocks noChangeArrowheads="1"/>
          </p:cNvSpPr>
          <p:nvPr/>
        </p:nvSpPr>
        <p:spPr bwMode="auto">
          <a:xfrm>
            <a:off x="441325" y="330200"/>
            <a:ext cx="22034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Definition:</a:t>
            </a:r>
          </a:p>
        </p:txBody>
      </p:sp>
      <p:sp>
        <p:nvSpPr>
          <p:cNvPr id="952323" name="Text Box 3"/>
          <p:cNvSpPr txBox="1">
            <a:spLocks noChangeArrowheads="1"/>
          </p:cNvSpPr>
          <p:nvPr/>
        </p:nvSpPr>
        <p:spPr bwMode="auto">
          <a:xfrm>
            <a:off x="1066800" y="1066800"/>
            <a:ext cx="72485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language is </a:t>
            </a:r>
            <a:r>
              <a:rPr lang="en-US" b="1">
                <a:solidFill>
                  <a:srgbClr val="FF0000"/>
                </a:solidFill>
              </a:rPr>
              <a:t>recursively enumerable</a:t>
            </a:r>
          </a:p>
          <a:p>
            <a:r>
              <a:rPr lang="en-US"/>
              <a:t>if some Turing machine accepts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274C7-F48E-4D66-B632-79BA6F69F86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53346" name="Text Box 2"/>
          <p:cNvSpPr txBox="1">
            <a:spLocks noChangeArrowheads="1"/>
          </p:cNvSpPr>
          <p:nvPr/>
        </p:nvSpPr>
        <p:spPr bwMode="auto">
          <a:xfrm>
            <a:off x="0" y="2743200"/>
            <a:ext cx="2946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For string      :</a:t>
            </a:r>
          </a:p>
        </p:txBody>
      </p:sp>
      <p:sp>
        <p:nvSpPr>
          <p:cNvPr id="953347" name="Text Box 3"/>
          <p:cNvSpPr txBox="1">
            <a:spLocks noChangeArrowheads="1"/>
          </p:cNvSpPr>
          <p:nvPr/>
        </p:nvSpPr>
        <p:spPr bwMode="auto">
          <a:xfrm>
            <a:off x="0" y="381000"/>
            <a:ext cx="8694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be a </a:t>
            </a:r>
            <a:r>
              <a:rPr lang="en-US">
                <a:solidFill>
                  <a:srgbClr val="FF0000"/>
                </a:solidFill>
              </a:rPr>
              <a:t>recursively enumerable language</a:t>
            </a:r>
          </a:p>
        </p:txBody>
      </p:sp>
      <p:graphicFrame>
        <p:nvGraphicFramePr>
          <p:cNvPr id="1039360" name="Object 2048"/>
          <p:cNvGraphicFramePr>
            <a:graphicFrameLocks noChangeAspect="1"/>
          </p:cNvGraphicFramePr>
          <p:nvPr/>
        </p:nvGraphicFramePr>
        <p:xfrm>
          <a:off x="993775" y="4191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74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191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49" name="Text Box 5"/>
          <p:cNvSpPr txBox="1">
            <a:spLocks noChangeArrowheads="1"/>
          </p:cNvSpPr>
          <p:nvPr/>
        </p:nvSpPr>
        <p:spPr bwMode="auto">
          <a:xfrm>
            <a:off x="0" y="1295400"/>
            <a:ext cx="8335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and       the Turing Machine that accepts it</a:t>
            </a:r>
          </a:p>
        </p:txBody>
      </p:sp>
      <p:graphicFrame>
        <p:nvGraphicFramePr>
          <p:cNvPr id="1039361" name="Object 2049"/>
          <p:cNvGraphicFramePr>
            <a:graphicFrameLocks noChangeAspect="1"/>
          </p:cNvGraphicFramePr>
          <p:nvPr/>
        </p:nvGraphicFramePr>
        <p:xfrm>
          <a:off x="885825" y="1333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75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1333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2" name="Object 2050"/>
          <p:cNvGraphicFramePr>
            <a:graphicFrameLocks noChangeAspect="1"/>
          </p:cNvGraphicFramePr>
          <p:nvPr/>
        </p:nvGraphicFramePr>
        <p:xfrm>
          <a:off x="819150" y="3721100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76" name="Equation" r:id="rId7" imgW="1155600" imgH="406080" progId="Equation.3">
                  <p:embed/>
                </p:oleObj>
              </mc:Choice>
              <mc:Fallback>
                <p:oleObj name="Equation" r:id="rId7" imgW="1155600" imgH="406080" progId="Equation.3">
                  <p:embed/>
                  <p:pic>
                    <p:nvPicPr>
                      <p:cNvPr id="0" name="Picture 2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3721100"/>
                        <a:ext cx="1155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3" name="Object 2051"/>
          <p:cNvGraphicFramePr>
            <a:graphicFrameLocks noChangeAspect="1"/>
          </p:cNvGraphicFramePr>
          <p:nvPr/>
        </p:nvGraphicFramePr>
        <p:xfrm>
          <a:off x="2266950" y="28829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77" name="Equation" r:id="rId9" imgW="368280" imgH="304560" progId="Equation.3">
                  <p:embed/>
                </p:oleObj>
              </mc:Choice>
              <mc:Fallback>
                <p:oleObj name="Equation" r:id="rId9" imgW="368280" imgH="304560" progId="Equation.3">
                  <p:embed/>
                  <p:pic>
                    <p:nvPicPr>
                      <p:cNvPr id="0" name="Picture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28829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4" name="Text Box 10"/>
          <p:cNvSpPr txBox="1">
            <a:spLocks noChangeArrowheads="1"/>
          </p:cNvSpPr>
          <p:nvPr/>
        </p:nvSpPr>
        <p:spPr bwMode="auto">
          <a:xfrm>
            <a:off x="114300" y="36576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953355" name="Text Box 11"/>
          <p:cNvSpPr txBox="1">
            <a:spLocks noChangeArrowheads="1"/>
          </p:cNvSpPr>
          <p:nvPr/>
        </p:nvSpPr>
        <p:spPr bwMode="auto">
          <a:xfrm>
            <a:off x="2400300" y="3657600"/>
            <a:ext cx="5980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       halts in a final state </a:t>
            </a:r>
          </a:p>
        </p:txBody>
      </p:sp>
      <p:graphicFrame>
        <p:nvGraphicFramePr>
          <p:cNvPr id="1039364" name="Object 2052"/>
          <p:cNvGraphicFramePr>
            <a:graphicFrameLocks noChangeAspect="1"/>
          </p:cNvGraphicFramePr>
          <p:nvPr/>
        </p:nvGraphicFramePr>
        <p:xfrm>
          <a:off x="3619500" y="3733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78" name="Equation" r:id="rId11" imgW="545760" imgH="393480" progId="Equation.3">
                  <p:embed/>
                </p:oleObj>
              </mc:Choice>
              <mc:Fallback>
                <p:oleObj name="Equation" r:id="rId11" imgW="545760" imgH="393480" progId="Equation.3">
                  <p:embed/>
                  <p:pic>
                    <p:nvPicPr>
                      <p:cNvPr id="0" name="Picture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3733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5" name="Object 2053"/>
          <p:cNvGraphicFramePr>
            <a:graphicFrameLocks noChangeAspect="1"/>
          </p:cNvGraphicFramePr>
          <p:nvPr/>
        </p:nvGraphicFramePr>
        <p:xfrm>
          <a:off x="895350" y="4999038"/>
          <a:ext cx="11557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79" name="Equation" r:id="rId12" imgW="1155600" imgH="444240" progId="Equation.3">
                  <p:embed/>
                </p:oleObj>
              </mc:Choice>
              <mc:Fallback>
                <p:oleObj name="Equation" r:id="rId12" imgW="1155600" imgH="444240" progId="Equation.3">
                  <p:embed/>
                  <p:pic>
                    <p:nvPicPr>
                      <p:cNvPr id="0" name="Picture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4999038"/>
                        <a:ext cx="115570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8" name="Text Box 14"/>
          <p:cNvSpPr txBox="1">
            <a:spLocks noChangeArrowheads="1"/>
          </p:cNvSpPr>
          <p:nvPr/>
        </p:nvSpPr>
        <p:spPr bwMode="auto">
          <a:xfrm>
            <a:off x="190500" y="49530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953359" name="Text Box 15"/>
          <p:cNvSpPr txBox="1">
            <a:spLocks noChangeArrowheads="1"/>
          </p:cNvSpPr>
          <p:nvPr/>
        </p:nvSpPr>
        <p:spPr bwMode="auto">
          <a:xfrm>
            <a:off x="2476500" y="4953000"/>
            <a:ext cx="6667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       </a:t>
            </a:r>
            <a:r>
              <a:rPr lang="en-US">
                <a:solidFill>
                  <a:srgbClr val="FF0000"/>
                </a:solidFill>
              </a:rPr>
              <a:t>halts in a non-final state</a:t>
            </a:r>
          </a:p>
        </p:txBody>
      </p:sp>
      <p:graphicFrame>
        <p:nvGraphicFramePr>
          <p:cNvPr id="1039366" name="Object 2054"/>
          <p:cNvGraphicFramePr>
            <a:graphicFrameLocks noChangeAspect="1"/>
          </p:cNvGraphicFramePr>
          <p:nvPr/>
        </p:nvGraphicFramePr>
        <p:xfrm>
          <a:off x="3695700" y="50292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80" name="Equation" r:id="rId14" imgW="545760" imgH="393480" progId="Equation.3">
                  <p:embed/>
                </p:oleObj>
              </mc:Choice>
              <mc:Fallback>
                <p:oleObj name="Equation" r:id="rId14" imgW="545760" imgH="393480" progId="Equation.3">
                  <p:embed/>
                  <p:pic>
                    <p:nvPicPr>
                      <p:cNvPr id="0" name="Picture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50292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61" name="Text Box 17"/>
          <p:cNvSpPr txBox="1">
            <a:spLocks noChangeArrowheads="1"/>
          </p:cNvSpPr>
          <p:nvPr/>
        </p:nvSpPr>
        <p:spPr bwMode="auto">
          <a:xfrm>
            <a:off x="4365625" y="5740400"/>
            <a:ext cx="3248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or loops forever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F8E93-5CDC-42D1-9CD1-BC8FC57F30DE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54370" name="Text Box 2"/>
          <p:cNvSpPr txBox="1">
            <a:spLocks noChangeArrowheads="1"/>
          </p:cNvSpPr>
          <p:nvPr/>
        </p:nvSpPr>
        <p:spPr bwMode="auto">
          <a:xfrm>
            <a:off x="441325" y="330200"/>
            <a:ext cx="22034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Definition:</a:t>
            </a:r>
          </a:p>
        </p:txBody>
      </p:sp>
      <p:sp>
        <p:nvSpPr>
          <p:cNvPr id="954371" name="Text Box 3"/>
          <p:cNvSpPr txBox="1">
            <a:spLocks noChangeArrowheads="1"/>
          </p:cNvSpPr>
          <p:nvPr/>
        </p:nvSpPr>
        <p:spPr bwMode="auto">
          <a:xfrm>
            <a:off x="1066800" y="990600"/>
            <a:ext cx="65738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language is </a:t>
            </a:r>
            <a:r>
              <a:rPr lang="en-US" b="1">
                <a:solidFill>
                  <a:srgbClr val="FF0000"/>
                </a:solidFill>
              </a:rPr>
              <a:t>recursive</a:t>
            </a:r>
          </a:p>
          <a:p>
            <a:r>
              <a:rPr lang="en-US"/>
              <a:t>if some Turing machine accepts it</a:t>
            </a:r>
          </a:p>
          <a:p>
            <a:r>
              <a:rPr lang="en-US"/>
              <a:t>and halts on any input string</a:t>
            </a:r>
          </a:p>
        </p:txBody>
      </p:sp>
      <p:sp>
        <p:nvSpPr>
          <p:cNvPr id="954372" name="Text Box 4"/>
          <p:cNvSpPr txBox="1">
            <a:spLocks noChangeArrowheads="1"/>
          </p:cNvSpPr>
          <p:nvPr/>
        </p:nvSpPr>
        <p:spPr bwMode="auto">
          <a:xfrm>
            <a:off x="457200" y="3810000"/>
            <a:ext cx="7620000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9900"/>
                </a:solidFill>
              </a:rPr>
              <a:t>In other words:</a:t>
            </a:r>
          </a:p>
          <a:p>
            <a:r>
              <a:rPr lang="en-US" dirty="0"/>
              <a:t>     A language is recursive if there is</a:t>
            </a:r>
          </a:p>
          <a:p>
            <a:r>
              <a:rPr lang="en-US" dirty="0"/>
              <a:t>      a </a:t>
            </a:r>
            <a:r>
              <a:rPr lang="en-US" dirty="0">
                <a:solidFill>
                  <a:srgbClr val="FF0000"/>
                </a:solidFill>
              </a:rPr>
              <a:t>membership algorithm</a:t>
            </a:r>
            <a:r>
              <a:rPr lang="en-US" dirty="0"/>
              <a:t> for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6A9B-0735-488E-BA61-DF4B3D162A6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55394" name="Text Box 2"/>
          <p:cNvSpPr txBox="1">
            <a:spLocks noChangeArrowheads="1"/>
          </p:cNvSpPr>
          <p:nvPr/>
        </p:nvSpPr>
        <p:spPr bwMode="auto">
          <a:xfrm>
            <a:off x="0" y="2743200"/>
            <a:ext cx="2946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For string      :</a:t>
            </a:r>
          </a:p>
        </p:txBody>
      </p:sp>
      <p:sp>
        <p:nvSpPr>
          <p:cNvPr id="955395" name="Text Box 3"/>
          <p:cNvSpPr txBox="1">
            <a:spLocks noChangeArrowheads="1"/>
          </p:cNvSpPr>
          <p:nvPr/>
        </p:nvSpPr>
        <p:spPr bwMode="auto">
          <a:xfrm>
            <a:off x="0" y="381000"/>
            <a:ext cx="6088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Let       be a </a:t>
            </a:r>
            <a:r>
              <a:rPr lang="en-US" dirty="0">
                <a:solidFill>
                  <a:srgbClr val="FF0000"/>
                </a:solidFill>
              </a:rPr>
              <a:t>recursive language</a:t>
            </a:r>
          </a:p>
        </p:txBody>
      </p:sp>
      <p:graphicFrame>
        <p:nvGraphicFramePr>
          <p:cNvPr id="1040384" name="Object 1024"/>
          <p:cNvGraphicFramePr>
            <a:graphicFrameLocks noChangeAspect="1"/>
          </p:cNvGraphicFramePr>
          <p:nvPr/>
        </p:nvGraphicFramePr>
        <p:xfrm>
          <a:off x="993775" y="4191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398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191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397" name="Text Box 5"/>
          <p:cNvSpPr txBox="1">
            <a:spLocks noChangeArrowheads="1"/>
          </p:cNvSpPr>
          <p:nvPr/>
        </p:nvSpPr>
        <p:spPr bwMode="auto">
          <a:xfrm>
            <a:off x="0" y="1295400"/>
            <a:ext cx="8335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and       the Turing Machine that accepts it</a:t>
            </a:r>
          </a:p>
        </p:txBody>
      </p:sp>
      <p:graphicFrame>
        <p:nvGraphicFramePr>
          <p:cNvPr id="1040385" name="Object 1025"/>
          <p:cNvGraphicFramePr>
            <a:graphicFrameLocks noChangeAspect="1"/>
          </p:cNvGraphicFramePr>
          <p:nvPr/>
        </p:nvGraphicFramePr>
        <p:xfrm>
          <a:off x="885825" y="1333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399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1333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386" name="Object 1026"/>
          <p:cNvGraphicFramePr>
            <a:graphicFrameLocks noChangeAspect="1"/>
          </p:cNvGraphicFramePr>
          <p:nvPr/>
        </p:nvGraphicFramePr>
        <p:xfrm>
          <a:off x="704850" y="3949700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0" name="Equation" r:id="rId7" imgW="1155600" imgH="406080" progId="Equation.3">
                  <p:embed/>
                </p:oleObj>
              </mc:Choice>
              <mc:Fallback>
                <p:oleObj name="Equation" r:id="rId7" imgW="1155600" imgH="40608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3949700"/>
                        <a:ext cx="1155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387" name="Object 1027"/>
          <p:cNvGraphicFramePr>
            <a:graphicFrameLocks noChangeAspect="1"/>
          </p:cNvGraphicFramePr>
          <p:nvPr/>
        </p:nvGraphicFramePr>
        <p:xfrm>
          <a:off x="2266950" y="28829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1" name="Equation" r:id="rId9" imgW="368280" imgH="304560" progId="Equation.3">
                  <p:embed/>
                </p:oleObj>
              </mc:Choice>
              <mc:Fallback>
                <p:oleObj name="Equation" r:id="rId9" imgW="368280" imgH="30456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28829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01" name="Text Box 9"/>
          <p:cNvSpPr txBox="1">
            <a:spLocks noChangeArrowheads="1"/>
          </p:cNvSpPr>
          <p:nvPr/>
        </p:nvSpPr>
        <p:spPr bwMode="auto">
          <a:xfrm>
            <a:off x="0" y="38862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955402" name="Text Box 10"/>
          <p:cNvSpPr txBox="1">
            <a:spLocks noChangeArrowheads="1"/>
          </p:cNvSpPr>
          <p:nvPr/>
        </p:nvSpPr>
        <p:spPr bwMode="auto">
          <a:xfrm>
            <a:off x="2286000" y="3886200"/>
            <a:ext cx="5980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       halts in a final state </a:t>
            </a:r>
          </a:p>
        </p:txBody>
      </p:sp>
      <p:graphicFrame>
        <p:nvGraphicFramePr>
          <p:cNvPr id="1040388" name="Object 1028"/>
          <p:cNvGraphicFramePr>
            <a:graphicFrameLocks noChangeAspect="1"/>
          </p:cNvGraphicFramePr>
          <p:nvPr/>
        </p:nvGraphicFramePr>
        <p:xfrm>
          <a:off x="3495675" y="4000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2" name="Equation" r:id="rId11" imgW="545760" imgH="393480" progId="Equation.3">
                  <p:embed/>
                </p:oleObj>
              </mc:Choice>
              <mc:Fallback>
                <p:oleObj name="Equation" r:id="rId11" imgW="545760" imgH="39348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4000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389" name="Object 1029"/>
          <p:cNvGraphicFramePr>
            <a:graphicFrameLocks noChangeAspect="1"/>
          </p:cNvGraphicFramePr>
          <p:nvPr/>
        </p:nvGraphicFramePr>
        <p:xfrm>
          <a:off x="781050" y="5227638"/>
          <a:ext cx="11557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3" name="Equation" r:id="rId12" imgW="1155600" imgH="444240" progId="Equation.3">
                  <p:embed/>
                </p:oleObj>
              </mc:Choice>
              <mc:Fallback>
                <p:oleObj name="Equation" r:id="rId12" imgW="1155600" imgH="44424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5227638"/>
                        <a:ext cx="115570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05" name="Text Box 13"/>
          <p:cNvSpPr txBox="1">
            <a:spLocks noChangeArrowheads="1"/>
          </p:cNvSpPr>
          <p:nvPr/>
        </p:nvSpPr>
        <p:spPr bwMode="auto">
          <a:xfrm>
            <a:off x="76200" y="51816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955406" name="Text Box 14"/>
          <p:cNvSpPr txBox="1">
            <a:spLocks noChangeArrowheads="1"/>
          </p:cNvSpPr>
          <p:nvPr/>
        </p:nvSpPr>
        <p:spPr bwMode="auto">
          <a:xfrm>
            <a:off x="2362200" y="5181600"/>
            <a:ext cx="6667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       </a:t>
            </a:r>
            <a:r>
              <a:rPr lang="en-US">
                <a:solidFill>
                  <a:srgbClr val="FF0000"/>
                </a:solidFill>
              </a:rPr>
              <a:t>halts in a non-final state</a:t>
            </a:r>
          </a:p>
        </p:txBody>
      </p:sp>
      <p:graphicFrame>
        <p:nvGraphicFramePr>
          <p:cNvPr id="1040390" name="Object 1030"/>
          <p:cNvGraphicFramePr>
            <a:graphicFrameLocks noChangeAspect="1"/>
          </p:cNvGraphicFramePr>
          <p:nvPr/>
        </p:nvGraphicFramePr>
        <p:xfrm>
          <a:off x="3571875" y="52959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4" name="Equation" r:id="rId14" imgW="545760" imgH="393480" progId="Equation.3">
                  <p:embed/>
                </p:oleObj>
              </mc:Choice>
              <mc:Fallback>
                <p:oleObj name="Equation" r:id="rId14" imgW="545760" imgH="393480" progId="Equation.3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52959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42BA-3058-4265-94A0-5BF3D8A04CD1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56418" name="Text Box 2"/>
          <p:cNvSpPr txBox="1">
            <a:spLocks noChangeArrowheads="1"/>
          </p:cNvSpPr>
          <p:nvPr/>
        </p:nvSpPr>
        <p:spPr bwMode="auto">
          <a:xfrm>
            <a:off x="288925" y="330200"/>
            <a:ext cx="2857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will prove:</a:t>
            </a:r>
          </a:p>
        </p:txBody>
      </p:sp>
      <p:sp>
        <p:nvSpPr>
          <p:cNvPr id="956419" name="Text Box 3"/>
          <p:cNvSpPr txBox="1">
            <a:spLocks noChangeArrowheads="1"/>
          </p:cNvSpPr>
          <p:nvPr/>
        </p:nvSpPr>
        <p:spPr bwMode="auto">
          <a:xfrm>
            <a:off x="914400" y="1219200"/>
            <a:ext cx="8111516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514350" indent="-514350">
              <a:buAutoNum type="arabicPeriod"/>
            </a:pPr>
            <a:r>
              <a:rPr lang="en-US" dirty="0"/>
              <a:t>There are some languages that are not</a:t>
            </a:r>
          </a:p>
          <a:p>
            <a:pPr marL="514350" indent="-514350"/>
            <a:r>
              <a:rPr lang="en-US" dirty="0"/>
              <a:t>    recursively enumerable</a:t>
            </a:r>
          </a:p>
          <a:p>
            <a:r>
              <a:rPr lang="en-US" dirty="0"/>
              <a:t>    (not accepted by any Turing Machine)</a:t>
            </a:r>
          </a:p>
        </p:txBody>
      </p:sp>
      <p:sp>
        <p:nvSpPr>
          <p:cNvPr id="956420" name="Text Box 4"/>
          <p:cNvSpPr txBox="1">
            <a:spLocks noChangeArrowheads="1"/>
          </p:cNvSpPr>
          <p:nvPr/>
        </p:nvSpPr>
        <p:spPr bwMode="auto">
          <a:xfrm>
            <a:off x="914400" y="4114800"/>
            <a:ext cx="6808274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</a:t>
            </a:r>
            <a:r>
              <a:rPr lang="en-US" dirty="0"/>
              <a:t> There are some languages </a:t>
            </a:r>
          </a:p>
          <a:p>
            <a:r>
              <a:rPr lang="en-US" dirty="0"/>
              <a:t>    that are recursively enumerable</a:t>
            </a:r>
          </a:p>
          <a:p>
            <a:r>
              <a:rPr lang="en-US" dirty="0"/>
              <a:t>    but not recursive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07C27-6159-4CB6-B352-FD792528F06F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57442" name="Oval 2"/>
          <p:cNvSpPr>
            <a:spLocks noChangeArrowheads="1"/>
          </p:cNvSpPr>
          <p:nvPr/>
        </p:nvSpPr>
        <p:spPr bwMode="auto">
          <a:xfrm>
            <a:off x="838200" y="1447800"/>
            <a:ext cx="7543800" cy="480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57443" name="Oval 3"/>
          <p:cNvSpPr>
            <a:spLocks noChangeArrowheads="1"/>
          </p:cNvSpPr>
          <p:nvPr/>
        </p:nvSpPr>
        <p:spPr bwMode="auto">
          <a:xfrm>
            <a:off x="2362200" y="3124200"/>
            <a:ext cx="4419600" cy="2514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57444" name="Text Box 4"/>
          <p:cNvSpPr txBox="1">
            <a:spLocks noChangeArrowheads="1"/>
          </p:cNvSpPr>
          <p:nvPr/>
        </p:nvSpPr>
        <p:spPr bwMode="auto">
          <a:xfrm>
            <a:off x="3657600" y="4038600"/>
            <a:ext cx="2011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</a:t>
            </a:r>
          </a:p>
        </p:txBody>
      </p:sp>
      <p:sp>
        <p:nvSpPr>
          <p:cNvPr id="957445" name="Text Box 5"/>
          <p:cNvSpPr txBox="1">
            <a:spLocks noChangeArrowheads="1"/>
          </p:cNvSpPr>
          <p:nvPr/>
        </p:nvSpPr>
        <p:spPr bwMode="auto">
          <a:xfrm>
            <a:off x="2438400" y="2057400"/>
            <a:ext cx="4649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Recursively Enumerable</a:t>
            </a:r>
          </a:p>
        </p:txBody>
      </p:sp>
      <p:sp>
        <p:nvSpPr>
          <p:cNvPr id="957446" name="Text Box 6"/>
          <p:cNvSpPr txBox="1">
            <a:spLocks noChangeArrowheads="1"/>
          </p:cNvSpPr>
          <p:nvPr/>
        </p:nvSpPr>
        <p:spPr bwMode="auto">
          <a:xfrm>
            <a:off x="1981200" y="381000"/>
            <a:ext cx="5522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Non Recursively Enumerable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A Language which </a:t>
            </a:r>
            <a:br>
              <a:rPr lang="en-US" sz="4400"/>
            </a:br>
            <a:r>
              <a:rPr lang="en-US" sz="4400"/>
              <a:t>is not</a:t>
            </a:r>
            <a:br>
              <a:rPr lang="en-US" sz="4400"/>
            </a:br>
            <a:r>
              <a:rPr lang="en-US" sz="4400"/>
              <a:t>Recursively Enumerable</a:t>
            </a:r>
          </a:p>
        </p:txBody>
      </p:sp>
      <p:sp>
        <p:nvSpPr>
          <p:cNvPr id="9748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E4AD-D78D-4C36-A40D-EBE031E2026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04546" name="Text Box 1026"/>
          <p:cNvSpPr txBox="1">
            <a:spLocks noChangeArrowheads="1"/>
          </p:cNvSpPr>
          <p:nvPr/>
        </p:nvSpPr>
        <p:spPr bwMode="auto">
          <a:xfrm>
            <a:off x="517525" y="177800"/>
            <a:ext cx="62706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want to find a language that</a:t>
            </a:r>
          </a:p>
          <a:p>
            <a:r>
              <a:rPr lang="en-US"/>
              <a:t>is not Recursively Enumerable</a:t>
            </a:r>
          </a:p>
        </p:txBody>
      </p:sp>
      <p:sp>
        <p:nvSpPr>
          <p:cNvPr id="1004547" name="Text Box 1027"/>
          <p:cNvSpPr txBox="1">
            <a:spLocks noChangeArrowheads="1"/>
          </p:cNvSpPr>
          <p:nvPr/>
        </p:nvSpPr>
        <p:spPr bwMode="auto">
          <a:xfrm>
            <a:off x="457200" y="3352800"/>
            <a:ext cx="70818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This language is not accepted by any</a:t>
            </a:r>
          </a:p>
          <a:p>
            <a:r>
              <a:rPr lang="en-US"/>
              <a:t>Turing Machine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45BA-9A7C-46C7-8E0B-DF2B78CA8B9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75874" name="Text Box 2"/>
          <p:cNvSpPr txBox="1">
            <a:spLocks noChangeArrowheads="1"/>
          </p:cNvSpPr>
          <p:nvPr/>
        </p:nvSpPr>
        <p:spPr bwMode="auto">
          <a:xfrm>
            <a:off x="517525" y="330200"/>
            <a:ext cx="3581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Consider alphabet</a:t>
            </a:r>
          </a:p>
        </p:txBody>
      </p:sp>
      <p:graphicFrame>
        <p:nvGraphicFramePr>
          <p:cNvPr id="975875" name="Object 3"/>
          <p:cNvGraphicFramePr>
            <a:graphicFrameLocks noChangeAspect="1"/>
          </p:cNvGraphicFramePr>
          <p:nvPr/>
        </p:nvGraphicFramePr>
        <p:xfrm>
          <a:off x="4235450" y="355600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91" name="Equation" r:id="rId3" imgW="660240" imgH="533160" progId="Equation.3">
                  <p:embed/>
                </p:oleObj>
              </mc:Choice>
              <mc:Fallback>
                <p:oleObj name="Equation" r:id="rId3" imgW="660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355600"/>
                        <a:ext cx="6604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5876" name="Text Box 4"/>
          <p:cNvSpPr txBox="1">
            <a:spLocks noChangeArrowheads="1"/>
          </p:cNvSpPr>
          <p:nvPr/>
        </p:nvSpPr>
        <p:spPr bwMode="auto">
          <a:xfrm>
            <a:off x="593725" y="1625600"/>
            <a:ext cx="1717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Strings:</a:t>
            </a:r>
          </a:p>
        </p:txBody>
      </p:sp>
      <p:graphicFrame>
        <p:nvGraphicFramePr>
          <p:cNvPr id="975877" name="Object 5"/>
          <p:cNvGraphicFramePr>
            <a:graphicFrameLocks noChangeAspect="1"/>
          </p:cNvGraphicFramePr>
          <p:nvPr/>
        </p:nvGraphicFramePr>
        <p:xfrm>
          <a:off x="2819400" y="1752600"/>
          <a:ext cx="4546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92" name="Equation" r:id="rId5" imgW="4546440" imgH="419040" progId="Equation.3">
                  <p:embed/>
                </p:oleObj>
              </mc:Choice>
              <mc:Fallback>
                <p:oleObj name="Equation" r:id="rId5" imgW="4546440" imgH="419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52600"/>
                        <a:ext cx="4546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79" name="Object 7"/>
          <p:cNvGraphicFramePr>
            <a:graphicFrameLocks noChangeAspect="1"/>
          </p:cNvGraphicFramePr>
          <p:nvPr/>
        </p:nvGraphicFramePr>
        <p:xfrm>
          <a:off x="2801938" y="2647950"/>
          <a:ext cx="441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93" name="Equation" r:id="rId7" imgW="444240" imgH="609480" progId="Equation.3">
                  <p:embed/>
                </p:oleObj>
              </mc:Choice>
              <mc:Fallback>
                <p:oleObj name="Equation" r:id="rId7" imgW="444240" imgH="609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2647950"/>
                        <a:ext cx="44132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80" name="Object 8"/>
          <p:cNvGraphicFramePr>
            <a:graphicFrameLocks noChangeAspect="1"/>
          </p:cNvGraphicFramePr>
          <p:nvPr/>
        </p:nvGraphicFramePr>
        <p:xfrm>
          <a:off x="3505200" y="2667000"/>
          <a:ext cx="520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94" name="Equation" r:id="rId9" imgW="520560" imgH="609480" progId="Equation.3">
                  <p:embed/>
                </p:oleObj>
              </mc:Choice>
              <mc:Fallback>
                <p:oleObj name="Equation" r:id="rId9" imgW="520560" imgH="609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667000"/>
                        <a:ext cx="5207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81" name="Object 9"/>
          <p:cNvGraphicFramePr>
            <a:graphicFrameLocks noChangeAspect="1"/>
          </p:cNvGraphicFramePr>
          <p:nvPr/>
        </p:nvGraphicFramePr>
        <p:xfrm>
          <a:off x="4572000" y="2667000"/>
          <a:ext cx="495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95" name="Equation" r:id="rId11" imgW="495000" imgH="609480" progId="Equation.3">
                  <p:embed/>
                </p:oleObj>
              </mc:Choice>
              <mc:Fallback>
                <p:oleObj name="Equation" r:id="rId11" imgW="495000" imgH="609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667000"/>
                        <a:ext cx="4953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82" name="Object 10"/>
          <p:cNvGraphicFramePr>
            <a:graphicFrameLocks noChangeAspect="1"/>
          </p:cNvGraphicFramePr>
          <p:nvPr/>
        </p:nvGraphicFramePr>
        <p:xfrm>
          <a:off x="5867400" y="2667000"/>
          <a:ext cx="520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96" name="Equation" r:id="rId13" imgW="520560" imgH="609480" progId="Equation.3">
                  <p:embed/>
                </p:oleObj>
              </mc:Choice>
              <mc:Fallback>
                <p:oleObj name="Equation" r:id="rId13" imgW="520560" imgH="609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67000"/>
                        <a:ext cx="5207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83" name="Object 11"/>
          <p:cNvGraphicFramePr>
            <a:graphicFrameLocks noChangeAspect="1"/>
          </p:cNvGraphicFramePr>
          <p:nvPr/>
        </p:nvGraphicFramePr>
        <p:xfrm>
          <a:off x="6934200" y="3124200"/>
          <a:ext cx="4572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97" name="Equation" r:id="rId15" imgW="457200" imgH="114120" progId="Equation.3">
                  <p:embed/>
                </p:oleObj>
              </mc:Choice>
              <mc:Fallback>
                <p:oleObj name="Equation" r:id="rId15" imgW="457200" imgH="11412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124200"/>
                        <a:ext cx="4572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5CB0-121C-4996-AFAF-BF03EAE6EEB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77922" name="Text Box 2"/>
          <p:cNvSpPr txBox="1">
            <a:spLocks noChangeArrowheads="1"/>
          </p:cNvSpPr>
          <p:nvPr/>
        </p:nvSpPr>
        <p:spPr bwMode="auto">
          <a:xfrm>
            <a:off x="517525" y="635000"/>
            <a:ext cx="70278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Consider Turing Machines</a:t>
            </a:r>
          </a:p>
          <a:p>
            <a:r>
              <a:rPr lang="en-US"/>
              <a:t>that accept languages over alphabet</a:t>
            </a:r>
          </a:p>
        </p:txBody>
      </p:sp>
      <p:graphicFrame>
        <p:nvGraphicFramePr>
          <p:cNvPr id="977923" name="Object 3"/>
          <p:cNvGraphicFramePr>
            <a:graphicFrameLocks noChangeAspect="1"/>
          </p:cNvGraphicFramePr>
          <p:nvPr/>
        </p:nvGraphicFramePr>
        <p:xfrm>
          <a:off x="7740650" y="1270000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28" name="Equation" r:id="rId3" imgW="660240" imgH="533160" progId="Equation.3">
                  <p:embed/>
                </p:oleObj>
              </mc:Choice>
              <mc:Fallback>
                <p:oleObj name="Equation" r:id="rId3" imgW="660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1270000"/>
                        <a:ext cx="6604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7924" name="Text Box 4"/>
          <p:cNvSpPr txBox="1">
            <a:spLocks noChangeArrowheads="1"/>
          </p:cNvSpPr>
          <p:nvPr/>
        </p:nvSpPr>
        <p:spPr bwMode="auto">
          <a:xfrm>
            <a:off x="609600" y="2819400"/>
            <a:ext cx="3943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They are countable:</a:t>
            </a:r>
          </a:p>
        </p:txBody>
      </p:sp>
      <p:graphicFrame>
        <p:nvGraphicFramePr>
          <p:cNvPr id="977925" name="Object 5"/>
          <p:cNvGraphicFramePr>
            <a:graphicFrameLocks noChangeAspect="1"/>
          </p:cNvGraphicFramePr>
          <p:nvPr/>
        </p:nvGraphicFramePr>
        <p:xfrm>
          <a:off x="1625600" y="3937000"/>
          <a:ext cx="4826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29" name="Equation" r:id="rId5" imgW="4825800" imgH="583920" progId="Equation.3">
                  <p:embed/>
                </p:oleObj>
              </mc:Choice>
              <mc:Fallback>
                <p:oleObj name="Equation" r:id="rId5" imgW="4825800" imgH="5839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3937000"/>
                        <a:ext cx="48260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81FD-C3B1-42C4-AD78-FE9DCB8A3F8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79970" name="Text Box 2"/>
          <p:cNvSpPr txBox="1">
            <a:spLocks noChangeArrowheads="1"/>
          </p:cNvSpPr>
          <p:nvPr/>
        </p:nvSpPr>
        <p:spPr bwMode="auto">
          <a:xfrm>
            <a:off x="533400" y="228600"/>
            <a:ext cx="6018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 language accepted by </a:t>
            </a:r>
          </a:p>
        </p:txBody>
      </p:sp>
      <p:graphicFrame>
        <p:nvGraphicFramePr>
          <p:cNvPr id="979971" name="Object 3"/>
          <p:cNvGraphicFramePr>
            <a:graphicFrameLocks noChangeAspect="1"/>
          </p:cNvGraphicFramePr>
          <p:nvPr/>
        </p:nvGraphicFramePr>
        <p:xfrm>
          <a:off x="2314575" y="1168400"/>
          <a:ext cx="5664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4" name="Equation" r:id="rId3" imgW="5663880" imgH="583920" progId="Equation.3">
                  <p:embed/>
                </p:oleObj>
              </mc:Choice>
              <mc:Fallback>
                <p:oleObj name="Equation" r:id="rId3" imgW="5663880" imgH="5839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1168400"/>
                        <a:ext cx="56642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2" name="Object 4"/>
          <p:cNvGraphicFramePr>
            <a:graphicFrameLocks noChangeAspect="1"/>
          </p:cNvGraphicFramePr>
          <p:nvPr/>
        </p:nvGraphicFramePr>
        <p:xfrm>
          <a:off x="2209800" y="2133600"/>
          <a:ext cx="419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5" name="Equation" r:id="rId5" imgW="4190760" imgH="736560" progId="Equation.3">
                  <p:embed/>
                </p:oleObj>
              </mc:Choice>
              <mc:Fallback>
                <p:oleObj name="Equation" r:id="rId5" imgW="4190760" imgH="736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133600"/>
                        <a:ext cx="4191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3" name="Object 5"/>
          <p:cNvGraphicFramePr>
            <a:graphicFrameLocks noChangeAspect="1"/>
          </p:cNvGraphicFramePr>
          <p:nvPr/>
        </p:nvGraphicFramePr>
        <p:xfrm>
          <a:off x="6530975" y="279400"/>
          <a:ext cx="571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6" name="Equation" r:id="rId7" imgW="571320" imgH="533160" progId="Equation.3">
                  <p:embed/>
                </p:oleObj>
              </mc:Choice>
              <mc:Fallback>
                <p:oleObj name="Equation" r:id="rId7" imgW="571320" imgH="5331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279400"/>
                        <a:ext cx="571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9974" name="Text Box 6"/>
          <p:cNvSpPr txBox="1">
            <a:spLocks noChangeArrowheads="1"/>
          </p:cNvSpPr>
          <p:nvPr/>
        </p:nvSpPr>
        <p:spPr bwMode="auto">
          <a:xfrm>
            <a:off x="533400" y="3429000"/>
            <a:ext cx="5291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Alternative representation</a:t>
            </a:r>
          </a:p>
        </p:txBody>
      </p:sp>
      <p:graphicFrame>
        <p:nvGraphicFramePr>
          <p:cNvPr id="979975" name="Object 7"/>
          <p:cNvGraphicFramePr>
            <a:graphicFrameLocks noChangeAspect="1"/>
          </p:cNvGraphicFramePr>
          <p:nvPr/>
        </p:nvGraphicFramePr>
        <p:xfrm>
          <a:off x="1676400" y="441960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7" name="Equation" r:id="rId9" imgW="406080" imgH="571320" progId="Equation.3">
                  <p:embed/>
                </p:oleObj>
              </mc:Choice>
              <mc:Fallback>
                <p:oleObj name="Equation" r:id="rId9" imgW="406080" imgH="5713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1960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6" name="Object 8"/>
          <p:cNvGraphicFramePr>
            <a:graphicFrameLocks noChangeAspect="1"/>
          </p:cNvGraphicFramePr>
          <p:nvPr/>
        </p:nvGraphicFramePr>
        <p:xfrm>
          <a:off x="2565400" y="4425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8" name="Equation" r:id="rId11" imgW="469800" imgH="571320" progId="Equation.3">
                  <p:embed/>
                </p:oleObj>
              </mc:Choice>
              <mc:Fallback>
                <p:oleObj name="Equation" r:id="rId11" imgW="469800" imgH="5713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4425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7" name="Object 9"/>
          <p:cNvGraphicFramePr>
            <a:graphicFrameLocks noChangeAspect="1"/>
          </p:cNvGraphicFramePr>
          <p:nvPr/>
        </p:nvGraphicFramePr>
        <p:xfrm>
          <a:off x="3562350" y="44259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9" name="Equation" r:id="rId13" imgW="457200" imgH="571320" progId="Equation.3">
                  <p:embed/>
                </p:oleObj>
              </mc:Choice>
              <mc:Fallback>
                <p:oleObj name="Equation" r:id="rId13" imgW="457200" imgH="5713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4259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8" name="Object 10"/>
          <p:cNvGraphicFramePr>
            <a:graphicFrameLocks noChangeAspect="1"/>
          </p:cNvGraphicFramePr>
          <p:nvPr/>
        </p:nvGraphicFramePr>
        <p:xfrm>
          <a:off x="4622800" y="4425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0" name="Equation" r:id="rId15" imgW="469800" imgH="571320" progId="Equation.3">
                  <p:embed/>
                </p:oleObj>
              </mc:Choice>
              <mc:Fallback>
                <p:oleObj name="Equation" r:id="rId15" imgW="469800" imgH="5713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4425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9" name="Object 11"/>
          <p:cNvGraphicFramePr>
            <a:graphicFrameLocks noChangeAspect="1"/>
          </p:cNvGraphicFramePr>
          <p:nvPr/>
        </p:nvGraphicFramePr>
        <p:xfrm>
          <a:off x="5695950" y="44259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1" name="Equation" r:id="rId17" imgW="457200" imgH="571320" progId="Equation.3">
                  <p:embed/>
                </p:oleObj>
              </mc:Choice>
              <mc:Fallback>
                <p:oleObj name="Equation" r:id="rId17" imgW="457200" imgH="57132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44259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0" name="Object 12"/>
          <p:cNvGraphicFramePr>
            <a:graphicFrameLocks noChangeAspect="1"/>
          </p:cNvGraphicFramePr>
          <p:nvPr/>
        </p:nvGraphicFramePr>
        <p:xfrm>
          <a:off x="6680200" y="4425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2" name="Equation" r:id="rId19" imgW="469800" imgH="571320" progId="Equation.3">
                  <p:embed/>
                </p:oleObj>
              </mc:Choice>
              <mc:Fallback>
                <p:oleObj name="Equation" r:id="rId19" imgW="469800" imgH="57132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4425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1" name="Object 13"/>
          <p:cNvGraphicFramePr>
            <a:graphicFrameLocks noChangeAspect="1"/>
          </p:cNvGraphicFramePr>
          <p:nvPr/>
        </p:nvGraphicFramePr>
        <p:xfrm>
          <a:off x="7594600" y="4425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3" name="Equation" r:id="rId21" imgW="469800" imgH="571320" progId="Equation.3">
                  <p:embed/>
                </p:oleObj>
              </mc:Choice>
              <mc:Fallback>
                <p:oleObj name="Equation" r:id="rId21" imgW="469800" imgH="5713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4425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2" name="Object 14"/>
          <p:cNvGraphicFramePr>
            <a:graphicFrameLocks noChangeAspect="1"/>
          </p:cNvGraphicFramePr>
          <p:nvPr/>
        </p:nvGraphicFramePr>
        <p:xfrm>
          <a:off x="107950" y="5562600"/>
          <a:ext cx="1219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4" name="Equation" r:id="rId23" imgW="1218960" imgH="533160" progId="Equation.3">
                  <p:embed/>
                </p:oleObj>
              </mc:Choice>
              <mc:Fallback>
                <p:oleObj name="Equation" r:id="rId23" imgW="1218960" imgH="5331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5562600"/>
                        <a:ext cx="1219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3" name="Object 15"/>
          <p:cNvGraphicFramePr>
            <a:graphicFrameLocks noChangeAspect="1"/>
          </p:cNvGraphicFramePr>
          <p:nvPr/>
        </p:nvGraphicFramePr>
        <p:xfrm>
          <a:off x="8458200" y="4800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5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4800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4" name="Object 16"/>
          <p:cNvGraphicFramePr>
            <a:graphicFrameLocks noChangeAspect="1"/>
          </p:cNvGraphicFramePr>
          <p:nvPr/>
        </p:nvGraphicFramePr>
        <p:xfrm>
          <a:off x="1752600" y="5638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6" name="Equation" r:id="rId27" imgW="253800" imgH="380880" progId="Equation.3">
                  <p:embed/>
                </p:oleObj>
              </mc:Choice>
              <mc:Fallback>
                <p:oleObj name="Equation" r:id="rId27" imgW="253800" imgH="3808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638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5" name="Object 17"/>
          <p:cNvGraphicFramePr>
            <a:graphicFrameLocks noChangeAspect="1"/>
          </p:cNvGraphicFramePr>
          <p:nvPr/>
        </p:nvGraphicFramePr>
        <p:xfrm>
          <a:off x="2667000" y="5638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7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638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6" name="Object 18"/>
          <p:cNvGraphicFramePr>
            <a:graphicFrameLocks noChangeAspect="1"/>
          </p:cNvGraphicFramePr>
          <p:nvPr/>
        </p:nvGraphicFramePr>
        <p:xfrm>
          <a:off x="4800600" y="5638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8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638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7" name="Object 19"/>
          <p:cNvGraphicFramePr>
            <a:graphicFrameLocks noChangeAspect="1"/>
          </p:cNvGraphicFramePr>
          <p:nvPr/>
        </p:nvGraphicFramePr>
        <p:xfrm>
          <a:off x="6781800" y="5562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9" name="Equation" r:id="rId32" imgW="164880" imgH="368280" progId="Equation.3">
                  <p:embed/>
                </p:oleObj>
              </mc:Choice>
              <mc:Fallback>
                <p:oleObj name="Equation" r:id="rId32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562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8" name="Object 20"/>
          <p:cNvGraphicFramePr>
            <a:graphicFrameLocks noChangeAspect="1"/>
          </p:cNvGraphicFramePr>
          <p:nvPr/>
        </p:nvGraphicFramePr>
        <p:xfrm>
          <a:off x="3657600" y="5638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30" name="Equation" r:id="rId33" imgW="253800" imgH="380880" progId="Equation.3">
                  <p:embed/>
                </p:oleObj>
              </mc:Choice>
              <mc:Fallback>
                <p:oleObj name="Equation" r:id="rId33" imgW="253800" imgH="3808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638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9" name="Object 21"/>
          <p:cNvGraphicFramePr>
            <a:graphicFrameLocks noChangeAspect="1"/>
          </p:cNvGraphicFramePr>
          <p:nvPr/>
        </p:nvGraphicFramePr>
        <p:xfrm>
          <a:off x="5791200" y="5562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31" name="Equation" r:id="rId34" imgW="253800" imgH="380880" progId="Equation.3">
                  <p:embed/>
                </p:oleObj>
              </mc:Choice>
              <mc:Fallback>
                <p:oleObj name="Equation" r:id="rId34" imgW="253800" imgH="3808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562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90" name="Object 22"/>
          <p:cNvGraphicFramePr>
            <a:graphicFrameLocks noChangeAspect="1"/>
          </p:cNvGraphicFramePr>
          <p:nvPr/>
        </p:nvGraphicFramePr>
        <p:xfrm>
          <a:off x="7696200" y="5562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32" name="Equation" r:id="rId35" imgW="253800" imgH="380880" progId="Equation.3">
                  <p:embed/>
                </p:oleObj>
              </mc:Choice>
              <mc:Fallback>
                <p:oleObj name="Equation" r:id="rId35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5562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9991" name="Line 23"/>
          <p:cNvSpPr>
            <a:spLocks noChangeShapeType="1"/>
          </p:cNvSpPr>
          <p:nvPr/>
        </p:nvSpPr>
        <p:spPr bwMode="auto">
          <a:xfrm>
            <a:off x="0" y="5181600"/>
            <a:ext cx="9144000" cy="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79992" name="Line 24"/>
          <p:cNvSpPr>
            <a:spLocks noChangeShapeType="1"/>
          </p:cNvSpPr>
          <p:nvPr/>
        </p:nvSpPr>
        <p:spPr bwMode="auto">
          <a:xfrm>
            <a:off x="1447800" y="4267200"/>
            <a:ext cx="0" cy="21336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79993" name="Object 25"/>
          <p:cNvGraphicFramePr>
            <a:graphicFrameLocks noChangeAspect="1"/>
          </p:cNvGraphicFramePr>
          <p:nvPr/>
        </p:nvGraphicFramePr>
        <p:xfrm>
          <a:off x="8534400" y="5715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33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5715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0BA4-FD18-4BF4-9490-C51B53A7062C}" type="slidenum">
              <a:rPr lang="en-US" altLang="en-US"/>
              <a:pPr/>
              <a:t>13</a:t>
            </a:fld>
            <a:endParaRPr lang="en-US" altLang="en-US"/>
          </a:p>
        </p:txBody>
      </p:sp>
      <p:graphicFrame>
        <p:nvGraphicFramePr>
          <p:cNvPr id="980994" name="Object 2"/>
          <p:cNvGraphicFramePr>
            <a:graphicFrameLocks noChangeAspect="1"/>
          </p:cNvGraphicFramePr>
          <p:nvPr/>
        </p:nvGraphicFramePr>
        <p:xfrm>
          <a:off x="2438400" y="68580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68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68580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0995" name="Object 3"/>
          <p:cNvGraphicFramePr>
            <a:graphicFrameLocks noChangeAspect="1"/>
          </p:cNvGraphicFramePr>
          <p:nvPr/>
        </p:nvGraphicFramePr>
        <p:xfrm>
          <a:off x="3581400" y="68580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69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8580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0996" name="Object 4"/>
          <p:cNvGraphicFramePr>
            <a:graphicFrameLocks noChangeAspect="1"/>
          </p:cNvGraphicFramePr>
          <p:nvPr/>
        </p:nvGraphicFramePr>
        <p:xfrm>
          <a:off x="5029200" y="68580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0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8580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0997" name="Object 5"/>
          <p:cNvGraphicFramePr>
            <a:graphicFrameLocks noChangeAspect="1"/>
          </p:cNvGraphicFramePr>
          <p:nvPr/>
        </p:nvGraphicFramePr>
        <p:xfrm>
          <a:off x="6324600" y="68580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1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8580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1" name="Object 9"/>
          <p:cNvGraphicFramePr>
            <a:graphicFrameLocks noChangeAspect="1"/>
          </p:cNvGraphicFramePr>
          <p:nvPr/>
        </p:nvGraphicFramePr>
        <p:xfrm>
          <a:off x="558800" y="182721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2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82721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2" name="Object 10"/>
          <p:cNvGraphicFramePr>
            <a:graphicFrameLocks noChangeAspect="1"/>
          </p:cNvGraphicFramePr>
          <p:nvPr/>
        </p:nvGraphicFramePr>
        <p:xfrm>
          <a:off x="7467600" y="10604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3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0604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3" name="Object 11"/>
          <p:cNvGraphicFramePr>
            <a:graphicFrameLocks noChangeAspect="1"/>
          </p:cNvGraphicFramePr>
          <p:nvPr/>
        </p:nvGraphicFramePr>
        <p:xfrm>
          <a:off x="2540000" y="1898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4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898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4" name="Object 12"/>
          <p:cNvGraphicFramePr>
            <a:graphicFrameLocks noChangeAspect="1"/>
          </p:cNvGraphicFramePr>
          <p:nvPr/>
        </p:nvGraphicFramePr>
        <p:xfrm>
          <a:off x="3733800" y="1905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5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05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5" name="Object 13"/>
          <p:cNvGraphicFramePr>
            <a:graphicFrameLocks noChangeAspect="1"/>
          </p:cNvGraphicFramePr>
          <p:nvPr/>
        </p:nvGraphicFramePr>
        <p:xfrm>
          <a:off x="6400800" y="1905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6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905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7" name="Object 15"/>
          <p:cNvGraphicFramePr>
            <a:graphicFrameLocks noChangeAspect="1"/>
          </p:cNvGraphicFramePr>
          <p:nvPr/>
        </p:nvGraphicFramePr>
        <p:xfrm>
          <a:off x="4953000" y="19050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7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9050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1010" name="Line 18"/>
          <p:cNvSpPr>
            <a:spLocks noChangeShapeType="1"/>
          </p:cNvSpPr>
          <p:nvPr/>
        </p:nvSpPr>
        <p:spPr bwMode="auto">
          <a:xfrm>
            <a:off x="457200" y="144145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81012" name="Object 20"/>
          <p:cNvGraphicFramePr>
            <a:graphicFrameLocks noChangeAspect="1"/>
          </p:cNvGraphicFramePr>
          <p:nvPr/>
        </p:nvGraphicFramePr>
        <p:xfrm>
          <a:off x="7518400" y="2057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8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2057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13" name="Object 21"/>
          <p:cNvGraphicFramePr>
            <a:graphicFrameLocks noChangeAspect="1"/>
          </p:cNvGraphicFramePr>
          <p:nvPr/>
        </p:nvGraphicFramePr>
        <p:xfrm>
          <a:off x="457200" y="290036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79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90036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14" name="Object 22"/>
          <p:cNvGraphicFramePr>
            <a:graphicFrameLocks noChangeAspect="1"/>
          </p:cNvGraphicFramePr>
          <p:nvPr/>
        </p:nvGraphicFramePr>
        <p:xfrm>
          <a:off x="457200" y="396240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0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6240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1015" name="Line 23"/>
          <p:cNvSpPr>
            <a:spLocks noChangeShapeType="1"/>
          </p:cNvSpPr>
          <p:nvPr/>
        </p:nvSpPr>
        <p:spPr bwMode="auto">
          <a:xfrm>
            <a:off x="1879600" y="83820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81016" name="Object 24"/>
          <p:cNvGraphicFramePr>
            <a:graphicFrameLocks noChangeAspect="1"/>
          </p:cNvGraphicFramePr>
          <p:nvPr/>
        </p:nvGraphicFramePr>
        <p:xfrm>
          <a:off x="3613150" y="2895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1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895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17" name="Object 25"/>
          <p:cNvGraphicFramePr>
            <a:graphicFrameLocks noChangeAspect="1"/>
          </p:cNvGraphicFramePr>
          <p:nvPr/>
        </p:nvGraphicFramePr>
        <p:xfrm>
          <a:off x="2546350" y="2895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2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895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20" name="Object 28"/>
          <p:cNvGraphicFramePr>
            <a:graphicFrameLocks noChangeAspect="1"/>
          </p:cNvGraphicFramePr>
          <p:nvPr/>
        </p:nvGraphicFramePr>
        <p:xfrm>
          <a:off x="4984750" y="2895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3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895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21" name="Object 29"/>
          <p:cNvGraphicFramePr>
            <a:graphicFrameLocks noChangeAspect="1"/>
          </p:cNvGraphicFramePr>
          <p:nvPr/>
        </p:nvGraphicFramePr>
        <p:xfrm>
          <a:off x="6356350" y="2895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4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895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23" name="Object 31"/>
          <p:cNvGraphicFramePr>
            <a:graphicFrameLocks noChangeAspect="1"/>
          </p:cNvGraphicFramePr>
          <p:nvPr/>
        </p:nvGraphicFramePr>
        <p:xfrm>
          <a:off x="7473950" y="3048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5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3048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24" name="Object 32"/>
          <p:cNvGraphicFramePr>
            <a:graphicFrameLocks noChangeAspect="1"/>
          </p:cNvGraphicFramePr>
          <p:nvPr/>
        </p:nvGraphicFramePr>
        <p:xfrm>
          <a:off x="2457450" y="4038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6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4038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25" name="Object 33"/>
          <p:cNvGraphicFramePr>
            <a:graphicFrameLocks noChangeAspect="1"/>
          </p:cNvGraphicFramePr>
          <p:nvPr/>
        </p:nvGraphicFramePr>
        <p:xfrm>
          <a:off x="4972050" y="4038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7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4038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26" name="Object 34"/>
          <p:cNvGraphicFramePr>
            <a:graphicFrameLocks noChangeAspect="1"/>
          </p:cNvGraphicFramePr>
          <p:nvPr/>
        </p:nvGraphicFramePr>
        <p:xfrm>
          <a:off x="6419850" y="4038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8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4038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28" name="Object 36"/>
          <p:cNvGraphicFramePr>
            <a:graphicFrameLocks noChangeAspect="1"/>
          </p:cNvGraphicFramePr>
          <p:nvPr/>
        </p:nvGraphicFramePr>
        <p:xfrm>
          <a:off x="3733800" y="4038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89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038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1" name="Object 39"/>
          <p:cNvGraphicFramePr>
            <a:graphicFrameLocks noChangeAspect="1"/>
          </p:cNvGraphicFramePr>
          <p:nvPr/>
        </p:nvGraphicFramePr>
        <p:xfrm>
          <a:off x="7461250" y="4191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90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4191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2" name="Object 40"/>
          <p:cNvGraphicFramePr>
            <a:graphicFrameLocks noChangeAspect="1"/>
          </p:cNvGraphicFramePr>
          <p:nvPr/>
        </p:nvGraphicFramePr>
        <p:xfrm>
          <a:off x="457200" y="518636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91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18636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3" name="Object 41"/>
          <p:cNvGraphicFramePr>
            <a:graphicFrameLocks noChangeAspect="1"/>
          </p:cNvGraphicFramePr>
          <p:nvPr/>
        </p:nvGraphicFramePr>
        <p:xfrm>
          <a:off x="2438400" y="525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92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25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5" name="Object 43"/>
          <p:cNvGraphicFramePr>
            <a:graphicFrameLocks noChangeAspect="1"/>
          </p:cNvGraphicFramePr>
          <p:nvPr/>
        </p:nvGraphicFramePr>
        <p:xfrm>
          <a:off x="6400800" y="525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93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25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6" name="Object 44"/>
          <p:cNvGraphicFramePr>
            <a:graphicFrameLocks noChangeAspect="1"/>
          </p:cNvGraphicFramePr>
          <p:nvPr/>
        </p:nvGraphicFramePr>
        <p:xfrm>
          <a:off x="4953000" y="525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94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25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7" name="Object 45"/>
          <p:cNvGraphicFramePr>
            <a:graphicFrameLocks noChangeAspect="1"/>
          </p:cNvGraphicFramePr>
          <p:nvPr/>
        </p:nvGraphicFramePr>
        <p:xfrm>
          <a:off x="7442200" y="5410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95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5410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8" name="Object 46"/>
          <p:cNvGraphicFramePr>
            <a:graphicFrameLocks noChangeAspect="1"/>
          </p:cNvGraphicFramePr>
          <p:nvPr/>
        </p:nvGraphicFramePr>
        <p:xfrm>
          <a:off x="3708400" y="525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96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25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5EEA5-322F-44DE-9278-EE34EB6E4E98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82018" name="Text Box 2"/>
          <p:cNvSpPr txBox="1">
            <a:spLocks noChangeArrowheads="1"/>
          </p:cNvSpPr>
          <p:nvPr/>
        </p:nvSpPr>
        <p:spPr bwMode="auto">
          <a:xfrm>
            <a:off x="517525" y="939800"/>
            <a:ext cx="4322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Consider the language</a:t>
            </a:r>
          </a:p>
        </p:txBody>
      </p:sp>
      <p:graphicFrame>
        <p:nvGraphicFramePr>
          <p:cNvPr id="982019" name="Object 3"/>
          <p:cNvGraphicFramePr>
            <a:graphicFrameLocks noChangeAspect="1"/>
          </p:cNvGraphicFramePr>
          <p:nvPr/>
        </p:nvGraphicFramePr>
        <p:xfrm>
          <a:off x="2362200" y="23368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6" name="Equation" r:id="rId3" imgW="4241520" imgH="736560" progId="Equation.3">
                  <p:embed/>
                </p:oleObj>
              </mc:Choice>
              <mc:Fallback>
                <p:oleObj name="Equation" r:id="rId3" imgW="4241520" imgH="7365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368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1" name="Object 5"/>
          <p:cNvGraphicFramePr>
            <a:graphicFrameLocks noChangeAspect="1"/>
          </p:cNvGraphicFramePr>
          <p:nvPr/>
        </p:nvGraphicFramePr>
        <p:xfrm>
          <a:off x="444500" y="54737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7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54737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2" name="Object 6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28" name="Equation" r:id="rId7" imgW="228600" imgH="520560" progId="Equation.3">
                  <p:embed/>
                </p:oleObj>
              </mc:Choice>
              <mc:Fallback>
                <p:oleObj name="Equation" r:id="rId7" imgW="22860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2023" name="Text Box 7"/>
          <p:cNvSpPr txBox="1">
            <a:spLocks noChangeArrowheads="1"/>
          </p:cNvSpPr>
          <p:nvPr/>
        </p:nvSpPr>
        <p:spPr bwMode="auto">
          <a:xfrm>
            <a:off x="1143000" y="5410200"/>
            <a:ext cx="6989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consists from the </a:t>
            </a:r>
            <a:r>
              <a:rPr lang="en-US">
                <a:solidFill>
                  <a:schemeClr val="tx1"/>
                </a:solidFill>
              </a:rPr>
              <a:t>1’s</a:t>
            </a:r>
            <a:r>
              <a:rPr lang="en-US"/>
              <a:t> in the diagonal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2A643-A2E1-4E37-AC36-CA1872AF942B}" type="slidenum">
              <a:rPr lang="en-US" altLang="en-US"/>
              <a:pPr/>
              <a:t>15</a:t>
            </a:fld>
            <a:endParaRPr lang="en-US" altLang="en-US"/>
          </a:p>
        </p:txBody>
      </p:sp>
      <p:graphicFrame>
        <p:nvGraphicFramePr>
          <p:cNvPr id="984066" name="Object 2"/>
          <p:cNvGraphicFramePr>
            <a:graphicFrameLocks noChangeAspect="1"/>
          </p:cNvGraphicFramePr>
          <p:nvPr/>
        </p:nvGraphicFramePr>
        <p:xfrm>
          <a:off x="2514600" y="22860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0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860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7" name="Object 3"/>
          <p:cNvGraphicFramePr>
            <a:graphicFrameLocks noChangeAspect="1"/>
          </p:cNvGraphicFramePr>
          <p:nvPr/>
        </p:nvGraphicFramePr>
        <p:xfrm>
          <a:off x="3657600" y="22860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1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2860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8" name="Object 4"/>
          <p:cNvGraphicFramePr>
            <a:graphicFrameLocks noChangeAspect="1"/>
          </p:cNvGraphicFramePr>
          <p:nvPr/>
        </p:nvGraphicFramePr>
        <p:xfrm>
          <a:off x="5029200" y="2349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2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349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69" name="Object 5"/>
          <p:cNvGraphicFramePr>
            <a:graphicFrameLocks noChangeAspect="1"/>
          </p:cNvGraphicFramePr>
          <p:nvPr/>
        </p:nvGraphicFramePr>
        <p:xfrm>
          <a:off x="6324600" y="234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3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34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0" name="Object 6"/>
          <p:cNvGraphicFramePr>
            <a:graphicFrameLocks noChangeAspect="1"/>
          </p:cNvGraphicFramePr>
          <p:nvPr/>
        </p:nvGraphicFramePr>
        <p:xfrm>
          <a:off x="558800" y="13763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4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3763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1" name="Object 7"/>
          <p:cNvGraphicFramePr>
            <a:graphicFrameLocks noChangeAspect="1"/>
          </p:cNvGraphicFramePr>
          <p:nvPr/>
        </p:nvGraphicFramePr>
        <p:xfrm>
          <a:off x="7467600" y="609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5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609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2" name="Object 8"/>
          <p:cNvGraphicFramePr>
            <a:graphicFrameLocks noChangeAspect="1"/>
          </p:cNvGraphicFramePr>
          <p:nvPr/>
        </p:nvGraphicFramePr>
        <p:xfrm>
          <a:off x="2540000" y="144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6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44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3" name="Object 9"/>
          <p:cNvGraphicFramePr>
            <a:graphicFrameLocks noChangeAspect="1"/>
          </p:cNvGraphicFramePr>
          <p:nvPr/>
        </p:nvGraphicFramePr>
        <p:xfrm>
          <a:off x="3733800" y="1454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7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454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4" name="Object 10"/>
          <p:cNvGraphicFramePr>
            <a:graphicFrameLocks noChangeAspect="1"/>
          </p:cNvGraphicFramePr>
          <p:nvPr/>
        </p:nvGraphicFramePr>
        <p:xfrm>
          <a:off x="6400800" y="1454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8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454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5" name="Object 11"/>
          <p:cNvGraphicFramePr>
            <a:graphicFrameLocks noChangeAspect="1"/>
          </p:cNvGraphicFramePr>
          <p:nvPr/>
        </p:nvGraphicFramePr>
        <p:xfrm>
          <a:off x="4953000" y="1454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39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454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4076" name="Line 12"/>
          <p:cNvSpPr>
            <a:spLocks noChangeShapeType="1"/>
          </p:cNvSpPr>
          <p:nvPr/>
        </p:nvSpPr>
        <p:spPr bwMode="auto">
          <a:xfrm>
            <a:off x="457200" y="9906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84077" name="Object 13"/>
          <p:cNvGraphicFramePr>
            <a:graphicFrameLocks noChangeAspect="1"/>
          </p:cNvGraphicFramePr>
          <p:nvPr/>
        </p:nvGraphicFramePr>
        <p:xfrm>
          <a:off x="7518400" y="1606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0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606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8" name="Object 14"/>
          <p:cNvGraphicFramePr>
            <a:graphicFrameLocks noChangeAspect="1"/>
          </p:cNvGraphicFramePr>
          <p:nvPr/>
        </p:nvGraphicFramePr>
        <p:xfrm>
          <a:off x="457200" y="24495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1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495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9" name="Object 15"/>
          <p:cNvGraphicFramePr>
            <a:graphicFrameLocks noChangeAspect="1"/>
          </p:cNvGraphicFramePr>
          <p:nvPr/>
        </p:nvGraphicFramePr>
        <p:xfrm>
          <a:off x="457200" y="35115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2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115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4080" name="Line 16"/>
          <p:cNvSpPr>
            <a:spLocks noChangeShapeType="1"/>
          </p:cNvSpPr>
          <p:nvPr/>
        </p:nvSpPr>
        <p:spPr bwMode="auto">
          <a:xfrm>
            <a:off x="1879600" y="3873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84081" name="Object 17"/>
          <p:cNvGraphicFramePr>
            <a:graphicFrameLocks noChangeAspect="1"/>
          </p:cNvGraphicFramePr>
          <p:nvPr/>
        </p:nvGraphicFramePr>
        <p:xfrm>
          <a:off x="3733800" y="2438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3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438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2" name="Object 18"/>
          <p:cNvGraphicFramePr>
            <a:graphicFrameLocks noChangeAspect="1"/>
          </p:cNvGraphicFramePr>
          <p:nvPr/>
        </p:nvGraphicFramePr>
        <p:xfrm>
          <a:off x="2546350" y="2444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4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444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3" name="Object 19"/>
          <p:cNvGraphicFramePr>
            <a:graphicFrameLocks noChangeAspect="1"/>
          </p:cNvGraphicFramePr>
          <p:nvPr/>
        </p:nvGraphicFramePr>
        <p:xfrm>
          <a:off x="4984750" y="24447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5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4447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4" name="Object 20"/>
          <p:cNvGraphicFramePr>
            <a:graphicFrameLocks noChangeAspect="1"/>
          </p:cNvGraphicFramePr>
          <p:nvPr/>
        </p:nvGraphicFramePr>
        <p:xfrm>
          <a:off x="6356350" y="2444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6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444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5" name="Object 21"/>
          <p:cNvGraphicFramePr>
            <a:graphicFrameLocks noChangeAspect="1"/>
          </p:cNvGraphicFramePr>
          <p:nvPr/>
        </p:nvGraphicFramePr>
        <p:xfrm>
          <a:off x="7473950" y="25971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7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5971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6" name="Object 22"/>
          <p:cNvGraphicFramePr>
            <a:graphicFrameLocks noChangeAspect="1"/>
          </p:cNvGraphicFramePr>
          <p:nvPr/>
        </p:nvGraphicFramePr>
        <p:xfrm>
          <a:off x="2457450" y="35877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8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5877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7" name="Object 23"/>
          <p:cNvGraphicFramePr>
            <a:graphicFrameLocks noChangeAspect="1"/>
          </p:cNvGraphicFramePr>
          <p:nvPr/>
        </p:nvGraphicFramePr>
        <p:xfrm>
          <a:off x="497205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49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8" name="Object 24"/>
          <p:cNvGraphicFramePr>
            <a:graphicFrameLocks noChangeAspect="1"/>
          </p:cNvGraphicFramePr>
          <p:nvPr/>
        </p:nvGraphicFramePr>
        <p:xfrm>
          <a:off x="641985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0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9" name="Object 25"/>
          <p:cNvGraphicFramePr>
            <a:graphicFrameLocks noChangeAspect="1"/>
          </p:cNvGraphicFramePr>
          <p:nvPr/>
        </p:nvGraphicFramePr>
        <p:xfrm>
          <a:off x="373380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1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90" name="Object 26"/>
          <p:cNvGraphicFramePr>
            <a:graphicFrameLocks noChangeAspect="1"/>
          </p:cNvGraphicFramePr>
          <p:nvPr/>
        </p:nvGraphicFramePr>
        <p:xfrm>
          <a:off x="7461250" y="37401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2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7401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91" name="Object 27"/>
          <p:cNvGraphicFramePr>
            <a:graphicFrameLocks noChangeAspect="1"/>
          </p:cNvGraphicFramePr>
          <p:nvPr/>
        </p:nvGraphicFramePr>
        <p:xfrm>
          <a:off x="457200" y="47355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3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7355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92" name="Object 28"/>
          <p:cNvGraphicFramePr>
            <a:graphicFrameLocks noChangeAspect="1"/>
          </p:cNvGraphicFramePr>
          <p:nvPr/>
        </p:nvGraphicFramePr>
        <p:xfrm>
          <a:off x="24384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4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93" name="Object 29"/>
          <p:cNvGraphicFramePr>
            <a:graphicFrameLocks noChangeAspect="1"/>
          </p:cNvGraphicFramePr>
          <p:nvPr/>
        </p:nvGraphicFramePr>
        <p:xfrm>
          <a:off x="6400800" y="48069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5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8069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94" name="Object 30"/>
          <p:cNvGraphicFramePr>
            <a:graphicFrameLocks noChangeAspect="1"/>
          </p:cNvGraphicFramePr>
          <p:nvPr/>
        </p:nvGraphicFramePr>
        <p:xfrm>
          <a:off x="49530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6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95" name="Object 31"/>
          <p:cNvGraphicFramePr>
            <a:graphicFrameLocks noChangeAspect="1"/>
          </p:cNvGraphicFramePr>
          <p:nvPr/>
        </p:nvGraphicFramePr>
        <p:xfrm>
          <a:off x="7442200" y="49593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7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9593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96" name="Object 32"/>
          <p:cNvGraphicFramePr>
            <a:graphicFrameLocks noChangeAspect="1"/>
          </p:cNvGraphicFramePr>
          <p:nvPr/>
        </p:nvGraphicFramePr>
        <p:xfrm>
          <a:off x="37084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8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4097" name="Oval 33"/>
          <p:cNvSpPr>
            <a:spLocks noChangeArrowheads="1"/>
          </p:cNvSpPr>
          <p:nvPr/>
        </p:nvSpPr>
        <p:spPr bwMode="auto">
          <a:xfrm>
            <a:off x="4648200" y="328295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4098" name="Oval 34"/>
          <p:cNvSpPr>
            <a:spLocks noChangeArrowheads="1"/>
          </p:cNvSpPr>
          <p:nvPr/>
        </p:nvSpPr>
        <p:spPr bwMode="auto">
          <a:xfrm>
            <a:off x="6019800" y="457835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84099" name="Object 35"/>
          <p:cNvGraphicFramePr>
            <a:graphicFrameLocks noChangeAspect="1"/>
          </p:cNvGraphicFramePr>
          <p:nvPr/>
        </p:nvGraphicFramePr>
        <p:xfrm>
          <a:off x="3048000" y="5791200"/>
          <a:ext cx="3048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59" name="Equation" r:id="rId44" imgW="3047760" imgH="711000" progId="Equation.3">
                  <p:embed/>
                </p:oleObj>
              </mc:Choice>
              <mc:Fallback>
                <p:oleObj name="Equation" r:id="rId44" imgW="3047760" imgH="7110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91200"/>
                        <a:ext cx="30480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2A5A-C2FF-44A2-AE37-9DFEA67033E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85090" name="Text Box 2"/>
          <p:cNvSpPr txBox="1">
            <a:spLocks noChangeArrowheads="1"/>
          </p:cNvSpPr>
          <p:nvPr/>
        </p:nvSpPr>
        <p:spPr bwMode="auto">
          <a:xfrm>
            <a:off x="517525" y="939800"/>
            <a:ext cx="4322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Consider the language</a:t>
            </a:r>
          </a:p>
        </p:txBody>
      </p:sp>
      <p:graphicFrame>
        <p:nvGraphicFramePr>
          <p:cNvPr id="1041408" name="Object 0"/>
          <p:cNvGraphicFramePr>
            <a:graphicFrameLocks noChangeAspect="1"/>
          </p:cNvGraphicFramePr>
          <p:nvPr/>
        </p:nvGraphicFramePr>
        <p:xfrm>
          <a:off x="2286000" y="23622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18" name="Equation" r:id="rId3" imgW="4241520" imgH="736560" progId="Equation.3">
                  <p:embed/>
                </p:oleObj>
              </mc:Choice>
              <mc:Fallback>
                <p:oleObj name="Equation" r:id="rId3" imgW="4241520" imgH="7365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3622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409" name="Object 1"/>
          <p:cNvGraphicFramePr>
            <a:graphicFrameLocks noChangeAspect="1"/>
          </p:cNvGraphicFramePr>
          <p:nvPr/>
        </p:nvGraphicFramePr>
        <p:xfrm>
          <a:off x="457200" y="5456238"/>
          <a:ext cx="3032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19" name="Equation" r:id="rId5" imgW="304560" imgH="431640" progId="Equation.3">
                  <p:embed/>
                </p:oleObj>
              </mc:Choice>
              <mc:Fallback>
                <p:oleObj name="Equation" r:id="rId5" imgW="304560" imgH="4316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456238"/>
                        <a:ext cx="303213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410" name="Object 2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20" name="Equation" r:id="rId7" imgW="228600" imgH="520560" progId="Equation.3">
                  <p:embed/>
                </p:oleObj>
              </mc:Choice>
              <mc:Fallback>
                <p:oleObj name="Equation" r:id="rId7" imgW="22860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094" name="Text Box 6"/>
          <p:cNvSpPr txBox="1">
            <a:spLocks noChangeArrowheads="1"/>
          </p:cNvSpPr>
          <p:nvPr/>
        </p:nvSpPr>
        <p:spPr bwMode="auto">
          <a:xfrm>
            <a:off x="760414" y="5410200"/>
            <a:ext cx="8874014" cy="5847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consists of all </a:t>
            </a:r>
            <a:r>
              <a:rPr lang="en-US" i="1" dirty="0" err="1">
                <a:solidFill>
                  <a:schemeClr val="tx1"/>
                </a:solidFill>
              </a:rPr>
              <a:t>a</a:t>
            </a:r>
            <a:r>
              <a:rPr lang="en-US" i="1" baseline="30000" dirty="0" err="1">
                <a:solidFill>
                  <a:schemeClr val="tx1"/>
                </a:solidFill>
              </a:rPr>
              <a:t>i</a:t>
            </a:r>
            <a:r>
              <a:rPr lang="en-US" dirty="0"/>
              <a:t> ‘s with a </a:t>
            </a:r>
            <a:r>
              <a:rPr lang="en-US" dirty="0">
                <a:solidFill>
                  <a:schemeClr val="tx1"/>
                </a:solidFill>
              </a:rPr>
              <a:t>0’s</a:t>
            </a:r>
            <a:r>
              <a:rPr lang="en-US" dirty="0"/>
              <a:t> in the diagonal</a:t>
            </a:r>
          </a:p>
        </p:txBody>
      </p:sp>
      <p:graphicFrame>
        <p:nvGraphicFramePr>
          <p:cNvPr id="1041411" name="Object 3"/>
          <p:cNvGraphicFramePr>
            <a:graphicFrameLocks noChangeAspect="1"/>
          </p:cNvGraphicFramePr>
          <p:nvPr/>
        </p:nvGraphicFramePr>
        <p:xfrm>
          <a:off x="2286000" y="38100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21" name="Equation" r:id="rId9" imgW="4241520" imgH="736560" progId="Equation.3">
                  <p:embed/>
                </p:oleObj>
              </mc:Choice>
              <mc:Fallback>
                <p:oleObj name="Equation" r:id="rId9" imgW="4241520" imgH="7365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100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412" name="Object 4"/>
          <p:cNvGraphicFramePr>
            <a:graphicFrameLocks noChangeAspect="1"/>
          </p:cNvGraphicFramePr>
          <p:nvPr/>
        </p:nvGraphicFramePr>
        <p:xfrm>
          <a:off x="5245100" y="971550"/>
          <a:ext cx="3286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22" name="Equation" r:id="rId11" imgW="330120" imgH="469800" progId="Equation.3">
                  <p:embed/>
                </p:oleObj>
              </mc:Choice>
              <mc:Fallback>
                <p:oleObj name="Equation" r:id="rId11" imgW="330120" imgH="469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971550"/>
                        <a:ext cx="328613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5AA4B-64B9-4C62-BAA2-CAC3589918A5}" type="slidenum">
              <a:rPr lang="en-US" altLang="en-US"/>
              <a:pPr/>
              <a:t>17</a:t>
            </a:fld>
            <a:endParaRPr lang="en-US" altLang="en-US"/>
          </a:p>
        </p:txBody>
      </p:sp>
      <p:graphicFrame>
        <p:nvGraphicFramePr>
          <p:cNvPr id="986114" name="Object 2"/>
          <p:cNvGraphicFramePr>
            <a:graphicFrameLocks noChangeAspect="1"/>
          </p:cNvGraphicFramePr>
          <p:nvPr/>
        </p:nvGraphicFramePr>
        <p:xfrm>
          <a:off x="2438400" y="22860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78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15" name="Object 3"/>
          <p:cNvGraphicFramePr>
            <a:graphicFrameLocks noChangeAspect="1"/>
          </p:cNvGraphicFramePr>
          <p:nvPr/>
        </p:nvGraphicFramePr>
        <p:xfrm>
          <a:off x="3581400" y="234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79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34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16" name="Object 4"/>
          <p:cNvGraphicFramePr>
            <a:graphicFrameLocks noChangeAspect="1"/>
          </p:cNvGraphicFramePr>
          <p:nvPr/>
        </p:nvGraphicFramePr>
        <p:xfrm>
          <a:off x="5029200" y="2349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0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349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17" name="Object 5"/>
          <p:cNvGraphicFramePr>
            <a:graphicFrameLocks noChangeAspect="1"/>
          </p:cNvGraphicFramePr>
          <p:nvPr/>
        </p:nvGraphicFramePr>
        <p:xfrm>
          <a:off x="6324600" y="234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1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34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18" name="Object 6"/>
          <p:cNvGraphicFramePr>
            <a:graphicFrameLocks noChangeAspect="1"/>
          </p:cNvGraphicFramePr>
          <p:nvPr/>
        </p:nvGraphicFramePr>
        <p:xfrm>
          <a:off x="558800" y="13763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2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3763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19" name="Object 7"/>
          <p:cNvGraphicFramePr>
            <a:graphicFrameLocks noChangeAspect="1"/>
          </p:cNvGraphicFramePr>
          <p:nvPr/>
        </p:nvGraphicFramePr>
        <p:xfrm>
          <a:off x="7467600" y="609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3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609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0" name="Object 8"/>
          <p:cNvGraphicFramePr>
            <a:graphicFrameLocks noChangeAspect="1"/>
          </p:cNvGraphicFramePr>
          <p:nvPr/>
        </p:nvGraphicFramePr>
        <p:xfrm>
          <a:off x="2540000" y="144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4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44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1" name="Object 9"/>
          <p:cNvGraphicFramePr>
            <a:graphicFrameLocks noChangeAspect="1"/>
          </p:cNvGraphicFramePr>
          <p:nvPr/>
        </p:nvGraphicFramePr>
        <p:xfrm>
          <a:off x="3733800" y="1454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5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454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2" name="Object 10"/>
          <p:cNvGraphicFramePr>
            <a:graphicFrameLocks noChangeAspect="1"/>
          </p:cNvGraphicFramePr>
          <p:nvPr/>
        </p:nvGraphicFramePr>
        <p:xfrm>
          <a:off x="6400800" y="1454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6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454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3" name="Object 11"/>
          <p:cNvGraphicFramePr>
            <a:graphicFrameLocks noChangeAspect="1"/>
          </p:cNvGraphicFramePr>
          <p:nvPr/>
        </p:nvGraphicFramePr>
        <p:xfrm>
          <a:off x="4953000" y="1454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7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454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24" name="Line 12"/>
          <p:cNvSpPr>
            <a:spLocks noChangeShapeType="1"/>
          </p:cNvSpPr>
          <p:nvPr/>
        </p:nvSpPr>
        <p:spPr bwMode="auto">
          <a:xfrm>
            <a:off x="457200" y="9906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86125" name="Object 13"/>
          <p:cNvGraphicFramePr>
            <a:graphicFrameLocks noChangeAspect="1"/>
          </p:cNvGraphicFramePr>
          <p:nvPr/>
        </p:nvGraphicFramePr>
        <p:xfrm>
          <a:off x="7518400" y="1606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8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606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6" name="Object 14"/>
          <p:cNvGraphicFramePr>
            <a:graphicFrameLocks noChangeAspect="1"/>
          </p:cNvGraphicFramePr>
          <p:nvPr/>
        </p:nvGraphicFramePr>
        <p:xfrm>
          <a:off x="457200" y="24495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89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495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7" name="Object 15"/>
          <p:cNvGraphicFramePr>
            <a:graphicFrameLocks noChangeAspect="1"/>
          </p:cNvGraphicFramePr>
          <p:nvPr/>
        </p:nvGraphicFramePr>
        <p:xfrm>
          <a:off x="457200" y="35115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0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115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28" name="Line 16"/>
          <p:cNvSpPr>
            <a:spLocks noChangeShapeType="1"/>
          </p:cNvSpPr>
          <p:nvPr/>
        </p:nvSpPr>
        <p:spPr bwMode="auto">
          <a:xfrm>
            <a:off x="1879600" y="3873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86129" name="Object 17"/>
          <p:cNvGraphicFramePr>
            <a:graphicFrameLocks noChangeAspect="1"/>
          </p:cNvGraphicFramePr>
          <p:nvPr/>
        </p:nvGraphicFramePr>
        <p:xfrm>
          <a:off x="3613150" y="24447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1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4447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0" name="Object 18"/>
          <p:cNvGraphicFramePr>
            <a:graphicFrameLocks noChangeAspect="1"/>
          </p:cNvGraphicFramePr>
          <p:nvPr/>
        </p:nvGraphicFramePr>
        <p:xfrm>
          <a:off x="2546350" y="2444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2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444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1" name="Object 19"/>
          <p:cNvGraphicFramePr>
            <a:graphicFrameLocks noChangeAspect="1"/>
          </p:cNvGraphicFramePr>
          <p:nvPr/>
        </p:nvGraphicFramePr>
        <p:xfrm>
          <a:off x="4984750" y="24447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3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4447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2" name="Object 20"/>
          <p:cNvGraphicFramePr>
            <a:graphicFrameLocks noChangeAspect="1"/>
          </p:cNvGraphicFramePr>
          <p:nvPr/>
        </p:nvGraphicFramePr>
        <p:xfrm>
          <a:off x="6356350" y="2444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4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444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3" name="Object 21"/>
          <p:cNvGraphicFramePr>
            <a:graphicFrameLocks noChangeAspect="1"/>
          </p:cNvGraphicFramePr>
          <p:nvPr/>
        </p:nvGraphicFramePr>
        <p:xfrm>
          <a:off x="7473950" y="25971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5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5971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4" name="Object 22"/>
          <p:cNvGraphicFramePr>
            <a:graphicFrameLocks noChangeAspect="1"/>
          </p:cNvGraphicFramePr>
          <p:nvPr/>
        </p:nvGraphicFramePr>
        <p:xfrm>
          <a:off x="2457450" y="35877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6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5877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5" name="Object 23"/>
          <p:cNvGraphicFramePr>
            <a:graphicFrameLocks noChangeAspect="1"/>
          </p:cNvGraphicFramePr>
          <p:nvPr/>
        </p:nvGraphicFramePr>
        <p:xfrm>
          <a:off x="497205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7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6" name="Object 24"/>
          <p:cNvGraphicFramePr>
            <a:graphicFrameLocks noChangeAspect="1"/>
          </p:cNvGraphicFramePr>
          <p:nvPr/>
        </p:nvGraphicFramePr>
        <p:xfrm>
          <a:off x="641985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8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7" name="Object 25"/>
          <p:cNvGraphicFramePr>
            <a:graphicFrameLocks noChangeAspect="1"/>
          </p:cNvGraphicFramePr>
          <p:nvPr/>
        </p:nvGraphicFramePr>
        <p:xfrm>
          <a:off x="373380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99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8" name="Object 26"/>
          <p:cNvGraphicFramePr>
            <a:graphicFrameLocks noChangeAspect="1"/>
          </p:cNvGraphicFramePr>
          <p:nvPr/>
        </p:nvGraphicFramePr>
        <p:xfrm>
          <a:off x="7461250" y="37401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0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7401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9" name="Object 27"/>
          <p:cNvGraphicFramePr>
            <a:graphicFrameLocks noChangeAspect="1"/>
          </p:cNvGraphicFramePr>
          <p:nvPr/>
        </p:nvGraphicFramePr>
        <p:xfrm>
          <a:off x="457200" y="47355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1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7355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40" name="Object 28"/>
          <p:cNvGraphicFramePr>
            <a:graphicFrameLocks noChangeAspect="1"/>
          </p:cNvGraphicFramePr>
          <p:nvPr/>
        </p:nvGraphicFramePr>
        <p:xfrm>
          <a:off x="24384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2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41" name="Object 29"/>
          <p:cNvGraphicFramePr>
            <a:graphicFrameLocks noChangeAspect="1"/>
          </p:cNvGraphicFramePr>
          <p:nvPr/>
        </p:nvGraphicFramePr>
        <p:xfrm>
          <a:off x="6400800" y="48069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3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8069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42" name="Object 30"/>
          <p:cNvGraphicFramePr>
            <a:graphicFrameLocks noChangeAspect="1"/>
          </p:cNvGraphicFramePr>
          <p:nvPr/>
        </p:nvGraphicFramePr>
        <p:xfrm>
          <a:off x="49530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4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43" name="Object 31"/>
          <p:cNvGraphicFramePr>
            <a:graphicFrameLocks noChangeAspect="1"/>
          </p:cNvGraphicFramePr>
          <p:nvPr/>
        </p:nvGraphicFramePr>
        <p:xfrm>
          <a:off x="7442200" y="49593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5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9593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44" name="Object 32"/>
          <p:cNvGraphicFramePr>
            <a:graphicFrameLocks noChangeAspect="1"/>
          </p:cNvGraphicFramePr>
          <p:nvPr/>
        </p:nvGraphicFramePr>
        <p:xfrm>
          <a:off x="37084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6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45" name="Oval 33"/>
          <p:cNvSpPr>
            <a:spLocks noChangeArrowheads="1"/>
          </p:cNvSpPr>
          <p:nvPr/>
        </p:nvSpPr>
        <p:spPr bwMode="auto">
          <a:xfrm>
            <a:off x="2209800" y="12192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6146" name="Oval 34"/>
          <p:cNvSpPr>
            <a:spLocks noChangeArrowheads="1"/>
          </p:cNvSpPr>
          <p:nvPr/>
        </p:nvSpPr>
        <p:spPr bwMode="auto">
          <a:xfrm>
            <a:off x="3352800" y="22098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86147" name="Object 35"/>
          <p:cNvGraphicFramePr>
            <a:graphicFrameLocks noChangeAspect="1"/>
          </p:cNvGraphicFramePr>
          <p:nvPr/>
        </p:nvGraphicFramePr>
        <p:xfrm>
          <a:off x="3048000" y="5715000"/>
          <a:ext cx="2997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07" name="Equation" r:id="rId44" imgW="2997000" imgH="711000" progId="Equation.3">
                  <p:embed/>
                </p:oleObj>
              </mc:Choice>
              <mc:Fallback>
                <p:oleObj name="Equation" r:id="rId44" imgW="2997000" imgH="7110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15000"/>
                        <a:ext cx="29972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0DC4-5A47-4C12-8AF2-A2AA616C2453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87138" name="Text Box 2"/>
          <p:cNvSpPr txBox="1">
            <a:spLocks noChangeArrowheads="1"/>
          </p:cNvSpPr>
          <p:nvPr/>
        </p:nvSpPr>
        <p:spPr bwMode="auto">
          <a:xfrm>
            <a:off x="0" y="2286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987139" name="Text Box 3"/>
          <p:cNvSpPr txBox="1">
            <a:spLocks noChangeArrowheads="1"/>
          </p:cNvSpPr>
          <p:nvPr/>
        </p:nvSpPr>
        <p:spPr bwMode="auto">
          <a:xfrm>
            <a:off x="457200" y="990600"/>
            <a:ext cx="8429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       is not recursively enumerable</a:t>
            </a:r>
          </a:p>
        </p:txBody>
      </p:sp>
      <p:graphicFrame>
        <p:nvGraphicFramePr>
          <p:cNvPr id="1042432" name="Object 1024"/>
          <p:cNvGraphicFramePr>
            <a:graphicFrameLocks noChangeAspect="1"/>
          </p:cNvGraphicFramePr>
          <p:nvPr/>
        </p:nvGraphicFramePr>
        <p:xfrm>
          <a:off x="2593975" y="1022350"/>
          <a:ext cx="3286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34" name="Equation" r:id="rId3" imgW="330120" imgH="469800" progId="Equation.3">
                  <p:embed/>
                </p:oleObj>
              </mc:Choice>
              <mc:Fallback>
                <p:oleObj name="Equation" r:id="rId3" imgW="330120" imgH="46980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1022350"/>
                        <a:ext cx="328613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709F-66E8-4E8E-AD66-64598654FDDB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988162" name="Text Box 2"/>
          <p:cNvSpPr txBox="1">
            <a:spLocks noChangeArrowheads="1"/>
          </p:cNvSpPr>
          <p:nvPr/>
        </p:nvSpPr>
        <p:spPr bwMode="auto">
          <a:xfrm>
            <a:off x="0" y="2286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988163" name="Text Box 3"/>
          <p:cNvSpPr txBox="1">
            <a:spLocks noChangeArrowheads="1"/>
          </p:cNvSpPr>
          <p:nvPr/>
        </p:nvSpPr>
        <p:spPr bwMode="auto">
          <a:xfrm>
            <a:off x="685800" y="1828800"/>
            <a:ext cx="5726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      is recursively enumerable</a:t>
            </a:r>
          </a:p>
        </p:txBody>
      </p:sp>
      <p:graphicFrame>
        <p:nvGraphicFramePr>
          <p:cNvPr id="988164" name="Object 4"/>
          <p:cNvGraphicFramePr>
            <a:graphicFrameLocks noChangeAspect="1"/>
          </p:cNvGraphicFramePr>
          <p:nvPr/>
        </p:nvGraphicFramePr>
        <p:xfrm>
          <a:off x="838200" y="1828800"/>
          <a:ext cx="327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74" name="Equation" r:id="rId3" imgW="330120" imgH="469800" progId="Equation.3">
                  <p:embed/>
                </p:oleObj>
              </mc:Choice>
              <mc:Fallback>
                <p:oleObj name="Equation" r:id="rId3" imgW="330120" imgH="469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327025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8165" name="Text Box 5"/>
          <p:cNvSpPr txBox="1">
            <a:spLocks noChangeArrowheads="1"/>
          </p:cNvSpPr>
          <p:nvPr/>
        </p:nvSpPr>
        <p:spPr bwMode="auto">
          <a:xfrm>
            <a:off x="746125" y="1092200"/>
            <a:ext cx="6086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Assume for contradiction that </a:t>
            </a:r>
          </a:p>
        </p:txBody>
      </p:sp>
      <p:sp>
        <p:nvSpPr>
          <p:cNvPr id="988166" name="Text Box 6"/>
          <p:cNvSpPr txBox="1">
            <a:spLocks noChangeArrowheads="1"/>
          </p:cNvSpPr>
          <p:nvPr/>
        </p:nvSpPr>
        <p:spPr bwMode="auto">
          <a:xfrm>
            <a:off x="685800" y="4191000"/>
            <a:ext cx="61769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must exist some machine</a:t>
            </a:r>
          </a:p>
          <a:p>
            <a:r>
              <a:rPr lang="en-US"/>
              <a:t>that accepts </a:t>
            </a:r>
          </a:p>
        </p:txBody>
      </p:sp>
      <p:graphicFrame>
        <p:nvGraphicFramePr>
          <p:cNvPr id="988167" name="Object 7"/>
          <p:cNvGraphicFramePr>
            <a:graphicFrameLocks noChangeAspect="1"/>
          </p:cNvGraphicFramePr>
          <p:nvPr/>
        </p:nvGraphicFramePr>
        <p:xfrm>
          <a:off x="7070725" y="4216400"/>
          <a:ext cx="735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75" name="Equation" r:id="rId5" imgW="736560" imgH="583920" progId="Equation.3">
                  <p:embed/>
                </p:oleObj>
              </mc:Choice>
              <mc:Fallback>
                <p:oleObj name="Equation" r:id="rId5" imgW="736560" imgH="5839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725" y="4216400"/>
                        <a:ext cx="735013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8" name="Object 8"/>
          <p:cNvGraphicFramePr>
            <a:graphicFrameLocks noChangeAspect="1"/>
          </p:cNvGraphicFramePr>
          <p:nvPr/>
        </p:nvGraphicFramePr>
        <p:xfrm>
          <a:off x="3432175" y="4832350"/>
          <a:ext cx="3286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76" name="Equation" r:id="rId7" imgW="330120" imgH="469800" progId="Equation.3">
                  <p:embed/>
                </p:oleObj>
              </mc:Choice>
              <mc:Fallback>
                <p:oleObj name="Equation" r:id="rId7" imgW="330120" imgH="4698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4832350"/>
                        <a:ext cx="328613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9" name="Object 9"/>
          <p:cNvGraphicFramePr>
            <a:graphicFrameLocks noChangeAspect="1"/>
          </p:cNvGraphicFramePr>
          <p:nvPr/>
        </p:nvGraphicFramePr>
        <p:xfrm>
          <a:off x="2971800" y="5867400"/>
          <a:ext cx="2273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77" name="Equation" r:id="rId8" imgW="2273040" imgH="609480" progId="Equation.3">
                  <p:embed/>
                </p:oleObj>
              </mc:Choice>
              <mc:Fallback>
                <p:oleObj name="Equation" r:id="rId8" imgW="2273040" imgH="609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867400"/>
                        <a:ext cx="22733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7B118-6467-4409-9505-D7D917C5884A}" type="slidenum">
              <a:rPr lang="en-US" altLang="en-US"/>
              <a:pPr/>
              <a:t>20</a:t>
            </a:fld>
            <a:endParaRPr lang="en-US" altLang="en-US"/>
          </a:p>
        </p:txBody>
      </p:sp>
      <p:graphicFrame>
        <p:nvGraphicFramePr>
          <p:cNvPr id="989186" name="Object 2"/>
          <p:cNvGraphicFramePr>
            <a:graphicFrameLocks noChangeAspect="1"/>
          </p:cNvGraphicFramePr>
          <p:nvPr/>
        </p:nvGraphicFramePr>
        <p:xfrm>
          <a:off x="2438400" y="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1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87" name="Object 3"/>
          <p:cNvGraphicFramePr>
            <a:graphicFrameLocks noChangeAspect="1"/>
          </p:cNvGraphicFramePr>
          <p:nvPr/>
        </p:nvGraphicFramePr>
        <p:xfrm>
          <a:off x="35814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2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88" name="Object 4"/>
          <p:cNvGraphicFramePr>
            <a:graphicFrameLocks noChangeAspect="1"/>
          </p:cNvGraphicFramePr>
          <p:nvPr/>
        </p:nvGraphicFramePr>
        <p:xfrm>
          <a:off x="5029200" y="63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3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3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89" name="Object 5"/>
          <p:cNvGraphicFramePr>
            <a:graphicFrameLocks noChangeAspect="1"/>
          </p:cNvGraphicFramePr>
          <p:nvPr/>
        </p:nvGraphicFramePr>
        <p:xfrm>
          <a:off x="63246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4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0" name="Object 6"/>
          <p:cNvGraphicFramePr>
            <a:graphicFrameLocks noChangeAspect="1"/>
          </p:cNvGraphicFramePr>
          <p:nvPr/>
        </p:nvGraphicFramePr>
        <p:xfrm>
          <a:off x="558800" y="11477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5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1477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1" name="Object 7"/>
          <p:cNvGraphicFramePr>
            <a:graphicFrameLocks noChangeAspect="1"/>
          </p:cNvGraphicFramePr>
          <p:nvPr/>
        </p:nvGraphicFramePr>
        <p:xfrm>
          <a:off x="7467600" y="381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6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2" name="Object 8"/>
          <p:cNvGraphicFramePr>
            <a:graphicFrameLocks noChangeAspect="1"/>
          </p:cNvGraphicFramePr>
          <p:nvPr/>
        </p:nvGraphicFramePr>
        <p:xfrm>
          <a:off x="2540000" y="12192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7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2192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3" name="Object 9"/>
          <p:cNvGraphicFramePr>
            <a:graphicFrameLocks noChangeAspect="1"/>
          </p:cNvGraphicFramePr>
          <p:nvPr/>
        </p:nvGraphicFramePr>
        <p:xfrm>
          <a:off x="3733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8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4" name="Object 10"/>
          <p:cNvGraphicFramePr>
            <a:graphicFrameLocks noChangeAspect="1"/>
          </p:cNvGraphicFramePr>
          <p:nvPr/>
        </p:nvGraphicFramePr>
        <p:xfrm>
          <a:off x="6400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59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5" name="Object 11"/>
          <p:cNvGraphicFramePr>
            <a:graphicFrameLocks noChangeAspect="1"/>
          </p:cNvGraphicFramePr>
          <p:nvPr/>
        </p:nvGraphicFramePr>
        <p:xfrm>
          <a:off x="4953000" y="1225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0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25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9196" name="Line 12"/>
          <p:cNvSpPr>
            <a:spLocks noChangeShapeType="1"/>
          </p:cNvSpPr>
          <p:nvPr/>
        </p:nvSpPr>
        <p:spPr bwMode="auto">
          <a:xfrm>
            <a:off x="457200" y="7620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89197" name="Object 13"/>
          <p:cNvGraphicFramePr>
            <a:graphicFrameLocks noChangeAspect="1"/>
          </p:cNvGraphicFramePr>
          <p:nvPr/>
        </p:nvGraphicFramePr>
        <p:xfrm>
          <a:off x="7518400" y="13779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1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3779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8" name="Object 14"/>
          <p:cNvGraphicFramePr>
            <a:graphicFrameLocks noChangeAspect="1"/>
          </p:cNvGraphicFramePr>
          <p:nvPr/>
        </p:nvGraphicFramePr>
        <p:xfrm>
          <a:off x="457200" y="2220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2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20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9" name="Object 15"/>
          <p:cNvGraphicFramePr>
            <a:graphicFrameLocks noChangeAspect="1"/>
          </p:cNvGraphicFramePr>
          <p:nvPr/>
        </p:nvGraphicFramePr>
        <p:xfrm>
          <a:off x="457200" y="32829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3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829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9200" name="Line 16"/>
          <p:cNvSpPr>
            <a:spLocks noChangeShapeType="1"/>
          </p:cNvSpPr>
          <p:nvPr/>
        </p:nvSpPr>
        <p:spPr bwMode="auto">
          <a:xfrm>
            <a:off x="1879600" y="1587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89201" name="Object 17"/>
          <p:cNvGraphicFramePr>
            <a:graphicFrameLocks noChangeAspect="1"/>
          </p:cNvGraphicFramePr>
          <p:nvPr/>
        </p:nvGraphicFramePr>
        <p:xfrm>
          <a:off x="36131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4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2" name="Object 18"/>
          <p:cNvGraphicFramePr>
            <a:graphicFrameLocks noChangeAspect="1"/>
          </p:cNvGraphicFramePr>
          <p:nvPr/>
        </p:nvGraphicFramePr>
        <p:xfrm>
          <a:off x="254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5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3" name="Object 19"/>
          <p:cNvGraphicFramePr>
            <a:graphicFrameLocks noChangeAspect="1"/>
          </p:cNvGraphicFramePr>
          <p:nvPr/>
        </p:nvGraphicFramePr>
        <p:xfrm>
          <a:off x="49847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6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4" name="Object 20"/>
          <p:cNvGraphicFramePr>
            <a:graphicFrameLocks noChangeAspect="1"/>
          </p:cNvGraphicFramePr>
          <p:nvPr/>
        </p:nvGraphicFramePr>
        <p:xfrm>
          <a:off x="635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7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5" name="Object 21"/>
          <p:cNvGraphicFramePr>
            <a:graphicFrameLocks noChangeAspect="1"/>
          </p:cNvGraphicFramePr>
          <p:nvPr/>
        </p:nvGraphicFramePr>
        <p:xfrm>
          <a:off x="7473950" y="2368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8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368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6" name="Object 22"/>
          <p:cNvGraphicFramePr>
            <a:graphicFrameLocks noChangeAspect="1"/>
          </p:cNvGraphicFramePr>
          <p:nvPr/>
        </p:nvGraphicFramePr>
        <p:xfrm>
          <a:off x="2457450" y="3359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69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359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7" name="Object 23"/>
          <p:cNvGraphicFramePr>
            <a:graphicFrameLocks noChangeAspect="1"/>
          </p:cNvGraphicFramePr>
          <p:nvPr/>
        </p:nvGraphicFramePr>
        <p:xfrm>
          <a:off x="49720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0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8" name="Object 24"/>
          <p:cNvGraphicFramePr>
            <a:graphicFrameLocks noChangeAspect="1"/>
          </p:cNvGraphicFramePr>
          <p:nvPr/>
        </p:nvGraphicFramePr>
        <p:xfrm>
          <a:off x="64198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1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9" name="Object 25"/>
          <p:cNvGraphicFramePr>
            <a:graphicFrameLocks noChangeAspect="1"/>
          </p:cNvGraphicFramePr>
          <p:nvPr/>
        </p:nvGraphicFramePr>
        <p:xfrm>
          <a:off x="373380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2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0" name="Object 26"/>
          <p:cNvGraphicFramePr>
            <a:graphicFrameLocks noChangeAspect="1"/>
          </p:cNvGraphicFramePr>
          <p:nvPr/>
        </p:nvGraphicFramePr>
        <p:xfrm>
          <a:off x="7461250" y="3511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3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511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1" name="Object 27"/>
          <p:cNvGraphicFramePr>
            <a:graphicFrameLocks noChangeAspect="1"/>
          </p:cNvGraphicFramePr>
          <p:nvPr/>
        </p:nvGraphicFramePr>
        <p:xfrm>
          <a:off x="457200" y="4506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4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06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2" name="Object 28"/>
          <p:cNvGraphicFramePr>
            <a:graphicFrameLocks noChangeAspect="1"/>
          </p:cNvGraphicFramePr>
          <p:nvPr/>
        </p:nvGraphicFramePr>
        <p:xfrm>
          <a:off x="243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5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3" name="Object 29"/>
          <p:cNvGraphicFramePr>
            <a:graphicFrameLocks noChangeAspect="1"/>
          </p:cNvGraphicFramePr>
          <p:nvPr/>
        </p:nvGraphicFramePr>
        <p:xfrm>
          <a:off x="6400800" y="45783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6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83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4" name="Object 30"/>
          <p:cNvGraphicFramePr>
            <a:graphicFrameLocks noChangeAspect="1"/>
          </p:cNvGraphicFramePr>
          <p:nvPr/>
        </p:nvGraphicFramePr>
        <p:xfrm>
          <a:off x="49530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7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5" name="Object 31"/>
          <p:cNvGraphicFramePr>
            <a:graphicFrameLocks noChangeAspect="1"/>
          </p:cNvGraphicFramePr>
          <p:nvPr/>
        </p:nvGraphicFramePr>
        <p:xfrm>
          <a:off x="7442200" y="47307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8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7307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6" name="Object 32"/>
          <p:cNvGraphicFramePr>
            <a:graphicFrameLocks noChangeAspect="1"/>
          </p:cNvGraphicFramePr>
          <p:nvPr/>
        </p:nvGraphicFramePr>
        <p:xfrm>
          <a:off x="370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79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9217" name="Oval 33"/>
          <p:cNvSpPr>
            <a:spLocks noChangeArrowheads="1"/>
          </p:cNvSpPr>
          <p:nvPr/>
        </p:nvSpPr>
        <p:spPr bwMode="auto">
          <a:xfrm>
            <a:off x="2209800" y="9906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9218" name="Oval 34"/>
          <p:cNvSpPr>
            <a:spLocks noChangeArrowheads="1"/>
          </p:cNvSpPr>
          <p:nvPr/>
        </p:nvSpPr>
        <p:spPr bwMode="auto">
          <a:xfrm>
            <a:off x="3352800" y="19812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9219" name="Text Box 35"/>
          <p:cNvSpPr txBox="1">
            <a:spLocks noChangeArrowheads="1"/>
          </p:cNvSpPr>
          <p:nvPr/>
        </p:nvSpPr>
        <p:spPr bwMode="auto">
          <a:xfrm>
            <a:off x="228600" y="5867400"/>
            <a:ext cx="2027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Question:</a:t>
            </a:r>
          </a:p>
        </p:txBody>
      </p:sp>
      <p:graphicFrame>
        <p:nvGraphicFramePr>
          <p:cNvPr id="989220" name="Object 36"/>
          <p:cNvGraphicFramePr>
            <a:graphicFrameLocks noChangeAspect="1"/>
          </p:cNvGraphicFramePr>
          <p:nvPr/>
        </p:nvGraphicFramePr>
        <p:xfrm>
          <a:off x="2438400" y="5867400"/>
          <a:ext cx="1981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80" name="Equation" r:id="rId44" imgW="1981080" imgH="533160" progId="Equation.3">
                  <p:embed/>
                </p:oleObj>
              </mc:Choice>
              <mc:Fallback>
                <p:oleObj name="Equation" r:id="rId44" imgW="1981080" imgH="5331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867400"/>
                        <a:ext cx="1981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C4F27-6977-44F9-9FAA-DE557DE9A502}" type="slidenum">
              <a:rPr lang="en-US" altLang="en-US"/>
              <a:pPr/>
              <a:t>21</a:t>
            </a:fld>
            <a:endParaRPr lang="en-US" altLang="en-US"/>
          </a:p>
        </p:txBody>
      </p:sp>
      <p:graphicFrame>
        <p:nvGraphicFramePr>
          <p:cNvPr id="990210" name="Object 2"/>
          <p:cNvGraphicFramePr>
            <a:graphicFrameLocks noChangeAspect="1"/>
          </p:cNvGraphicFramePr>
          <p:nvPr/>
        </p:nvGraphicFramePr>
        <p:xfrm>
          <a:off x="2438400" y="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78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1" name="Object 3"/>
          <p:cNvGraphicFramePr>
            <a:graphicFrameLocks noChangeAspect="1"/>
          </p:cNvGraphicFramePr>
          <p:nvPr/>
        </p:nvGraphicFramePr>
        <p:xfrm>
          <a:off x="35814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79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2" name="Object 4"/>
          <p:cNvGraphicFramePr>
            <a:graphicFrameLocks noChangeAspect="1"/>
          </p:cNvGraphicFramePr>
          <p:nvPr/>
        </p:nvGraphicFramePr>
        <p:xfrm>
          <a:off x="5029200" y="63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0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3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3" name="Object 5"/>
          <p:cNvGraphicFramePr>
            <a:graphicFrameLocks noChangeAspect="1"/>
          </p:cNvGraphicFramePr>
          <p:nvPr/>
        </p:nvGraphicFramePr>
        <p:xfrm>
          <a:off x="63246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1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4" name="Object 6"/>
          <p:cNvGraphicFramePr>
            <a:graphicFrameLocks noChangeAspect="1"/>
          </p:cNvGraphicFramePr>
          <p:nvPr/>
        </p:nvGraphicFramePr>
        <p:xfrm>
          <a:off x="558800" y="11477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2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1477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5" name="Object 7"/>
          <p:cNvGraphicFramePr>
            <a:graphicFrameLocks noChangeAspect="1"/>
          </p:cNvGraphicFramePr>
          <p:nvPr/>
        </p:nvGraphicFramePr>
        <p:xfrm>
          <a:off x="7467600" y="381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3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6" name="Object 8"/>
          <p:cNvGraphicFramePr>
            <a:graphicFrameLocks noChangeAspect="1"/>
          </p:cNvGraphicFramePr>
          <p:nvPr/>
        </p:nvGraphicFramePr>
        <p:xfrm>
          <a:off x="2540000" y="12192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4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2192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7" name="Object 9"/>
          <p:cNvGraphicFramePr>
            <a:graphicFrameLocks noChangeAspect="1"/>
          </p:cNvGraphicFramePr>
          <p:nvPr/>
        </p:nvGraphicFramePr>
        <p:xfrm>
          <a:off x="3733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5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8" name="Object 10"/>
          <p:cNvGraphicFramePr>
            <a:graphicFrameLocks noChangeAspect="1"/>
          </p:cNvGraphicFramePr>
          <p:nvPr/>
        </p:nvGraphicFramePr>
        <p:xfrm>
          <a:off x="6400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6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9" name="Object 11"/>
          <p:cNvGraphicFramePr>
            <a:graphicFrameLocks noChangeAspect="1"/>
          </p:cNvGraphicFramePr>
          <p:nvPr/>
        </p:nvGraphicFramePr>
        <p:xfrm>
          <a:off x="4953000" y="1225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7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25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20" name="Line 12"/>
          <p:cNvSpPr>
            <a:spLocks noChangeShapeType="1"/>
          </p:cNvSpPr>
          <p:nvPr/>
        </p:nvSpPr>
        <p:spPr bwMode="auto">
          <a:xfrm>
            <a:off x="457200" y="7620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90221" name="Object 13"/>
          <p:cNvGraphicFramePr>
            <a:graphicFrameLocks noChangeAspect="1"/>
          </p:cNvGraphicFramePr>
          <p:nvPr/>
        </p:nvGraphicFramePr>
        <p:xfrm>
          <a:off x="7518400" y="13779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8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3779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22" name="Object 14"/>
          <p:cNvGraphicFramePr>
            <a:graphicFrameLocks noChangeAspect="1"/>
          </p:cNvGraphicFramePr>
          <p:nvPr/>
        </p:nvGraphicFramePr>
        <p:xfrm>
          <a:off x="457200" y="2220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89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20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23" name="Object 15"/>
          <p:cNvGraphicFramePr>
            <a:graphicFrameLocks noChangeAspect="1"/>
          </p:cNvGraphicFramePr>
          <p:nvPr/>
        </p:nvGraphicFramePr>
        <p:xfrm>
          <a:off x="457200" y="32829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0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829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24" name="Line 16"/>
          <p:cNvSpPr>
            <a:spLocks noChangeShapeType="1"/>
          </p:cNvSpPr>
          <p:nvPr/>
        </p:nvSpPr>
        <p:spPr bwMode="auto">
          <a:xfrm>
            <a:off x="1879600" y="1587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90225" name="Object 17"/>
          <p:cNvGraphicFramePr>
            <a:graphicFrameLocks noChangeAspect="1"/>
          </p:cNvGraphicFramePr>
          <p:nvPr/>
        </p:nvGraphicFramePr>
        <p:xfrm>
          <a:off x="36131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1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26" name="Object 18"/>
          <p:cNvGraphicFramePr>
            <a:graphicFrameLocks noChangeAspect="1"/>
          </p:cNvGraphicFramePr>
          <p:nvPr/>
        </p:nvGraphicFramePr>
        <p:xfrm>
          <a:off x="254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2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27" name="Object 19"/>
          <p:cNvGraphicFramePr>
            <a:graphicFrameLocks noChangeAspect="1"/>
          </p:cNvGraphicFramePr>
          <p:nvPr/>
        </p:nvGraphicFramePr>
        <p:xfrm>
          <a:off x="49847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3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28" name="Object 20"/>
          <p:cNvGraphicFramePr>
            <a:graphicFrameLocks noChangeAspect="1"/>
          </p:cNvGraphicFramePr>
          <p:nvPr/>
        </p:nvGraphicFramePr>
        <p:xfrm>
          <a:off x="635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4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29" name="Object 21"/>
          <p:cNvGraphicFramePr>
            <a:graphicFrameLocks noChangeAspect="1"/>
          </p:cNvGraphicFramePr>
          <p:nvPr/>
        </p:nvGraphicFramePr>
        <p:xfrm>
          <a:off x="7473950" y="2368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5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368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0" name="Object 22"/>
          <p:cNvGraphicFramePr>
            <a:graphicFrameLocks noChangeAspect="1"/>
          </p:cNvGraphicFramePr>
          <p:nvPr/>
        </p:nvGraphicFramePr>
        <p:xfrm>
          <a:off x="2457450" y="3359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6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359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1" name="Object 23"/>
          <p:cNvGraphicFramePr>
            <a:graphicFrameLocks noChangeAspect="1"/>
          </p:cNvGraphicFramePr>
          <p:nvPr/>
        </p:nvGraphicFramePr>
        <p:xfrm>
          <a:off x="49720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7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2" name="Object 24"/>
          <p:cNvGraphicFramePr>
            <a:graphicFrameLocks noChangeAspect="1"/>
          </p:cNvGraphicFramePr>
          <p:nvPr/>
        </p:nvGraphicFramePr>
        <p:xfrm>
          <a:off x="64198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8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3" name="Object 25"/>
          <p:cNvGraphicFramePr>
            <a:graphicFrameLocks noChangeAspect="1"/>
          </p:cNvGraphicFramePr>
          <p:nvPr/>
        </p:nvGraphicFramePr>
        <p:xfrm>
          <a:off x="373380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99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4" name="Object 26"/>
          <p:cNvGraphicFramePr>
            <a:graphicFrameLocks noChangeAspect="1"/>
          </p:cNvGraphicFramePr>
          <p:nvPr/>
        </p:nvGraphicFramePr>
        <p:xfrm>
          <a:off x="7461250" y="3511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0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511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5" name="Object 27"/>
          <p:cNvGraphicFramePr>
            <a:graphicFrameLocks noChangeAspect="1"/>
          </p:cNvGraphicFramePr>
          <p:nvPr/>
        </p:nvGraphicFramePr>
        <p:xfrm>
          <a:off x="457200" y="4506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1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06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6" name="Object 28"/>
          <p:cNvGraphicFramePr>
            <a:graphicFrameLocks noChangeAspect="1"/>
          </p:cNvGraphicFramePr>
          <p:nvPr/>
        </p:nvGraphicFramePr>
        <p:xfrm>
          <a:off x="243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2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7" name="Object 29"/>
          <p:cNvGraphicFramePr>
            <a:graphicFrameLocks noChangeAspect="1"/>
          </p:cNvGraphicFramePr>
          <p:nvPr/>
        </p:nvGraphicFramePr>
        <p:xfrm>
          <a:off x="6400800" y="45783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3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83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8" name="Object 30"/>
          <p:cNvGraphicFramePr>
            <a:graphicFrameLocks noChangeAspect="1"/>
          </p:cNvGraphicFramePr>
          <p:nvPr/>
        </p:nvGraphicFramePr>
        <p:xfrm>
          <a:off x="49530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4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39" name="Object 31"/>
          <p:cNvGraphicFramePr>
            <a:graphicFrameLocks noChangeAspect="1"/>
          </p:cNvGraphicFramePr>
          <p:nvPr/>
        </p:nvGraphicFramePr>
        <p:xfrm>
          <a:off x="7442200" y="47307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5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7307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40" name="Object 32"/>
          <p:cNvGraphicFramePr>
            <a:graphicFrameLocks noChangeAspect="1"/>
          </p:cNvGraphicFramePr>
          <p:nvPr/>
        </p:nvGraphicFramePr>
        <p:xfrm>
          <a:off x="370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6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41" name="Oval 33"/>
          <p:cNvSpPr>
            <a:spLocks noChangeArrowheads="1"/>
          </p:cNvSpPr>
          <p:nvPr/>
        </p:nvSpPr>
        <p:spPr bwMode="auto">
          <a:xfrm>
            <a:off x="2209800" y="9906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0242" name="Oval 34"/>
          <p:cNvSpPr>
            <a:spLocks noChangeArrowheads="1"/>
          </p:cNvSpPr>
          <p:nvPr/>
        </p:nvSpPr>
        <p:spPr bwMode="auto">
          <a:xfrm>
            <a:off x="3352800" y="19812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0243" name="Text Box 35"/>
          <p:cNvSpPr txBox="1">
            <a:spLocks noChangeArrowheads="1"/>
          </p:cNvSpPr>
          <p:nvPr/>
        </p:nvSpPr>
        <p:spPr bwMode="auto">
          <a:xfrm>
            <a:off x="0" y="57912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Answer:</a:t>
            </a:r>
          </a:p>
        </p:txBody>
      </p:sp>
      <p:graphicFrame>
        <p:nvGraphicFramePr>
          <p:cNvPr id="990244" name="Object 36"/>
          <p:cNvGraphicFramePr>
            <a:graphicFrameLocks noChangeAspect="1"/>
          </p:cNvGraphicFramePr>
          <p:nvPr/>
        </p:nvGraphicFramePr>
        <p:xfrm>
          <a:off x="2057400" y="5791200"/>
          <a:ext cx="172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7" name="Equation" r:id="rId44" imgW="1726920" imgH="533160" progId="Equation.3">
                  <p:embed/>
                </p:oleObj>
              </mc:Choice>
              <mc:Fallback>
                <p:oleObj name="Equation" r:id="rId44" imgW="1726920" imgH="5331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791200"/>
                        <a:ext cx="1727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46" name="Object 38"/>
          <p:cNvGraphicFramePr>
            <a:graphicFrameLocks noChangeAspect="1"/>
          </p:cNvGraphicFramePr>
          <p:nvPr/>
        </p:nvGraphicFramePr>
        <p:xfrm>
          <a:off x="5549900" y="5257800"/>
          <a:ext cx="21463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308" name="Equation" r:id="rId46" imgW="2145960" imgH="1523880" progId="Equation.3">
                  <p:embed/>
                </p:oleObj>
              </mc:Choice>
              <mc:Fallback>
                <p:oleObj name="Equation" r:id="rId46" imgW="2145960" imgH="152388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900" y="5257800"/>
                        <a:ext cx="2146300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839C-0DB4-4641-B894-496428114B09}" type="slidenum">
              <a:rPr lang="en-US" altLang="en-US"/>
              <a:pPr/>
              <a:t>22</a:t>
            </a:fld>
            <a:endParaRPr lang="en-US" altLang="en-US"/>
          </a:p>
        </p:txBody>
      </p:sp>
      <p:graphicFrame>
        <p:nvGraphicFramePr>
          <p:cNvPr id="991234" name="Object 2"/>
          <p:cNvGraphicFramePr>
            <a:graphicFrameLocks noChangeAspect="1"/>
          </p:cNvGraphicFramePr>
          <p:nvPr/>
        </p:nvGraphicFramePr>
        <p:xfrm>
          <a:off x="2438400" y="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299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35" name="Object 3"/>
          <p:cNvGraphicFramePr>
            <a:graphicFrameLocks noChangeAspect="1"/>
          </p:cNvGraphicFramePr>
          <p:nvPr/>
        </p:nvGraphicFramePr>
        <p:xfrm>
          <a:off x="35814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0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36" name="Object 4"/>
          <p:cNvGraphicFramePr>
            <a:graphicFrameLocks noChangeAspect="1"/>
          </p:cNvGraphicFramePr>
          <p:nvPr/>
        </p:nvGraphicFramePr>
        <p:xfrm>
          <a:off x="5029200" y="63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1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3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37" name="Object 5"/>
          <p:cNvGraphicFramePr>
            <a:graphicFrameLocks noChangeAspect="1"/>
          </p:cNvGraphicFramePr>
          <p:nvPr/>
        </p:nvGraphicFramePr>
        <p:xfrm>
          <a:off x="63246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2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38" name="Object 6"/>
          <p:cNvGraphicFramePr>
            <a:graphicFrameLocks noChangeAspect="1"/>
          </p:cNvGraphicFramePr>
          <p:nvPr/>
        </p:nvGraphicFramePr>
        <p:xfrm>
          <a:off x="558800" y="11477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3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1477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39" name="Object 7"/>
          <p:cNvGraphicFramePr>
            <a:graphicFrameLocks noChangeAspect="1"/>
          </p:cNvGraphicFramePr>
          <p:nvPr/>
        </p:nvGraphicFramePr>
        <p:xfrm>
          <a:off x="7467600" y="381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4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0" name="Object 8"/>
          <p:cNvGraphicFramePr>
            <a:graphicFrameLocks noChangeAspect="1"/>
          </p:cNvGraphicFramePr>
          <p:nvPr/>
        </p:nvGraphicFramePr>
        <p:xfrm>
          <a:off x="2540000" y="12192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5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2192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1" name="Object 9"/>
          <p:cNvGraphicFramePr>
            <a:graphicFrameLocks noChangeAspect="1"/>
          </p:cNvGraphicFramePr>
          <p:nvPr/>
        </p:nvGraphicFramePr>
        <p:xfrm>
          <a:off x="3733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6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2" name="Object 10"/>
          <p:cNvGraphicFramePr>
            <a:graphicFrameLocks noChangeAspect="1"/>
          </p:cNvGraphicFramePr>
          <p:nvPr/>
        </p:nvGraphicFramePr>
        <p:xfrm>
          <a:off x="6400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7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3" name="Object 11"/>
          <p:cNvGraphicFramePr>
            <a:graphicFrameLocks noChangeAspect="1"/>
          </p:cNvGraphicFramePr>
          <p:nvPr/>
        </p:nvGraphicFramePr>
        <p:xfrm>
          <a:off x="4953000" y="1225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8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25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44" name="Line 12"/>
          <p:cNvSpPr>
            <a:spLocks noChangeShapeType="1"/>
          </p:cNvSpPr>
          <p:nvPr/>
        </p:nvSpPr>
        <p:spPr bwMode="auto">
          <a:xfrm>
            <a:off x="457200" y="7620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91245" name="Object 13"/>
          <p:cNvGraphicFramePr>
            <a:graphicFrameLocks noChangeAspect="1"/>
          </p:cNvGraphicFramePr>
          <p:nvPr/>
        </p:nvGraphicFramePr>
        <p:xfrm>
          <a:off x="7518400" y="13779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09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3779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6" name="Object 14"/>
          <p:cNvGraphicFramePr>
            <a:graphicFrameLocks noChangeAspect="1"/>
          </p:cNvGraphicFramePr>
          <p:nvPr/>
        </p:nvGraphicFramePr>
        <p:xfrm>
          <a:off x="457200" y="2220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0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20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7" name="Object 15"/>
          <p:cNvGraphicFramePr>
            <a:graphicFrameLocks noChangeAspect="1"/>
          </p:cNvGraphicFramePr>
          <p:nvPr/>
        </p:nvGraphicFramePr>
        <p:xfrm>
          <a:off x="457200" y="32829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1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829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48" name="Line 16"/>
          <p:cNvSpPr>
            <a:spLocks noChangeShapeType="1"/>
          </p:cNvSpPr>
          <p:nvPr/>
        </p:nvSpPr>
        <p:spPr bwMode="auto">
          <a:xfrm>
            <a:off x="1879600" y="1587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91249" name="Object 17"/>
          <p:cNvGraphicFramePr>
            <a:graphicFrameLocks noChangeAspect="1"/>
          </p:cNvGraphicFramePr>
          <p:nvPr/>
        </p:nvGraphicFramePr>
        <p:xfrm>
          <a:off x="36131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2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0" name="Object 18"/>
          <p:cNvGraphicFramePr>
            <a:graphicFrameLocks noChangeAspect="1"/>
          </p:cNvGraphicFramePr>
          <p:nvPr/>
        </p:nvGraphicFramePr>
        <p:xfrm>
          <a:off x="254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3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1" name="Object 19"/>
          <p:cNvGraphicFramePr>
            <a:graphicFrameLocks noChangeAspect="1"/>
          </p:cNvGraphicFramePr>
          <p:nvPr/>
        </p:nvGraphicFramePr>
        <p:xfrm>
          <a:off x="49847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4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2" name="Object 20"/>
          <p:cNvGraphicFramePr>
            <a:graphicFrameLocks noChangeAspect="1"/>
          </p:cNvGraphicFramePr>
          <p:nvPr/>
        </p:nvGraphicFramePr>
        <p:xfrm>
          <a:off x="635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5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3" name="Object 21"/>
          <p:cNvGraphicFramePr>
            <a:graphicFrameLocks noChangeAspect="1"/>
          </p:cNvGraphicFramePr>
          <p:nvPr/>
        </p:nvGraphicFramePr>
        <p:xfrm>
          <a:off x="7473950" y="2368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6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368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4" name="Object 22"/>
          <p:cNvGraphicFramePr>
            <a:graphicFrameLocks noChangeAspect="1"/>
          </p:cNvGraphicFramePr>
          <p:nvPr/>
        </p:nvGraphicFramePr>
        <p:xfrm>
          <a:off x="2457450" y="3359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7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359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5" name="Object 23"/>
          <p:cNvGraphicFramePr>
            <a:graphicFrameLocks noChangeAspect="1"/>
          </p:cNvGraphicFramePr>
          <p:nvPr/>
        </p:nvGraphicFramePr>
        <p:xfrm>
          <a:off x="49720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8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6" name="Object 24"/>
          <p:cNvGraphicFramePr>
            <a:graphicFrameLocks noChangeAspect="1"/>
          </p:cNvGraphicFramePr>
          <p:nvPr/>
        </p:nvGraphicFramePr>
        <p:xfrm>
          <a:off x="64198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19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7" name="Object 25"/>
          <p:cNvGraphicFramePr>
            <a:graphicFrameLocks noChangeAspect="1"/>
          </p:cNvGraphicFramePr>
          <p:nvPr/>
        </p:nvGraphicFramePr>
        <p:xfrm>
          <a:off x="373380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0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8" name="Object 26"/>
          <p:cNvGraphicFramePr>
            <a:graphicFrameLocks noChangeAspect="1"/>
          </p:cNvGraphicFramePr>
          <p:nvPr/>
        </p:nvGraphicFramePr>
        <p:xfrm>
          <a:off x="7461250" y="3511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1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511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59" name="Object 27"/>
          <p:cNvGraphicFramePr>
            <a:graphicFrameLocks noChangeAspect="1"/>
          </p:cNvGraphicFramePr>
          <p:nvPr/>
        </p:nvGraphicFramePr>
        <p:xfrm>
          <a:off x="457200" y="4506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2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06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60" name="Object 28"/>
          <p:cNvGraphicFramePr>
            <a:graphicFrameLocks noChangeAspect="1"/>
          </p:cNvGraphicFramePr>
          <p:nvPr/>
        </p:nvGraphicFramePr>
        <p:xfrm>
          <a:off x="243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3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61" name="Object 29"/>
          <p:cNvGraphicFramePr>
            <a:graphicFrameLocks noChangeAspect="1"/>
          </p:cNvGraphicFramePr>
          <p:nvPr/>
        </p:nvGraphicFramePr>
        <p:xfrm>
          <a:off x="6400800" y="45783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4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83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62" name="Object 30"/>
          <p:cNvGraphicFramePr>
            <a:graphicFrameLocks noChangeAspect="1"/>
          </p:cNvGraphicFramePr>
          <p:nvPr/>
        </p:nvGraphicFramePr>
        <p:xfrm>
          <a:off x="49530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5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63" name="Object 31"/>
          <p:cNvGraphicFramePr>
            <a:graphicFrameLocks noChangeAspect="1"/>
          </p:cNvGraphicFramePr>
          <p:nvPr/>
        </p:nvGraphicFramePr>
        <p:xfrm>
          <a:off x="7442200" y="47307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6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7307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64" name="Object 32"/>
          <p:cNvGraphicFramePr>
            <a:graphicFrameLocks noChangeAspect="1"/>
          </p:cNvGraphicFramePr>
          <p:nvPr/>
        </p:nvGraphicFramePr>
        <p:xfrm>
          <a:off x="370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7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65" name="Oval 33"/>
          <p:cNvSpPr>
            <a:spLocks noChangeArrowheads="1"/>
          </p:cNvSpPr>
          <p:nvPr/>
        </p:nvSpPr>
        <p:spPr bwMode="auto">
          <a:xfrm>
            <a:off x="2209800" y="9906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1266" name="Oval 34"/>
          <p:cNvSpPr>
            <a:spLocks noChangeArrowheads="1"/>
          </p:cNvSpPr>
          <p:nvPr/>
        </p:nvSpPr>
        <p:spPr bwMode="auto">
          <a:xfrm>
            <a:off x="3352800" y="19812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1267" name="Text Box 35"/>
          <p:cNvSpPr txBox="1">
            <a:spLocks noChangeArrowheads="1"/>
          </p:cNvSpPr>
          <p:nvPr/>
        </p:nvSpPr>
        <p:spPr bwMode="auto">
          <a:xfrm>
            <a:off x="228600" y="5867400"/>
            <a:ext cx="2027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Question:</a:t>
            </a:r>
          </a:p>
        </p:txBody>
      </p:sp>
      <p:graphicFrame>
        <p:nvGraphicFramePr>
          <p:cNvPr id="991268" name="Object 36"/>
          <p:cNvGraphicFramePr>
            <a:graphicFrameLocks noChangeAspect="1"/>
          </p:cNvGraphicFramePr>
          <p:nvPr/>
        </p:nvGraphicFramePr>
        <p:xfrm>
          <a:off x="2400300" y="5867400"/>
          <a:ext cx="2057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328" name="Equation" r:id="rId44" imgW="2057400" imgH="533160" progId="Equation.3">
                  <p:embed/>
                </p:oleObj>
              </mc:Choice>
              <mc:Fallback>
                <p:oleObj name="Equation" r:id="rId44" imgW="2057400" imgH="5331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5867400"/>
                        <a:ext cx="20574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BD67-BE1B-48E2-864B-E4492AA09EA9}" type="slidenum">
              <a:rPr lang="en-US" altLang="en-US"/>
              <a:pPr/>
              <a:t>23</a:t>
            </a:fld>
            <a:endParaRPr lang="en-US" altLang="en-US"/>
          </a:p>
        </p:txBody>
      </p:sp>
      <p:graphicFrame>
        <p:nvGraphicFramePr>
          <p:cNvPr id="992258" name="Object 2"/>
          <p:cNvGraphicFramePr>
            <a:graphicFrameLocks noChangeAspect="1"/>
          </p:cNvGraphicFramePr>
          <p:nvPr/>
        </p:nvGraphicFramePr>
        <p:xfrm>
          <a:off x="2438400" y="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25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59" name="Object 3"/>
          <p:cNvGraphicFramePr>
            <a:graphicFrameLocks noChangeAspect="1"/>
          </p:cNvGraphicFramePr>
          <p:nvPr/>
        </p:nvGraphicFramePr>
        <p:xfrm>
          <a:off x="35814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26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0" name="Object 4"/>
          <p:cNvGraphicFramePr>
            <a:graphicFrameLocks noChangeAspect="1"/>
          </p:cNvGraphicFramePr>
          <p:nvPr/>
        </p:nvGraphicFramePr>
        <p:xfrm>
          <a:off x="5029200" y="63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27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3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1" name="Object 5"/>
          <p:cNvGraphicFramePr>
            <a:graphicFrameLocks noChangeAspect="1"/>
          </p:cNvGraphicFramePr>
          <p:nvPr/>
        </p:nvGraphicFramePr>
        <p:xfrm>
          <a:off x="63246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28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2" name="Object 6"/>
          <p:cNvGraphicFramePr>
            <a:graphicFrameLocks noChangeAspect="1"/>
          </p:cNvGraphicFramePr>
          <p:nvPr/>
        </p:nvGraphicFramePr>
        <p:xfrm>
          <a:off x="558800" y="11477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29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1477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3" name="Object 7"/>
          <p:cNvGraphicFramePr>
            <a:graphicFrameLocks noChangeAspect="1"/>
          </p:cNvGraphicFramePr>
          <p:nvPr/>
        </p:nvGraphicFramePr>
        <p:xfrm>
          <a:off x="7467600" y="381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0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4" name="Object 8"/>
          <p:cNvGraphicFramePr>
            <a:graphicFrameLocks noChangeAspect="1"/>
          </p:cNvGraphicFramePr>
          <p:nvPr/>
        </p:nvGraphicFramePr>
        <p:xfrm>
          <a:off x="2540000" y="12192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1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2192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5" name="Object 9"/>
          <p:cNvGraphicFramePr>
            <a:graphicFrameLocks noChangeAspect="1"/>
          </p:cNvGraphicFramePr>
          <p:nvPr/>
        </p:nvGraphicFramePr>
        <p:xfrm>
          <a:off x="3733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2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6" name="Object 10"/>
          <p:cNvGraphicFramePr>
            <a:graphicFrameLocks noChangeAspect="1"/>
          </p:cNvGraphicFramePr>
          <p:nvPr/>
        </p:nvGraphicFramePr>
        <p:xfrm>
          <a:off x="6400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3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7" name="Object 11"/>
          <p:cNvGraphicFramePr>
            <a:graphicFrameLocks noChangeAspect="1"/>
          </p:cNvGraphicFramePr>
          <p:nvPr/>
        </p:nvGraphicFramePr>
        <p:xfrm>
          <a:off x="4953000" y="1225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4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25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68" name="Line 12"/>
          <p:cNvSpPr>
            <a:spLocks noChangeShapeType="1"/>
          </p:cNvSpPr>
          <p:nvPr/>
        </p:nvSpPr>
        <p:spPr bwMode="auto">
          <a:xfrm>
            <a:off x="457200" y="7620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92269" name="Object 13"/>
          <p:cNvGraphicFramePr>
            <a:graphicFrameLocks noChangeAspect="1"/>
          </p:cNvGraphicFramePr>
          <p:nvPr/>
        </p:nvGraphicFramePr>
        <p:xfrm>
          <a:off x="7518400" y="13779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5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3779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0" name="Object 14"/>
          <p:cNvGraphicFramePr>
            <a:graphicFrameLocks noChangeAspect="1"/>
          </p:cNvGraphicFramePr>
          <p:nvPr/>
        </p:nvGraphicFramePr>
        <p:xfrm>
          <a:off x="457200" y="2220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6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20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1" name="Object 15"/>
          <p:cNvGraphicFramePr>
            <a:graphicFrameLocks noChangeAspect="1"/>
          </p:cNvGraphicFramePr>
          <p:nvPr/>
        </p:nvGraphicFramePr>
        <p:xfrm>
          <a:off x="457200" y="32829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7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829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72" name="Line 16"/>
          <p:cNvSpPr>
            <a:spLocks noChangeShapeType="1"/>
          </p:cNvSpPr>
          <p:nvPr/>
        </p:nvSpPr>
        <p:spPr bwMode="auto">
          <a:xfrm>
            <a:off x="1879600" y="1587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92273" name="Object 17"/>
          <p:cNvGraphicFramePr>
            <a:graphicFrameLocks noChangeAspect="1"/>
          </p:cNvGraphicFramePr>
          <p:nvPr/>
        </p:nvGraphicFramePr>
        <p:xfrm>
          <a:off x="36131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8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4" name="Object 18"/>
          <p:cNvGraphicFramePr>
            <a:graphicFrameLocks noChangeAspect="1"/>
          </p:cNvGraphicFramePr>
          <p:nvPr/>
        </p:nvGraphicFramePr>
        <p:xfrm>
          <a:off x="254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39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5" name="Object 19"/>
          <p:cNvGraphicFramePr>
            <a:graphicFrameLocks noChangeAspect="1"/>
          </p:cNvGraphicFramePr>
          <p:nvPr/>
        </p:nvGraphicFramePr>
        <p:xfrm>
          <a:off x="49847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0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6" name="Object 20"/>
          <p:cNvGraphicFramePr>
            <a:graphicFrameLocks noChangeAspect="1"/>
          </p:cNvGraphicFramePr>
          <p:nvPr/>
        </p:nvGraphicFramePr>
        <p:xfrm>
          <a:off x="635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1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7" name="Object 21"/>
          <p:cNvGraphicFramePr>
            <a:graphicFrameLocks noChangeAspect="1"/>
          </p:cNvGraphicFramePr>
          <p:nvPr/>
        </p:nvGraphicFramePr>
        <p:xfrm>
          <a:off x="7473950" y="2368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2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368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8" name="Object 22"/>
          <p:cNvGraphicFramePr>
            <a:graphicFrameLocks noChangeAspect="1"/>
          </p:cNvGraphicFramePr>
          <p:nvPr/>
        </p:nvGraphicFramePr>
        <p:xfrm>
          <a:off x="2457450" y="3359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3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359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9" name="Object 23"/>
          <p:cNvGraphicFramePr>
            <a:graphicFrameLocks noChangeAspect="1"/>
          </p:cNvGraphicFramePr>
          <p:nvPr/>
        </p:nvGraphicFramePr>
        <p:xfrm>
          <a:off x="49720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4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0" name="Object 24"/>
          <p:cNvGraphicFramePr>
            <a:graphicFrameLocks noChangeAspect="1"/>
          </p:cNvGraphicFramePr>
          <p:nvPr/>
        </p:nvGraphicFramePr>
        <p:xfrm>
          <a:off x="64198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5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1" name="Object 25"/>
          <p:cNvGraphicFramePr>
            <a:graphicFrameLocks noChangeAspect="1"/>
          </p:cNvGraphicFramePr>
          <p:nvPr/>
        </p:nvGraphicFramePr>
        <p:xfrm>
          <a:off x="373380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6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2" name="Object 26"/>
          <p:cNvGraphicFramePr>
            <a:graphicFrameLocks noChangeAspect="1"/>
          </p:cNvGraphicFramePr>
          <p:nvPr/>
        </p:nvGraphicFramePr>
        <p:xfrm>
          <a:off x="7461250" y="3511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7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511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3" name="Object 27"/>
          <p:cNvGraphicFramePr>
            <a:graphicFrameLocks noChangeAspect="1"/>
          </p:cNvGraphicFramePr>
          <p:nvPr/>
        </p:nvGraphicFramePr>
        <p:xfrm>
          <a:off x="457200" y="4506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8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06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4" name="Object 28"/>
          <p:cNvGraphicFramePr>
            <a:graphicFrameLocks noChangeAspect="1"/>
          </p:cNvGraphicFramePr>
          <p:nvPr/>
        </p:nvGraphicFramePr>
        <p:xfrm>
          <a:off x="243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49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5" name="Object 29"/>
          <p:cNvGraphicFramePr>
            <a:graphicFrameLocks noChangeAspect="1"/>
          </p:cNvGraphicFramePr>
          <p:nvPr/>
        </p:nvGraphicFramePr>
        <p:xfrm>
          <a:off x="6400800" y="45783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50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83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6" name="Object 30"/>
          <p:cNvGraphicFramePr>
            <a:graphicFrameLocks noChangeAspect="1"/>
          </p:cNvGraphicFramePr>
          <p:nvPr/>
        </p:nvGraphicFramePr>
        <p:xfrm>
          <a:off x="49530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51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7" name="Object 31"/>
          <p:cNvGraphicFramePr>
            <a:graphicFrameLocks noChangeAspect="1"/>
          </p:cNvGraphicFramePr>
          <p:nvPr/>
        </p:nvGraphicFramePr>
        <p:xfrm>
          <a:off x="7442200" y="47307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52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7307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88" name="Object 32"/>
          <p:cNvGraphicFramePr>
            <a:graphicFrameLocks noChangeAspect="1"/>
          </p:cNvGraphicFramePr>
          <p:nvPr/>
        </p:nvGraphicFramePr>
        <p:xfrm>
          <a:off x="370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53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89" name="Oval 33"/>
          <p:cNvSpPr>
            <a:spLocks noChangeArrowheads="1"/>
          </p:cNvSpPr>
          <p:nvPr/>
        </p:nvSpPr>
        <p:spPr bwMode="auto">
          <a:xfrm>
            <a:off x="2209800" y="9906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2290" name="Oval 34"/>
          <p:cNvSpPr>
            <a:spLocks noChangeArrowheads="1"/>
          </p:cNvSpPr>
          <p:nvPr/>
        </p:nvSpPr>
        <p:spPr bwMode="auto">
          <a:xfrm>
            <a:off x="3352800" y="19812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2291" name="Text Box 35"/>
          <p:cNvSpPr txBox="1">
            <a:spLocks noChangeArrowheads="1"/>
          </p:cNvSpPr>
          <p:nvPr/>
        </p:nvSpPr>
        <p:spPr bwMode="auto">
          <a:xfrm>
            <a:off x="0" y="57912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Answer:</a:t>
            </a:r>
          </a:p>
        </p:txBody>
      </p:sp>
      <p:graphicFrame>
        <p:nvGraphicFramePr>
          <p:cNvPr id="992292" name="Object 36"/>
          <p:cNvGraphicFramePr>
            <a:graphicFrameLocks noChangeAspect="1"/>
          </p:cNvGraphicFramePr>
          <p:nvPr/>
        </p:nvGraphicFramePr>
        <p:xfrm>
          <a:off x="2025650" y="5791200"/>
          <a:ext cx="17907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54" name="Equation" r:id="rId44" imgW="1790640" imgH="533160" progId="Equation.3">
                  <p:embed/>
                </p:oleObj>
              </mc:Choice>
              <mc:Fallback>
                <p:oleObj name="Equation" r:id="rId44" imgW="1790640" imgH="5331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5791200"/>
                        <a:ext cx="17907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93" name="Object 37"/>
          <p:cNvGraphicFramePr>
            <a:graphicFrameLocks noChangeAspect="1"/>
          </p:cNvGraphicFramePr>
          <p:nvPr/>
        </p:nvGraphicFramePr>
        <p:xfrm>
          <a:off x="5511800" y="5257800"/>
          <a:ext cx="22225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55" name="Equation" r:id="rId46" imgW="2222280" imgH="1523880" progId="Equation.3">
                  <p:embed/>
                </p:oleObj>
              </mc:Choice>
              <mc:Fallback>
                <p:oleObj name="Equation" r:id="rId46" imgW="2222280" imgH="152388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800" y="5257800"/>
                        <a:ext cx="2222500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DFF8-63B8-460E-8279-1525E23C707E}" type="slidenum">
              <a:rPr lang="en-US" altLang="en-US"/>
              <a:pPr/>
              <a:t>24</a:t>
            </a:fld>
            <a:endParaRPr lang="en-US" altLang="en-US"/>
          </a:p>
        </p:txBody>
      </p:sp>
      <p:graphicFrame>
        <p:nvGraphicFramePr>
          <p:cNvPr id="993282" name="Object 2"/>
          <p:cNvGraphicFramePr>
            <a:graphicFrameLocks noChangeAspect="1"/>
          </p:cNvGraphicFramePr>
          <p:nvPr/>
        </p:nvGraphicFramePr>
        <p:xfrm>
          <a:off x="2438400" y="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47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3" name="Object 3"/>
          <p:cNvGraphicFramePr>
            <a:graphicFrameLocks noChangeAspect="1"/>
          </p:cNvGraphicFramePr>
          <p:nvPr/>
        </p:nvGraphicFramePr>
        <p:xfrm>
          <a:off x="35814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48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4" name="Object 4"/>
          <p:cNvGraphicFramePr>
            <a:graphicFrameLocks noChangeAspect="1"/>
          </p:cNvGraphicFramePr>
          <p:nvPr/>
        </p:nvGraphicFramePr>
        <p:xfrm>
          <a:off x="5029200" y="63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49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3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5" name="Object 5"/>
          <p:cNvGraphicFramePr>
            <a:graphicFrameLocks noChangeAspect="1"/>
          </p:cNvGraphicFramePr>
          <p:nvPr/>
        </p:nvGraphicFramePr>
        <p:xfrm>
          <a:off x="63246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0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6" name="Object 6"/>
          <p:cNvGraphicFramePr>
            <a:graphicFrameLocks noChangeAspect="1"/>
          </p:cNvGraphicFramePr>
          <p:nvPr/>
        </p:nvGraphicFramePr>
        <p:xfrm>
          <a:off x="558800" y="11477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1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1477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7" name="Object 7"/>
          <p:cNvGraphicFramePr>
            <a:graphicFrameLocks noChangeAspect="1"/>
          </p:cNvGraphicFramePr>
          <p:nvPr/>
        </p:nvGraphicFramePr>
        <p:xfrm>
          <a:off x="7467600" y="381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2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8" name="Object 8"/>
          <p:cNvGraphicFramePr>
            <a:graphicFrameLocks noChangeAspect="1"/>
          </p:cNvGraphicFramePr>
          <p:nvPr/>
        </p:nvGraphicFramePr>
        <p:xfrm>
          <a:off x="2540000" y="12192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3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2192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9" name="Object 9"/>
          <p:cNvGraphicFramePr>
            <a:graphicFrameLocks noChangeAspect="1"/>
          </p:cNvGraphicFramePr>
          <p:nvPr/>
        </p:nvGraphicFramePr>
        <p:xfrm>
          <a:off x="3733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4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90" name="Object 10"/>
          <p:cNvGraphicFramePr>
            <a:graphicFrameLocks noChangeAspect="1"/>
          </p:cNvGraphicFramePr>
          <p:nvPr/>
        </p:nvGraphicFramePr>
        <p:xfrm>
          <a:off x="6400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5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91" name="Object 11"/>
          <p:cNvGraphicFramePr>
            <a:graphicFrameLocks noChangeAspect="1"/>
          </p:cNvGraphicFramePr>
          <p:nvPr/>
        </p:nvGraphicFramePr>
        <p:xfrm>
          <a:off x="4953000" y="1225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6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25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292" name="Line 12"/>
          <p:cNvSpPr>
            <a:spLocks noChangeShapeType="1"/>
          </p:cNvSpPr>
          <p:nvPr/>
        </p:nvSpPr>
        <p:spPr bwMode="auto">
          <a:xfrm>
            <a:off x="457200" y="7620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93293" name="Object 13"/>
          <p:cNvGraphicFramePr>
            <a:graphicFrameLocks noChangeAspect="1"/>
          </p:cNvGraphicFramePr>
          <p:nvPr/>
        </p:nvGraphicFramePr>
        <p:xfrm>
          <a:off x="7518400" y="13779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7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3779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94" name="Object 14"/>
          <p:cNvGraphicFramePr>
            <a:graphicFrameLocks noChangeAspect="1"/>
          </p:cNvGraphicFramePr>
          <p:nvPr/>
        </p:nvGraphicFramePr>
        <p:xfrm>
          <a:off x="457200" y="2220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8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20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95" name="Object 15"/>
          <p:cNvGraphicFramePr>
            <a:graphicFrameLocks noChangeAspect="1"/>
          </p:cNvGraphicFramePr>
          <p:nvPr/>
        </p:nvGraphicFramePr>
        <p:xfrm>
          <a:off x="457200" y="32829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9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829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296" name="Line 16"/>
          <p:cNvSpPr>
            <a:spLocks noChangeShapeType="1"/>
          </p:cNvSpPr>
          <p:nvPr/>
        </p:nvSpPr>
        <p:spPr bwMode="auto">
          <a:xfrm>
            <a:off x="1879600" y="1587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93297" name="Object 17"/>
          <p:cNvGraphicFramePr>
            <a:graphicFrameLocks noChangeAspect="1"/>
          </p:cNvGraphicFramePr>
          <p:nvPr/>
        </p:nvGraphicFramePr>
        <p:xfrm>
          <a:off x="36131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0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98" name="Object 18"/>
          <p:cNvGraphicFramePr>
            <a:graphicFrameLocks noChangeAspect="1"/>
          </p:cNvGraphicFramePr>
          <p:nvPr/>
        </p:nvGraphicFramePr>
        <p:xfrm>
          <a:off x="254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1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99" name="Object 19"/>
          <p:cNvGraphicFramePr>
            <a:graphicFrameLocks noChangeAspect="1"/>
          </p:cNvGraphicFramePr>
          <p:nvPr/>
        </p:nvGraphicFramePr>
        <p:xfrm>
          <a:off x="49847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2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0" name="Object 20"/>
          <p:cNvGraphicFramePr>
            <a:graphicFrameLocks noChangeAspect="1"/>
          </p:cNvGraphicFramePr>
          <p:nvPr/>
        </p:nvGraphicFramePr>
        <p:xfrm>
          <a:off x="635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3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1" name="Object 21"/>
          <p:cNvGraphicFramePr>
            <a:graphicFrameLocks noChangeAspect="1"/>
          </p:cNvGraphicFramePr>
          <p:nvPr/>
        </p:nvGraphicFramePr>
        <p:xfrm>
          <a:off x="7473950" y="2368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4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368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2" name="Object 22"/>
          <p:cNvGraphicFramePr>
            <a:graphicFrameLocks noChangeAspect="1"/>
          </p:cNvGraphicFramePr>
          <p:nvPr/>
        </p:nvGraphicFramePr>
        <p:xfrm>
          <a:off x="2457450" y="3359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5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359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3" name="Object 23"/>
          <p:cNvGraphicFramePr>
            <a:graphicFrameLocks noChangeAspect="1"/>
          </p:cNvGraphicFramePr>
          <p:nvPr/>
        </p:nvGraphicFramePr>
        <p:xfrm>
          <a:off x="49720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6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4" name="Object 24"/>
          <p:cNvGraphicFramePr>
            <a:graphicFrameLocks noChangeAspect="1"/>
          </p:cNvGraphicFramePr>
          <p:nvPr/>
        </p:nvGraphicFramePr>
        <p:xfrm>
          <a:off x="64198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7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5" name="Object 25"/>
          <p:cNvGraphicFramePr>
            <a:graphicFrameLocks noChangeAspect="1"/>
          </p:cNvGraphicFramePr>
          <p:nvPr/>
        </p:nvGraphicFramePr>
        <p:xfrm>
          <a:off x="373380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8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6" name="Object 26"/>
          <p:cNvGraphicFramePr>
            <a:graphicFrameLocks noChangeAspect="1"/>
          </p:cNvGraphicFramePr>
          <p:nvPr/>
        </p:nvGraphicFramePr>
        <p:xfrm>
          <a:off x="7461250" y="3511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9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511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7" name="Object 27"/>
          <p:cNvGraphicFramePr>
            <a:graphicFrameLocks noChangeAspect="1"/>
          </p:cNvGraphicFramePr>
          <p:nvPr/>
        </p:nvGraphicFramePr>
        <p:xfrm>
          <a:off x="457200" y="4506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0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06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8" name="Object 28"/>
          <p:cNvGraphicFramePr>
            <a:graphicFrameLocks noChangeAspect="1"/>
          </p:cNvGraphicFramePr>
          <p:nvPr/>
        </p:nvGraphicFramePr>
        <p:xfrm>
          <a:off x="243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1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09" name="Object 29"/>
          <p:cNvGraphicFramePr>
            <a:graphicFrameLocks noChangeAspect="1"/>
          </p:cNvGraphicFramePr>
          <p:nvPr/>
        </p:nvGraphicFramePr>
        <p:xfrm>
          <a:off x="6400800" y="45783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2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83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10" name="Object 30"/>
          <p:cNvGraphicFramePr>
            <a:graphicFrameLocks noChangeAspect="1"/>
          </p:cNvGraphicFramePr>
          <p:nvPr/>
        </p:nvGraphicFramePr>
        <p:xfrm>
          <a:off x="49530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3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11" name="Object 31"/>
          <p:cNvGraphicFramePr>
            <a:graphicFrameLocks noChangeAspect="1"/>
          </p:cNvGraphicFramePr>
          <p:nvPr/>
        </p:nvGraphicFramePr>
        <p:xfrm>
          <a:off x="7442200" y="47307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4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7307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12" name="Object 32"/>
          <p:cNvGraphicFramePr>
            <a:graphicFrameLocks noChangeAspect="1"/>
          </p:cNvGraphicFramePr>
          <p:nvPr/>
        </p:nvGraphicFramePr>
        <p:xfrm>
          <a:off x="370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5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13" name="Oval 33"/>
          <p:cNvSpPr>
            <a:spLocks noChangeArrowheads="1"/>
          </p:cNvSpPr>
          <p:nvPr/>
        </p:nvSpPr>
        <p:spPr bwMode="auto">
          <a:xfrm>
            <a:off x="2209800" y="9906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3314" name="Oval 34"/>
          <p:cNvSpPr>
            <a:spLocks noChangeArrowheads="1"/>
          </p:cNvSpPr>
          <p:nvPr/>
        </p:nvSpPr>
        <p:spPr bwMode="auto">
          <a:xfrm>
            <a:off x="3352800" y="19812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3315" name="Text Box 35"/>
          <p:cNvSpPr txBox="1">
            <a:spLocks noChangeArrowheads="1"/>
          </p:cNvSpPr>
          <p:nvPr/>
        </p:nvSpPr>
        <p:spPr bwMode="auto">
          <a:xfrm>
            <a:off x="228600" y="5867400"/>
            <a:ext cx="2027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Question:</a:t>
            </a:r>
          </a:p>
        </p:txBody>
      </p:sp>
      <p:graphicFrame>
        <p:nvGraphicFramePr>
          <p:cNvPr id="993316" name="Object 36"/>
          <p:cNvGraphicFramePr>
            <a:graphicFrameLocks noChangeAspect="1"/>
          </p:cNvGraphicFramePr>
          <p:nvPr/>
        </p:nvGraphicFramePr>
        <p:xfrm>
          <a:off x="2413000" y="5867400"/>
          <a:ext cx="2032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6" name="Equation" r:id="rId44" imgW="2031840" imgH="533160" progId="Equation.3">
                  <p:embed/>
                </p:oleObj>
              </mc:Choice>
              <mc:Fallback>
                <p:oleObj name="Equation" r:id="rId44" imgW="2031840" imgH="5331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5867400"/>
                        <a:ext cx="2032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A84B-D12E-454B-89C1-5BF2E49E7FD4}" type="slidenum">
              <a:rPr lang="en-US" altLang="en-US"/>
              <a:pPr/>
              <a:t>25</a:t>
            </a:fld>
            <a:endParaRPr lang="en-US" altLang="en-US"/>
          </a:p>
        </p:txBody>
      </p:sp>
      <p:graphicFrame>
        <p:nvGraphicFramePr>
          <p:cNvPr id="994306" name="Object 2"/>
          <p:cNvGraphicFramePr>
            <a:graphicFrameLocks noChangeAspect="1"/>
          </p:cNvGraphicFramePr>
          <p:nvPr/>
        </p:nvGraphicFramePr>
        <p:xfrm>
          <a:off x="2438400" y="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3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07" name="Object 3"/>
          <p:cNvGraphicFramePr>
            <a:graphicFrameLocks noChangeAspect="1"/>
          </p:cNvGraphicFramePr>
          <p:nvPr/>
        </p:nvGraphicFramePr>
        <p:xfrm>
          <a:off x="35814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4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08" name="Object 4"/>
          <p:cNvGraphicFramePr>
            <a:graphicFrameLocks noChangeAspect="1"/>
          </p:cNvGraphicFramePr>
          <p:nvPr/>
        </p:nvGraphicFramePr>
        <p:xfrm>
          <a:off x="5029200" y="63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5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3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09" name="Object 5"/>
          <p:cNvGraphicFramePr>
            <a:graphicFrameLocks noChangeAspect="1"/>
          </p:cNvGraphicFramePr>
          <p:nvPr/>
        </p:nvGraphicFramePr>
        <p:xfrm>
          <a:off x="6324600" y="63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6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3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0" name="Object 6"/>
          <p:cNvGraphicFramePr>
            <a:graphicFrameLocks noChangeAspect="1"/>
          </p:cNvGraphicFramePr>
          <p:nvPr/>
        </p:nvGraphicFramePr>
        <p:xfrm>
          <a:off x="558800" y="11477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7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1477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1" name="Object 7"/>
          <p:cNvGraphicFramePr>
            <a:graphicFrameLocks noChangeAspect="1"/>
          </p:cNvGraphicFramePr>
          <p:nvPr/>
        </p:nvGraphicFramePr>
        <p:xfrm>
          <a:off x="7467600" y="381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8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2" name="Object 8"/>
          <p:cNvGraphicFramePr>
            <a:graphicFrameLocks noChangeAspect="1"/>
          </p:cNvGraphicFramePr>
          <p:nvPr/>
        </p:nvGraphicFramePr>
        <p:xfrm>
          <a:off x="2540000" y="12192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79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2192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3" name="Object 9"/>
          <p:cNvGraphicFramePr>
            <a:graphicFrameLocks noChangeAspect="1"/>
          </p:cNvGraphicFramePr>
          <p:nvPr/>
        </p:nvGraphicFramePr>
        <p:xfrm>
          <a:off x="3733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0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4" name="Object 10"/>
          <p:cNvGraphicFramePr>
            <a:graphicFrameLocks noChangeAspect="1"/>
          </p:cNvGraphicFramePr>
          <p:nvPr/>
        </p:nvGraphicFramePr>
        <p:xfrm>
          <a:off x="6400800" y="12255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1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255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5" name="Object 11"/>
          <p:cNvGraphicFramePr>
            <a:graphicFrameLocks noChangeAspect="1"/>
          </p:cNvGraphicFramePr>
          <p:nvPr/>
        </p:nvGraphicFramePr>
        <p:xfrm>
          <a:off x="4953000" y="12255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2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255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4316" name="Line 12"/>
          <p:cNvSpPr>
            <a:spLocks noChangeShapeType="1"/>
          </p:cNvSpPr>
          <p:nvPr/>
        </p:nvSpPr>
        <p:spPr bwMode="auto">
          <a:xfrm>
            <a:off x="457200" y="7620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94317" name="Object 13"/>
          <p:cNvGraphicFramePr>
            <a:graphicFrameLocks noChangeAspect="1"/>
          </p:cNvGraphicFramePr>
          <p:nvPr/>
        </p:nvGraphicFramePr>
        <p:xfrm>
          <a:off x="7518400" y="13779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3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3779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8" name="Object 14"/>
          <p:cNvGraphicFramePr>
            <a:graphicFrameLocks noChangeAspect="1"/>
          </p:cNvGraphicFramePr>
          <p:nvPr/>
        </p:nvGraphicFramePr>
        <p:xfrm>
          <a:off x="457200" y="2220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4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20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19" name="Object 15"/>
          <p:cNvGraphicFramePr>
            <a:graphicFrameLocks noChangeAspect="1"/>
          </p:cNvGraphicFramePr>
          <p:nvPr/>
        </p:nvGraphicFramePr>
        <p:xfrm>
          <a:off x="457200" y="32829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5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829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4320" name="Line 16"/>
          <p:cNvSpPr>
            <a:spLocks noChangeShapeType="1"/>
          </p:cNvSpPr>
          <p:nvPr/>
        </p:nvSpPr>
        <p:spPr bwMode="auto">
          <a:xfrm>
            <a:off x="1879600" y="1587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94321" name="Object 17"/>
          <p:cNvGraphicFramePr>
            <a:graphicFrameLocks noChangeAspect="1"/>
          </p:cNvGraphicFramePr>
          <p:nvPr/>
        </p:nvGraphicFramePr>
        <p:xfrm>
          <a:off x="36131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6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2" name="Object 18"/>
          <p:cNvGraphicFramePr>
            <a:graphicFrameLocks noChangeAspect="1"/>
          </p:cNvGraphicFramePr>
          <p:nvPr/>
        </p:nvGraphicFramePr>
        <p:xfrm>
          <a:off x="254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7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3" name="Object 19"/>
          <p:cNvGraphicFramePr>
            <a:graphicFrameLocks noChangeAspect="1"/>
          </p:cNvGraphicFramePr>
          <p:nvPr/>
        </p:nvGraphicFramePr>
        <p:xfrm>
          <a:off x="4984750" y="2216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8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216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4" name="Object 20"/>
          <p:cNvGraphicFramePr>
            <a:graphicFrameLocks noChangeAspect="1"/>
          </p:cNvGraphicFramePr>
          <p:nvPr/>
        </p:nvGraphicFramePr>
        <p:xfrm>
          <a:off x="6356350" y="2216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89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216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5" name="Object 21"/>
          <p:cNvGraphicFramePr>
            <a:graphicFrameLocks noChangeAspect="1"/>
          </p:cNvGraphicFramePr>
          <p:nvPr/>
        </p:nvGraphicFramePr>
        <p:xfrm>
          <a:off x="7473950" y="2368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0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368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6" name="Object 22"/>
          <p:cNvGraphicFramePr>
            <a:graphicFrameLocks noChangeAspect="1"/>
          </p:cNvGraphicFramePr>
          <p:nvPr/>
        </p:nvGraphicFramePr>
        <p:xfrm>
          <a:off x="2457450" y="3359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1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359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7" name="Object 23"/>
          <p:cNvGraphicFramePr>
            <a:graphicFrameLocks noChangeAspect="1"/>
          </p:cNvGraphicFramePr>
          <p:nvPr/>
        </p:nvGraphicFramePr>
        <p:xfrm>
          <a:off x="49720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2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8" name="Object 24"/>
          <p:cNvGraphicFramePr>
            <a:graphicFrameLocks noChangeAspect="1"/>
          </p:cNvGraphicFramePr>
          <p:nvPr/>
        </p:nvGraphicFramePr>
        <p:xfrm>
          <a:off x="641985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3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29" name="Object 25"/>
          <p:cNvGraphicFramePr>
            <a:graphicFrameLocks noChangeAspect="1"/>
          </p:cNvGraphicFramePr>
          <p:nvPr/>
        </p:nvGraphicFramePr>
        <p:xfrm>
          <a:off x="3733800" y="3359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4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59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30" name="Object 26"/>
          <p:cNvGraphicFramePr>
            <a:graphicFrameLocks noChangeAspect="1"/>
          </p:cNvGraphicFramePr>
          <p:nvPr/>
        </p:nvGraphicFramePr>
        <p:xfrm>
          <a:off x="7461250" y="3511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5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511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31" name="Object 27"/>
          <p:cNvGraphicFramePr>
            <a:graphicFrameLocks noChangeAspect="1"/>
          </p:cNvGraphicFramePr>
          <p:nvPr/>
        </p:nvGraphicFramePr>
        <p:xfrm>
          <a:off x="457200" y="45069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6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069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32" name="Object 28"/>
          <p:cNvGraphicFramePr>
            <a:graphicFrameLocks noChangeAspect="1"/>
          </p:cNvGraphicFramePr>
          <p:nvPr/>
        </p:nvGraphicFramePr>
        <p:xfrm>
          <a:off x="243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7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33" name="Object 29"/>
          <p:cNvGraphicFramePr>
            <a:graphicFrameLocks noChangeAspect="1"/>
          </p:cNvGraphicFramePr>
          <p:nvPr/>
        </p:nvGraphicFramePr>
        <p:xfrm>
          <a:off x="6400800" y="45783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8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83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34" name="Object 30"/>
          <p:cNvGraphicFramePr>
            <a:graphicFrameLocks noChangeAspect="1"/>
          </p:cNvGraphicFramePr>
          <p:nvPr/>
        </p:nvGraphicFramePr>
        <p:xfrm>
          <a:off x="49530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99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35" name="Object 31"/>
          <p:cNvGraphicFramePr>
            <a:graphicFrameLocks noChangeAspect="1"/>
          </p:cNvGraphicFramePr>
          <p:nvPr/>
        </p:nvGraphicFramePr>
        <p:xfrm>
          <a:off x="7442200" y="47307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400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7307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36" name="Object 32"/>
          <p:cNvGraphicFramePr>
            <a:graphicFrameLocks noChangeAspect="1"/>
          </p:cNvGraphicFramePr>
          <p:nvPr/>
        </p:nvGraphicFramePr>
        <p:xfrm>
          <a:off x="3708400" y="45783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401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783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4337" name="Oval 33"/>
          <p:cNvSpPr>
            <a:spLocks noChangeArrowheads="1"/>
          </p:cNvSpPr>
          <p:nvPr/>
        </p:nvSpPr>
        <p:spPr bwMode="auto">
          <a:xfrm>
            <a:off x="2209800" y="9906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4338" name="Oval 34"/>
          <p:cNvSpPr>
            <a:spLocks noChangeArrowheads="1"/>
          </p:cNvSpPr>
          <p:nvPr/>
        </p:nvSpPr>
        <p:spPr bwMode="auto">
          <a:xfrm>
            <a:off x="3352800" y="198120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4339" name="Text Box 35"/>
          <p:cNvSpPr txBox="1">
            <a:spLocks noChangeArrowheads="1"/>
          </p:cNvSpPr>
          <p:nvPr/>
        </p:nvSpPr>
        <p:spPr bwMode="auto">
          <a:xfrm>
            <a:off x="0" y="57912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Answer:</a:t>
            </a:r>
          </a:p>
        </p:txBody>
      </p:sp>
      <p:graphicFrame>
        <p:nvGraphicFramePr>
          <p:cNvPr id="994340" name="Object 36"/>
          <p:cNvGraphicFramePr>
            <a:graphicFrameLocks noChangeAspect="1"/>
          </p:cNvGraphicFramePr>
          <p:nvPr/>
        </p:nvGraphicFramePr>
        <p:xfrm>
          <a:off x="2038350" y="5791200"/>
          <a:ext cx="17653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402" name="Equation" r:id="rId44" imgW="1765080" imgH="533160" progId="Equation.3">
                  <p:embed/>
                </p:oleObj>
              </mc:Choice>
              <mc:Fallback>
                <p:oleObj name="Equation" r:id="rId44" imgW="1765080" imgH="5331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5791200"/>
                        <a:ext cx="17653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41" name="Object 37"/>
          <p:cNvGraphicFramePr>
            <a:graphicFrameLocks noChangeAspect="1"/>
          </p:cNvGraphicFramePr>
          <p:nvPr/>
        </p:nvGraphicFramePr>
        <p:xfrm>
          <a:off x="5524500" y="5257800"/>
          <a:ext cx="21971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403" name="Equation" r:id="rId46" imgW="2197080" imgH="1523880" progId="Equation.3">
                  <p:embed/>
                </p:oleObj>
              </mc:Choice>
              <mc:Fallback>
                <p:oleObj name="Equation" r:id="rId46" imgW="2197080" imgH="152388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5257800"/>
                        <a:ext cx="2197100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B0FC-C2AB-472B-9E9E-719731AE4EF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995330" name="Text Box 2"/>
          <p:cNvSpPr txBox="1">
            <a:spLocks noChangeArrowheads="1"/>
          </p:cNvSpPr>
          <p:nvPr/>
        </p:nvSpPr>
        <p:spPr bwMode="auto">
          <a:xfrm>
            <a:off x="365125" y="787400"/>
            <a:ext cx="1970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Similarly:</a:t>
            </a:r>
          </a:p>
        </p:txBody>
      </p:sp>
      <p:graphicFrame>
        <p:nvGraphicFramePr>
          <p:cNvPr id="995332" name="Object 4"/>
          <p:cNvGraphicFramePr>
            <a:graphicFrameLocks noChangeAspect="1"/>
          </p:cNvGraphicFramePr>
          <p:nvPr/>
        </p:nvGraphicFramePr>
        <p:xfrm>
          <a:off x="3105150" y="812800"/>
          <a:ext cx="190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41" name="Equation" r:id="rId3" imgW="1904760" imgH="583920" progId="Equation.3">
                  <p:embed/>
                </p:oleObj>
              </mc:Choice>
              <mc:Fallback>
                <p:oleObj name="Equation" r:id="rId3" imgW="1904760" imgH="5839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812800"/>
                        <a:ext cx="19050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33" name="Object 5"/>
          <p:cNvGraphicFramePr>
            <a:graphicFrameLocks noChangeAspect="1"/>
          </p:cNvGraphicFramePr>
          <p:nvPr/>
        </p:nvGraphicFramePr>
        <p:xfrm>
          <a:off x="5695950" y="3898900"/>
          <a:ext cx="23876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42" name="Equation" r:id="rId5" imgW="2387520" imgH="1650960" progId="Equation.3">
                  <p:embed/>
                </p:oleObj>
              </mc:Choice>
              <mc:Fallback>
                <p:oleObj name="Equation" r:id="rId5" imgW="2387520" imgH="16509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3898900"/>
                        <a:ext cx="238760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34" name="Object 6"/>
          <p:cNvGraphicFramePr>
            <a:graphicFrameLocks noChangeAspect="1"/>
          </p:cNvGraphicFramePr>
          <p:nvPr/>
        </p:nvGraphicFramePr>
        <p:xfrm>
          <a:off x="984250" y="3898900"/>
          <a:ext cx="23876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43" name="Equation" r:id="rId7" imgW="2387520" imgH="1650960" progId="Equation.3">
                  <p:embed/>
                </p:oleObj>
              </mc:Choice>
              <mc:Fallback>
                <p:oleObj name="Equation" r:id="rId7" imgW="2387520" imgH="16509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3898900"/>
                        <a:ext cx="238760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5335" name="Text Box 7"/>
          <p:cNvSpPr txBox="1">
            <a:spLocks noChangeArrowheads="1"/>
          </p:cNvSpPr>
          <p:nvPr/>
        </p:nvSpPr>
        <p:spPr bwMode="auto">
          <a:xfrm>
            <a:off x="5562600" y="7620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</a:t>
            </a:r>
          </a:p>
        </p:txBody>
      </p:sp>
      <p:graphicFrame>
        <p:nvGraphicFramePr>
          <p:cNvPr id="995336" name="Object 8"/>
          <p:cNvGraphicFramePr>
            <a:graphicFrameLocks noChangeAspect="1"/>
          </p:cNvGraphicFramePr>
          <p:nvPr/>
        </p:nvGraphicFramePr>
        <p:xfrm>
          <a:off x="7461250" y="901700"/>
          <a:ext cx="16351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44" name="Equation" r:id="rId9" imgW="164880" imgH="380880" progId="Equation.3">
                  <p:embed/>
                </p:oleObj>
              </mc:Choice>
              <mc:Fallback>
                <p:oleObj name="Equation" r:id="rId9" imgW="164880" imgH="380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901700"/>
                        <a:ext cx="16351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5337" name="Text Box 9"/>
          <p:cNvSpPr txBox="1">
            <a:spLocks noChangeArrowheads="1"/>
          </p:cNvSpPr>
          <p:nvPr/>
        </p:nvSpPr>
        <p:spPr bwMode="auto">
          <a:xfrm>
            <a:off x="609600" y="2590800"/>
            <a:ext cx="3136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Because either:</a:t>
            </a:r>
          </a:p>
        </p:txBody>
      </p:sp>
      <p:sp>
        <p:nvSpPr>
          <p:cNvPr id="995338" name="Text Box 10"/>
          <p:cNvSpPr txBox="1">
            <a:spLocks noChangeArrowheads="1"/>
          </p:cNvSpPr>
          <p:nvPr/>
        </p:nvSpPr>
        <p:spPr bwMode="auto">
          <a:xfrm>
            <a:off x="4191000" y="4343400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70C2-1AC2-4055-A81D-3F44B24A3604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996354" name="Text Box 2"/>
          <p:cNvSpPr txBox="1">
            <a:spLocks noChangeArrowheads="1"/>
          </p:cNvSpPr>
          <p:nvPr/>
        </p:nvSpPr>
        <p:spPr bwMode="auto">
          <a:xfrm>
            <a:off x="365125" y="330200"/>
            <a:ext cx="8624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Therefore, the machine            cannot exist </a:t>
            </a:r>
          </a:p>
        </p:txBody>
      </p:sp>
      <p:graphicFrame>
        <p:nvGraphicFramePr>
          <p:cNvPr id="996355" name="Object 3"/>
          <p:cNvGraphicFramePr>
            <a:graphicFrameLocks noChangeAspect="1"/>
          </p:cNvGraphicFramePr>
          <p:nvPr/>
        </p:nvGraphicFramePr>
        <p:xfrm>
          <a:off x="5302250" y="355600"/>
          <a:ext cx="735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361" name="Equation" r:id="rId3" imgW="736560" imgH="583920" progId="Equation.3">
                  <p:embed/>
                </p:oleObj>
              </mc:Choice>
              <mc:Fallback>
                <p:oleObj name="Equation" r:id="rId3" imgW="736560" imgH="5839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55600"/>
                        <a:ext cx="735013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6357" name="Text Box 5"/>
          <p:cNvSpPr txBox="1">
            <a:spLocks noChangeArrowheads="1"/>
          </p:cNvSpPr>
          <p:nvPr/>
        </p:nvSpPr>
        <p:spPr bwMode="auto">
          <a:xfrm>
            <a:off x="304800" y="3048000"/>
            <a:ext cx="58562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Therefore, the language</a:t>
            </a:r>
          </a:p>
          <a:p>
            <a:r>
              <a:rPr lang="en-US">
                <a:solidFill>
                  <a:srgbClr val="FF0000"/>
                </a:solidFill>
              </a:rPr>
              <a:t>is not recursively enumerable </a:t>
            </a:r>
          </a:p>
        </p:txBody>
      </p:sp>
      <p:graphicFrame>
        <p:nvGraphicFramePr>
          <p:cNvPr id="996358" name="Object 6"/>
          <p:cNvGraphicFramePr>
            <a:graphicFrameLocks noChangeAspect="1"/>
          </p:cNvGraphicFramePr>
          <p:nvPr/>
        </p:nvGraphicFramePr>
        <p:xfrm>
          <a:off x="5257800" y="3048000"/>
          <a:ext cx="3286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362" name="Equation" r:id="rId5" imgW="330120" imgH="469800" progId="Equation.3">
                  <p:embed/>
                </p:oleObj>
              </mc:Choice>
              <mc:Fallback>
                <p:oleObj name="Equation" r:id="rId5" imgW="330120" imgH="469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048000"/>
                        <a:ext cx="328613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6360" name="Text Box 8"/>
          <p:cNvSpPr txBox="1">
            <a:spLocks noChangeArrowheads="1"/>
          </p:cNvSpPr>
          <p:nvPr/>
        </p:nvSpPr>
        <p:spPr bwMode="auto">
          <a:xfrm>
            <a:off x="3581400" y="6096000"/>
            <a:ext cx="1992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6600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E80A3-1436-4A05-8D10-88160D4B9A72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003522" name="Text Box 2"/>
          <p:cNvSpPr txBox="1">
            <a:spLocks noChangeArrowheads="1"/>
          </p:cNvSpPr>
          <p:nvPr/>
        </p:nvSpPr>
        <p:spPr bwMode="auto">
          <a:xfrm>
            <a:off x="228600" y="4572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Observation:</a:t>
            </a:r>
          </a:p>
        </p:txBody>
      </p:sp>
      <p:sp>
        <p:nvSpPr>
          <p:cNvPr id="1003523" name="Text Box 3"/>
          <p:cNvSpPr txBox="1">
            <a:spLocks noChangeArrowheads="1"/>
          </p:cNvSpPr>
          <p:nvPr/>
        </p:nvSpPr>
        <p:spPr bwMode="auto">
          <a:xfrm>
            <a:off x="914400" y="1524000"/>
            <a:ext cx="7154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no algorithm that describes</a:t>
            </a:r>
          </a:p>
        </p:txBody>
      </p:sp>
      <p:graphicFrame>
        <p:nvGraphicFramePr>
          <p:cNvPr id="1043456" name="Object 0"/>
          <p:cNvGraphicFramePr>
            <a:graphicFrameLocks noChangeAspect="1"/>
          </p:cNvGraphicFramePr>
          <p:nvPr/>
        </p:nvGraphicFramePr>
        <p:xfrm>
          <a:off x="8229600" y="1524000"/>
          <a:ext cx="3286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460" name="Equation" r:id="rId3" imgW="330120" imgH="469800" progId="Equation.3">
                  <p:embed/>
                </p:oleObj>
              </mc:Choice>
              <mc:Fallback>
                <p:oleObj name="Equation" r:id="rId3" imgW="330120" imgH="46980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524000"/>
                        <a:ext cx="328613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25" name="Text Box 5"/>
          <p:cNvSpPr txBox="1">
            <a:spLocks noChangeArrowheads="1"/>
          </p:cNvSpPr>
          <p:nvPr/>
        </p:nvSpPr>
        <p:spPr bwMode="auto">
          <a:xfrm>
            <a:off x="914400" y="4191000"/>
            <a:ext cx="71151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(otherwise       would be accepted by</a:t>
            </a:r>
          </a:p>
          <a:p>
            <a:r>
              <a:rPr lang="en-US"/>
              <a:t> some Turing Machine)</a:t>
            </a:r>
          </a:p>
        </p:txBody>
      </p:sp>
      <p:graphicFrame>
        <p:nvGraphicFramePr>
          <p:cNvPr id="1043457" name="Object 1"/>
          <p:cNvGraphicFramePr>
            <a:graphicFrameLocks noChangeAspect="1"/>
          </p:cNvGraphicFramePr>
          <p:nvPr/>
        </p:nvGraphicFramePr>
        <p:xfrm>
          <a:off x="3276600" y="4191000"/>
          <a:ext cx="3286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461" name="Equation" r:id="rId5" imgW="330120" imgH="469800" progId="Equation.3">
                  <p:embed/>
                </p:oleObj>
              </mc:Choice>
              <mc:Fallback>
                <p:oleObj name="Equation" r:id="rId5" imgW="330120" imgH="4698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91000"/>
                        <a:ext cx="328613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1DD45-E210-4FD0-B89F-938FE09B4855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014786" name="Oval 2"/>
          <p:cNvSpPr>
            <a:spLocks noChangeArrowheads="1"/>
          </p:cNvSpPr>
          <p:nvPr/>
        </p:nvSpPr>
        <p:spPr bwMode="auto">
          <a:xfrm>
            <a:off x="838200" y="1447800"/>
            <a:ext cx="7543800" cy="480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4787" name="Oval 3"/>
          <p:cNvSpPr>
            <a:spLocks noChangeArrowheads="1"/>
          </p:cNvSpPr>
          <p:nvPr/>
        </p:nvSpPr>
        <p:spPr bwMode="auto">
          <a:xfrm>
            <a:off x="2362200" y="3124200"/>
            <a:ext cx="4419600" cy="2514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4788" name="Text Box 4"/>
          <p:cNvSpPr txBox="1">
            <a:spLocks noChangeArrowheads="1"/>
          </p:cNvSpPr>
          <p:nvPr/>
        </p:nvSpPr>
        <p:spPr bwMode="auto">
          <a:xfrm>
            <a:off x="3657600" y="4038600"/>
            <a:ext cx="2011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</a:t>
            </a:r>
          </a:p>
        </p:txBody>
      </p:sp>
      <p:sp>
        <p:nvSpPr>
          <p:cNvPr id="1014789" name="Text Box 5"/>
          <p:cNvSpPr txBox="1">
            <a:spLocks noChangeArrowheads="1"/>
          </p:cNvSpPr>
          <p:nvPr/>
        </p:nvSpPr>
        <p:spPr bwMode="auto">
          <a:xfrm>
            <a:off x="2438400" y="2057400"/>
            <a:ext cx="4649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Recursively Enumerable</a:t>
            </a:r>
          </a:p>
        </p:txBody>
      </p:sp>
      <p:sp>
        <p:nvSpPr>
          <p:cNvPr id="1014790" name="Text Box 6"/>
          <p:cNvSpPr txBox="1">
            <a:spLocks noChangeArrowheads="1"/>
          </p:cNvSpPr>
          <p:nvPr/>
        </p:nvSpPr>
        <p:spPr bwMode="auto">
          <a:xfrm>
            <a:off x="1981200" y="381000"/>
            <a:ext cx="5522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Non Recursively Enumerable</a:t>
            </a:r>
          </a:p>
        </p:txBody>
      </p:sp>
      <p:graphicFrame>
        <p:nvGraphicFramePr>
          <p:cNvPr id="1044480" name="Object 0"/>
          <p:cNvGraphicFramePr>
            <a:graphicFrameLocks noChangeAspect="1"/>
          </p:cNvGraphicFramePr>
          <p:nvPr/>
        </p:nvGraphicFramePr>
        <p:xfrm>
          <a:off x="7467600" y="1219200"/>
          <a:ext cx="3286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482" name="Equation" r:id="rId3" imgW="330120" imgH="469800" progId="Equation.3">
                  <p:embed/>
                </p:oleObj>
              </mc:Choice>
              <mc:Fallback>
                <p:oleObj name="Equation" r:id="rId3" imgW="330120" imgH="46980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219200"/>
                        <a:ext cx="328613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A Language which is </a:t>
            </a:r>
            <a:br>
              <a:rPr lang="en-US" sz="4400"/>
            </a:br>
            <a:r>
              <a:rPr lang="en-US" sz="4400"/>
              <a:t>Recursively Enumerable</a:t>
            </a:r>
            <a:br>
              <a:rPr lang="en-US" sz="4400"/>
            </a:br>
            <a:r>
              <a:rPr lang="en-US" sz="4400"/>
              <a:t>and not Recursive</a:t>
            </a:r>
          </a:p>
        </p:txBody>
      </p:sp>
      <p:sp>
        <p:nvSpPr>
          <p:cNvPr id="99840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4CB4-349C-4ABA-B363-BC36C301FEDD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005570" name="Text Box 2"/>
          <p:cNvSpPr txBox="1">
            <a:spLocks noChangeArrowheads="1"/>
          </p:cNvSpPr>
          <p:nvPr/>
        </p:nvSpPr>
        <p:spPr bwMode="auto">
          <a:xfrm>
            <a:off x="1219200" y="304800"/>
            <a:ext cx="6515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want to find a language which</a:t>
            </a:r>
          </a:p>
        </p:txBody>
      </p:sp>
      <p:sp>
        <p:nvSpPr>
          <p:cNvPr id="1005571" name="Text Box 3"/>
          <p:cNvSpPr txBox="1">
            <a:spLocks noChangeArrowheads="1"/>
          </p:cNvSpPr>
          <p:nvPr/>
        </p:nvSpPr>
        <p:spPr bwMode="auto">
          <a:xfrm>
            <a:off x="228600" y="4038600"/>
            <a:ext cx="3214688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a </a:t>
            </a:r>
          </a:p>
          <a:p>
            <a:r>
              <a:rPr lang="en-US"/>
              <a:t>Turing Machine </a:t>
            </a:r>
          </a:p>
          <a:p>
            <a:r>
              <a:rPr lang="en-US"/>
              <a:t>that accepts </a:t>
            </a:r>
          </a:p>
          <a:p>
            <a:r>
              <a:rPr lang="en-US"/>
              <a:t>the language</a:t>
            </a:r>
          </a:p>
        </p:txBody>
      </p:sp>
      <p:sp>
        <p:nvSpPr>
          <p:cNvPr id="1005572" name="Text Box 4"/>
          <p:cNvSpPr txBox="1">
            <a:spLocks noChangeArrowheads="1"/>
          </p:cNvSpPr>
          <p:nvPr/>
        </p:nvSpPr>
        <p:spPr bwMode="auto">
          <a:xfrm>
            <a:off x="5715000" y="4191000"/>
            <a:ext cx="27543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machine</a:t>
            </a:r>
          </a:p>
          <a:p>
            <a:r>
              <a:rPr lang="en-US"/>
              <a:t>doesn’t halt </a:t>
            </a:r>
          </a:p>
          <a:p>
            <a:r>
              <a:rPr lang="en-US"/>
              <a:t>on some input</a:t>
            </a:r>
          </a:p>
        </p:txBody>
      </p:sp>
      <p:sp>
        <p:nvSpPr>
          <p:cNvPr id="1005573" name="Text Box 5"/>
          <p:cNvSpPr txBox="1">
            <a:spLocks noChangeArrowheads="1"/>
          </p:cNvSpPr>
          <p:nvPr/>
        </p:nvSpPr>
        <p:spPr bwMode="auto">
          <a:xfrm>
            <a:off x="838200" y="1600200"/>
            <a:ext cx="29384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Is recursively </a:t>
            </a:r>
          </a:p>
          <a:p>
            <a:r>
              <a:rPr lang="en-US">
                <a:solidFill>
                  <a:srgbClr val="FF0000"/>
                </a:solidFill>
              </a:rPr>
              <a:t>enumerable</a:t>
            </a:r>
          </a:p>
        </p:txBody>
      </p:sp>
      <p:sp>
        <p:nvSpPr>
          <p:cNvPr id="1005574" name="Text Box 6"/>
          <p:cNvSpPr txBox="1">
            <a:spLocks noChangeArrowheads="1"/>
          </p:cNvSpPr>
          <p:nvPr/>
        </p:nvSpPr>
        <p:spPr bwMode="auto">
          <a:xfrm>
            <a:off x="6019800" y="1600200"/>
            <a:ext cx="19510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But not</a:t>
            </a:r>
          </a:p>
          <a:p>
            <a:r>
              <a:rPr lang="en-US">
                <a:solidFill>
                  <a:srgbClr val="FF0000"/>
                </a:solidFill>
              </a:rPr>
              <a:t>recursive</a:t>
            </a:r>
          </a:p>
        </p:txBody>
      </p:sp>
      <p:sp>
        <p:nvSpPr>
          <p:cNvPr id="1005575" name="Oval 7"/>
          <p:cNvSpPr>
            <a:spLocks noChangeArrowheads="1"/>
          </p:cNvSpPr>
          <p:nvPr/>
        </p:nvSpPr>
        <p:spPr bwMode="auto">
          <a:xfrm>
            <a:off x="457200" y="1219200"/>
            <a:ext cx="3505200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5576" name="Oval 8"/>
          <p:cNvSpPr>
            <a:spLocks noChangeArrowheads="1"/>
          </p:cNvSpPr>
          <p:nvPr/>
        </p:nvSpPr>
        <p:spPr bwMode="auto">
          <a:xfrm>
            <a:off x="5486400" y="1295400"/>
            <a:ext cx="30480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5577" name="Line 9"/>
          <p:cNvSpPr>
            <a:spLocks noChangeShapeType="1"/>
          </p:cNvSpPr>
          <p:nvPr/>
        </p:nvSpPr>
        <p:spPr bwMode="auto">
          <a:xfrm flipH="1">
            <a:off x="1752600" y="3124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5578" name="Line 10"/>
          <p:cNvSpPr>
            <a:spLocks noChangeShapeType="1"/>
          </p:cNvSpPr>
          <p:nvPr/>
        </p:nvSpPr>
        <p:spPr bwMode="auto">
          <a:xfrm>
            <a:off x="6934200" y="3048000"/>
            <a:ext cx="152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ECEF9-99BF-4F6C-80FF-80245C877314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006594" name="Text Box 2"/>
          <p:cNvSpPr txBox="1">
            <a:spLocks noChangeArrowheads="1"/>
          </p:cNvSpPr>
          <p:nvPr/>
        </p:nvSpPr>
        <p:spPr bwMode="auto">
          <a:xfrm>
            <a:off x="136525" y="254000"/>
            <a:ext cx="6183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prove that the language</a:t>
            </a:r>
          </a:p>
        </p:txBody>
      </p:sp>
      <p:graphicFrame>
        <p:nvGraphicFramePr>
          <p:cNvPr id="1045504" name="Object 1024"/>
          <p:cNvGraphicFramePr>
            <a:graphicFrameLocks noChangeAspect="1"/>
          </p:cNvGraphicFramePr>
          <p:nvPr/>
        </p:nvGraphicFramePr>
        <p:xfrm>
          <a:off x="2209800" y="13462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506" name="Equation" r:id="rId3" imgW="4241520" imgH="736560" progId="Equation.3">
                  <p:embed/>
                </p:oleObj>
              </mc:Choice>
              <mc:Fallback>
                <p:oleObj name="Equation" r:id="rId3" imgW="4241520" imgH="73656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462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6596" name="Text Box 4"/>
          <p:cNvSpPr txBox="1">
            <a:spLocks noChangeArrowheads="1"/>
          </p:cNvSpPr>
          <p:nvPr/>
        </p:nvSpPr>
        <p:spPr bwMode="auto">
          <a:xfrm>
            <a:off x="288925" y="2540000"/>
            <a:ext cx="51006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recursively enumerable</a:t>
            </a:r>
          </a:p>
          <a:p>
            <a:r>
              <a:rPr lang="en-US"/>
              <a:t>but not recursive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70861-EB7F-4408-A431-771BB1F5C588}" type="slidenum">
              <a:rPr lang="en-US" altLang="en-US"/>
              <a:pPr/>
              <a:t>33</a:t>
            </a:fld>
            <a:endParaRPr lang="en-US" altLang="en-US"/>
          </a:p>
        </p:txBody>
      </p:sp>
      <p:graphicFrame>
        <p:nvGraphicFramePr>
          <p:cNvPr id="1046528" name="Object 0"/>
          <p:cNvGraphicFramePr>
            <a:graphicFrameLocks noChangeAspect="1"/>
          </p:cNvGraphicFramePr>
          <p:nvPr/>
        </p:nvGraphicFramePr>
        <p:xfrm>
          <a:off x="2514600" y="228600"/>
          <a:ext cx="404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88" name="Equation" r:id="rId3" imgW="406080" imgH="571320" progId="Equation.3">
                  <p:embed/>
                </p:oleObj>
              </mc:Choice>
              <mc:Fallback>
                <p:oleObj name="Equation" r:id="rId3" imgW="406080" imgH="5713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8600"/>
                        <a:ext cx="404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29" name="Object 1"/>
          <p:cNvGraphicFramePr>
            <a:graphicFrameLocks noChangeAspect="1"/>
          </p:cNvGraphicFramePr>
          <p:nvPr/>
        </p:nvGraphicFramePr>
        <p:xfrm>
          <a:off x="3657600" y="22860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89" name="Equation" r:id="rId5" imgW="469800" imgH="571320" progId="Equation.3">
                  <p:embed/>
                </p:oleObj>
              </mc:Choice>
              <mc:Fallback>
                <p:oleObj name="Equation" r:id="rId5" imgW="469800" imgH="5713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2860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0" name="Object 2"/>
          <p:cNvGraphicFramePr>
            <a:graphicFrameLocks noChangeAspect="1"/>
          </p:cNvGraphicFramePr>
          <p:nvPr/>
        </p:nvGraphicFramePr>
        <p:xfrm>
          <a:off x="5029200" y="234950"/>
          <a:ext cx="45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0" name="Equation" r:id="rId7" imgW="457200" imgH="571320" progId="Equation.3">
                  <p:embed/>
                </p:oleObj>
              </mc:Choice>
              <mc:Fallback>
                <p:oleObj name="Equation" r:id="rId7" imgW="45720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34950"/>
                        <a:ext cx="45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1" name="Object 3"/>
          <p:cNvGraphicFramePr>
            <a:graphicFrameLocks noChangeAspect="1"/>
          </p:cNvGraphicFramePr>
          <p:nvPr/>
        </p:nvGraphicFramePr>
        <p:xfrm>
          <a:off x="6324600" y="234950"/>
          <a:ext cx="46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1" name="Equation" r:id="rId9" imgW="469800" imgH="571320" progId="Equation.3">
                  <p:embed/>
                </p:oleObj>
              </mc:Choice>
              <mc:Fallback>
                <p:oleObj name="Equation" r:id="rId9" imgW="4698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34950"/>
                        <a:ext cx="4699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2" name="Object 4"/>
          <p:cNvGraphicFramePr>
            <a:graphicFrameLocks noChangeAspect="1"/>
          </p:cNvGraphicFramePr>
          <p:nvPr/>
        </p:nvGraphicFramePr>
        <p:xfrm>
          <a:off x="558800" y="1376363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2" name="Equation" r:id="rId11" imgW="1231560" imgH="520560" progId="Equation.3">
                  <p:embed/>
                </p:oleObj>
              </mc:Choice>
              <mc:Fallback>
                <p:oleObj name="Equation" r:id="rId11" imgW="1231560" imgH="520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376363"/>
                        <a:ext cx="1231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3" name="Object 5"/>
          <p:cNvGraphicFramePr>
            <a:graphicFrameLocks noChangeAspect="1"/>
          </p:cNvGraphicFramePr>
          <p:nvPr/>
        </p:nvGraphicFramePr>
        <p:xfrm>
          <a:off x="7467600" y="6096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3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6096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4" name="Object 6"/>
          <p:cNvGraphicFramePr>
            <a:graphicFrameLocks noChangeAspect="1"/>
          </p:cNvGraphicFramePr>
          <p:nvPr/>
        </p:nvGraphicFramePr>
        <p:xfrm>
          <a:off x="2540000" y="144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4" name="Equation" r:id="rId15" imgW="253800" imgH="380880" progId="Equation.3">
                  <p:embed/>
                </p:oleObj>
              </mc:Choice>
              <mc:Fallback>
                <p:oleObj name="Equation" r:id="rId15" imgW="253800" imgH="380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44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5" name="Object 7"/>
          <p:cNvGraphicFramePr>
            <a:graphicFrameLocks noChangeAspect="1"/>
          </p:cNvGraphicFramePr>
          <p:nvPr/>
        </p:nvGraphicFramePr>
        <p:xfrm>
          <a:off x="3733800" y="1454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5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454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6" name="Object 8"/>
          <p:cNvGraphicFramePr>
            <a:graphicFrameLocks noChangeAspect="1"/>
          </p:cNvGraphicFramePr>
          <p:nvPr/>
        </p:nvGraphicFramePr>
        <p:xfrm>
          <a:off x="6400800" y="14541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6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4541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7" name="Object 9"/>
          <p:cNvGraphicFramePr>
            <a:graphicFrameLocks noChangeAspect="1"/>
          </p:cNvGraphicFramePr>
          <p:nvPr/>
        </p:nvGraphicFramePr>
        <p:xfrm>
          <a:off x="4953000" y="14541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7" name="Equation" r:id="rId20" imgW="253800" imgH="380880" progId="Equation.3">
                  <p:embed/>
                </p:oleObj>
              </mc:Choice>
              <mc:Fallback>
                <p:oleObj name="Equation" r:id="rId20" imgW="253800" imgH="3808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4541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772" name="Line 12"/>
          <p:cNvSpPr>
            <a:spLocks noChangeShapeType="1"/>
          </p:cNvSpPr>
          <p:nvPr/>
        </p:nvSpPr>
        <p:spPr bwMode="auto">
          <a:xfrm>
            <a:off x="457200" y="990600"/>
            <a:ext cx="8001000" cy="63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46538" name="Object 10"/>
          <p:cNvGraphicFramePr>
            <a:graphicFrameLocks noChangeAspect="1"/>
          </p:cNvGraphicFramePr>
          <p:nvPr/>
        </p:nvGraphicFramePr>
        <p:xfrm>
          <a:off x="7518400" y="16065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8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6065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9" name="Object 11"/>
          <p:cNvGraphicFramePr>
            <a:graphicFrameLocks noChangeAspect="1"/>
          </p:cNvGraphicFramePr>
          <p:nvPr/>
        </p:nvGraphicFramePr>
        <p:xfrm>
          <a:off x="457200" y="24495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99" name="Equation" r:id="rId22" imgW="1295280" imgH="520560" progId="Equation.3">
                  <p:embed/>
                </p:oleObj>
              </mc:Choice>
              <mc:Fallback>
                <p:oleObj name="Equation" r:id="rId22" imgW="1295280" imgH="5205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495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0" name="Object 12"/>
          <p:cNvGraphicFramePr>
            <a:graphicFrameLocks noChangeAspect="1"/>
          </p:cNvGraphicFramePr>
          <p:nvPr/>
        </p:nvGraphicFramePr>
        <p:xfrm>
          <a:off x="457200" y="3511550"/>
          <a:ext cx="1270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0" name="Equation" r:id="rId24" imgW="1269720" imgH="533160" progId="Equation.3">
                  <p:embed/>
                </p:oleObj>
              </mc:Choice>
              <mc:Fallback>
                <p:oleObj name="Equation" r:id="rId24" imgW="1269720" imgH="5331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11550"/>
                        <a:ext cx="1270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776" name="Line 16"/>
          <p:cNvSpPr>
            <a:spLocks noChangeShapeType="1"/>
          </p:cNvSpPr>
          <p:nvPr/>
        </p:nvSpPr>
        <p:spPr bwMode="auto">
          <a:xfrm>
            <a:off x="1879600" y="387350"/>
            <a:ext cx="25400" cy="51054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46541" name="Object 13"/>
          <p:cNvGraphicFramePr>
            <a:graphicFrameLocks noChangeAspect="1"/>
          </p:cNvGraphicFramePr>
          <p:nvPr/>
        </p:nvGraphicFramePr>
        <p:xfrm>
          <a:off x="3733800" y="2438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1" name="Equation" r:id="rId26" imgW="253800" imgH="380880" progId="Equation.3">
                  <p:embed/>
                </p:oleObj>
              </mc:Choice>
              <mc:Fallback>
                <p:oleObj name="Equation" r:id="rId26" imgW="253800" imgH="3808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438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2" name="Object 14"/>
          <p:cNvGraphicFramePr>
            <a:graphicFrameLocks noChangeAspect="1"/>
          </p:cNvGraphicFramePr>
          <p:nvPr/>
        </p:nvGraphicFramePr>
        <p:xfrm>
          <a:off x="2546350" y="2444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2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2444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3" name="Object 15"/>
          <p:cNvGraphicFramePr>
            <a:graphicFrameLocks noChangeAspect="1"/>
          </p:cNvGraphicFramePr>
          <p:nvPr/>
        </p:nvGraphicFramePr>
        <p:xfrm>
          <a:off x="4984750" y="24447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3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24447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4" name="Object 16"/>
          <p:cNvGraphicFramePr>
            <a:graphicFrameLocks noChangeAspect="1"/>
          </p:cNvGraphicFramePr>
          <p:nvPr/>
        </p:nvGraphicFramePr>
        <p:xfrm>
          <a:off x="6356350" y="2444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4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2444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5" name="Object 17"/>
          <p:cNvGraphicFramePr>
            <a:graphicFrameLocks noChangeAspect="1"/>
          </p:cNvGraphicFramePr>
          <p:nvPr/>
        </p:nvGraphicFramePr>
        <p:xfrm>
          <a:off x="7473950" y="25971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5" name="Equation" r:id="rId31" imgW="419040" imgH="114120" progId="Equation.3">
                  <p:embed/>
                </p:oleObj>
              </mc:Choice>
              <mc:Fallback>
                <p:oleObj name="Equation" r:id="rId31" imgW="419040" imgH="11412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25971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6" name="Object 18"/>
          <p:cNvGraphicFramePr>
            <a:graphicFrameLocks noChangeAspect="1"/>
          </p:cNvGraphicFramePr>
          <p:nvPr/>
        </p:nvGraphicFramePr>
        <p:xfrm>
          <a:off x="2457450" y="35877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6" name="Equation" r:id="rId32" imgW="253800" imgH="380880" progId="Equation.3">
                  <p:embed/>
                </p:oleObj>
              </mc:Choice>
              <mc:Fallback>
                <p:oleObj name="Equation" r:id="rId32" imgW="253800" imgH="3808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5877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7" name="Object 19"/>
          <p:cNvGraphicFramePr>
            <a:graphicFrameLocks noChangeAspect="1"/>
          </p:cNvGraphicFramePr>
          <p:nvPr/>
        </p:nvGraphicFramePr>
        <p:xfrm>
          <a:off x="497205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7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8" name="Object 20"/>
          <p:cNvGraphicFramePr>
            <a:graphicFrameLocks noChangeAspect="1"/>
          </p:cNvGraphicFramePr>
          <p:nvPr/>
        </p:nvGraphicFramePr>
        <p:xfrm>
          <a:off x="641985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8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9" name="Object 21"/>
          <p:cNvGraphicFramePr>
            <a:graphicFrameLocks noChangeAspect="1"/>
          </p:cNvGraphicFramePr>
          <p:nvPr/>
        </p:nvGraphicFramePr>
        <p:xfrm>
          <a:off x="3733800" y="35877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09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5877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50" name="Object 22"/>
          <p:cNvGraphicFramePr>
            <a:graphicFrameLocks noChangeAspect="1"/>
          </p:cNvGraphicFramePr>
          <p:nvPr/>
        </p:nvGraphicFramePr>
        <p:xfrm>
          <a:off x="7461250" y="37401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0" name="Equation" r:id="rId36" imgW="419040" imgH="114120" progId="Equation.3">
                  <p:embed/>
                </p:oleObj>
              </mc:Choice>
              <mc:Fallback>
                <p:oleObj name="Equation" r:id="rId36" imgW="419040" imgH="11412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37401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51" name="Object 23"/>
          <p:cNvGraphicFramePr>
            <a:graphicFrameLocks noChangeAspect="1"/>
          </p:cNvGraphicFramePr>
          <p:nvPr/>
        </p:nvGraphicFramePr>
        <p:xfrm>
          <a:off x="457200" y="4735513"/>
          <a:ext cx="1295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1" name="Equation" r:id="rId37" imgW="1295280" imgH="520560" progId="Equation.3">
                  <p:embed/>
                </p:oleObj>
              </mc:Choice>
              <mc:Fallback>
                <p:oleObj name="Equation" r:id="rId37" imgW="1295280" imgH="52056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735513"/>
                        <a:ext cx="1295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52" name="Object 24"/>
          <p:cNvGraphicFramePr>
            <a:graphicFrameLocks noChangeAspect="1"/>
          </p:cNvGraphicFramePr>
          <p:nvPr/>
        </p:nvGraphicFramePr>
        <p:xfrm>
          <a:off x="24384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2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53" name="Object 25"/>
          <p:cNvGraphicFramePr>
            <a:graphicFrameLocks noChangeAspect="1"/>
          </p:cNvGraphicFramePr>
          <p:nvPr/>
        </p:nvGraphicFramePr>
        <p:xfrm>
          <a:off x="6400800" y="48069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3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8069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54" name="Object 26"/>
          <p:cNvGraphicFramePr>
            <a:graphicFrameLocks noChangeAspect="1"/>
          </p:cNvGraphicFramePr>
          <p:nvPr/>
        </p:nvGraphicFramePr>
        <p:xfrm>
          <a:off x="49530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4" name="Equation" r:id="rId41" imgW="253800" imgH="380880" progId="Equation.3">
                  <p:embed/>
                </p:oleObj>
              </mc:Choice>
              <mc:Fallback>
                <p:oleObj name="Equation" r:id="rId41" imgW="253800" imgH="3808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55" name="Object 27"/>
          <p:cNvGraphicFramePr>
            <a:graphicFrameLocks noChangeAspect="1"/>
          </p:cNvGraphicFramePr>
          <p:nvPr/>
        </p:nvGraphicFramePr>
        <p:xfrm>
          <a:off x="7442200" y="495935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5" name="Equation" r:id="rId42" imgW="419040" imgH="114120" progId="Equation.3">
                  <p:embed/>
                </p:oleObj>
              </mc:Choice>
              <mc:Fallback>
                <p:oleObj name="Equation" r:id="rId42" imgW="419040" imgH="11412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95935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56" name="Object 28"/>
          <p:cNvGraphicFramePr>
            <a:graphicFrameLocks noChangeAspect="1"/>
          </p:cNvGraphicFramePr>
          <p:nvPr/>
        </p:nvGraphicFramePr>
        <p:xfrm>
          <a:off x="3708400" y="48069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6" name="Equation" r:id="rId43" imgW="253800" imgH="380880" progId="Equation.3">
                  <p:embed/>
                </p:oleObj>
              </mc:Choice>
              <mc:Fallback>
                <p:oleObj name="Equation" r:id="rId43" imgW="253800" imgH="3808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8069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793" name="Oval 33"/>
          <p:cNvSpPr>
            <a:spLocks noChangeArrowheads="1"/>
          </p:cNvSpPr>
          <p:nvPr/>
        </p:nvSpPr>
        <p:spPr bwMode="auto">
          <a:xfrm>
            <a:off x="4648200" y="328295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3794" name="Oval 34"/>
          <p:cNvSpPr>
            <a:spLocks noChangeArrowheads="1"/>
          </p:cNvSpPr>
          <p:nvPr/>
        </p:nvSpPr>
        <p:spPr bwMode="auto">
          <a:xfrm>
            <a:off x="6019800" y="4578350"/>
            <a:ext cx="8382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46557" name="Object 29"/>
          <p:cNvGraphicFramePr>
            <a:graphicFrameLocks noChangeAspect="1"/>
          </p:cNvGraphicFramePr>
          <p:nvPr/>
        </p:nvGraphicFramePr>
        <p:xfrm>
          <a:off x="3048000" y="5791200"/>
          <a:ext cx="3048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17" name="Equation" r:id="rId44" imgW="3047760" imgH="711000" progId="Equation.3">
                  <p:embed/>
                </p:oleObj>
              </mc:Choice>
              <mc:Fallback>
                <p:oleObj name="Equation" r:id="rId44" imgW="3047760" imgH="71100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91200"/>
                        <a:ext cx="30480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2A81-E0F3-42AC-B9B3-43C3FB56D35E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999426" name="Text Box 2"/>
          <p:cNvSpPr txBox="1">
            <a:spLocks noChangeArrowheads="1"/>
          </p:cNvSpPr>
          <p:nvPr/>
        </p:nvSpPr>
        <p:spPr bwMode="auto">
          <a:xfrm>
            <a:off x="1219200" y="1524000"/>
            <a:ext cx="2644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</a:t>
            </a:r>
          </a:p>
        </p:txBody>
      </p:sp>
      <p:sp>
        <p:nvSpPr>
          <p:cNvPr id="999427" name="Text Box 3"/>
          <p:cNvSpPr txBox="1">
            <a:spLocks noChangeArrowheads="1"/>
          </p:cNvSpPr>
          <p:nvPr/>
        </p:nvSpPr>
        <p:spPr bwMode="auto">
          <a:xfrm>
            <a:off x="365125" y="2540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graphicFrame>
        <p:nvGraphicFramePr>
          <p:cNvPr id="999428" name="Object 4"/>
          <p:cNvGraphicFramePr>
            <a:graphicFrameLocks noChangeAspect="1"/>
          </p:cNvGraphicFramePr>
          <p:nvPr/>
        </p:nvGraphicFramePr>
        <p:xfrm>
          <a:off x="4191000" y="14224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30" name="Equation" r:id="rId3" imgW="4241520" imgH="736560" progId="Equation.3">
                  <p:embed/>
                </p:oleObj>
              </mc:Choice>
              <mc:Fallback>
                <p:oleObj name="Equation" r:id="rId3" imgW="4241520" imgH="736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4224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29" name="Text Box 5"/>
          <p:cNvSpPr txBox="1">
            <a:spLocks noChangeArrowheads="1"/>
          </p:cNvSpPr>
          <p:nvPr/>
        </p:nvSpPr>
        <p:spPr bwMode="auto">
          <a:xfrm>
            <a:off x="1295400" y="2895600"/>
            <a:ext cx="4992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recursively enumerable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502E-1D2D-4082-832A-C6DA2DFDE29F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000450" name="Text Box 2"/>
          <p:cNvSpPr txBox="1">
            <a:spLocks noChangeArrowheads="1"/>
          </p:cNvSpPr>
          <p:nvPr/>
        </p:nvSpPr>
        <p:spPr bwMode="auto">
          <a:xfrm>
            <a:off x="152400" y="4572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00454" name="Text Box 6"/>
          <p:cNvSpPr txBox="1">
            <a:spLocks noChangeArrowheads="1"/>
          </p:cNvSpPr>
          <p:nvPr/>
        </p:nvSpPr>
        <p:spPr bwMode="auto">
          <a:xfrm>
            <a:off x="669925" y="1397000"/>
            <a:ext cx="67484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give a Turing Machine that</a:t>
            </a:r>
          </a:p>
          <a:p>
            <a:r>
              <a:rPr lang="en-US"/>
              <a:t>accepts </a:t>
            </a:r>
          </a:p>
        </p:txBody>
      </p:sp>
      <p:graphicFrame>
        <p:nvGraphicFramePr>
          <p:cNvPr id="1000455" name="Object 7"/>
          <p:cNvGraphicFramePr>
            <a:graphicFrameLocks noChangeAspect="1"/>
          </p:cNvGraphicFramePr>
          <p:nvPr/>
        </p:nvGraphicFramePr>
        <p:xfrm>
          <a:off x="2514600" y="20574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457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0574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BC77-C545-4E59-B056-A06458FA5B39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002498" name="Text Box 2"/>
          <p:cNvSpPr txBox="1">
            <a:spLocks noChangeArrowheads="1"/>
          </p:cNvSpPr>
          <p:nvPr/>
        </p:nvSpPr>
        <p:spPr bwMode="auto">
          <a:xfrm>
            <a:off x="1447800" y="0"/>
            <a:ext cx="5743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Turing Machine that accepts </a:t>
            </a:r>
          </a:p>
        </p:txBody>
      </p:sp>
      <p:graphicFrame>
        <p:nvGraphicFramePr>
          <p:cNvPr id="1002499" name="Object 3"/>
          <p:cNvGraphicFramePr>
            <a:graphicFrameLocks noChangeAspect="1"/>
          </p:cNvGraphicFramePr>
          <p:nvPr/>
        </p:nvGraphicFramePr>
        <p:xfrm>
          <a:off x="7162800" y="1524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25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524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0" name="Text Box 4"/>
          <p:cNvSpPr txBox="1">
            <a:spLocks noChangeArrowheads="1"/>
          </p:cNvSpPr>
          <p:nvPr/>
        </p:nvSpPr>
        <p:spPr bwMode="auto">
          <a:xfrm>
            <a:off x="0" y="685800"/>
            <a:ext cx="4037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For any input string </a:t>
            </a:r>
          </a:p>
        </p:txBody>
      </p:sp>
      <p:graphicFrame>
        <p:nvGraphicFramePr>
          <p:cNvPr id="1002501" name="Object 5"/>
          <p:cNvGraphicFramePr>
            <a:graphicFrameLocks noChangeAspect="1"/>
          </p:cNvGraphicFramePr>
          <p:nvPr/>
        </p:nvGraphicFramePr>
        <p:xfrm>
          <a:off x="4095750" y="8255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26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8255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2" name="Text Box 6"/>
          <p:cNvSpPr txBox="1">
            <a:spLocks noChangeArrowheads="1"/>
          </p:cNvSpPr>
          <p:nvPr/>
        </p:nvSpPr>
        <p:spPr bwMode="auto">
          <a:xfrm>
            <a:off x="746125" y="1549400"/>
            <a:ext cx="4492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Compute   , for which</a:t>
            </a:r>
          </a:p>
        </p:txBody>
      </p:sp>
      <p:graphicFrame>
        <p:nvGraphicFramePr>
          <p:cNvPr id="1002503" name="Object 7"/>
          <p:cNvGraphicFramePr>
            <a:graphicFrameLocks noChangeAspect="1"/>
          </p:cNvGraphicFramePr>
          <p:nvPr/>
        </p:nvGraphicFramePr>
        <p:xfrm>
          <a:off x="5334000" y="1447800"/>
          <a:ext cx="1282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27" name="Equation" r:id="rId7" imgW="1282680" imgH="609480" progId="Equation.3">
                  <p:embed/>
                </p:oleObj>
              </mc:Choice>
              <mc:Fallback>
                <p:oleObj name="Equation" r:id="rId7" imgW="1282680" imgH="609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447800"/>
                        <a:ext cx="12827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5" name="Text Box 9"/>
          <p:cNvSpPr txBox="1">
            <a:spLocks noChangeArrowheads="1"/>
          </p:cNvSpPr>
          <p:nvPr/>
        </p:nvSpPr>
        <p:spPr bwMode="auto">
          <a:xfrm>
            <a:off x="762000" y="2362200"/>
            <a:ext cx="4262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Find Turing machine</a:t>
            </a:r>
          </a:p>
        </p:txBody>
      </p:sp>
      <p:graphicFrame>
        <p:nvGraphicFramePr>
          <p:cNvPr id="1002506" name="Object 10"/>
          <p:cNvGraphicFramePr>
            <a:graphicFrameLocks noChangeAspect="1"/>
          </p:cNvGraphicFramePr>
          <p:nvPr/>
        </p:nvGraphicFramePr>
        <p:xfrm>
          <a:off x="5105400" y="2362200"/>
          <a:ext cx="63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28" name="Equation" r:id="rId9" imgW="634680" imgH="583920" progId="Equation.3">
                  <p:embed/>
                </p:oleObj>
              </mc:Choice>
              <mc:Fallback>
                <p:oleObj name="Equation" r:id="rId9" imgW="634680" imgH="5839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362200"/>
                        <a:ext cx="6350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7" name="Text Box 11"/>
          <p:cNvSpPr txBox="1">
            <a:spLocks noChangeArrowheads="1"/>
          </p:cNvSpPr>
          <p:nvPr/>
        </p:nvSpPr>
        <p:spPr bwMode="auto">
          <a:xfrm>
            <a:off x="2057400" y="3048000"/>
            <a:ext cx="5553075" cy="1031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(using an enumeration procedure</a:t>
            </a:r>
          </a:p>
          <a:p>
            <a:r>
              <a:rPr lang="en-US" sz="2800"/>
              <a:t> for Turing Machines)</a:t>
            </a:r>
          </a:p>
        </p:txBody>
      </p:sp>
      <p:sp>
        <p:nvSpPr>
          <p:cNvPr id="1002508" name="Text Box 12"/>
          <p:cNvSpPr txBox="1">
            <a:spLocks noChangeArrowheads="1"/>
          </p:cNvSpPr>
          <p:nvPr/>
        </p:nvSpPr>
        <p:spPr bwMode="auto">
          <a:xfrm>
            <a:off x="685800" y="4419600"/>
            <a:ext cx="4718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Simulate         on input</a:t>
            </a:r>
          </a:p>
        </p:txBody>
      </p:sp>
      <p:graphicFrame>
        <p:nvGraphicFramePr>
          <p:cNvPr id="1002509" name="Object 13"/>
          <p:cNvGraphicFramePr>
            <a:graphicFrameLocks noChangeAspect="1"/>
          </p:cNvGraphicFramePr>
          <p:nvPr/>
        </p:nvGraphicFramePr>
        <p:xfrm>
          <a:off x="2940050" y="4470400"/>
          <a:ext cx="63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29" name="Equation" r:id="rId11" imgW="634680" imgH="583920" progId="Equation.3">
                  <p:embed/>
                </p:oleObj>
              </mc:Choice>
              <mc:Fallback>
                <p:oleObj name="Equation" r:id="rId11" imgW="634680" imgH="5839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4470400"/>
                        <a:ext cx="6350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10" name="Object 14"/>
          <p:cNvGraphicFramePr>
            <a:graphicFrameLocks noChangeAspect="1"/>
          </p:cNvGraphicFramePr>
          <p:nvPr/>
        </p:nvGraphicFramePr>
        <p:xfrm>
          <a:off x="5635625" y="4298950"/>
          <a:ext cx="4302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0" name="Equation" r:id="rId12" imgW="431640" imgH="609480" progId="Equation.3">
                  <p:embed/>
                </p:oleObj>
              </mc:Choice>
              <mc:Fallback>
                <p:oleObj name="Equation" r:id="rId12" imgW="431640" imgH="609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4298950"/>
                        <a:ext cx="4302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11" name="Text Box 15"/>
          <p:cNvSpPr txBox="1">
            <a:spLocks noChangeArrowheads="1"/>
          </p:cNvSpPr>
          <p:nvPr/>
        </p:nvSpPr>
        <p:spPr bwMode="auto">
          <a:xfrm>
            <a:off x="685800" y="5257800"/>
            <a:ext cx="6172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If          accepts, then accept </a:t>
            </a:r>
          </a:p>
        </p:txBody>
      </p:sp>
      <p:graphicFrame>
        <p:nvGraphicFramePr>
          <p:cNvPr id="1002512" name="Object 16"/>
          <p:cNvGraphicFramePr>
            <a:graphicFrameLocks noChangeAspect="1"/>
          </p:cNvGraphicFramePr>
          <p:nvPr/>
        </p:nvGraphicFramePr>
        <p:xfrm>
          <a:off x="1720850" y="5308600"/>
          <a:ext cx="63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1" name="Equation" r:id="rId14" imgW="634680" imgH="583920" progId="Equation.3">
                  <p:embed/>
                </p:oleObj>
              </mc:Choice>
              <mc:Fallback>
                <p:oleObj name="Equation" r:id="rId14" imgW="634680" imgH="58392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5308600"/>
                        <a:ext cx="6350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13" name="Object 17"/>
          <p:cNvGraphicFramePr>
            <a:graphicFrameLocks noChangeAspect="1"/>
          </p:cNvGraphicFramePr>
          <p:nvPr/>
        </p:nvGraphicFramePr>
        <p:xfrm>
          <a:off x="6838950" y="53975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2" name="Equation" r:id="rId15" imgW="368280" imgH="304560" progId="Equation.3">
                  <p:embed/>
                </p:oleObj>
              </mc:Choice>
              <mc:Fallback>
                <p:oleObj name="Equation" r:id="rId15" imgW="368280" imgH="30456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50" y="53975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15" name="Object 19"/>
          <p:cNvGraphicFramePr>
            <a:graphicFrameLocks noChangeAspect="1"/>
          </p:cNvGraphicFramePr>
          <p:nvPr/>
        </p:nvGraphicFramePr>
        <p:xfrm>
          <a:off x="2895600" y="1676400"/>
          <a:ext cx="165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3" name="Equation" r:id="rId16" imgW="164880" imgH="380880" progId="Equation.3">
                  <p:embed/>
                </p:oleObj>
              </mc:Choice>
              <mc:Fallback>
                <p:oleObj name="Equation" r:id="rId16" imgW="164880" imgH="3808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76400"/>
                        <a:ext cx="165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16" name="Text Box 20"/>
          <p:cNvSpPr txBox="1">
            <a:spLocks noChangeArrowheads="1"/>
          </p:cNvSpPr>
          <p:nvPr/>
        </p:nvSpPr>
        <p:spPr bwMode="auto">
          <a:xfrm>
            <a:off x="3581400" y="6096000"/>
            <a:ext cx="1992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6600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876C-3326-4750-88C7-5FFBBD7E7A87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009666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Observation:</a:t>
            </a:r>
          </a:p>
        </p:txBody>
      </p:sp>
      <p:graphicFrame>
        <p:nvGraphicFramePr>
          <p:cNvPr id="1047552" name="Object 0"/>
          <p:cNvGraphicFramePr>
            <a:graphicFrameLocks noChangeAspect="1"/>
          </p:cNvGraphicFramePr>
          <p:nvPr/>
        </p:nvGraphicFramePr>
        <p:xfrm>
          <a:off x="2209800" y="19558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58" name="Equation" r:id="rId3" imgW="4241520" imgH="736560" progId="Equation.3">
                  <p:embed/>
                </p:oleObj>
              </mc:Choice>
              <mc:Fallback>
                <p:oleObj name="Equation" r:id="rId3" imgW="4241520" imgH="7365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558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553" name="Object 1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59" name="Equation" r:id="rId5" imgW="228600" imgH="520560" progId="Equation.3">
                  <p:embed/>
                </p:oleObj>
              </mc:Choice>
              <mc:Fallback>
                <p:oleObj name="Equation" r:id="rId5" imgW="22860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554" name="Object 2"/>
          <p:cNvGraphicFramePr>
            <a:graphicFrameLocks noChangeAspect="1"/>
          </p:cNvGraphicFramePr>
          <p:nvPr/>
        </p:nvGraphicFramePr>
        <p:xfrm>
          <a:off x="2286000" y="44704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60" name="Equation" r:id="rId7" imgW="4241520" imgH="736560" progId="Equation.3">
                  <p:embed/>
                </p:oleObj>
              </mc:Choice>
              <mc:Fallback>
                <p:oleObj name="Equation" r:id="rId7" imgW="4241520" imgH="736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704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9671" name="Text Box 7"/>
          <p:cNvSpPr txBox="1">
            <a:spLocks noChangeArrowheads="1"/>
          </p:cNvSpPr>
          <p:nvPr/>
        </p:nvSpPr>
        <p:spPr bwMode="auto">
          <a:xfrm>
            <a:off x="1905000" y="1295400"/>
            <a:ext cx="461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Recursively enumerable</a:t>
            </a:r>
          </a:p>
        </p:txBody>
      </p:sp>
      <p:sp>
        <p:nvSpPr>
          <p:cNvPr id="1009672" name="Text Box 8"/>
          <p:cNvSpPr txBox="1">
            <a:spLocks noChangeArrowheads="1"/>
          </p:cNvSpPr>
          <p:nvPr/>
        </p:nvSpPr>
        <p:spPr bwMode="auto">
          <a:xfrm>
            <a:off x="1905000" y="3810000"/>
            <a:ext cx="5410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Not recursively enumerable</a:t>
            </a:r>
          </a:p>
        </p:txBody>
      </p:sp>
      <p:sp>
        <p:nvSpPr>
          <p:cNvPr id="1009673" name="Text Box 9"/>
          <p:cNvSpPr txBox="1">
            <a:spLocks noChangeArrowheads="1"/>
          </p:cNvSpPr>
          <p:nvPr/>
        </p:nvSpPr>
        <p:spPr bwMode="auto">
          <a:xfrm>
            <a:off x="2209800" y="5610225"/>
            <a:ext cx="4392613" cy="5191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(Thus, also not recursive)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5B30-117F-44D6-9AD8-286D163DF029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007618" name="Text Box 2"/>
          <p:cNvSpPr txBox="1">
            <a:spLocks noChangeArrowheads="1"/>
          </p:cNvSpPr>
          <p:nvPr/>
        </p:nvSpPr>
        <p:spPr bwMode="auto">
          <a:xfrm>
            <a:off x="288925" y="2540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1007619" name="Text Box 3"/>
          <p:cNvSpPr txBox="1">
            <a:spLocks noChangeArrowheads="1"/>
          </p:cNvSpPr>
          <p:nvPr/>
        </p:nvSpPr>
        <p:spPr bwMode="auto">
          <a:xfrm>
            <a:off x="1219200" y="1524000"/>
            <a:ext cx="2644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</a:t>
            </a:r>
          </a:p>
        </p:txBody>
      </p:sp>
      <p:graphicFrame>
        <p:nvGraphicFramePr>
          <p:cNvPr id="1048576" name="Object 0"/>
          <p:cNvGraphicFramePr>
            <a:graphicFrameLocks noChangeAspect="1"/>
          </p:cNvGraphicFramePr>
          <p:nvPr/>
        </p:nvGraphicFramePr>
        <p:xfrm>
          <a:off x="4191000" y="1422400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578" name="Equation" r:id="rId3" imgW="4241520" imgH="736560" progId="Equation.3">
                  <p:embed/>
                </p:oleObj>
              </mc:Choice>
              <mc:Fallback>
                <p:oleObj name="Equation" r:id="rId3" imgW="4241520" imgH="7365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422400"/>
                        <a:ext cx="4241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7621" name="Text Box 5"/>
          <p:cNvSpPr txBox="1">
            <a:spLocks noChangeArrowheads="1"/>
          </p:cNvSpPr>
          <p:nvPr/>
        </p:nvSpPr>
        <p:spPr bwMode="auto">
          <a:xfrm>
            <a:off x="1371600" y="2438400"/>
            <a:ext cx="3127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not recursive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E5E8-D140-4F6F-B966-698E2871D7D6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008642" name="Text Box 2"/>
          <p:cNvSpPr txBox="1">
            <a:spLocks noChangeArrowheads="1"/>
          </p:cNvSpPr>
          <p:nvPr/>
        </p:nvSpPr>
        <p:spPr bwMode="auto">
          <a:xfrm>
            <a:off x="0" y="2286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08643" name="Text Box 3"/>
          <p:cNvSpPr txBox="1">
            <a:spLocks noChangeArrowheads="1"/>
          </p:cNvSpPr>
          <p:nvPr/>
        </p:nvSpPr>
        <p:spPr bwMode="auto">
          <a:xfrm>
            <a:off x="244475" y="914400"/>
            <a:ext cx="8899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Assume for contradiction that      is recursive</a:t>
            </a:r>
          </a:p>
        </p:txBody>
      </p:sp>
      <p:sp>
        <p:nvSpPr>
          <p:cNvPr id="1008644" name="Text Box 4"/>
          <p:cNvSpPr txBox="1">
            <a:spLocks noChangeArrowheads="1"/>
          </p:cNvSpPr>
          <p:nvPr/>
        </p:nvSpPr>
        <p:spPr bwMode="auto">
          <a:xfrm>
            <a:off x="0" y="2590800"/>
            <a:ext cx="4799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Then          is recursive:</a:t>
            </a:r>
            <a:r>
              <a:rPr lang="en-US"/>
              <a:t> </a:t>
            </a:r>
          </a:p>
        </p:txBody>
      </p:sp>
      <p:graphicFrame>
        <p:nvGraphicFramePr>
          <p:cNvPr id="1049600" name="Object 0"/>
          <p:cNvGraphicFramePr>
            <a:graphicFrameLocks noChangeAspect="1"/>
          </p:cNvGraphicFramePr>
          <p:nvPr/>
        </p:nvGraphicFramePr>
        <p:xfrm>
          <a:off x="6311900" y="9779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4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9779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1" name="Object 1"/>
          <p:cNvGraphicFramePr>
            <a:graphicFrameLocks noChangeAspect="1"/>
          </p:cNvGraphicFramePr>
          <p:nvPr/>
        </p:nvGraphicFramePr>
        <p:xfrm>
          <a:off x="1511300" y="2571750"/>
          <a:ext cx="3286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5" name="Equation" r:id="rId5" imgW="330120" imgH="469800" progId="Equation.3">
                  <p:embed/>
                </p:oleObj>
              </mc:Choice>
              <mc:Fallback>
                <p:oleObj name="Equation" r:id="rId5" imgW="330120" imgH="4698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571750"/>
                        <a:ext cx="328613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8648" name="Text Box 8"/>
          <p:cNvSpPr txBox="1">
            <a:spLocks noChangeArrowheads="1"/>
          </p:cNvSpPr>
          <p:nvPr/>
        </p:nvSpPr>
        <p:spPr bwMode="auto">
          <a:xfrm>
            <a:off x="533400" y="3276600"/>
            <a:ext cx="8174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the Turing Machine      that accepts </a:t>
            </a:r>
          </a:p>
        </p:txBody>
      </p:sp>
      <p:graphicFrame>
        <p:nvGraphicFramePr>
          <p:cNvPr id="1049602" name="Object 2"/>
          <p:cNvGraphicFramePr>
            <a:graphicFrameLocks noChangeAspect="1"/>
          </p:cNvGraphicFramePr>
          <p:nvPr/>
        </p:nvGraphicFramePr>
        <p:xfrm>
          <a:off x="5461000" y="33401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6" name="Equation" r:id="rId7" imgW="545760" imgH="393480" progId="Equation.3">
                  <p:embed/>
                </p:oleObj>
              </mc:Choice>
              <mc:Fallback>
                <p:oleObj name="Equation" r:id="rId7" imgW="5457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33401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3" name="Object 3"/>
          <p:cNvGraphicFramePr>
            <a:graphicFrameLocks noChangeAspect="1"/>
          </p:cNvGraphicFramePr>
          <p:nvPr/>
        </p:nvGraphicFramePr>
        <p:xfrm>
          <a:off x="8686800" y="33528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7" name="Equation" r:id="rId9" imgW="330120" imgH="393480" progId="Equation.3">
                  <p:embed/>
                </p:oleObj>
              </mc:Choice>
              <mc:Fallback>
                <p:oleObj name="Equation" r:id="rId9" imgW="3301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33528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8651" name="Text Box 11"/>
          <p:cNvSpPr txBox="1">
            <a:spLocks noChangeArrowheads="1"/>
          </p:cNvSpPr>
          <p:nvPr/>
        </p:nvSpPr>
        <p:spPr bwMode="auto">
          <a:xfrm>
            <a:off x="593725" y="4064000"/>
            <a:ext cx="4602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        halts on any input:</a:t>
            </a:r>
          </a:p>
        </p:txBody>
      </p:sp>
      <p:graphicFrame>
        <p:nvGraphicFramePr>
          <p:cNvPr id="1049604" name="Object 4"/>
          <p:cNvGraphicFramePr>
            <a:graphicFrameLocks noChangeAspect="1"/>
          </p:cNvGraphicFramePr>
          <p:nvPr/>
        </p:nvGraphicFramePr>
        <p:xfrm>
          <a:off x="736600" y="41021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8" name="Equation" r:id="rId11" imgW="545760" imgH="393480" progId="Equation.3">
                  <p:embed/>
                </p:oleObj>
              </mc:Choice>
              <mc:Fallback>
                <p:oleObj name="Equation" r:id="rId11" imgW="5457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41021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8653" name="Text Box 13"/>
          <p:cNvSpPr txBox="1">
            <a:spLocks noChangeArrowheads="1"/>
          </p:cNvSpPr>
          <p:nvPr/>
        </p:nvSpPr>
        <p:spPr bwMode="auto">
          <a:xfrm>
            <a:off x="1981200" y="4876800"/>
            <a:ext cx="56038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        accepts then reject</a:t>
            </a:r>
          </a:p>
          <a:p>
            <a:r>
              <a:rPr lang="en-US"/>
              <a:t>If          rejects then accept</a:t>
            </a:r>
          </a:p>
        </p:txBody>
      </p:sp>
      <p:graphicFrame>
        <p:nvGraphicFramePr>
          <p:cNvPr id="1049605" name="Object 5"/>
          <p:cNvGraphicFramePr>
            <a:graphicFrameLocks noChangeAspect="1"/>
          </p:cNvGraphicFramePr>
          <p:nvPr/>
        </p:nvGraphicFramePr>
        <p:xfrm>
          <a:off x="2895600" y="49530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9" name="Equation" r:id="rId13" imgW="545760" imgH="393480" progId="Equation.3">
                  <p:embed/>
                </p:oleObj>
              </mc:Choice>
              <mc:Fallback>
                <p:oleObj name="Equation" r:id="rId13" imgW="5457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530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6" name="Object 6"/>
          <p:cNvGraphicFramePr>
            <a:graphicFrameLocks noChangeAspect="1"/>
          </p:cNvGraphicFramePr>
          <p:nvPr/>
        </p:nvGraphicFramePr>
        <p:xfrm>
          <a:off x="2809875" y="56007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0" name="Equation" r:id="rId15" imgW="545760" imgH="393480" progId="Equation.3">
                  <p:embed/>
                </p:oleObj>
              </mc:Choice>
              <mc:Fallback>
                <p:oleObj name="Equation" r:id="rId15" imgW="54576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6007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8121-4F4D-4E07-824A-BE3243211939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010690" name="Text Box 2"/>
          <p:cNvSpPr txBox="1">
            <a:spLocks noChangeArrowheads="1"/>
          </p:cNvSpPr>
          <p:nvPr/>
        </p:nvSpPr>
        <p:spPr bwMode="auto">
          <a:xfrm>
            <a:off x="517525" y="7112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Therefore:</a:t>
            </a:r>
          </a:p>
        </p:txBody>
      </p:sp>
      <p:graphicFrame>
        <p:nvGraphicFramePr>
          <p:cNvPr id="1050624" name="Object 0"/>
          <p:cNvGraphicFramePr>
            <a:graphicFrameLocks noChangeAspect="1"/>
          </p:cNvGraphicFramePr>
          <p:nvPr/>
        </p:nvGraphicFramePr>
        <p:xfrm>
          <a:off x="2133600" y="1752600"/>
          <a:ext cx="3032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28" name="Equation" r:id="rId3" imgW="304560" imgH="431640" progId="Equation.3">
                  <p:embed/>
                </p:oleObj>
              </mc:Choice>
              <mc:Fallback>
                <p:oleObj name="Equation" r:id="rId3" imgW="304560" imgH="43164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52600"/>
                        <a:ext cx="303213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0694" name="Text Box 6"/>
          <p:cNvSpPr txBox="1">
            <a:spLocks noChangeArrowheads="1"/>
          </p:cNvSpPr>
          <p:nvPr/>
        </p:nvSpPr>
        <p:spPr bwMode="auto">
          <a:xfrm>
            <a:off x="2743200" y="16764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recursive</a:t>
            </a:r>
          </a:p>
        </p:txBody>
      </p:sp>
      <p:sp>
        <p:nvSpPr>
          <p:cNvPr id="1010695" name="Text Box 7"/>
          <p:cNvSpPr txBox="1">
            <a:spLocks noChangeArrowheads="1"/>
          </p:cNvSpPr>
          <p:nvPr/>
        </p:nvSpPr>
        <p:spPr bwMode="auto">
          <a:xfrm>
            <a:off x="457200" y="3276600"/>
            <a:ext cx="2633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But we know:</a:t>
            </a:r>
          </a:p>
        </p:txBody>
      </p:sp>
      <p:graphicFrame>
        <p:nvGraphicFramePr>
          <p:cNvPr id="1050625" name="Object 1"/>
          <p:cNvGraphicFramePr>
            <a:graphicFrameLocks noChangeAspect="1"/>
          </p:cNvGraphicFramePr>
          <p:nvPr/>
        </p:nvGraphicFramePr>
        <p:xfrm>
          <a:off x="2022475" y="4191000"/>
          <a:ext cx="3032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29" name="Equation" r:id="rId5" imgW="304560" imgH="431640" progId="Equation.3">
                  <p:embed/>
                </p:oleObj>
              </mc:Choice>
              <mc:Fallback>
                <p:oleObj name="Equation" r:id="rId5" imgW="304560" imgH="4316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191000"/>
                        <a:ext cx="303213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0697" name="Text Box 9"/>
          <p:cNvSpPr txBox="1">
            <a:spLocks noChangeArrowheads="1"/>
          </p:cNvSpPr>
          <p:nvPr/>
        </p:nvSpPr>
        <p:spPr bwMode="auto">
          <a:xfrm>
            <a:off x="2514600" y="4114800"/>
            <a:ext cx="5734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not recursively enumerable</a:t>
            </a:r>
          </a:p>
        </p:txBody>
      </p:sp>
      <p:sp>
        <p:nvSpPr>
          <p:cNvPr id="1010698" name="Text Box 10"/>
          <p:cNvSpPr txBox="1">
            <a:spLocks noChangeArrowheads="1"/>
          </p:cNvSpPr>
          <p:nvPr/>
        </p:nvSpPr>
        <p:spPr bwMode="auto">
          <a:xfrm>
            <a:off x="2540000" y="4749800"/>
            <a:ext cx="3763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thus, not recursive</a:t>
            </a:r>
          </a:p>
        </p:txBody>
      </p:sp>
      <p:sp>
        <p:nvSpPr>
          <p:cNvPr id="1010699" name="Text Box 11"/>
          <p:cNvSpPr txBox="1">
            <a:spLocks noChangeArrowheads="1"/>
          </p:cNvSpPr>
          <p:nvPr/>
        </p:nvSpPr>
        <p:spPr bwMode="auto">
          <a:xfrm>
            <a:off x="517525" y="5740400"/>
            <a:ext cx="4198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CONTRADICTION!!!!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2584-D02F-4BA3-9C08-AFA89B3F369C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011714" name="Text Box 2"/>
          <p:cNvSpPr txBox="1">
            <a:spLocks noChangeArrowheads="1"/>
          </p:cNvSpPr>
          <p:nvPr/>
        </p:nvSpPr>
        <p:spPr bwMode="auto">
          <a:xfrm>
            <a:off x="1219200" y="1828800"/>
            <a:ext cx="64516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Therefore,          is not recursive</a:t>
            </a:r>
          </a:p>
        </p:txBody>
      </p:sp>
      <p:graphicFrame>
        <p:nvGraphicFramePr>
          <p:cNvPr id="1051648" name="Object 0"/>
          <p:cNvGraphicFramePr>
            <a:graphicFrameLocks noChangeAspect="1"/>
          </p:cNvGraphicFramePr>
          <p:nvPr/>
        </p:nvGraphicFramePr>
        <p:xfrm>
          <a:off x="3797300" y="18923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50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18923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1717" name="Text Box 5"/>
          <p:cNvSpPr txBox="1">
            <a:spLocks noChangeArrowheads="1"/>
          </p:cNvSpPr>
          <p:nvPr/>
        </p:nvSpPr>
        <p:spPr bwMode="auto">
          <a:xfrm>
            <a:off x="3581400" y="6019800"/>
            <a:ext cx="1992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6600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90EE-12B1-43F4-A7B3-3E0557C38F0F}" type="slidenum">
              <a:rPr lang="en-US" altLang="en-US"/>
              <a:pPr/>
              <a:t>42</a:t>
            </a:fld>
            <a:endParaRPr lang="en-US" altLang="en-US"/>
          </a:p>
        </p:txBody>
      </p:sp>
      <p:graphicFrame>
        <p:nvGraphicFramePr>
          <p:cNvPr id="1012745" name="Object 9"/>
          <p:cNvGraphicFramePr>
            <a:graphicFrameLocks noChangeAspect="1"/>
          </p:cNvGraphicFramePr>
          <p:nvPr/>
        </p:nvGraphicFramePr>
        <p:xfrm>
          <a:off x="7162800" y="31242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755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31242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2747" name="Oval 11"/>
          <p:cNvSpPr>
            <a:spLocks noChangeArrowheads="1"/>
          </p:cNvSpPr>
          <p:nvPr/>
        </p:nvSpPr>
        <p:spPr bwMode="auto">
          <a:xfrm>
            <a:off x="838200" y="1447800"/>
            <a:ext cx="7543800" cy="480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2748" name="Oval 12"/>
          <p:cNvSpPr>
            <a:spLocks noChangeArrowheads="1"/>
          </p:cNvSpPr>
          <p:nvPr/>
        </p:nvSpPr>
        <p:spPr bwMode="auto">
          <a:xfrm>
            <a:off x="2362200" y="3124200"/>
            <a:ext cx="4419600" cy="2514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2749" name="Text Box 13"/>
          <p:cNvSpPr txBox="1">
            <a:spLocks noChangeArrowheads="1"/>
          </p:cNvSpPr>
          <p:nvPr/>
        </p:nvSpPr>
        <p:spPr bwMode="auto">
          <a:xfrm>
            <a:off x="3657600" y="4038600"/>
            <a:ext cx="2011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</a:t>
            </a:r>
          </a:p>
        </p:txBody>
      </p:sp>
      <p:sp>
        <p:nvSpPr>
          <p:cNvPr id="1012750" name="Text Box 14"/>
          <p:cNvSpPr txBox="1">
            <a:spLocks noChangeArrowheads="1"/>
          </p:cNvSpPr>
          <p:nvPr/>
        </p:nvSpPr>
        <p:spPr bwMode="auto">
          <a:xfrm>
            <a:off x="2438400" y="2057400"/>
            <a:ext cx="4649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Recursively Enumerable</a:t>
            </a:r>
          </a:p>
        </p:txBody>
      </p:sp>
      <p:sp>
        <p:nvSpPr>
          <p:cNvPr id="1012751" name="Text Box 15"/>
          <p:cNvSpPr txBox="1">
            <a:spLocks noChangeArrowheads="1"/>
          </p:cNvSpPr>
          <p:nvPr/>
        </p:nvSpPr>
        <p:spPr bwMode="auto">
          <a:xfrm>
            <a:off x="1981200" y="381000"/>
            <a:ext cx="5522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Non Recursively Enumerable</a:t>
            </a:r>
          </a:p>
        </p:txBody>
      </p:sp>
      <p:graphicFrame>
        <p:nvGraphicFramePr>
          <p:cNvPr id="1012752" name="Object 16"/>
          <p:cNvGraphicFramePr>
            <a:graphicFrameLocks noChangeAspect="1"/>
          </p:cNvGraphicFramePr>
          <p:nvPr/>
        </p:nvGraphicFramePr>
        <p:xfrm>
          <a:off x="7467600" y="1219200"/>
          <a:ext cx="3286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756" name="Equation" r:id="rId5" imgW="330120" imgH="469800" progId="Equation.3">
                  <p:embed/>
                </p:oleObj>
              </mc:Choice>
              <mc:Fallback>
                <p:oleObj name="Equation" r:id="rId5" imgW="33012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219200"/>
                        <a:ext cx="328613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>Turing acceptable languages </a:t>
            </a:r>
            <a:br>
              <a:rPr lang="en-US"/>
            </a:br>
            <a:r>
              <a:rPr lang="en-US"/>
              <a:t>and </a:t>
            </a:r>
            <a:br>
              <a:rPr lang="en-US"/>
            </a:br>
            <a:r>
              <a:rPr lang="en-US"/>
              <a:t>Enumeration Procedures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F124D-E016-46A0-BF06-ED6B0DB2CDD3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018882" name="Text Box 2"/>
          <p:cNvSpPr txBox="1">
            <a:spLocks noChangeArrowheads="1"/>
          </p:cNvSpPr>
          <p:nvPr/>
        </p:nvSpPr>
        <p:spPr bwMode="auto">
          <a:xfrm>
            <a:off x="288925" y="177800"/>
            <a:ext cx="2857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We will prove:</a:t>
            </a:r>
          </a:p>
        </p:txBody>
      </p:sp>
      <p:sp>
        <p:nvSpPr>
          <p:cNvPr id="1018883" name="Text Box 3"/>
          <p:cNvSpPr txBox="1">
            <a:spLocks noChangeArrowheads="1"/>
          </p:cNvSpPr>
          <p:nvPr/>
        </p:nvSpPr>
        <p:spPr bwMode="auto">
          <a:xfrm>
            <a:off x="533400" y="1219200"/>
            <a:ext cx="82534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 If a language is recursive then  </a:t>
            </a:r>
          </a:p>
          <a:p>
            <a:r>
              <a:rPr lang="en-US"/>
              <a:t>   there is an enumeration procedure for it</a:t>
            </a:r>
          </a:p>
        </p:txBody>
      </p:sp>
      <p:sp>
        <p:nvSpPr>
          <p:cNvPr id="1018884" name="Text Box 4"/>
          <p:cNvSpPr txBox="1">
            <a:spLocks noChangeArrowheads="1"/>
          </p:cNvSpPr>
          <p:nvPr/>
        </p:nvSpPr>
        <p:spPr bwMode="auto">
          <a:xfrm>
            <a:off x="457200" y="4114800"/>
            <a:ext cx="8326318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lvl="1">
              <a:buFontTx/>
              <a:buChar char="•"/>
            </a:pPr>
            <a:r>
              <a:rPr lang="en-US" dirty="0"/>
              <a:t>A language is recursively enumerable </a:t>
            </a:r>
          </a:p>
          <a:p>
            <a:r>
              <a:rPr lang="en-US" dirty="0"/>
              <a:t>	if and only if there is an enumeration </a:t>
            </a:r>
          </a:p>
          <a:p>
            <a:r>
              <a:rPr lang="en-US" dirty="0"/>
              <a:t>	procedure for it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8E2D3-E44D-4362-93C8-1690618E87F9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019906" name="Text Box 2"/>
          <p:cNvSpPr txBox="1">
            <a:spLocks noChangeArrowheads="1"/>
          </p:cNvSpPr>
          <p:nvPr/>
        </p:nvSpPr>
        <p:spPr bwMode="auto">
          <a:xfrm>
            <a:off x="228600" y="4572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1019907" name="Text Box 3"/>
          <p:cNvSpPr txBox="1">
            <a:spLocks noChangeArrowheads="1"/>
          </p:cNvSpPr>
          <p:nvPr/>
        </p:nvSpPr>
        <p:spPr bwMode="auto">
          <a:xfrm>
            <a:off x="533400" y="1219200"/>
            <a:ext cx="78867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a language       is recursive then  </a:t>
            </a:r>
          </a:p>
          <a:p>
            <a:r>
              <a:rPr lang="en-US"/>
              <a:t>there is an enumeration procedure for it</a:t>
            </a:r>
          </a:p>
        </p:txBody>
      </p:sp>
      <p:graphicFrame>
        <p:nvGraphicFramePr>
          <p:cNvPr id="1019908" name="Object 4"/>
          <p:cNvGraphicFramePr>
            <a:graphicFrameLocks noChangeAspect="1"/>
          </p:cNvGraphicFramePr>
          <p:nvPr/>
        </p:nvGraphicFramePr>
        <p:xfrm>
          <a:off x="3200400" y="1295400"/>
          <a:ext cx="303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10" name="Equation" r:id="rId3" imgW="304560" imgH="368280" progId="Equation.3">
                  <p:embed/>
                </p:oleObj>
              </mc:Choice>
              <mc:Fallback>
                <p:oleObj name="Equation" r:id="rId3" imgW="304560" imgH="3682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295400"/>
                        <a:ext cx="3032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7C437-DFB2-4F1C-96DC-4D031ECCF606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020930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20931" name="Rectangle 3"/>
          <p:cNvSpPr>
            <a:spLocks noChangeArrowheads="1"/>
          </p:cNvSpPr>
          <p:nvPr/>
        </p:nvSpPr>
        <p:spPr bwMode="auto">
          <a:xfrm>
            <a:off x="1219200" y="2438400"/>
            <a:ext cx="2438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32" name="Rectangle 4"/>
          <p:cNvSpPr>
            <a:spLocks noChangeArrowheads="1"/>
          </p:cNvSpPr>
          <p:nvPr/>
        </p:nvSpPr>
        <p:spPr bwMode="auto">
          <a:xfrm>
            <a:off x="5410200" y="2438400"/>
            <a:ext cx="2438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0933" name="Object 5"/>
          <p:cNvGraphicFramePr>
            <a:graphicFrameLocks noChangeAspect="1"/>
          </p:cNvGraphicFramePr>
          <p:nvPr/>
        </p:nvGraphicFramePr>
        <p:xfrm>
          <a:off x="6451600" y="3111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47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3111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4" name="Object 6"/>
          <p:cNvGraphicFramePr>
            <a:graphicFrameLocks noChangeAspect="1"/>
          </p:cNvGraphicFramePr>
          <p:nvPr/>
        </p:nvGraphicFramePr>
        <p:xfrm>
          <a:off x="2108200" y="3105150"/>
          <a:ext cx="544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48" name="Equation" r:id="rId5" imgW="545760" imgH="482400" progId="Equation.3">
                  <p:embed/>
                </p:oleObj>
              </mc:Choice>
              <mc:Fallback>
                <p:oleObj name="Equation" r:id="rId5" imgW="545760" imgH="4824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3105150"/>
                        <a:ext cx="5445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35" name="Line 7"/>
          <p:cNvSpPr>
            <a:spLocks noChangeShapeType="1"/>
          </p:cNvSpPr>
          <p:nvPr/>
        </p:nvSpPr>
        <p:spPr bwMode="auto">
          <a:xfrm>
            <a:off x="3657600" y="3657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36" name="Line 8"/>
          <p:cNvSpPr>
            <a:spLocks noChangeShapeType="1"/>
          </p:cNvSpPr>
          <p:nvPr/>
        </p:nvSpPr>
        <p:spPr bwMode="auto">
          <a:xfrm>
            <a:off x="7848600" y="3200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37" name="Line 9"/>
          <p:cNvSpPr>
            <a:spLocks noChangeShapeType="1"/>
          </p:cNvSpPr>
          <p:nvPr/>
        </p:nvSpPr>
        <p:spPr bwMode="auto">
          <a:xfrm flipH="1">
            <a:off x="3657600" y="2971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38" name="Line 10"/>
          <p:cNvSpPr>
            <a:spLocks noChangeShapeType="1"/>
          </p:cNvSpPr>
          <p:nvPr/>
        </p:nvSpPr>
        <p:spPr bwMode="auto">
          <a:xfrm>
            <a:off x="228600" y="3276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39" name="Rectangle 11"/>
          <p:cNvSpPr>
            <a:spLocks noChangeArrowheads="1"/>
          </p:cNvSpPr>
          <p:nvPr/>
        </p:nvSpPr>
        <p:spPr bwMode="auto">
          <a:xfrm>
            <a:off x="914400" y="1981200"/>
            <a:ext cx="7239000" cy="2590800"/>
          </a:xfrm>
          <a:prstGeom prst="rect">
            <a:avLst/>
          </a:prstGeom>
          <a:noFill/>
          <a:ln w="9525">
            <a:solidFill>
              <a:srgbClr val="D60093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40" name="Text Box 12"/>
          <p:cNvSpPr txBox="1">
            <a:spLocks noChangeArrowheads="1"/>
          </p:cNvSpPr>
          <p:nvPr/>
        </p:nvSpPr>
        <p:spPr bwMode="auto">
          <a:xfrm>
            <a:off x="2667000" y="1295400"/>
            <a:ext cx="4219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Enumeration Machine</a:t>
            </a:r>
          </a:p>
        </p:txBody>
      </p:sp>
      <p:sp>
        <p:nvSpPr>
          <p:cNvPr id="1020941" name="Line 13"/>
          <p:cNvSpPr>
            <a:spLocks noChangeShapeType="1"/>
          </p:cNvSpPr>
          <p:nvPr/>
        </p:nvSpPr>
        <p:spPr bwMode="auto">
          <a:xfrm flipH="1" flipV="1">
            <a:off x="6781800" y="4267200"/>
            <a:ext cx="304800" cy="1371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42" name="Text Box 14"/>
          <p:cNvSpPr txBox="1">
            <a:spLocks noChangeArrowheads="1"/>
          </p:cNvSpPr>
          <p:nvPr/>
        </p:nvSpPr>
        <p:spPr bwMode="auto">
          <a:xfrm>
            <a:off x="6537325" y="5664200"/>
            <a:ext cx="1852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Accepts </a:t>
            </a:r>
          </a:p>
        </p:txBody>
      </p:sp>
      <p:graphicFrame>
        <p:nvGraphicFramePr>
          <p:cNvPr id="1020943" name="Object 15"/>
          <p:cNvGraphicFramePr>
            <a:graphicFrameLocks noChangeAspect="1"/>
          </p:cNvGraphicFramePr>
          <p:nvPr/>
        </p:nvGraphicFramePr>
        <p:xfrm>
          <a:off x="8369300" y="57785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49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300" y="57785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44" name="Line 16"/>
          <p:cNvSpPr>
            <a:spLocks noChangeShapeType="1"/>
          </p:cNvSpPr>
          <p:nvPr/>
        </p:nvSpPr>
        <p:spPr bwMode="auto">
          <a:xfrm flipV="1">
            <a:off x="1676400" y="4267200"/>
            <a:ext cx="609600" cy="1219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0945" name="Text Box 17"/>
          <p:cNvSpPr txBox="1">
            <a:spLocks noChangeArrowheads="1"/>
          </p:cNvSpPr>
          <p:nvPr/>
        </p:nvSpPr>
        <p:spPr bwMode="auto">
          <a:xfrm>
            <a:off x="136525" y="5435600"/>
            <a:ext cx="48815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Enumerates all</a:t>
            </a:r>
          </a:p>
          <a:p>
            <a:r>
              <a:rPr lang="en-US"/>
              <a:t>strings of input alphabet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6E47-2AB6-44CD-8822-BEC5F08651FA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021954" name="Text Box 2"/>
          <p:cNvSpPr txBox="1">
            <a:spLocks noChangeArrowheads="1"/>
          </p:cNvSpPr>
          <p:nvPr/>
        </p:nvSpPr>
        <p:spPr bwMode="auto">
          <a:xfrm>
            <a:off x="441325" y="482600"/>
            <a:ext cx="71056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the alphabet is             then </a:t>
            </a:r>
          </a:p>
          <a:p>
            <a:r>
              <a:rPr lang="en-US"/>
              <a:t>     can enumerate strings as follows:</a:t>
            </a:r>
          </a:p>
        </p:txBody>
      </p:sp>
      <p:graphicFrame>
        <p:nvGraphicFramePr>
          <p:cNvPr id="1052672" name="Object 0"/>
          <p:cNvGraphicFramePr>
            <a:graphicFrameLocks noChangeAspect="1"/>
          </p:cNvGraphicFramePr>
          <p:nvPr/>
        </p:nvGraphicFramePr>
        <p:xfrm>
          <a:off x="4114800" y="533400"/>
          <a:ext cx="1079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694" name="Equation" r:id="rId3" imgW="1079280" imgH="533160" progId="Equation.3">
                  <p:embed/>
                </p:oleObj>
              </mc:Choice>
              <mc:Fallback>
                <p:oleObj name="Equation" r:id="rId3" imgW="107928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33400"/>
                        <a:ext cx="10795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3" name="Object 1"/>
          <p:cNvGraphicFramePr>
            <a:graphicFrameLocks noChangeAspect="1"/>
          </p:cNvGraphicFramePr>
          <p:nvPr/>
        </p:nvGraphicFramePr>
        <p:xfrm>
          <a:off x="533400" y="1066800"/>
          <a:ext cx="4937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695" name="Equation" r:id="rId5" imgW="495000" imgH="444240" progId="Equation.3">
                  <p:embed/>
                </p:oleObj>
              </mc:Choice>
              <mc:Fallback>
                <p:oleObj name="Equation" r:id="rId5" imgW="495000" imgH="4442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66800"/>
                        <a:ext cx="493713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4" name="Object 2"/>
          <p:cNvGraphicFramePr>
            <a:graphicFrameLocks noChangeAspect="1"/>
          </p:cNvGraphicFramePr>
          <p:nvPr/>
        </p:nvGraphicFramePr>
        <p:xfrm>
          <a:off x="3962400" y="2133600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696" name="Equation" r:id="rId7" imgW="291960" imgH="304560" progId="Equation.3">
                  <p:embed/>
                </p:oleObj>
              </mc:Choice>
              <mc:Fallback>
                <p:oleObj name="Equation" r:id="rId7" imgW="291960" imgH="304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133600"/>
                        <a:ext cx="292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5" name="Object 3"/>
          <p:cNvGraphicFramePr>
            <a:graphicFrameLocks noChangeAspect="1"/>
          </p:cNvGraphicFramePr>
          <p:nvPr/>
        </p:nvGraphicFramePr>
        <p:xfrm>
          <a:off x="3962400" y="2514600"/>
          <a:ext cx="26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697" name="Equation" r:id="rId9" imgW="266400" imgH="431640" progId="Equation.3">
                  <p:embed/>
                </p:oleObj>
              </mc:Choice>
              <mc:Fallback>
                <p:oleObj name="Equation" r:id="rId9" imgW="26640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514600"/>
                        <a:ext cx="26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6" name="Object 4"/>
          <p:cNvGraphicFramePr>
            <a:graphicFrameLocks noChangeAspect="1"/>
          </p:cNvGraphicFramePr>
          <p:nvPr/>
        </p:nvGraphicFramePr>
        <p:xfrm>
          <a:off x="3886200" y="30480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698" name="Equation" r:id="rId11" imgW="545760" imgH="304560" progId="Equation.3">
                  <p:embed/>
                </p:oleObj>
              </mc:Choice>
              <mc:Fallback>
                <p:oleObj name="Equation" r:id="rId11" imgW="545760" imgH="304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48000"/>
                        <a:ext cx="546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7" name="Object 5"/>
          <p:cNvGraphicFramePr>
            <a:graphicFrameLocks noChangeAspect="1"/>
          </p:cNvGraphicFramePr>
          <p:nvPr/>
        </p:nvGraphicFramePr>
        <p:xfrm>
          <a:off x="3886200" y="3429000"/>
          <a:ext cx="54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699" name="Equation" r:id="rId13" imgW="545760" imgH="431640" progId="Equation.3">
                  <p:embed/>
                </p:oleObj>
              </mc:Choice>
              <mc:Fallback>
                <p:oleObj name="Equation" r:id="rId13" imgW="54576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429000"/>
                        <a:ext cx="546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8" name="Object 6"/>
          <p:cNvGraphicFramePr>
            <a:graphicFrameLocks noChangeAspect="1"/>
          </p:cNvGraphicFramePr>
          <p:nvPr/>
        </p:nvGraphicFramePr>
        <p:xfrm>
          <a:off x="3886200" y="3962400"/>
          <a:ext cx="53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00" name="Equation" r:id="rId15" imgW="533160" imgH="431640" progId="Equation.3">
                  <p:embed/>
                </p:oleObj>
              </mc:Choice>
              <mc:Fallback>
                <p:oleObj name="Equation" r:id="rId15" imgW="53316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962400"/>
                        <a:ext cx="533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9" name="Object 7"/>
          <p:cNvGraphicFramePr>
            <a:graphicFrameLocks noChangeAspect="1"/>
          </p:cNvGraphicFramePr>
          <p:nvPr/>
        </p:nvGraphicFramePr>
        <p:xfrm>
          <a:off x="3886200" y="4572000"/>
          <a:ext cx="52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01" name="Equation" r:id="rId17" imgW="520560" imgH="431640" progId="Equation.3">
                  <p:embed/>
                </p:oleObj>
              </mc:Choice>
              <mc:Fallback>
                <p:oleObj name="Equation" r:id="rId17" imgW="52056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0"/>
                        <a:ext cx="520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80" name="Object 8"/>
          <p:cNvGraphicFramePr>
            <a:graphicFrameLocks noChangeAspect="1"/>
          </p:cNvGraphicFramePr>
          <p:nvPr/>
        </p:nvGraphicFramePr>
        <p:xfrm>
          <a:off x="3810000" y="5105400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02" name="Equation" r:id="rId19" imgW="799920" imgH="304560" progId="Equation.3">
                  <p:embed/>
                </p:oleObj>
              </mc:Choice>
              <mc:Fallback>
                <p:oleObj name="Equation" r:id="rId19" imgW="79992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105400"/>
                        <a:ext cx="800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81" name="Object 9"/>
          <p:cNvGraphicFramePr>
            <a:graphicFrameLocks noChangeAspect="1"/>
          </p:cNvGraphicFramePr>
          <p:nvPr/>
        </p:nvGraphicFramePr>
        <p:xfrm>
          <a:off x="3810000" y="5486400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03" name="Equation" r:id="rId21" imgW="799920" imgH="431640" progId="Equation.3">
                  <p:embed/>
                </p:oleObj>
              </mc:Choice>
              <mc:Fallback>
                <p:oleObj name="Equation" r:id="rId21" imgW="799920" imgH="431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486400"/>
                        <a:ext cx="800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82" name="Object 10"/>
          <p:cNvGraphicFramePr>
            <a:graphicFrameLocks noChangeAspect="1"/>
          </p:cNvGraphicFramePr>
          <p:nvPr/>
        </p:nvGraphicFramePr>
        <p:xfrm>
          <a:off x="3810000" y="6248400"/>
          <a:ext cx="736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04" name="Equation" r:id="rId23" imgW="736560" imgH="101520" progId="Equation.3">
                  <p:embed/>
                </p:oleObj>
              </mc:Choice>
              <mc:Fallback>
                <p:oleObj name="Equation" r:id="rId23" imgW="736560" imgH="1015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248400"/>
                        <a:ext cx="736600" cy="10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CAC1-EDB4-4F63-B149-5E9A94554945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022978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4584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Enumeration procedure</a:t>
            </a:r>
          </a:p>
        </p:txBody>
      </p:sp>
      <p:sp>
        <p:nvSpPr>
          <p:cNvPr id="1022979" name="Text Box 3"/>
          <p:cNvSpPr txBox="1">
            <a:spLocks noChangeArrowheads="1"/>
          </p:cNvSpPr>
          <p:nvPr/>
        </p:nvSpPr>
        <p:spPr bwMode="auto">
          <a:xfrm>
            <a:off x="838200" y="1371600"/>
            <a:ext cx="1624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Repeat:</a:t>
            </a:r>
          </a:p>
        </p:txBody>
      </p:sp>
      <p:graphicFrame>
        <p:nvGraphicFramePr>
          <p:cNvPr id="1053696" name="Object 0"/>
          <p:cNvGraphicFramePr>
            <a:graphicFrameLocks noChangeAspect="1"/>
          </p:cNvGraphicFramePr>
          <p:nvPr/>
        </p:nvGraphicFramePr>
        <p:xfrm>
          <a:off x="1590675" y="2241550"/>
          <a:ext cx="544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08" name="Equation" r:id="rId3" imgW="545760" imgH="482400" progId="Equation.3">
                  <p:embed/>
                </p:oleObj>
              </mc:Choice>
              <mc:Fallback>
                <p:oleObj name="Equation" r:id="rId3" imgW="545760" imgH="48240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2241550"/>
                        <a:ext cx="5445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1" name="Text Box 5"/>
          <p:cNvSpPr txBox="1">
            <a:spLocks noChangeArrowheads="1"/>
          </p:cNvSpPr>
          <p:nvPr/>
        </p:nvSpPr>
        <p:spPr bwMode="auto">
          <a:xfrm>
            <a:off x="2362200" y="2209800"/>
            <a:ext cx="3776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generates a string </a:t>
            </a:r>
          </a:p>
        </p:txBody>
      </p:sp>
      <p:graphicFrame>
        <p:nvGraphicFramePr>
          <p:cNvPr id="1053697" name="Object 1"/>
          <p:cNvGraphicFramePr>
            <a:graphicFrameLocks noChangeAspect="1"/>
          </p:cNvGraphicFramePr>
          <p:nvPr/>
        </p:nvGraphicFramePr>
        <p:xfrm>
          <a:off x="1514475" y="31623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09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31623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3698" name="Object 2"/>
          <p:cNvGraphicFramePr>
            <a:graphicFrameLocks noChangeAspect="1"/>
          </p:cNvGraphicFramePr>
          <p:nvPr/>
        </p:nvGraphicFramePr>
        <p:xfrm>
          <a:off x="6169025" y="24003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10" name="Equation" r:id="rId7" imgW="368280" imgH="304560" progId="Equation.3">
                  <p:embed/>
                </p:oleObj>
              </mc:Choice>
              <mc:Fallback>
                <p:oleObj name="Equation" r:id="rId7" imgW="368280" imgH="304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5" y="24003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4" name="Text Box 8"/>
          <p:cNvSpPr txBox="1">
            <a:spLocks noChangeArrowheads="1"/>
          </p:cNvSpPr>
          <p:nvPr/>
        </p:nvSpPr>
        <p:spPr bwMode="auto">
          <a:xfrm>
            <a:off x="2362200" y="3048000"/>
            <a:ext cx="2043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checks  if</a:t>
            </a:r>
          </a:p>
        </p:txBody>
      </p:sp>
      <p:graphicFrame>
        <p:nvGraphicFramePr>
          <p:cNvPr id="1053699" name="Object 3"/>
          <p:cNvGraphicFramePr>
            <a:graphicFrameLocks noChangeAspect="1"/>
          </p:cNvGraphicFramePr>
          <p:nvPr/>
        </p:nvGraphicFramePr>
        <p:xfrm>
          <a:off x="4530725" y="3086100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11" name="Equation" r:id="rId9" imgW="1155600" imgH="406080" progId="Equation.3">
                  <p:embed/>
                </p:oleObj>
              </mc:Choice>
              <mc:Fallback>
                <p:oleObj name="Equation" r:id="rId9" imgW="1155600" imgH="4060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5" y="3086100"/>
                        <a:ext cx="1155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6" name="Text Box 10"/>
          <p:cNvSpPr txBox="1">
            <a:spLocks noChangeArrowheads="1"/>
          </p:cNvSpPr>
          <p:nvPr/>
        </p:nvSpPr>
        <p:spPr bwMode="auto">
          <a:xfrm>
            <a:off x="3184525" y="3835400"/>
            <a:ext cx="5145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YES:</a:t>
            </a:r>
            <a:r>
              <a:rPr lang="en-US"/>
              <a:t>   print       to output </a:t>
            </a:r>
          </a:p>
        </p:txBody>
      </p:sp>
      <p:graphicFrame>
        <p:nvGraphicFramePr>
          <p:cNvPr id="1053700" name="Object 4"/>
          <p:cNvGraphicFramePr>
            <a:graphicFrameLocks noChangeAspect="1"/>
          </p:cNvGraphicFramePr>
          <p:nvPr/>
        </p:nvGraphicFramePr>
        <p:xfrm>
          <a:off x="5695950" y="40259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12" name="Equation" r:id="rId11" imgW="368280" imgH="304560" progId="Equation.3">
                  <p:embed/>
                </p:oleObj>
              </mc:Choice>
              <mc:Fallback>
                <p:oleObj name="Equation" r:id="rId11" imgW="368280" imgH="304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40259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8" name="Text Box 12"/>
          <p:cNvSpPr txBox="1">
            <a:spLocks noChangeArrowheads="1"/>
          </p:cNvSpPr>
          <p:nvPr/>
        </p:nvSpPr>
        <p:spPr bwMode="auto">
          <a:xfrm>
            <a:off x="3184525" y="4597400"/>
            <a:ext cx="261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NO:</a:t>
            </a:r>
            <a:r>
              <a:rPr lang="en-US"/>
              <a:t>    ignore</a:t>
            </a:r>
          </a:p>
        </p:txBody>
      </p:sp>
      <p:graphicFrame>
        <p:nvGraphicFramePr>
          <p:cNvPr id="1053701" name="Object 5"/>
          <p:cNvGraphicFramePr>
            <a:graphicFrameLocks noChangeAspect="1"/>
          </p:cNvGraphicFramePr>
          <p:nvPr/>
        </p:nvGraphicFramePr>
        <p:xfrm>
          <a:off x="5867400" y="48006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13" name="Equation" r:id="rId12" imgW="368280" imgH="304560" progId="Equation.3">
                  <p:embed/>
                </p:oleObj>
              </mc:Choice>
              <mc:Fallback>
                <p:oleObj name="Equation" r:id="rId12" imgW="368280" imgH="304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8006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90" name="Text Box 14"/>
          <p:cNvSpPr txBox="1">
            <a:spLocks noChangeArrowheads="1"/>
          </p:cNvSpPr>
          <p:nvPr/>
        </p:nvSpPr>
        <p:spPr bwMode="auto">
          <a:xfrm>
            <a:off x="3276600" y="6019800"/>
            <a:ext cx="1992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6600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25FA-96B3-4D3A-B18D-285B7A95BB0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024002" name="Text Box 2"/>
          <p:cNvSpPr txBox="1">
            <a:spLocks noChangeArrowheads="1"/>
          </p:cNvSpPr>
          <p:nvPr/>
        </p:nvSpPr>
        <p:spPr bwMode="auto">
          <a:xfrm>
            <a:off x="441325" y="2540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graphicFrame>
        <p:nvGraphicFramePr>
          <p:cNvPr id="1054720" name="Object 0"/>
          <p:cNvGraphicFramePr>
            <a:graphicFrameLocks noChangeAspect="1"/>
          </p:cNvGraphicFramePr>
          <p:nvPr/>
        </p:nvGraphicFramePr>
        <p:xfrm>
          <a:off x="1524000" y="1447800"/>
          <a:ext cx="4937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64" name="Equation" r:id="rId3" imgW="495000" imgH="444240" progId="Equation.3">
                  <p:embed/>
                </p:oleObj>
              </mc:Choice>
              <mc:Fallback>
                <p:oleObj name="Equation" r:id="rId3" imgW="495000" imgH="44424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447800"/>
                        <a:ext cx="493713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1" name="Object 1"/>
          <p:cNvGraphicFramePr>
            <a:graphicFrameLocks noChangeAspect="1"/>
          </p:cNvGraphicFramePr>
          <p:nvPr/>
        </p:nvGraphicFramePr>
        <p:xfrm>
          <a:off x="1600200" y="2286000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65" name="Equation" r:id="rId5" imgW="291960" imgH="304560" progId="Equation.3">
                  <p:embed/>
                </p:oleObj>
              </mc:Choice>
              <mc:Fallback>
                <p:oleObj name="Equation" r:id="rId5" imgW="291960" imgH="304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86000"/>
                        <a:ext cx="292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2" name="Object 2"/>
          <p:cNvGraphicFramePr>
            <a:graphicFrameLocks noChangeAspect="1"/>
          </p:cNvGraphicFramePr>
          <p:nvPr/>
        </p:nvGraphicFramePr>
        <p:xfrm>
          <a:off x="1600200" y="2743200"/>
          <a:ext cx="26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66" name="Equation" r:id="rId7" imgW="266400" imgH="431640" progId="Equation.3">
                  <p:embed/>
                </p:oleObj>
              </mc:Choice>
              <mc:Fallback>
                <p:oleObj name="Equation" r:id="rId7" imgW="2664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743200"/>
                        <a:ext cx="26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3" name="Object 3"/>
          <p:cNvGraphicFramePr>
            <a:graphicFrameLocks noChangeAspect="1"/>
          </p:cNvGraphicFramePr>
          <p:nvPr/>
        </p:nvGraphicFramePr>
        <p:xfrm>
          <a:off x="1524000" y="32766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67" name="Equation" r:id="rId9" imgW="545760" imgH="304560" progId="Equation.3">
                  <p:embed/>
                </p:oleObj>
              </mc:Choice>
              <mc:Fallback>
                <p:oleObj name="Equation" r:id="rId9" imgW="545760" imgH="3045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76600"/>
                        <a:ext cx="546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4" name="Object 4"/>
          <p:cNvGraphicFramePr>
            <a:graphicFrameLocks noChangeAspect="1"/>
          </p:cNvGraphicFramePr>
          <p:nvPr/>
        </p:nvGraphicFramePr>
        <p:xfrm>
          <a:off x="1524000" y="3657600"/>
          <a:ext cx="54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68" name="Equation" r:id="rId11" imgW="545760" imgH="431640" progId="Equation.3">
                  <p:embed/>
                </p:oleObj>
              </mc:Choice>
              <mc:Fallback>
                <p:oleObj name="Equation" r:id="rId11" imgW="54576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657600"/>
                        <a:ext cx="546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5" name="Object 5"/>
          <p:cNvGraphicFramePr>
            <a:graphicFrameLocks noChangeAspect="1"/>
          </p:cNvGraphicFramePr>
          <p:nvPr/>
        </p:nvGraphicFramePr>
        <p:xfrm>
          <a:off x="1524000" y="4191000"/>
          <a:ext cx="53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69" name="Equation" r:id="rId13" imgW="533160" imgH="431640" progId="Equation.3">
                  <p:embed/>
                </p:oleObj>
              </mc:Choice>
              <mc:Fallback>
                <p:oleObj name="Equation" r:id="rId13" imgW="53316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91000"/>
                        <a:ext cx="533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6" name="Object 6"/>
          <p:cNvGraphicFramePr>
            <a:graphicFrameLocks noChangeAspect="1"/>
          </p:cNvGraphicFramePr>
          <p:nvPr/>
        </p:nvGraphicFramePr>
        <p:xfrm>
          <a:off x="1524000" y="4800600"/>
          <a:ext cx="52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0" name="Equation" r:id="rId15" imgW="520560" imgH="431640" progId="Equation.3">
                  <p:embed/>
                </p:oleObj>
              </mc:Choice>
              <mc:Fallback>
                <p:oleObj name="Equation" r:id="rId15" imgW="52056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00600"/>
                        <a:ext cx="520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7" name="Object 7"/>
          <p:cNvGraphicFramePr>
            <a:graphicFrameLocks noChangeAspect="1"/>
          </p:cNvGraphicFramePr>
          <p:nvPr/>
        </p:nvGraphicFramePr>
        <p:xfrm>
          <a:off x="1447800" y="5334000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1" name="Equation" r:id="rId17" imgW="799920" imgH="304560" progId="Equation.3">
                  <p:embed/>
                </p:oleObj>
              </mc:Choice>
              <mc:Fallback>
                <p:oleObj name="Equation" r:id="rId17" imgW="799920" imgH="304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34000"/>
                        <a:ext cx="800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8" name="Object 8"/>
          <p:cNvGraphicFramePr>
            <a:graphicFrameLocks noChangeAspect="1"/>
          </p:cNvGraphicFramePr>
          <p:nvPr/>
        </p:nvGraphicFramePr>
        <p:xfrm>
          <a:off x="1447800" y="5715000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2" name="Equation" r:id="rId19" imgW="799920" imgH="431640" progId="Equation.3">
                  <p:embed/>
                </p:oleObj>
              </mc:Choice>
              <mc:Fallback>
                <p:oleObj name="Equation" r:id="rId19" imgW="79992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715000"/>
                        <a:ext cx="800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9" name="Object 9"/>
          <p:cNvGraphicFramePr>
            <a:graphicFrameLocks noChangeAspect="1"/>
          </p:cNvGraphicFramePr>
          <p:nvPr/>
        </p:nvGraphicFramePr>
        <p:xfrm>
          <a:off x="1447800" y="6400800"/>
          <a:ext cx="736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3" name="Equation" r:id="rId21" imgW="736560" imgH="101520" progId="Equation.3">
                  <p:embed/>
                </p:oleObj>
              </mc:Choice>
              <mc:Fallback>
                <p:oleObj name="Equation" r:id="rId21" imgW="736560" imgH="1015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6400800"/>
                        <a:ext cx="736600" cy="10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0" name="Object 10"/>
          <p:cNvGraphicFramePr>
            <a:graphicFrameLocks noChangeAspect="1"/>
          </p:cNvGraphicFramePr>
          <p:nvPr/>
        </p:nvGraphicFramePr>
        <p:xfrm>
          <a:off x="4090988" y="1455738"/>
          <a:ext cx="12017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4" name="Equation" r:id="rId23" imgW="1206360" imgH="533160" progId="Equation.3">
                  <p:embed/>
                </p:oleObj>
              </mc:Choice>
              <mc:Fallback>
                <p:oleObj name="Equation" r:id="rId23" imgW="120636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1455738"/>
                        <a:ext cx="1201737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1" name="Object 11"/>
          <p:cNvGraphicFramePr>
            <a:graphicFrameLocks noChangeAspect="1"/>
          </p:cNvGraphicFramePr>
          <p:nvPr/>
        </p:nvGraphicFramePr>
        <p:xfrm>
          <a:off x="4495800" y="2743200"/>
          <a:ext cx="26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5" name="Equation" r:id="rId25" imgW="266400" imgH="431640" progId="Equation.3">
                  <p:embed/>
                </p:oleObj>
              </mc:Choice>
              <mc:Fallback>
                <p:oleObj name="Equation" r:id="rId25" imgW="266400" imgH="4316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43200"/>
                        <a:ext cx="26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2" name="Object 12"/>
          <p:cNvGraphicFramePr>
            <a:graphicFrameLocks noChangeAspect="1"/>
          </p:cNvGraphicFramePr>
          <p:nvPr/>
        </p:nvGraphicFramePr>
        <p:xfrm>
          <a:off x="4419600" y="3657600"/>
          <a:ext cx="54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6" name="Equation" r:id="rId26" imgW="545760" imgH="431640" progId="Equation.3">
                  <p:embed/>
                </p:oleObj>
              </mc:Choice>
              <mc:Fallback>
                <p:oleObj name="Equation" r:id="rId26" imgW="545760" imgH="4316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657600"/>
                        <a:ext cx="546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3" name="Object 13"/>
          <p:cNvGraphicFramePr>
            <a:graphicFrameLocks noChangeAspect="1"/>
          </p:cNvGraphicFramePr>
          <p:nvPr/>
        </p:nvGraphicFramePr>
        <p:xfrm>
          <a:off x="4419600" y="4800600"/>
          <a:ext cx="52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7" name="Equation" r:id="rId27" imgW="520560" imgH="431640" progId="Equation.3">
                  <p:embed/>
                </p:oleObj>
              </mc:Choice>
              <mc:Fallback>
                <p:oleObj name="Equation" r:id="rId27" imgW="520560" imgH="4316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800600"/>
                        <a:ext cx="520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4" name="Object 14"/>
          <p:cNvGraphicFramePr>
            <a:graphicFrameLocks noChangeAspect="1"/>
          </p:cNvGraphicFramePr>
          <p:nvPr/>
        </p:nvGraphicFramePr>
        <p:xfrm>
          <a:off x="4343400" y="5334000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8" name="Equation" r:id="rId28" imgW="799920" imgH="304560" progId="Equation.3">
                  <p:embed/>
                </p:oleObj>
              </mc:Choice>
              <mc:Fallback>
                <p:oleObj name="Equation" r:id="rId28" imgW="799920" imgH="304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334000"/>
                        <a:ext cx="800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5" name="Object 15"/>
          <p:cNvGraphicFramePr>
            <a:graphicFrameLocks noChangeAspect="1"/>
          </p:cNvGraphicFramePr>
          <p:nvPr/>
        </p:nvGraphicFramePr>
        <p:xfrm>
          <a:off x="4343400" y="6400800"/>
          <a:ext cx="736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79" name="Equation" r:id="rId29" imgW="736560" imgH="101520" progId="Equation.3">
                  <p:embed/>
                </p:oleObj>
              </mc:Choice>
              <mc:Fallback>
                <p:oleObj name="Equation" r:id="rId29" imgW="736560" imgH="10152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6400800"/>
                        <a:ext cx="736600" cy="10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6" name="Object 16"/>
          <p:cNvGraphicFramePr>
            <a:graphicFrameLocks noChangeAspect="1"/>
          </p:cNvGraphicFramePr>
          <p:nvPr/>
        </p:nvGraphicFramePr>
        <p:xfrm>
          <a:off x="2514600" y="304800"/>
          <a:ext cx="4432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80" name="Equation" r:id="rId30" imgW="4431960" imgH="533160" progId="Equation.3">
                  <p:embed/>
                </p:oleObj>
              </mc:Choice>
              <mc:Fallback>
                <p:oleObj name="Equation" r:id="rId30" imgW="4431960" imgH="5331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"/>
                        <a:ext cx="44323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20" name="Line 20"/>
          <p:cNvSpPr>
            <a:spLocks noChangeShapeType="1"/>
          </p:cNvSpPr>
          <p:nvPr/>
        </p:nvSpPr>
        <p:spPr bwMode="auto">
          <a:xfrm>
            <a:off x="457200" y="2057400"/>
            <a:ext cx="8153400" cy="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24021" name="Text Box 21"/>
          <p:cNvSpPr txBox="1">
            <a:spLocks noChangeArrowheads="1"/>
          </p:cNvSpPr>
          <p:nvPr/>
        </p:nvSpPr>
        <p:spPr bwMode="auto">
          <a:xfrm>
            <a:off x="6553200" y="1066800"/>
            <a:ext cx="2243138" cy="1031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/>
              <a:t>Enumeration</a:t>
            </a:r>
          </a:p>
          <a:p>
            <a:pPr algn="ctr"/>
            <a:r>
              <a:rPr lang="en-US" sz="2800"/>
              <a:t>Output</a:t>
            </a:r>
          </a:p>
        </p:txBody>
      </p:sp>
      <p:graphicFrame>
        <p:nvGraphicFramePr>
          <p:cNvPr id="1054737" name="Object 17"/>
          <p:cNvGraphicFramePr>
            <a:graphicFrameLocks noChangeAspect="1"/>
          </p:cNvGraphicFramePr>
          <p:nvPr/>
        </p:nvGraphicFramePr>
        <p:xfrm>
          <a:off x="7391400" y="2743200"/>
          <a:ext cx="26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81" name="Equation" r:id="rId32" imgW="266400" imgH="431640" progId="Equation.3">
                  <p:embed/>
                </p:oleObj>
              </mc:Choice>
              <mc:Fallback>
                <p:oleObj name="Equation" r:id="rId32" imgW="266400" imgH="43164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743200"/>
                        <a:ext cx="26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8" name="Object 18"/>
          <p:cNvGraphicFramePr>
            <a:graphicFrameLocks noChangeAspect="1"/>
          </p:cNvGraphicFramePr>
          <p:nvPr/>
        </p:nvGraphicFramePr>
        <p:xfrm>
          <a:off x="7315200" y="3657600"/>
          <a:ext cx="54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82" name="Equation" r:id="rId33" imgW="545760" imgH="431640" progId="Equation.3">
                  <p:embed/>
                </p:oleObj>
              </mc:Choice>
              <mc:Fallback>
                <p:oleObj name="Equation" r:id="rId33" imgW="545760" imgH="43164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657600"/>
                        <a:ext cx="546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9" name="Object 19"/>
          <p:cNvGraphicFramePr>
            <a:graphicFrameLocks noChangeAspect="1"/>
          </p:cNvGraphicFramePr>
          <p:nvPr/>
        </p:nvGraphicFramePr>
        <p:xfrm>
          <a:off x="7315200" y="4800600"/>
          <a:ext cx="52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83" name="Equation" r:id="rId34" imgW="520560" imgH="431640" progId="Equation.3">
                  <p:embed/>
                </p:oleObj>
              </mc:Choice>
              <mc:Fallback>
                <p:oleObj name="Equation" r:id="rId34" imgW="520560" imgH="43164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800600"/>
                        <a:ext cx="520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40" name="Object 20"/>
          <p:cNvGraphicFramePr>
            <a:graphicFrameLocks noChangeAspect="1"/>
          </p:cNvGraphicFramePr>
          <p:nvPr/>
        </p:nvGraphicFramePr>
        <p:xfrm>
          <a:off x="7239000" y="5334000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84" name="Equation" r:id="rId35" imgW="799920" imgH="304560" progId="Equation.3">
                  <p:embed/>
                </p:oleObj>
              </mc:Choice>
              <mc:Fallback>
                <p:oleObj name="Equation" r:id="rId35" imgW="799920" imgH="30456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34000"/>
                        <a:ext cx="800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41" name="Object 21"/>
          <p:cNvGraphicFramePr>
            <a:graphicFrameLocks noChangeAspect="1"/>
          </p:cNvGraphicFramePr>
          <p:nvPr/>
        </p:nvGraphicFramePr>
        <p:xfrm>
          <a:off x="7239000" y="6400800"/>
          <a:ext cx="736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85" name="Equation" r:id="rId36" imgW="736560" imgH="101520" progId="Equation.3">
                  <p:embed/>
                </p:oleObj>
              </mc:Choice>
              <mc:Fallback>
                <p:oleObj name="Equation" r:id="rId36" imgW="736560" imgH="1015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6400800"/>
                        <a:ext cx="736600" cy="10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F25A-A38A-4395-90B6-5172995A92EF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1025026" name="Text Box 2"/>
          <p:cNvSpPr txBox="1">
            <a:spLocks noChangeArrowheads="1"/>
          </p:cNvSpPr>
          <p:nvPr/>
        </p:nvSpPr>
        <p:spPr bwMode="auto">
          <a:xfrm>
            <a:off x="212725" y="1016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1025027" name="Text Box 3"/>
          <p:cNvSpPr txBox="1">
            <a:spLocks noChangeArrowheads="1"/>
          </p:cNvSpPr>
          <p:nvPr/>
        </p:nvSpPr>
        <p:spPr bwMode="auto">
          <a:xfrm>
            <a:off x="533400" y="1371600"/>
            <a:ext cx="8095486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if language       is recursively enumerable </a:t>
            </a:r>
          </a:p>
          <a:p>
            <a:r>
              <a:rPr lang="en-US" dirty="0"/>
              <a:t>then there is an enumeration procedure </a:t>
            </a:r>
          </a:p>
          <a:p>
            <a:r>
              <a:rPr lang="en-US" dirty="0"/>
              <a:t>for it.</a:t>
            </a:r>
          </a:p>
        </p:txBody>
      </p:sp>
      <p:graphicFrame>
        <p:nvGraphicFramePr>
          <p:cNvPr id="1055744" name="Object 0"/>
          <p:cNvGraphicFramePr>
            <a:graphicFrameLocks noChangeAspect="1"/>
          </p:cNvGraphicFramePr>
          <p:nvPr/>
        </p:nvGraphicFramePr>
        <p:xfrm>
          <a:off x="2971800" y="14478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46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4478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F5B02-989F-4B1F-87FA-130E574FA1C5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1026050" name="Text Box 2"/>
          <p:cNvSpPr txBox="1">
            <a:spLocks noChangeArrowheads="1"/>
          </p:cNvSpPr>
          <p:nvPr/>
        </p:nvSpPr>
        <p:spPr bwMode="auto">
          <a:xfrm>
            <a:off x="288925" y="1016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26051" name="Rectangle 3"/>
          <p:cNvSpPr>
            <a:spLocks noChangeArrowheads="1"/>
          </p:cNvSpPr>
          <p:nvPr/>
        </p:nvSpPr>
        <p:spPr bwMode="auto">
          <a:xfrm>
            <a:off x="1219200" y="2438400"/>
            <a:ext cx="2438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52" name="Rectangle 4"/>
          <p:cNvSpPr>
            <a:spLocks noChangeArrowheads="1"/>
          </p:cNvSpPr>
          <p:nvPr/>
        </p:nvSpPr>
        <p:spPr bwMode="auto">
          <a:xfrm>
            <a:off x="5410200" y="2438400"/>
            <a:ext cx="2438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56768" name="Object 0"/>
          <p:cNvGraphicFramePr>
            <a:graphicFrameLocks noChangeAspect="1"/>
          </p:cNvGraphicFramePr>
          <p:nvPr/>
        </p:nvGraphicFramePr>
        <p:xfrm>
          <a:off x="6477000" y="3124200"/>
          <a:ext cx="493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74" name="Equation" r:id="rId3" imgW="495000" imgH="368280" progId="Equation.3">
                  <p:embed/>
                </p:oleObj>
              </mc:Choice>
              <mc:Fallback>
                <p:oleObj name="Equation" r:id="rId3" imgW="495000" imgH="3682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124200"/>
                        <a:ext cx="4937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69" name="Object 1"/>
          <p:cNvGraphicFramePr>
            <a:graphicFrameLocks noChangeAspect="1"/>
          </p:cNvGraphicFramePr>
          <p:nvPr/>
        </p:nvGraphicFramePr>
        <p:xfrm>
          <a:off x="2133600" y="3124200"/>
          <a:ext cx="4937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75" name="Equation" r:id="rId5" imgW="495000" imgH="444240" progId="Equation.3">
                  <p:embed/>
                </p:oleObj>
              </mc:Choice>
              <mc:Fallback>
                <p:oleObj name="Equation" r:id="rId5" imgW="495000" imgH="4442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124200"/>
                        <a:ext cx="493713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5" name="Line 7"/>
          <p:cNvSpPr>
            <a:spLocks noChangeShapeType="1"/>
          </p:cNvSpPr>
          <p:nvPr/>
        </p:nvSpPr>
        <p:spPr bwMode="auto">
          <a:xfrm>
            <a:off x="3657600" y="3657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56" name="Line 8"/>
          <p:cNvSpPr>
            <a:spLocks noChangeShapeType="1"/>
          </p:cNvSpPr>
          <p:nvPr/>
        </p:nvSpPr>
        <p:spPr bwMode="auto">
          <a:xfrm>
            <a:off x="7848600" y="3200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57" name="Line 9"/>
          <p:cNvSpPr>
            <a:spLocks noChangeShapeType="1"/>
          </p:cNvSpPr>
          <p:nvPr/>
        </p:nvSpPr>
        <p:spPr bwMode="auto">
          <a:xfrm flipH="1">
            <a:off x="3657600" y="2971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58" name="Line 10"/>
          <p:cNvSpPr>
            <a:spLocks noChangeShapeType="1"/>
          </p:cNvSpPr>
          <p:nvPr/>
        </p:nvSpPr>
        <p:spPr bwMode="auto">
          <a:xfrm>
            <a:off x="228600" y="3276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59" name="Rectangle 11"/>
          <p:cNvSpPr>
            <a:spLocks noChangeArrowheads="1"/>
          </p:cNvSpPr>
          <p:nvPr/>
        </p:nvSpPr>
        <p:spPr bwMode="auto">
          <a:xfrm>
            <a:off x="914400" y="1981200"/>
            <a:ext cx="7239000" cy="2590800"/>
          </a:xfrm>
          <a:prstGeom prst="rect">
            <a:avLst/>
          </a:prstGeom>
          <a:noFill/>
          <a:ln w="9525">
            <a:solidFill>
              <a:srgbClr val="D60093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60" name="Text Box 12"/>
          <p:cNvSpPr txBox="1">
            <a:spLocks noChangeArrowheads="1"/>
          </p:cNvSpPr>
          <p:nvPr/>
        </p:nvSpPr>
        <p:spPr bwMode="auto">
          <a:xfrm>
            <a:off x="2667000" y="1295400"/>
            <a:ext cx="4219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Enumeration Machine</a:t>
            </a:r>
          </a:p>
        </p:txBody>
      </p:sp>
      <p:sp>
        <p:nvSpPr>
          <p:cNvPr id="1026061" name="Line 13"/>
          <p:cNvSpPr>
            <a:spLocks noChangeShapeType="1"/>
          </p:cNvSpPr>
          <p:nvPr/>
        </p:nvSpPr>
        <p:spPr bwMode="auto">
          <a:xfrm flipH="1" flipV="1">
            <a:off x="6781800" y="4267200"/>
            <a:ext cx="304800" cy="1371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62" name="Text Box 14"/>
          <p:cNvSpPr txBox="1">
            <a:spLocks noChangeArrowheads="1"/>
          </p:cNvSpPr>
          <p:nvPr/>
        </p:nvSpPr>
        <p:spPr bwMode="auto">
          <a:xfrm>
            <a:off x="6537325" y="5664200"/>
            <a:ext cx="1852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Accepts </a:t>
            </a:r>
          </a:p>
        </p:txBody>
      </p:sp>
      <p:graphicFrame>
        <p:nvGraphicFramePr>
          <p:cNvPr id="1056770" name="Object 2"/>
          <p:cNvGraphicFramePr>
            <a:graphicFrameLocks noChangeAspect="1"/>
          </p:cNvGraphicFramePr>
          <p:nvPr/>
        </p:nvGraphicFramePr>
        <p:xfrm>
          <a:off x="8382000" y="5791200"/>
          <a:ext cx="303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76" name="Equation" r:id="rId7" imgW="304560" imgH="368280" progId="Equation.3">
                  <p:embed/>
                </p:oleObj>
              </mc:Choice>
              <mc:Fallback>
                <p:oleObj name="Equation" r:id="rId7" imgW="30456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5791200"/>
                        <a:ext cx="3032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64" name="Line 16"/>
          <p:cNvSpPr>
            <a:spLocks noChangeShapeType="1"/>
          </p:cNvSpPr>
          <p:nvPr/>
        </p:nvSpPr>
        <p:spPr bwMode="auto">
          <a:xfrm flipV="1">
            <a:off x="1676400" y="4267200"/>
            <a:ext cx="609600" cy="1219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6065" name="Text Box 17"/>
          <p:cNvSpPr txBox="1">
            <a:spLocks noChangeArrowheads="1"/>
          </p:cNvSpPr>
          <p:nvPr/>
        </p:nvSpPr>
        <p:spPr bwMode="auto">
          <a:xfrm>
            <a:off x="136525" y="5435600"/>
            <a:ext cx="48815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Enumerates all</a:t>
            </a:r>
          </a:p>
          <a:p>
            <a:r>
              <a:rPr lang="en-US"/>
              <a:t>strings of input alphabet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BBC36-0F9F-401A-A307-F86727223B73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1027074" name="Text Box 2"/>
          <p:cNvSpPr txBox="1">
            <a:spLocks noChangeArrowheads="1"/>
          </p:cNvSpPr>
          <p:nvPr/>
        </p:nvSpPr>
        <p:spPr bwMode="auto">
          <a:xfrm>
            <a:off x="441325" y="482600"/>
            <a:ext cx="71056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the alphabet is             then </a:t>
            </a:r>
          </a:p>
          <a:p>
            <a:r>
              <a:rPr lang="en-US"/>
              <a:t>     can enumerate strings as follows:</a:t>
            </a:r>
          </a:p>
        </p:txBody>
      </p:sp>
      <p:graphicFrame>
        <p:nvGraphicFramePr>
          <p:cNvPr id="1057792" name="Object 0"/>
          <p:cNvGraphicFramePr>
            <a:graphicFrameLocks noChangeAspect="1"/>
          </p:cNvGraphicFramePr>
          <p:nvPr/>
        </p:nvGraphicFramePr>
        <p:xfrm>
          <a:off x="4114800" y="533400"/>
          <a:ext cx="1079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2" name="Equation" r:id="rId3" imgW="1079280" imgH="533160" progId="Equation.3">
                  <p:embed/>
                </p:oleObj>
              </mc:Choice>
              <mc:Fallback>
                <p:oleObj name="Equation" r:id="rId3" imgW="107928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33400"/>
                        <a:ext cx="10795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3" name="Object 1"/>
          <p:cNvGraphicFramePr>
            <a:graphicFrameLocks noChangeAspect="1"/>
          </p:cNvGraphicFramePr>
          <p:nvPr/>
        </p:nvGraphicFramePr>
        <p:xfrm>
          <a:off x="533400" y="1066800"/>
          <a:ext cx="4937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3" name="Equation" r:id="rId5" imgW="495000" imgH="444240" progId="Equation.3">
                  <p:embed/>
                </p:oleObj>
              </mc:Choice>
              <mc:Fallback>
                <p:oleObj name="Equation" r:id="rId5" imgW="495000" imgH="4442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66800"/>
                        <a:ext cx="493713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4" name="Object 2"/>
          <p:cNvGraphicFramePr>
            <a:graphicFrameLocks noChangeAspect="1"/>
          </p:cNvGraphicFramePr>
          <p:nvPr/>
        </p:nvGraphicFramePr>
        <p:xfrm>
          <a:off x="3962400" y="2133600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4" name="Equation" r:id="rId7" imgW="291960" imgH="304560" progId="Equation.3">
                  <p:embed/>
                </p:oleObj>
              </mc:Choice>
              <mc:Fallback>
                <p:oleObj name="Equation" r:id="rId7" imgW="291960" imgH="304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133600"/>
                        <a:ext cx="292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5" name="Object 3"/>
          <p:cNvGraphicFramePr>
            <a:graphicFrameLocks noChangeAspect="1"/>
          </p:cNvGraphicFramePr>
          <p:nvPr/>
        </p:nvGraphicFramePr>
        <p:xfrm>
          <a:off x="3962400" y="2514600"/>
          <a:ext cx="26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5" name="Equation" r:id="rId9" imgW="266400" imgH="431640" progId="Equation.3">
                  <p:embed/>
                </p:oleObj>
              </mc:Choice>
              <mc:Fallback>
                <p:oleObj name="Equation" r:id="rId9" imgW="26640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514600"/>
                        <a:ext cx="266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6" name="Object 4"/>
          <p:cNvGraphicFramePr>
            <a:graphicFrameLocks noChangeAspect="1"/>
          </p:cNvGraphicFramePr>
          <p:nvPr/>
        </p:nvGraphicFramePr>
        <p:xfrm>
          <a:off x="3886200" y="30480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6" name="Equation" r:id="rId11" imgW="545760" imgH="304560" progId="Equation.3">
                  <p:embed/>
                </p:oleObj>
              </mc:Choice>
              <mc:Fallback>
                <p:oleObj name="Equation" r:id="rId11" imgW="545760" imgH="304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48000"/>
                        <a:ext cx="546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7" name="Object 5"/>
          <p:cNvGraphicFramePr>
            <a:graphicFrameLocks noChangeAspect="1"/>
          </p:cNvGraphicFramePr>
          <p:nvPr/>
        </p:nvGraphicFramePr>
        <p:xfrm>
          <a:off x="3886200" y="3429000"/>
          <a:ext cx="54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7" name="Equation" r:id="rId13" imgW="545760" imgH="431640" progId="Equation.3">
                  <p:embed/>
                </p:oleObj>
              </mc:Choice>
              <mc:Fallback>
                <p:oleObj name="Equation" r:id="rId13" imgW="54576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429000"/>
                        <a:ext cx="546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8" name="Object 6"/>
          <p:cNvGraphicFramePr>
            <a:graphicFrameLocks noChangeAspect="1"/>
          </p:cNvGraphicFramePr>
          <p:nvPr/>
        </p:nvGraphicFramePr>
        <p:xfrm>
          <a:off x="3886200" y="3962400"/>
          <a:ext cx="53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8" name="Equation" r:id="rId15" imgW="533160" imgH="431640" progId="Equation.3">
                  <p:embed/>
                </p:oleObj>
              </mc:Choice>
              <mc:Fallback>
                <p:oleObj name="Equation" r:id="rId15" imgW="53316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962400"/>
                        <a:ext cx="533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9" name="Object 7"/>
          <p:cNvGraphicFramePr>
            <a:graphicFrameLocks noChangeAspect="1"/>
          </p:cNvGraphicFramePr>
          <p:nvPr/>
        </p:nvGraphicFramePr>
        <p:xfrm>
          <a:off x="3886200" y="4572000"/>
          <a:ext cx="52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9" name="Equation" r:id="rId17" imgW="520560" imgH="431640" progId="Equation.3">
                  <p:embed/>
                </p:oleObj>
              </mc:Choice>
              <mc:Fallback>
                <p:oleObj name="Equation" r:id="rId17" imgW="52056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0"/>
                        <a:ext cx="520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800" name="Object 8"/>
          <p:cNvGraphicFramePr>
            <a:graphicFrameLocks noChangeAspect="1"/>
          </p:cNvGraphicFramePr>
          <p:nvPr/>
        </p:nvGraphicFramePr>
        <p:xfrm>
          <a:off x="3759200" y="5105400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20" name="Equation" r:id="rId19" imgW="799920" imgH="304560" progId="Equation.3">
                  <p:embed/>
                </p:oleObj>
              </mc:Choice>
              <mc:Fallback>
                <p:oleObj name="Equation" r:id="rId19" imgW="79992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5105400"/>
                        <a:ext cx="800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801" name="Object 9"/>
          <p:cNvGraphicFramePr>
            <a:graphicFrameLocks noChangeAspect="1"/>
          </p:cNvGraphicFramePr>
          <p:nvPr/>
        </p:nvGraphicFramePr>
        <p:xfrm>
          <a:off x="3810000" y="5486400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21" name="Equation" r:id="rId21" imgW="799920" imgH="431640" progId="Equation.3">
                  <p:embed/>
                </p:oleObj>
              </mc:Choice>
              <mc:Fallback>
                <p:oleObj name="Equation" r:id="rId21" imgW="799920" imgH="431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486400"/>
                        <a:ext cx="800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4C3DB-6123-4C80-9771-27D875FF056E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1028098" name="Text Box 2"/>
          <p:cNvSpPr txBox="1">
            <a:spLocks noChangeArrowheads="1"/>
          </p:cNvSpPr>
          <p:nvPr/>
        </p:nvSpPr>
        <p:spPr bwMode="auto">
          <a:xfrm>
            <a:off x="0" y="762000"/>
            <a:ext cx="4670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Enumeration procedure</a:t>
            </a:r>
          </a:p>
        </p:txBody>
      </p:sp>
      <p:sp>
        <p:nvSpPr>
          <p:cNvPr id="1028099" name="Text Box 3"/>
          <p:cNvSpPr txBox="1">
            <a:spLocks noChangeArrowheads="1"/>
          </p:cNvSpPr>
          <p:nvPr/>
        </p:nvSpPr>
        <p:spPr bwMode="auto">
          <a:xfrm>
            <a:off x="0" y="1600200"/>
            <a:ext cx="1624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Repeat:</a:t>
            </a:r>
          </a:p>
        </p:txBody>
      </p:sp>
      <p:graphicFrame>
        <p:nvGraphicFramePr>
          <p:cNvPr id="1058816" name="Object 0"/>
          <p:cNvGraphicFramePr>
            <a:graphicFrameLocks noChangeAspect="1"/>
          </p:cNvGraphicFramePr>
          <p:nvPr/>
        </p:nvGraphicFramePr>
        <p:xfrm>
          <a:off x="2200275" y="1631950"/>
          <a:ext cx="544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2" name="Equation" r:id="rId3" imgW="545760" imgH="482400" progId="Equation.3">
                  <p:embed/>
                </p:oleObj>
              </mc:Choice>
              <mc:Fallback>
                <p:oleObj name="Equation" r:id="rId3" imgW="545760" imgH="48240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1631950"/>
                        <a:ext cx="5445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1" name="Text Box 5"/>
          <p:cNvSpPr txBox="1">
            <a:spLocks noChangeArrowheads="1"/>
          </p:cNvSpPr>
          <p:nvPr/>
        </p:nvSpPr>
        <p:spPr bwMode="auto">
          <a:xfrm>
            <a:off x="2971800" y="1600200"/>
            <a:ext cx="3776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generates a string </a:t>
            </a:r>
          </a:p>
        </p:txBody>
      </p:sp>
      <p:graphicFrame>
        <p:nvGraphicFramePr>
          <p:cNvPr id="1058817" name="Object 1"/>
          <p:cNvGraphicFramePr>
            <a:graphicFrameLocks noChangeAspect="1"/>
          </p:cNvGraphicFramePr>
          <p:nvPr/>
        </p:nvGraphicFramePr>
        <p:xfrm>
          <a:off x="2124075" y="25527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3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5527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18" name="Object 2"/>
          <p:cNvGraphicFramePr>
            <a:graphicFrameLocks noChangeAspect="1"/>
          </p:cNvGraphicFramePr>
          <p:nvPr/>
        </p:nvGraphicFramePr>
        <p:xfrm>
          <a:off x="6778625" y="17907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4" name="Equation" r:id="rId7" imgW="368280" imgH="304560" progId="Equation.3">
                  <p:embed/>
                </p:oleObj>
              </mc:Choice>
              <mc:Fallback>
                <p:oleObj name="Equation" r:id="rId7" imgW="368280" imgH="304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17907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4" name="Text Box 8"/>
          <p:cNvSpPr txBox="1">
            <a:spLocks noChangeArrowheads="1"/>
          </p:cNvSpPr>
          <p:nvPr/>
        </p:nvSpPr>
        <p:spPr bwMode="auto">
          <a:xfrm>
            <a:off x="2971800" y="2438400"/>
            <a:ext cx="2043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checks  if</a:t>
            </a:r>
          </a:p>
        </p:txBody>
      </p:sp>
      <p:graphicFrame>
        <p:nvGraphicFramePr>
          <p:cNvPr id="1058819" name="Object 3"/>
          <p:cNvGraphicFramePr>
            <a:graphicFrameLocks noChangeAspect="1"/>
          </p:cNvGraphicFramePr>
          <p:nvPr/>
        </p:nvGraphicFramePr>
        <p:xfrm>
          <a:off x="5140325" y="2476500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5" name="Equation" r:id="rId9" imgW="1155600" imgH="406080" progId="Equation.3">
                  <p:embed/>
                </p:oleObj>
              </mc:Choice>
              <mc:Fallback>
                <p:oleObj name="Equation" r:id="rId9" imgW="1155600" imgH="4060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325" y="2476500"/>
                        <a:ext cx="1155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6" name="Text Box 10"/>
          <p:cNvSpPr txBox="1">
            <a:spLocks noChangeArrowheads="1"/>
          </p:cNvSpPr>
          <p:nvPr/>
        </p:nvSpPr>
        <p:spPr bwMode="auto">
          <a:xfrm>
            <a:off x="3794125" y="3225800"/>
            <a:ext cx="5145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YES:</a:t>
            </a:r>
            <a:r>
              <a:rPr lang="en-US"/>
              <a:t>   print       to output </a:t>
            </a:r>
          </a:p>
        </p:txBody>
      </p:sp>
      <p:graphicFrame>
        <p:nvGraphicFramePr>
          <p:cNvPr id="1058820" name="Object 4"/>
          <p:cNvGraphicFramePr>
            <a:graphicFrameLocks noChangeAspect="1"/>
          </p:cNvGraphicFramePr>
          <p:nvPr/>
        </p:nvGraphicFramePr>
        <p:xfrm>
          <a:off x="6305550" y="34163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6" name="Equation" r:id="rId11" imgW="368280" imgH="304560" progId="Equation.3">
                  <p:embed/>
                </p:oleObj>
              </mc:Choice>
              <mc:Fallback>
                <p:oleObj name="Equation" r:id="rId11" imgW="368280" imgH="304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5550" y="34163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8" name="Text Box 12"/>
          <p:cNvSpPr txBox="1">
            <a:spLocks noChangeArrowheads="1"/>
          </p:cNvSpPr>
          <p:nvPr/>
        </p:nvSpPr>
        <p:spPr bwMode="auto">
          <a:xfrm>
            <a:off x="3794125" y="3987800"/>
            <a:ext cx="261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NO:</a:t>
            </a:r>
            <a:r>
              <a:rPr lang="en-US"/>
              <a:t>    ignore</a:t>
            </a:r>
          </a:p>
        </p:txBody>
      </p:sp>
      <p:graphicFrame>
        <p:nvGraphicFramePr>
          <p:cNvPr id="1058821" name="Object 5"/>
          <p:cNvGraphicFramePr>
            <a:graphicFrameLocks noChangeAspect="1"/>
          </p:cNvGraphicFramePr>
          <p:nvPr/>
        </p:nvGraphicFramePr>
        <p:xfrm>
          <a:off x="6610350" y="41783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7" name="Equation" r:id="rId12" imgW="368280" imgH="304560" progId="Equation.3">
                  <p:embed/>
                </p:oleObj>
              </mc:Choice>
              <mc:Fallback>
                <p:oleObj name="Equation" r:id="rId12" imgW="368280" imgH="304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41783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10" name="Text Box 14"/>
          <p:cNvSpPr txBox="1">
            <a:spLocks noChangeArrowheads="1"/>
          </p:cNvSpPr>
          <p:nvPr/>
        </p:nvSpPr>
        <p:spPr bwMode="auto">
          <a:xfrm>
            <a:off x="2743200" y="0"/>
            <a:ext cx="3819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NAIVE APPROACH</a:t>
            </a:r>
          </a:p>
        </p:txBody>
      </p:sp>
      <p:sp>
        <p:nvSpPr>
          <p:cNvPr id="1028111" name="Text Box 15"/>
          <p:cNvSpPr txBox="1">
            <a:spLocks noChangeArrowheads="1"/>
          </p:cNvSpPr>
          <p:nvPr/>
        </p:nvSpPr>
        <p:spPr bwMode="auto">
          <a:xfrm>
            <a:off x="0" y="5486400"/>
            <a:ext cx="1817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Problem:</a:t>
            </a:r>
          </a:p>
        </p:txBody>
      </p:sp>
      <p:sp>
        <p:nvSpPr>
          <p:cNvPr id="1028112" name="Text Box 16"/>
          <p:cNvSpPr txBox="1">
            <a:spLocks noChangeArrowheads="1"/>
          </p:cNvSpPr>
          <p:nvPr/>
        </p:nvSpPr>
        <p:spPr bwMode="auto">
          <a:xfrm>
            <a:off x="1965325" y="5435600"/>
            <a:ext cx="62372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              </a:t>
            </a:r>
          </a:p>
          <a:p>
            <a:r>
              <a:rPr lang="en-US"/>
              <a:t>machine         may loop forever  </a:t>
            </a:r>
          </a:p>
        </p:txBody>
      </p:sp>
      <p:graphicFrame>
        <p:nvGraphicFramePr>
          <p:cNvPr id="1058822" name="Object 6"/>
          <p:cNvGraphicFramePr>
            <a:graphicFrameLocks noChangeAspect="1"/>
          </p:cNvGraphicFramePr>
          <p:nvPr/>
        </p:nvGraphicFramePr>
        <p:xfrm>
          <a:off x="2743200" y="5486400"/>
          <a:ext cx="11557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8" name="Equation" r:id="rId13" imgW="1155600" imgH="444240" progId="Equation.3">
                  <p:embed/>
                </p:oleObj>
              </mc:Choice>
              <mc:Fallback>
                <p:oleObj name="Equation" r:id="rId13" imgW="1155600" imgH="4442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86400"/>
                        <a:ext cx="115570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3" name="Object 7"/>
          <p:cNvGraphicFramePr>
            <a:graphicFrameLocks noChangeAspect="1"/>
          </p:cNvGraphicFramePr>
          <p:nvPr/>
        </p:nvGraphicFramePr>
        <p:xfrm>
          <a:off x="3810000" y="60960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39" name="Equation" r:id="rId15" imgW="545760" imgH="393480" progId="Equation.3">
                  <p:embed/>
                </p:oleObj>
              </mc:Choice>
              <mc:Fallback>
                <p:oleObj name="Equation" r:id="rId15" imgW="54576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0960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9EF47-1DED-46BB-BC2F-1D1C75C9DD6B}" type="slidenum">
              <a:rPr lang="en-US" altLang="en-US"/>
              <a:pPr/>
              <a:t>54</a:t>
            </a:fld>
            <a:endParaRPr lang="en-US" altLang="en-US"/>
          </a:p>
        </p:txBody>
      </p:sp>
      <p:graphicFrame>
        <p:nvGraphicFramePr>
          <p:cNvPr id="1029122" name="Object 2"/>
          <p:cNvGraphicFramePr>
            <a:graphicFrameLocks noChangeAspect="1"/>
          </p:cNvGraphicFramePr>
          <p:nvPr/>
        </p:nvGraphicFramePr>
        <p:xfrm>
          <a:off x="219075" y="1098550"/>
          <a:ext cx="544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5" name="Equation" r:id="rId3" imgW="545760" imgH="482400" progId="Equation.3">
                  <p:embed/>
                </p:oleObj>
              </mc:Choice>
              <mc:Fallback>
                <p:oleObj name="Equation" r:id="rId3" imgW="54576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1098550"/>
                        <a:ext cx="5445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3" name="Object 3"/>
          <p:cNvGraphicFramePr>
            <a:graphicFrameLocks noChangeAspect="1"/>
          </p:cNvGraphicFramePr>
          <p:nvPr/>
        </p:nvGraphicFramePr>
        <p:xfrm>
          <a:off x="1743075" y="2095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6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2095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4" name="Object 4"/>
          <p:cNvGraphicFramePr>
            <a:graphicFrameLocks noChangeAspect="1"/>
          </p:cNvGraphicFramePr>
          <p:nvPr/>
        </p:nvGraphicFramePr>
        <p:xfrm>
          <a:off x="5564188" y="1073150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7" name="Equation" r:id="rId7" imgW="482400" imgH="571320" progId="Equation.3">
                  <p:embed/>
                </p:oleObj>
              </mc:Choice>
              <mc:Fallback>
                <p:oleObj name="Equation" r:id="rId7" imgW="48240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188" y="1073150"/>
                        <a:ext cx="481012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5" name="Text Box 5"/>
          <p:cNvSpPr txBox="1">
            <a:spLocks noChangeArrowheads="1"/>
          </p:cNvSpPr>
          <p:nvPr/>
        </p:nvSpPr>
        <p:spPr bwMode="auto">
          <a:xfrm>
            <a:off x="2590800" y="1981200"/>
            <a:ext cx="4554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executes first step on </a:t>
            </a:r>
          </a:p>
        </p:txBody>
      </p:sp>
      <p:sp>
        <p:nvSpPr>
          <p:cNvPr id="1029126" name="Text Box 6"/>
          <p:cNvSpPr txBox="1">
            <a:spLocks noChangeArrowheads="1"/>
          </p:cNvSpPr>
          <p:nvPr/>
        </p:nvSpPr>
        <p:spPr bwMode="auto">
          <a:xfrm>
            <a:off x="2651125" y="25400"/>
            <a:ext cx="4030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BETTER APPROACH</a:t>
            </a:r>
          </a:p>
        </p:txBody>
      </p:sp>
      <p:graphicFrame>
        <p:nvGraphicFramePr>
          <p:cNvPr id="1029127" name="Object 7"/>
          <p:cNvGraphicFramePr>
            <a:graphicFrameLocks noChangeAspect="1"/>
          </p:cNvGraphicFramePr>
          <p:nvPr/>
        </p:nvGraphicFramePr>
        <p:xfrm>
          <a:off x="7219950" y="2032000"/>
          <a:ext cx="481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8" name="Equation" r:id="rId9" imgW="482400" imgH="571320" progId="Equation.3">
                  <p:embed/>
                </p:oleObj>
              </mc:Choice>
              <mc:Fallback>
                <p:oleObj name="Equation" r:id="rId9" imgW="482400" imgH="5713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2032000"/>
                        <a:ext cx="4810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8" name="Object 8"/>
          <p:cNvGraphicFramePr>
            <a:graphicFrameLocks noChangeAspect="1"/>
          </p:cNvGraphicFramePr>
          <p:nvPr/>
        </p:nvGraphicFramePr>
        <p:xfrm>
          <a:off x="219075" y="3613150"/>
          <a:ext cx="544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9" name="Equation" r:id="rId10" imgW="545760" imgH="482400" progId="Equation.3">
                  <p:embed/>
                </p:oleObj>
              </mc:Choice>
              <mc:Fallback>
                <p:oleObj name="Equation" r:id="rId10" imgW="545760" imgH="4824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3613150"/>
                        <a:ext cx="5445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9" name="Text Box 9"/>
          <p:cNvSpPr txBox="1">
            <a:spLocks noChangeArrowheads="1"/>
          </p:cNvSpPr>
          <p:nvPr/>
        </p:nvSpPr>
        <p:spPr bwMode="auto">
          <a:xfrm>
            <a:off x="990600" y="3581400"/>
            <a:ext cx="4924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Generates second string </a:t>
            </a:r>
          </a:p>
        </p:txBody>
      </p:sp>
      <p:graphicFrame>
        <p:nvGraphicFramePr>
          <p:cNvPr id="1029130" name="Object 10"/>
          <p:cNvGraphicFramePr>
            <a:graphicFrameLocks noChangeAspect="1"/>
          </p:cNvGraphicFramePr>
          <p:nvPr/>
        </p:nvGraphicFramePr>
        <p:xfrm>
          <a:off x="5886450" y="3556000"/>
          <a:ext cx="558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50" name="Equation" r:id="rId11" imgW="558720" imgH="571320" progId="Equation.3">
                  <p:embed/>
                </p:oleObj>
              </mc:Choice>
              <mc:Fallback>
                <p:oleObj name="Equation" r:id="rId11" imgW="558720" imgH="5713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3556000"/>
                        <a:ext cx="5588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31" name="Object 11"/>
          <p:cNvGraphicFramePr>
            <a:graphicFrameLocks noChangeAspect="1"/>
          </p:cNvGraphicFramePr>
          <p:nvPr/>
        </p:nvGraphicFramePr>
        <p:xfrm>
          <a:off x="1743075" y="4762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51" name="Equation" r:id="rId13" imgW="545760" imgH="393480" progId="Equation.3">
                  <p:embed/>
                </p:oleObj>
              </mc:Choice>
              <mc:Fallback>
                <p:oleObj name="Equation" r:id="rId13" imgW="545760" imgH="393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4762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32" name="Text Box 12"/>
          <p:cNvSpPr txBox="1">
            <a:spLocks noChangeArrowheads="1"/>
          </p:cNvSpPr>
          <p:nvPr/>
        </p:nvSpPr>
        <p:spPr bwMode="auto">
          <a:xfrm>
            <a:off x="2590800" y="4648200"/>
            <a:ext cx="4554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executes first step on</a:t>
            </a:r>
            <a:r>
              <a:rPr lang="en-US"/>
              <a:t> </a:t>
            </a:r>
          </a:p>
        </p:txBody>
      </p:sp>
      <p:graphicFrame>
        <p:nvGraphicFramePr>
          <p:cNvPr id="1029133" name="Object 13"/>
          <p:cNvGraphicFramePr>
            <a:graphicFrameLocks noChangeAspect="1"/>
          </p:cNvGraphicFramePr>
          <p:nvPr/>
        </p:nvGraphicFramePr>
        <p:xfrm>
          <a:off x="7181850" y="4699000"/>
          <a:ext cx="558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52" name="Equation" r:id="rId14" imgW="558720" imgH="571320" progId="Equation.3">
                  <p:embed/>
                </p:oleObj>
              </mc:Choice>
              <mc:Fallback>
                <p:oleObj name="Equation" r:id="rId14" imgW="558720" imgH="57132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1850" y="4699000"/>
                        <a:ext cx="5588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34" name="Text Box 14"/>
          <p:cNvSpPr txBox="1">
            <a:spLocks noChangeArrowheads="1"/>
          </p:cNvSpPr>
          <p:nvPr/>
        </p:nvSpPr>
        <p:spPr bwMode="auto">
          <a:xfrm>
            <a:off x="4038600" y="5486400"/>
            <a:ext cx="3103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second step on </a:t>
            </a:r>
          </a:p>
        </p:txBody>
      </p:sp>
      <p:graphicFrame>
        <p:nvGraphicFramePr>
          <p:cNvPr id="1029135" name="Object 15"/>
          <p:cNvGraphicFramePr>
            <a:graphicFrameLocks noChangeAspect="1"/>
          </p:cNvGraphicFramePr>
          <p:nvPr/>
        </p:nvGraphicFramePr>
        <p:xfrm>
          <a:off x="7175500" y="5537200"/>
          <a:ext cx="481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53" name="Equation" r:id="rId15" imgW="482400" imgH="571320" progId="Equation.3">
                  <p:embed/>
                </p:oleObj>
              </mc:Choice>
              <mc:Fallback>
                <p:oleObj name="Equation" r:id="rId15" imgW="482400" imgH="57132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5537200"/>
                        <a:ext cx="4810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36" name="Text Box 16"/>
          <p:cNvSpPr txBox="1">
            <a:spLocks noChangeArrowheads="1"/>
          </p:cNvSpPr>
          <p:nvPr/>
        </p:nvSpPr>
        <p:spPr bwMode="auto">
          <a:xfrm>
            <a:off x="914400" y="1066800"/>
            <a:ext cx="4535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Generates first string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2D41-99AC-4735-97DD-D6BE8C077278}" type="slidenum">
              <a:rPr lang="en-US" altLang="en-US"/>
              <a:pPr/>
              <a:t>55</a:t>
            </a:fld>
            <a:endParaRPr lang="en-US" altLang="en-US"/>
          </a:p>
        </p:txBody>
      </p:sp>
      <p:graphicFrame>
        <p:nvGraphicFramePr>
          <p:cNvPr id="1059840" name="Object 0"/>
          <p:cNvGraphicFramePr>
            <a:graphicFrameLocks noChangeAspect="1"/>
          </p:cNvGraphicFramePr>
          <p:nvPr/>
        </p:nvGraphicFramePr>
        <p:xfrm>
          <a:off x="295275" y="946150"/>
          <a:ext cx="544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2" name="Equation" r:id="rId3" imgW="545760" imgH="482400" progId="Equation.3">
                  <p:embed/>
                </p:oleObj>
              </mc:Choice>
              <mc:Fallback>
                <p:oleObj name="Equation" r:id="rId3" imgW="545760" imgH="48240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946150"/>
                        <a:ext cx="5445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47" name="Text Box 3"/>
          <p:cNvSpPr txBox="1">
            <a:spLocks noChangeArrowheads="1"/>
          </p:cNvSpPr>
          <p:nvPr/>
        </p:nvSpPr>
        <p:spPr bwMode="auto">
          <a:xfrm>
            <a:off x="1066800" y="914400"/>
            <a:ext cx="460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Generates third string </a:t>
            </a:r>
          </a:p>
        </p:txBody>
      </p:sp>
      <p:graphicFrame>
        <p:nvGraphicFramePr>
          <p:cNvPr id="1059841" name="Object 1"/>
          <p:cNvGraphicFramePr>
            <a:graphicFrameLocks noChangeAspect="1"/>
          </p:cNvGraphicFramePr>
          <p:nvPr/>
        </p:nvGraphicFramePr>
        <p:xfrm>
          <a:off x="5854700" y="960438"/>
          <a:ext cx="5318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3" name="Equation" r:id="rId5" imgW="533160" imgH="583920" progId="Equation.3">
                  <p:embed/>
                </p:oleObj>
              </mc:Choice>
              <mc:Fallback>
                <p:oleObj name="Equation" r:id="rId5" imgW="533160" imgH="5839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960438"/>
                        <a:ext cx="53181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42" name="Object 2"/>
          <p:cNvGraphicFramePr>
            <a:graphicFrameLocks noChangeAspect="1"/>
          </p:cNvGraphicFramePr>
          <p:nvPr/>
        </p:nvGraphicFramePr>
        <p:xfrm>
          <a:off x="1819275" y="2095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4" name="Equation" r:id="rId7" imgW="545760" imgH="393480" progId="Equation.3">
                  <p:embed/>
                </p:oleObj>
              </mc:Choice>
              <mc:Fallback>
                <p:oleObj name="Equation" r:id="rId7" imgW="5457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2095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50" name="Text Box 6"/>
          <p:cNvSpPr txBox="1">
            <a:spLocks noChangeArrowheads="1"/>
          </p:cNvSpPr>
          <p:nvPr/>
        </p:nvSpPr>
        <p:spPr bwMode="auto">
          <a:xfrm>
            <a:off x="2667000" y="1981200"/>
            <a:ext cx="4554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executes first step on</a:t>
            </a:r>
            <a:r>
              <a:rPr lang="en-US"/>
              <a:t> </a:t>
            </a:r>
          </a:p>
        </p:txBody>
      </p:sp>
      <p:graphicFrame>
        <p:nvGraphicFramePr>
          <p:cNvPr id="1059843" name="Object 3"/>
          <p:cNvGraphicFramePr>
            <a:graphicFrameLocks noChangeAspect="1"/>
          </p:cNvGraphicFramePr>
          <p:nvPr/>
        </p:nvGraphicFramePr>
        <p:xfrm>
          <a:off x="7270750" y="2027238"/>
          <a:ext cx="5318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5" name="Equation" r:id="rId9" imgW="533160" imgH="583920" progId="Equation.3">
                  <p:embed/>
                </p:oleObj>
              </mc:Choice>
              <mc:Fallback>
                <p:oleObj name="Equation" r:id="rId9" imgW="533160" imgH="5839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2027238"/>
                        <a:ext cx="53181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52" name="Text Box 8"/>
          <p:cNvSpPr txBox="1">
            <a:spLocks noChangeArrowheads="1"/>
          </p:cNvSpPr>
          <p:nvPr/>
        </p:nvSpPr>
        <p:spPr bwMode="auto">
          <a:xfrm>
            <a:off x="4114800" y="2819400"/>
            <a:ext cx="3103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second step on </a:t>
            </a:r>
          </a:p>
        </p:txBody>
      </p:sp>
      <p:graphicFrame>
        <p:nvGraphicFramePr>
          <p:cNvPr id="1059844" name="Object 4"/>
          <p:cNvGraphicFramePr>
            <a:graphicFrameLocks noChangeAspect="1"/>
          </p:cNvGraphicFramePr>
          <p:nvPr/>
        </p:nvGraphicFramePr>
        <p:xfrm>
          <a:off x="7213600" y="2870200"/>
          <a:ext cx="558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6" name="Equation" r:id="rId10" imgW="558720" imgH="571320" progId="Equation.3">
                  <p:embed/>
                </p:oleObj>
              </mc:Choice>
              <mc:Fallback>
                <p:oleObj name="Equation" r:id="rId10" imgW="558720" imgH="571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600" y="2870200"/>
                        <a:ext cx="5588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54" name="Text Box 10"/>
          <p:cNvSpPr txBox="1">
            <a:spLocks noChangeArrowheads="1"/>
          </p:cNvSpPr>
          <p:nvPr/>
        </p:nvSpPr>
        <p:spPr bwMode="auto">
          <a:xfrm>
            <a:off x="4191000" y="3733800"/>
            <a:ext cx="2782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third step on</a:t>
            </a:r>
            <a:r>
              <a:rPr lang="en-US"/>
              <a:t> </a:t>
            </a:r>
          </a:p>
        </p:txBody>
      </p:sp>
      <p:graphicFrame>
        <p:nvGraphicFramePr>
          <p:cNvPr id="1059845" name="Object 5"/>
          <p:cNvGraphicFramePr>
            <a:graphicFrameLocks noChangeAspect="1"/>
          </p:cNvGraphicFramePr>
          <p:nvPr/>
        </p:nvGraphicFramePr>
        <p:xfrm>
          <a:off x="7219950" y="3784600"/>
          <a:ext cx="481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7" name="Equation" r:id="rId12" imgW="482400" imgH="571320" progId="Equation.3">
                  <p:embed/>
                </p:oleObj>
              </mc:Choice>
              <mc:Fallback>
                <p:oleObj name="Equation" r:id="rId12" imgW="48240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3784600"/>
                        <a:ext cx="4810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56" name="Text Box 12"/>
          <p:cNvSpPr txBox="1">
            <a:spLocks noChangeArrowheads="1"/>
          </p:cNvSpPr>
          <p:nvPr/>
        </p:nvSpPr>
        <p:spPr bwMode="auto">
          <a:xfrm>
            <a:off x="517525" y="5054600"/>
            <a:ext cx="3235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And so on............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7529-3392-4071-84D5-CB6F891490CD}" type="slidenum">
              <a:rPr lang="en-US" altLang="en-US"/>
              <a:pPr/>
              <a:t>56</a:t>
            </a:fld>
            <a:endParaRPr lang="en-US" altLang="en-US"/>
          </a:p>
        </p:txBody>
      </p:sp>
      <p:graphicFrame>
        <p:nvGraphicFramePr>
          <p:cNvPr id="1060864" name="Object 0"/>
          <p:cNvGraphicFramePr>
            <a:graphicFrameLocks noChangeAspect="1"/>
          </p:cNvGraphicFramePr>
          <p:nvPr/>
        </p:nvGraphicFramePr>
        <p:xfrm>
          <a:off x="1962150" y="965200"/>
          <a:ext cx="481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76" name="Equation" r:id="rId3" imgW="482400" imgH="571320" progId="Equation.3">
                  <p:embed/>
                </p:oleObj>
              </mc:Choice>
              <mc:Fallback>
                <p:oleObj name="Equation" r:id="rId3" imgW="482400" imgH="5713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965200"/>
                        <a:ext cx="4810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65" name="Object 1"/>
          <p:cNvGraphicFramePr>
            <a:graphicFrameLocks noChangeAspect="1"/>
          </p:cNvGraphicFramePr>
          <p:nvPr/>
        </p:nvGraphicFramePr>
        <p:xfrm>
          <a:off x="3632200" y="965200"/>
          <a:ext cx="558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77" name="Equation" r:id="rId5" imgW="558720" imgH="571320" progId="Equation.3">
                  <p:embed/>
                </p:oleObj>
              </mc:Choice>
              <mc:Fallback>
                <p:oleObj name="Equation" r:id="rId5" imgW="558720" imgH="5713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965200"/>
                        <a:ext cx="5588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66" name="Object 2"/>
          <p:cNvGraphicFramePr>
            <a:graphicFrameLocks noChangeAspect="1"/>
          </p:cNvGraphicFramePr>
          <p:nvPr/>
        </p:nvGraphicFramePr>
        <p:xfrm>
          <a:off x="5321300" y="960438"/>
          <a:ext cx="5318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78" name="Equation" r:id="rId7" imgW="533160" imgH="583920" progId="Equation.3">
                  <p:embed/>
                </p:oleObj>
              </mc:Choice>
              <mc:Fallback>
                <p:oleObj name="Equation" r:id="rId7" imgW="533160" imgH="5839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960438"/>
                        <a:ext cx="53181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67" name="Object 3"/>
          <p:cNvGraphicFramePr>
            <a:graphicFrameLocks noChangeAspect="1"/>
          </p:cNvGraphicFramePr>
          <p:nvPr/>
        </p:nvGraphicFramePr>
        <p:xfrm>
          <a:off x="7061200" y="965200"/>
          <a:ext cx="558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79" name="Equation" r:id="rId9" imgW="558720" imgH="571320" progId="Equation.3">
                  <p:embed/>
                </p:oleObj>
              </mc:Choice>
              <mc:Fallback>
                <p:oleObj name="Equation" r:id="rId9" imgW="55872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965200"/>
                        <a:ext cx="5588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68" name="Object 4"/>
          <p:cNvGraphicFramePr>
            <a:graphicFrameLocks noChangeAspect="1"/>
          </p:cNvGraphicFramePr>
          <p:nvPr/>
        </p:nvGraphicFramePr>
        <p:xfrm>
          <a:off x="8153400" y="1219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80" name="Equation" r:id="rId11" imgW="419040" imgH="114120" progId="Equation.3">
                  <p:embed/>
                </p:oleObj>
              </mc:Choice>
              <mc:Fallback>
                <p:oleObj name="Equation" r:id="rId11" imgW="419040" imgH="114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219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175" name="Text Box 7"/>
          <p:cNvSpPr txBox="1">
            <a:spLocks noChangeArrowheads="1"/>
          </p:cNvSpPr>
          <p:nvPr/>
        </p:nvSpPr>
        <p:spPr bwMode="auto">
          <a:xfrm>
            <a:off x="1981200" y="2133600"/>
            <a:ext cx="366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31176" name="Text Box 8"/>
          <p:cNvSpPr txBox="1">
            <a:spLocks noChangeArrowheads="1"/>
          </p:cNvSpPr>
          <p:nvPr/>
        </p:nvSpPr>
        <p:spPr bwMode="auto">
          <a:xfrm>
            <a:off x="152400" y="2971800"/>
            <a:ext cx="13128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Step </a:t>
            </a:r>
          </a:p>
          <a:p>
            <a:r>
              <a:rPr lang="en-US">
                <a:solidFill>
                  <a:srgbClr val="FF0000"/>
                </a:solidFill>
              </a:rPr>
              <a:t>in</a:t>
            </a:r>
          </a:p>
          <a:p>
            <a:r>
              <a:rPr lang="en-US">
                <a:solidFill>
                  <a:srgbClr val="FF0000"/>
                </a:solidFill>
              </a:rPr>
              <a:t>string</a:t>
            </a:r>
          </a:p>
        </p:txBody>
      </p:sp>
      <p:graphicFrame>
        <p:nvGraphicFramePr>
          <p:cNvPr id="1060869" name="Object 5"/>
          <p:cNvGraphicFramePr>
            <a:graphicFrameLocks noChangeAspect="1"/>
          </p:cNvGraphicFramePr>
          <p:nvPr/>
        </p:nvGraphicFramePr>
        <p:xfrm>
          <a:off x="533400" y="62484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81" name="Equation" r:id="rId13" imgW="419040" imgH="114120" progId="Equation.3">
                  <p:embed/>
                </p:oleObj>
              </mc:Choice>
              <mc:Fallback>
                <p:oleObj name="Equation" r:id="rId13" imgW="419040" imgH="114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2484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178" name="Line 10"/>
          <p:cNvSpPr>
            <a:spLocks noChangeShapeType="1"/>
          </p:cNvSpPr>
          <p:nvPr/>
        </p:nvSpPr>
        <p:spPr bwMode="auto">
          <a:xfrm>
            <a:off x="2286000" y="2438400"/>
            <a:ext cx="1371600" cy="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79" name="Line 11"/>
          <p:cNvSpPr>
            <a:spLocks noChangeShapeType="1"/>
          </p:cNvSpPr>
          <p:nvPr/>
        </p:nvSpPr>
        <p:spPr bwMode="auto">
          <a:xfrm flipH="1">
            <a:off x="2362200" y="2667000"/>
            <a:ext cx="1295400" cy="91440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80" name="Line 12"/>
          <p:cNvSpPr>
            <a:spLocks noChangeShapeType="1"/>
          </p:cNvSpPr>
          <p:nvPr/>
        </p:nvSpPr>
        <p:spPr bwMode="auto">
          <a:xfrm flipV="1">
            <a:off x="2514600" y="2590800"/>
            <a:ext cx="2819400" cy="114300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81" name="Line 13"/>
          <p:cNvSpPr>
            <a:spLocks noChangeShapeType="1"/>
          </p:cNvSpPr>
          <p:nvPr/>
        </p:nvSpPr>
        <p:spPr bwMode="auto">
          <a:xfrm flipH="1">
            <a:off x="4038600" y="2667000"/>
            <a:ext cx="1447800" cy="91440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82" name="Line 14"/>
          <p:cNvSpPr>
            <a:spLocks noChangeShapeType="1"/>
          </p:cNvSpPr>
          <p:nvPr/>
        </p:nvSpPr>
        <p:spPr bwMode="auto">
          <a:xfrm flipH="1">
            <a:off x="2362200" y="3962400"/>
            <a:ext cx="1295400" cy="99060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83" name="Line 15"/>
          <p:cNvSpPr>
            <a:spLocks noChangeShapeType="1"/>
          </p:cNvSpPr>
          <p:nvPr/>
        </p:nvSpPr>
        <p:spPr bwMode="auto">
          <a:xfrm flipV="1">
            <a:off x="2438400" y="2590800"/>
            <a:ext cx="4648200" cy="251460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84" name="Line 16"/>
          <p:cNvSpPr>
            <a:spLocks noChangeShapeType="1"/>
          </p:cNvSpPr>
          <p:nvPr/>
        </p:nvSpPr>
        <p:spPr bwMode="auto">
          <a:xfrm flipH="1">
            <a:off x="5791200" y="2667000"/>
            <a:ext cx="1447800" cy="91440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85" name="Line 17"/>
          <p:cNvSpPr>
            <a:spLocks noChangeShapeType="1"/>
          </p:cNvSpPr>
          <p:nvPr/>
        </p:nvSpPr>
        <p:spPr bwMode="auto">
          <a:xfrm flipH="1">
            <a:off x="3886200" y="3962400"/>
            <a:ext cx="1524000" cy="1066800"/>
          </a:xfrm>
          <a:prstGeom prst="line">
            <a:avLst/>
          </a:prstGeom>
          <a:noFill/>
          <a:ln w="9525">
            <a:solidFill>
              <a:srgbClr val="CC66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1186" name="Text Box 18"/>
          <p:cNvSpPr txBox="1">
            <a:spLocks noChangeArrowheads="1"/>
          </p:cNvSpPr>
          <p:nvPr/>
        </p:nvSpPr>
        <p:spPr bwMode="auto">
          <a:xfrm>
            <a:off x="3657600" y="2133600"/>
            <a:ext cx="366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31187" name="Text Box 19"/>
          <p:cNvSpPr txBox="1">
            <a:spLocks noChangeArrowheads="1"/>
          </p:cNvSpPr>
          <p:nvPr/>
        </p:nvSpPr>
        <p:spPr bwMode="auto">
          <a:xfrm>
            <a:off x="5410200" y="2133600"/>
            <a:ext cx="366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31188" name="Text Box 20"/>
          <p:cNvSpPr txBox="1">
            <a:spLocks noChangeArrowheads="1"/>
          </p:cNvSpPr>
          <p:nvPr/>
        </p:nvSpPr>
        <p:spPr bwMode="auto">
          <a:xfrm>
            <a:off x="7239000" y="2133600"/>
            <a:ext cx="366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31189" name="Text Box 21"/>
          <p:cNvSpPr txBox="1">
            <a:spLocks noChangeArrowheads="1"/>
          </p:cNvSpPr>
          <p:nvPr/>
        </p:nvSpPr>
        <p:spPr bwMode="auto">
          <a:xfrm>
            <a:off x="1981200" y="34290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31190" name="Text Box 22"/>
          <p:cNvSpPr txBox="1">
            <a:spLocks noChangeArrowheads="1"/>
          </p:cNvSpPr>
          <p:nvPr/>
        </p:nvSpPr>
        <p:spPr bwMode="auto">
          <a:xfrm>
            <a:off x="3581400" y="34290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31191" name="Text Box 23"/>
          <p:cNvSpPr txBox="1">
            <a:spLocks noChangeArrowheads="1"/>
          </p:cNvSpPr>
          <p:nvPr/>
        </p:nvSpPr>
        <p:spPr bwMode="auto">
          <a:xfrm>
            <a:off x="5410200" y="3505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31192" name="Text Box 24"/>
          <p:cNvSpPr txBox="1">
            <a:spLocks noChangeArrowheads="1"/>
          </p:cNvSpPr>
          <p:nvPr/>
        </p:nvSpPr>
        <p:spPr bwMode="auto">
          <a:xfrm>
            <a:off x="7162800" y="3505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31193" name="Text Box 25"/>
          <p:cNvSpPr txBox="1">
            <a:spLocks noChangeArrowheads="1"/>
          </p:cNvSpPr>
          <p:nvPr/>
        </p:nvSpPr>
        <p:spPr bwMode="auto">
          <a:xfrm>
            <a:off x="1981200" y="47244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31194" name="Text Box 26"/>
          <p:cNvSpPr txBox="1">
            <a:spLocks noChangeArrowheads="1"/>
          </p:cNvSpPr>
          <p:nvPr/>
        </p:nvSpPr>
        <p:spPr bwMode="auto">
          <a:xfrm>
            <a:off x="3505200" y="47244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31195" name="Text Box 27"/>
          <p:cNvSpPr txBox="1">
            <a:spLocks noChangeArrowheads="1"/>
          </p:cNvSpPr>
          <p:nvPr/>
        </p:nvSpPr>
        <p:spPr bwMode="auto">
          <a:xfrm>
            <a:off x="5410200" y="47244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31196" name="Text Box 28"/>
          <p:cNvSpPr txBox="1">
            <a:spLocks noChangeArrowheads="1"/>
          </p:cNvSpPr>
          <p:nvPr/>
        </p:nvSpPr>
        <p:spPr bwMode="auto">
          <a:xfrm>
            <a:off x="7162800" y="47244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6BED-55D4-4F87-810D-D51B973D361E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1032194" name="Text Box 2"/>
          <p:cNvSpPr txBox="1">
            <a:spLocks noChangeArrowheads="1"/>
          </p:cNvSpPr>
          <p:nvPr/>
        </p:nvSpPr>
        <p:spPr bwMode="auto">
          <a:xfrm>
            <a:off x="1219200" y="1752600"/>
            <a:ext cx="663575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for any string       </a:t>
            </a:r>
          </a:p>
          <a:p>
            <a:r>
              <a:rPr lang="en-US"/>
              <a:t>machine         halts in a final state</a:t>
            </a:r>
          </a:p>
          <a:p>
            <a:r>
              <a:rPr lang="en-US"/>
              <a:t>then it prints        on the output  </a:t>
            </a:r>
          </a:p>
        </p:txBody>
      </p:sp>
      <p:graphicFrame>
        <p:nvGraphicFramePr>
          <p:cNvPr id="1061888" name="Object 0"/>
          <p:cNvGraphicFramePr>
            <a:graphicFrameLocks noChangeAspect="1"/>
          </p:cNvGraphicFramePr>
          <p:nvPr/>
        </p:nvGraphicFramePr>
        <p:xfrm>
          <a:off x="3190875" y="24003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894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75" y="24003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89" name="Object 1"/>
          <p:cNvGraphicFramePr>
            <a:graphicFrameLocks noChangeAspect="1"/>
          </p:cNvGraphicFramePr>
          <p:nvPr/>
        </p:nvGraphicFramePr>
        <p:xfrm>
          <a:off x="4673600" y="1765300"/>
          <a:ext cx="469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895" name="Equation" r:id="rId5" imgW="469800" imgH="583920" progId="Equation.3">
                  <p:embed/>
                </p:oleObj>
              </mc:Choice>
              <mc:Fallback>
                <p:oleObj name="Equation" r:id="rId5" imgW="469800" imgH="5839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1765300"/>
                        <a:ext cx="4699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0" name="Object 2"/>
          <p:cNvGraphicFramePr>
            <a:graphicFrameLocks noChangeAspect="1"/>
          </p:cNvGraphicFramePr>
          <p:nvPr/>
        </p:nvGraphicFramePr>
        <p:xfrm>
          <a:off x="4114800" y="2895600"/>
          <a:ext cx="469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896" name="Equation" r:id="rId7" imgW="469800" imgH="583920" progId="Equation.3">
                  <p:embed/>
                </p:oleObj>
              </mc:Choice>
              <mc:Fallback>
                <p:oleObj name="Equation" r:id="rId7" imgW="469800" imgH="5839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895600"/>
                        <a:ext cx="4699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198" name="Text Box 6"/>
          <p:cNvSpPr txBox="1">
            <a:spLocks noChangeArrowheads="1"/>
          </p:cNvSpPr>
          <p:nvPr/>
        </p:nvSpPr>
        <p:spPr bwMode="auto">
          <a:xfrm>
            <a:off x="3276600" y="6172200"/>
            <a:ext cx="1992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6600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A3A-2A99-48D0-8C21-62D65C39F0CB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1033218" name="Text Box 2"/>
          <p:cNvSpPr txBox="1">
            <a:spLocks noChangeArrowheads="1"/>
          </p:cNvSpPr>
          <p:nvPr/>
        </p:nvSpPr>
        <p:spPr bwMode="auto">
          <a:xfrm>
            <a:off x="212725" y="1016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1033219" name="Text Box 3"/>
          <p:cNvSpPr txBox="1">
            <a:spLocks noChangeArrowheads="1"/>
          </p:cNvSpPr>
          <p:nvPr/>
        </p:nvSpPr>
        <p:spPr bwMode="auto">
          <a:xfrm>
            <a:off x="1143000" y="1295400"/>
            <a:ext cx="68326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for language      </a:t>
            </a:r>
          </a:p>
          <a:p>
            <a:r>
              <a:rPr lang="en-US"/>
              <a:t>there is an enumeration procedure</a:t>
            </a:r>
          </a:p>
          <a:p>
            <a:r>
              <a:rPr lang="en-US"/>
              <a:t>then        is recursively enumerable</a:t>
            </a:r>
          </a:p>
        </p:txBody>
      </p:sp>
      <p:graphicFrame>
        <p:nvGraphicFramePr>
          <p:cNvPr id="1062912" name="Object 0"/>
          <p:cNvGraphicFramePr>
            <a:graphicFrameLocks noChangeAspect="1"/>
          </p:cNvGraphicFramePr>
          <p:nvPr/>
        </p:nvGraphicFramePr>
        <p:xfrm>
          <a:off x="4343400" y="13716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16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3716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13" name="Object 1"/>
          <p:cNvGraphicFramePr>
            <a:graphicFrameLocks noChangeAspect="1"/>
          </p:cNvGraphicFramePr>
          <p:nvPr/>
        </p:nvGraphicFramePr>
        <p:xfrm>
          <a:off x="2425700" y="25781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17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25781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C5827-32EF-4EDC-B851-0F4DD199E4F5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1034242" name="Text Box 2"/>
          <p:cNvSpPr txBox="1">
            <a:spLocks noChangeArrowheads="1"/>
          </p:cNvSpPr>
          <p:nvPr/>
        </p:nvSpPr>
        <p:spPr bwMode="auto">
          <a:xfrm>
            <a:off x="212725" y="254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34243" name="Line 3"/>
          <p:cNvSpPr>
            <a:spLocks noChangeShapeType="1"/>
          </p:cNvSpPr>
          <p:nvPr/>
        </p:nvSpPr>
        <p:spPr bwMode="auto">
          <a:xfrm>
            <a:off x="1905000" y="9906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34244" name="Line 4"/>
          <p:cNvSpPr>
            <a:spLocks noChangeShapeType="1"/>
          </p:cNvSpPr>
          <p:nvPr/>
        </p:nvSpPr>
        <p:spPr bwMode="auto">
          <a:xfrm>
            <a:off x="1905000" y="16764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34245" name="Line 5"/>
          <p:cNvSpPr>
            <a:spLocks noChangeShapeType="1"/>
          </p:cNvSpPr>
          <p:nvPr/>
        </p:nvSpPr>
        <p:spPr bwMode="auto">
          <a:xfrm>
            <a:off x="3352800" y="990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34246" name="Line 6"/>
          <p:cNvSpPr>
            <a:spLocks noChangeShapeType="1"/>
          </p:cNvSpPr>
          <p:nvPr/>
        </p:nvSpPr>
        <p:spPr bwMode="auto">
          <a:xfrm>
            <a:off x="5791200" y="990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34247" name="Object 7"/>
          <p:cNvGraphicFramePr>
            <a:graphicFrameLocks noChangeAspect="1"/>
          </p:cNvGraphicFramePr>
          <p:nvPr/>
        </p:nvGraphicFramePr>
        <p:xfrm>
          <a:off x="4324350" y="12065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62" name="Equation" r:id="rId3" imgW="368280" imgH="304560" progId="Equation.3">
                  <p:embed/>
                </p:oleObj>
              </mc:Choice>
              <mc:Fallback>
                <p:oleObj name="Equation" r:id="rId3" imgW="368280" imgH="304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12065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48" name="Text Box 8"/>
          <p:cNvSpPr txBox="1">
            <a:spLocks noChangeArrowheads="1"/>
          </p:cNvSpPr>
          <p:nvPr/>
        </p:nvSpPr>
        <p:spPr bwMode="auto">
          <a:xfrm>
            <a:off x="2117725" y="330200"/>
            <a:ext cx="2286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Tape</a:t>
            </a:r>
          </a:p>
        </p:txBody>
      </p:sp>
      <p:sp>
        <p:nvSpPr>
          <p:cNvPr id="1034249" name="Rectangle 9"/>
          <p:cNvSpPr>
            <a:spLocks noChangeArrowheads="1"/>
          </p:cNvSpPr>
          <p:nvPr/>
        </p:nvSpPr>
        <p:spPr bwMode="auto">
          <a:xfrm>
            <a:off x="838200" y="3962400"/>
            <a:ext cx="2819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4250" name="Rectangle 10"/>
          <p:cNvSpPr>
            <a:spLocks noChangeArrowheads="1"/>
          </p:cNvSpPr>
          <p:nvPr/>
        </p:nvSpPr>
        <p:spPr bwMode="auto">
          <a:xfrm>
            <a:off x="228600" y="3352800"/>
            <a:ext cx="8229600" cy="3200400"/>
          </a:xfrm>
          <a:prstGeom prst="rect">
            <a:avLst/>
          </a:prstGeom>
          <a:noFill/>
          <a:ln w="9525">
            <a:solidFill>
              <a:srgbClr val="D60093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4251" name="Text Box 11"/>
          <p:cNvSpPr txBox="1">
            <a:spLocks noChangeArrowheads="1"/>
          </p:cNvSpPr>
          <p:nvPr/>
        </p:nvSpPr>
        <p:spPr bwMode="auto">
          <a:xfrm>
            <a:off x="1066800" y="4267200"/>
            <a:ext cx="24050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Enumerator</a:t>
            </a:r>
          </a:p>
          <a:p>
            <a:r>
              <a:rPr lang="en-US"/>
              <a:t>for</a:t>
            </a:r>
          </a:p>
        </p:txBody>
      </p:sp>
      <p:graphicFrame>
        <p:nvGraphicFramePr>
          <p:cNvPr id="1034252" name="Object 12"/>
          <p:cNvGraphicFramePr>
            <a:graphicFrameLocks noChangeAspect="1"/>
          </p:cNvGraphicFramePr>
          <p:nvPr/>
        </p:nvGraphicFramePr>
        <p:xfrm>
          <a:off x="2212975" y="49149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63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49149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53" name="Rectangle 13"/>
          <p:cNvSpPr>
            <a:spLocks noChangeArrowheads="1"/>
          </p:cNvSpPr>
          <p:nvPr/>
        </p:nvSpPr>
        <p:spPr bwMode="auto">
          <a:xfrm>
            <a:off x="4953000" y="3962400"/>
            <a:ext cx="2667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4254" name="Text Box 14"/>
          <p:cNvSpPr txBox="1">
            <a:spLocks noChangeArrowheads="1"/>
          </p:cNvSpPr>
          <p:nvPr/>
        </p:nvSpPr>
        <p:spPr bwMode="auto">
          <a:xfrm>
            <a:off x="5334000" y="4495800"/>
            <a:ext cx="180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Compare</a:t>
            </a:r>
          </a:p>
        </p:txBody>
      </p:sp>
      <p:sp>
        <p:nvSpPr>
          <p:cNvPr id="1034255" name="Line 15"/>
          <p:cNvSpPr>
            <a:spLocks noChangeShapeType="1"/>
          </p:cNvSpPr>
          <p:nvPr/>
        </p:nvSpPr>
        <p:spPr bwMode="auto">
          <a:xfrm>
            <a:off x="3657600" y="5257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4256" name="Freeform 16"/>
          <p:cNvSpPr>
            <a:spLocks/>
          </p:cNvSpPr>
          <p:nvPr/>
        </p:nvSpPr>
        <p:spPr bwMode="auto">
          <a:xfrm>
            <a:off x="4267200" y="1676400"/>
            <a:ext cx="685800" cy="2743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392"/>
              </a:cxn>
              <a:cxn ang="0">
                <a:pos x="432" y="1392"/>
              </a:cxn>
            </a:cxnLst>
            <a:rect l="0" t="0" r="r" b="b"/>
            <a:pathLst>
              <a:path w="432" h="1392">
                <a:moveTo>
                  <a:pt x="0" y="0"/>
                </a:moveTo>
                <a:lnTo>
                  <a:pt x="0" y="1392"/>
                </a:lnTo>
                <a:lnTo>
                  <a:pt x="432" y="139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34257" name="Text Box 17"/>
          <p:cNvSpPr txBox="1">
            <a:spLocks noChangeArrowheads="1"/>
          </p:cNvSpPr>
          <p:nvPr/>
        </p:nvSpPr>
        <p:spPr bwMode="auto">
          <a:xfrm>
            <a:off x="228600" y="2209800"/>
            <a:ext cx="28162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D60093"/>
                </a:solidFill>
              </a:rPr>
              <a:t>Machine that </a:t>
            </a:r>
          </a:p>
          <a:p>
            <a:r>
              <a:rPr lang="en-US">
                <a:solidFill>
                  <a:srgbClr val="D60093"/>
                </a:solidFill>
              </a:rPr>
              <a:t>accepts </a:t>
            </a:r>
          </a:p>
        </p:txBody>
      </p:sp>
      <p:graphicFrame>
        <p:nvGraphicFramePr>
          <p:cNvPr id="1034258" name="Object 18"/>
          <p:cNvGraphicFramePr>
            <a:graphicFrameLocks noChangeAspect="1"/>
          </p:cNvGraphicFramePr>
          <p:nvPr/>
        </p:nvGraphicFramePr>
        <p:xfrm>
          <a:off x="2044700" y="28829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64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28829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76AC-57BA-4C60-9619-0B7E3881B91D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1035266" name="Text Box 2"/>
          <p:cNvSpPr txBox="1">
            <a:spLocks noChangeArrowheads="1"/>
          </p:cNvSpPr>
          <p:nvPr/>
        </p:nvSpPr>
        <p:spPr bwMode="auto">
          <a:xfrm>
            <a:off x="0" y="228600"/>
            <a:ext cx="5700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Turing machine that accepts </a:t>
            </a:r>
          </a:p>
        </p:txBody>
      </p:sp>
      <p:graphicFrame>
        <p:nvGraphicFramePr>
          <p:cNvPr id="1063936" name="Object 0"/>
          <p:cNvGraphicFramePr>
            <a:graphicFrameLocks noChangeAspect="1"/>
          </p:cNvGraphicFramePr>
          <p:nvPr/>
        </p:nvGraphicFramePr>
        <p:xfrm>
          <a:off x="5883275" y="355600"/>
          <a:ext cx="303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944" name="Equation" r:id="rId3" imgW="304560" imgH="368280" progId="Equation.3">
                  <p:embed/>
                </p:oleObj>
              </mc:Choice>
              <mc:Fallback>
                <p:oleObj name="Equation" r:id="rId3" imgW="304560" imgH="3682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355600"/>
                        <a:ext cx="3032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268" name="Text Box 4"/>
          <p:cNvSpPr txBox="1">
            <a:spLocks noChangeArrowheads="1"/>
          </p:cNvSpPr>
          <p:nvPr/>
        </p:nvSpPr>
        <p:spPr bwMode="auto">
          <a:xfrm>
            <a:off x="457200" y="2057400"/>
            <a:ext cx="1624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Repeat:</a:t>
            </a:r>
          </a:p>
        </p:txBody>
      </p:sp>
      <p:sp>
        <p:nvSpPr>
          <p:cNvPr id="1035269" name="Text Box 5"/>
          <p:cNvSpPr txBox="1">
            <a:spLocks noChangeArrowheads="1"/>
          </p:cNvSpPr>
          <p:nvPr/>
        </p:nvSpPr>
        <p:spPr bwMode="auto">
          <a:xfrm>
            <a:off x="1295400" y="2819400"/>
            <a:ext cx="57959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Using the enumerator,</a:t>
            </a:r>
          </a:p>
          <a:p>
            <a:r>
              <a:rPr lang="en-US"/>
              <a:t>   generate the next string of</a:t>
            </a:r>
          </a:p>
        </p:txBody>
      </p:sp>
      <p:graphicFrame>
        <p:nvGraphicFramePr>
          <p:cNvPr id="1063937" name="Object 1"/>
          <p:cNvGraphicFramePr>
            <a:graphicFrameLocks noChangeAspect="1"/>
          </p:cNvGraphicFramePr>
          <p:nvPr/>
        </p:nvGraphicFramePr>
        <p:xfrm>
          <a:off x="7150100" y="34925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945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34925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271" name="Text Box 7"/>
          <p:cNvSpPr txBox="1">
            <a:spLocks noChangeArrowheads="1"/>
          </p:cNvSpPr>
          <p:nvPr/>
        </p:nvSpPr>
        <p:spPr bwMode="auto">
          <a:xfrm>
            <a:off x="457200" y="1143000"/>
            <a:ext cx="32829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input string </a:t>
            </a:r>
          </a:p>
        </p:txBody>
      </p:sp>
      <p:graphicFrame>
        <p:nvGraphicFramePr>
          <p:cNvPr id="1063938" name="Object 2"/>
          <p:cNvGraphicFramePr>
            <a:graphicFrameLocks noChangeAspect="1"/>
          </p:cNvGraphicFramePr>
          <p:nvPr/>
        </p:nvGraphicFramePr>
        <p:xfrm>
          <a:off x="3806825" y="13335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946" name="Equation" r:id="rId7" imgW="368280" imgH="304560" progId="Equation.3">
                  <p:embed/>
                </p:oleObj>
              </mc:Choice>
              <mc:Fallback>
                <p:oleObj name="Equation" r:id="rId7" imgW="368280" imgH="304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13335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273" name="Text Box 9"/>
          <p:cNvSpPr txBox="1">
            <a:spLocks noChangeArrowheads="1"/>
          </p:cNvSpPr>
          <p:nvPr/>
        </p:nvSpPr>
        <p:spPr bwMode="auto">
          <a:xfrm>
            <a:off x="1295400" y="4419600"/>
            <a:ext cx="6446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Compare generated string with </a:t>
            </a:r>
          </a:p>
        </p:txBody>
      </p:sp>
      <p:graphicFrame>
        <p:nvGraphicFramePr>
          <p:cNvPr id="1063939" name="Object 3"/>
          <p:cNvGraphicFramePr>
            <a:graphicFrameLocks noChangeAspect="1"/>
          </p:cNvGraphicFramePr>
          <p:nvPr/>
        </p:nvGraphicFramePr>
        <p:xfrm>
          <a:off x="7753350" y="45593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947" name="Equation" r:id="rId9" imgW="368280" imgH="304560" progId="Equation.3">
                  <p:embed/>
                </p:oleObj>
              </mc:Choice>
              <mc:Fallback>
                <p:oleObj name="Equation" r:id="rId9" imgW="368280" imgH="3045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350" y="45593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275" name="Text Box 11"/>
          <p:cNvSpPr txBox="1">
            <a:spLocks noChangeArrowheads="1"/>
          </p:cNvSpPr>
          <p:nvPr/>
        </p:nvSpPr>
        <p:spPr bwMode="auto">
          <a:xfrm>
            <a:off x="1660525" y="5130800"/>
            <a:ext cx="5724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same, accept and exit loop</a:t>
            </a:r>
          </a:p>
        </p:txBody>
      </p:sp>
      <p:sp>
        <p:nvSpPr>
          <p:cNvPr id="1035276" name="Text Box 12"/>
          <p:cNvSpPr txBox="1">
            <a:spLocks noChangeArrowheads="1"/>
          </p:cNvSpPr>
          <p:nvPr/>
        </p:nvSpPr>
        <p:spPr bwMode="auto">
          <a:xfrm>
            <a:off x="3124200" y="6172200"/>
            <a:ext cx="199231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6600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3970-82EB-4F74-8069-182439919E25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1036290" name="Text Box 2"/>
          <p:cNvSpPr txBox="1">
            <a:spLocks noChangeArrowheads="1"/>
          </p:cNvSpPr>
          <p:nvPr/>
        </p:nvSpPr>
        <p:spPr bwMode="auto">
          <a:xfrm>
            <a:off x="228600" y="685800"/>
            <a:ext cx="3319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have proven:</a:t>
            </a:r>
          </a:p>
        </p:txBody>
      </p:sp>
      <p:sp>
        <p:nvSpPr>
          <p:cNvPr id="1036291" name="Text Box 3"/>
          <p:cNvSpPr txBox="1">
            <a:spLocks noChangeArrowheads="1"/>
          </p:cNvSpPr>
          <p:nvPr/>
        </p:nvSpPr>
        <p:spPr bwMode="auto">
          <a:xfrm>
            <a:off x="457200" y="1752600"/>
            <a:ext cx="7402989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 language is recursively enumerable </a:t>
            </a:r>
          </a:p>
          <a:p>
            <a:r>
              <a:rPr lang="en-US" dirty="0"/>
              <a:t>if and only if there is an enumeration </a:t>
            </a:r>
          </a:p>
          <a:p>
            <a:r>
              <a:rPr lang="en-US" dirty="0"/>
              <a:t>Procedure for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8157</TotalTime>
  <Words>864</Words>
  <Application>Microsoft Office PowerPoint</Application>
  <PresentationFormat>On-screen Show (4:3)</PresentationFormat>
  <Paragraphs>297</Paragraphs>
  <Slides>61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Comic Sans MS</vt:lpstr>
      <vt:lpstr>Times New Roman</vt:lpstr>
      <vt:lpstr>class</vt:lpstr>
      <vt:lpstr>Equation</vt:lpstr>
      <vt:lpstr>Recursively Enumerable  and  Recursive Languages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Language which  is not Recursively Enumerable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Language which is  Recursively Enumerable and not Recursive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Turing acceptable languages  and  Enumeration Procedures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Naidjate, Madani</cp:lastModifiedBy>
  <cp:revision>1792</cp:revision>
  <cp:lastPrinted>2000-11-02T16:11:14Z</cp:lastPrinted>
  <dcterms:created xsi:type="dcterms:W3CDTF">2000-08-31T01:12:33Z</dcterms:created>
  <dcterms:modified xsi:type="dcterms:W3CDTF">2016-12-05T03:34:05Z</dcterms:modified>
</cp:coreProperties>
</file>