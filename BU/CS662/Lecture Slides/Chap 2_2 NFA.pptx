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slides/slide113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99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107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s/slide105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91.xml" ContentType="application/vnd.openxmlformats-officedocument.presentationml.slide+xml"/>
  <Override PartName="/ppt/slides/slide110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89.xml" ContentType="application/vnd.openxmlformats-officedocument.presentationml.slide+xml"/>
  <Override PartName="/ppt/slides/slide98.xml" ContentType="application/vnd.openxmlformats-officedocument.presentationml.slide+xml"/>
  <Override PartName="/ppt/slides/slide108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slides/slide96.xml" ContentType="application/vnd.openxmlformats-officedocument.presentationml.slide+xml"/>
  <Override PartName="/ppt/slides/slide106.xml" ContentType="application/vnd.openxmlformats-officedocument.presentationml.slide+xml"/>
  <Override PartName="/ppt/handoutMasters/handoutMaster1.xml" ContentType="application/vnd.openxmlformats-officedocument.presentationml.handoutMaster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s/slide111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79.xml" ContentType="application/vnd.openxmlformats-officedocument.presentationml.slide+xml"/>
  <Override PartName="/ppt/slides/slide109.xml" ContentType="application/vnd.openxmlformats-officedocument.presentationml.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Layouts/slideLayout9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115"/>
  </p:notesMasterIdLst>
  <p:handoutMasterIdLst>
    <p:handoutMasterId r:id="rId116"/>
  </p:handoutMasterIdLst>
  <p:sldIdLst>
    <p:sldId id="256" r:id="rId2"/>
    <p:sldId id="310" r:id="rId3"/>
    <p:sldId id="303" r:id="rId4"/>
    <p:sldId id="309" r:id="rId5"/>
    <p:sldId id="304" r:id="rId6"/>
    <p:sldId id="305" r:id="rId7"/>
    <p:sldId id="306" r:id="rId8"/>
    <p:sldId id="307" r:id="rId9"/>
    <p:sldId id="308" r:id="rId10"/>
    <p:sldId id="311" r:id="rId11"/>
    <p:sldId id="312" r:id="rId12"/>
    <p:sldId id="313" r:id="rId13"/>
    <p:sldId id="314" r:id="rId14"/>
    <p:sldId id="315" r:id="rId15"/>
    <p:sldId id="371" r:id="rId16"/>
    <p:sldId id="372" r:id="rId17"/>
    <p:sldId id="374" r:id="rId18"/>
    <p:sldId id="373" r:id="rId19"/>
    <p:sldId id="375" r:id="rId20"/>
    <p:sldId id="376" r:id="rId21"/>
    <p:sldId id="364" r:id="rId22"/>
    <p:sldId id="365" r:id="rId23"/>
    <p:sldId id="377" r:id="rId24"/>
    <p:sldId id="379" r:id="rId25"/>
    <p:sldId id="380" r:id="rId26"/>
    <p:sldId id="381" r:id="rId27"/>
    <p:sldId id="382" r:id="rId28"/>
    <p:sldId id="383" r:id="rId29"/>
    <p:sldId id="384" r:id="rId30"/>
    <p:sldId id="385" r:id="rId31"/>
    <p:sldId id="386" r:id="rId32"/>
    <p:sldId id="387" r:id="rId33"/>
    <p:sldId id="316" r:id="rId34"/>
    <p:sldId id="317" r:id="rId35"/>
    <p:sldId id="318" r:id="rId36"/>
    <p:sldId id="319" r:id="rId37"/>
    <p:sldId id="320" r:id="rId38"/>
    <p:sldId id="321" r:id="rId39"/>
    <p:sldId id="366" r:id="rId40"/>
    <p:sldId id="367" r:id="rId41"/>
    <p:sldId id="368" r:id="rId42"/>
    <p:sldId id="369" r:id="rId43"/>
    <p:sldId id="370" r:id="rId44"/>
    <p:sldId id="322" r:id="rId45"/>
    <p:sldId id="323" r:id="rId46"/>
    <p:sldId id="325" r:id="rId47"/>
    <p:sldId id="326" r:id="rId48"/>
    <p:sldId id="327" r:id="rId49"/>
    <p:sldId id="328" r:id="rId50"/>
    <p:sldId id="329" r:id="rId51"/>
    <p:sldId id="330" r:id="rId52"/>
    <p:sldId id="331" r:id="rId53"/>
    <p:sldId id="332" r:id="rId54"/>
    <p:sldId id="333" r:id="rId55"/>
    <p:sldId id="334" r:id="rId56"/>
    <p:sldId id="335" r:id="rId57"/>
    <p:sldId id="336" r:id="rId58"/>
    <p:sldId id="324" r:id="rId59"/>
    <p:sldId id="267" r:id="rId60"/>
    <p:sldId id="337" r:id="rId61"/>
    <p:sldId id="389" r:id="rId62"/>
    <p:sldId id="390" r:id="rId63"/>
    <p:sldId id="269" r:id="rId64"/>
    <p:sldId id="338" r:id="rId65"/>
    <p:sldId id="339" r:id="rId66"/>
    <p:sldId id="340" r:id="rId67"/>
    <p:sldId id="341" r:id="rId68"/>
    <p:sldId id="271" r:id="rId69"/>
    <p:sldId id="350" r:id="rId70"/>
    <p:sldId id="351" r:id="rId71"/>
    <p:sldId id="302" r:id="rId72"/>
    <p:sldId id="272" r:id="rId73"/>
    <p:sldId id="352" r:id="rId74"/>
    <p:sldId id="273" r:id="rId75"/>
    <p:sldId id="353" r:id="rId76"/>
    <p:sldId id="274" r:id="rId77"/>
    <p:sldId id="275" r:id="rId78"/>
    <p:sldId id="276" r:id="rId79"/>
    <p:sldId id="357" r:id="rId80"/>
    <p:sldId id="277" r:id="rId81"/>
    <p:sldId id="278" r:id="rId82"/>
    <p:sldId id="349" r:id="rId83"/>
    <p:sldId id="343" r:id="rId84"/>
    <p:sldId id="348" r:id="rId85"/>
    <p:sldId id="283" r:id="rId86"/>
    <p:sldId id="284" r:id="rId87"/>
    <p:sldId id="285" r:id="rId88"/>
    <p:sldId id="286" r:id="rId89"/>
    <p:sldId id="288" r:id="rId90"/>
    <p:sldId id="289" r:id="rId91"/>
    <p:sldId id="291" r:id="rId92"/>
    <p:sldId id="290" r:id="rId93"/>
    <p:sldId id="293" r:id="rId94"/>
    <p:sldId id="294" r:id="rId95"/>
    <p:sldId id="292" r:id="rId96"/>
    <p:sldId id="295" r:id="rId97"/>
    <p:sldId id="296" r:id="rId98"/>
    <p:sldId id="297" r:id="rId99"/>
    <p:sldId id="298" r:id="rId100"/>
    <p:sldId id="299" r:id="rId101"/>
    <p:sldId id="300" r:id="rId102"/>
    <p:sldId id="301" r:id="rId103"/>
    <p:sldId id="391" r:id="rId104"/>
    <p:sldId id="392" r:id="rId105"/>
    <p:sldId id="393" r:id="rId106"/>
    <p:sldId id="394" r:id="rId107"/>
    <p:sldId id="395" r:id="rId108"/>
    <p:sldId id="396" r:id="rId109"/>
    <p:sldId id="397" r:id="rId110"/>
    <p:sldId id="398" r:id="rId111"/>
    <p:sldId id="399" r:id="rId112"/>
    <p:sldId id="400" r:id="rId113"/>
    <p:sldId id="401" r:id="rId114"/>
  </p:sldIdLst>
  <p:sldSz cx="9144000" cy="6858000" type="screen4x3"/>
  <p:notesSz cx="6831013" cy="9396413"/>
  <p:defaultTextStyle>
    <a:defPPr>
      <a:defRPr lang="en-US"/>
    </a:defPPr>
    <a:lvl1pPr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1pPr>
    <a:lvl2pPr marL="4572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2pPr>
    <a:lvl3pPr marL="9144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3pPr>
    <a:lvl4pPr marL="13716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4pPr>
    <a:lvl5pPr marL="18288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FF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58" autoAdjust="0"/>
    <p:restoredTop sz="90947" autoAdjust="0"/>
  </p:normalViewPr>
  <p:slideViewPr>
    <p:cSldViewPr>
      <p:cViewPr varScale="1">
        <p:scale>
          <a:sx n="88" d="100"/>
          <a:sy n="88" d="100"/>
        </p:scale>
        <p:origin x="-147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532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8" d="100"/>
          <a:sy n="58" d="100"/>
        </p:scale>
        <p:origin x="-1770" y="-78"/>
      </p:cViewPr>
      <p:guideLst>
        <p:guide orient="horz" pos="2959"/>
        <p:guide pos="2152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presProps" Target="pres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slide" Target="slides/slide109.xml"/><Relationship Id="rId11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3.wmf"/><Relationship Id="rId4" Type="http://schemas.openxmlformats.org/officeDocument/2006/relationships/image" Target="../media/image2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3.wmf"/><Relationship Id="rId4" Type="http://schemas.openxmlformats.org/officeDocument/2006/relationships/image" Target="../media/image2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3.wmf"/><Relationship Id="rId4" Type="http://schemas.openxmlformats.org/officeDocument/2006/relationships/image" Target="../media/image2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3.wmf"/><Relationship Id="rId4" Type="http://schemas.openxmlformats.org/officeDocument/2006/relationships/image" Target="../media/image2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3.wmf"/><Relationship Id="rId4" Type="http://schemas.openxmlformats.org/officeDocument/2006/relationships/image" Target="../media/image2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3.wmf"/><Relationship Id="rId4" Type="http://schemas.openxmlformats.org/officeDocument/2006/relationships/image" Target="../media/image2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3.wmf"/><Relationship Id="rId4" Type="http://schemas.openxmlformats.org/officeDocument/2006/relationships/image" Target="../media/image2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3.wmf"/><Relationship Id="rId4" Type="http://schemas.openxmlformats.org/officeDocument/2006/relationships/image" Target="../media/image2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5.wmf"/><Relationship Id="rId1" Type="http://schemas.openxmlformats.org/officeDocument/2006/relationships/image" Target="../media/image7.wmf"/><Relationship Id="rId6" Type="http://schemas.openxmlformats.org/officeDocument/2006/relationships/image" Target="../media/image3.wmf"/><Relationship Id="rId5" Type="http://schemas.openxmlformats.org/officeDocument/2006/relationships/image" Target="../media/image4.wmf"/><Relationship Id="rId4" Type="http://schemas.openxmlformats.org/officeDocument/2006/relationships/image" Target="../media/image2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3.wmf"/><Relationship Id="rId4" Type="http://schemas.openxmlformats.org/officeDocument/2006/relationships/image" Target="../media/image2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3.wmf"/><Relationship Id="rId4" Type="http://schemas.openxmlformats.org/officeDocument/2006/relationships/image" Target="../media/image2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3.wmf"/><Relationship Id="rId4" Type="http://schemas.openxmlformats.org/officeDocument/2006/relationships/image" Target="../media/image2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3.wmf"/><Relationship Id="rId4" Type="http://schemas.openxmlformats.org/officeDocument/2006/relationships/image" Target="../media/image2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3.wmf"/><Relationship Id="rId4" Type="http://schemas.openxmlformats.org/officeDocument/2006/relationships/image" Target="../media/image2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3.wmf"/><Relationship Id="rId4" Type="http://schemas.openxmlformats.org/officeDocument/2006/relationships/image" Target="../media/image2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5.wmf"/><Relationship Id="rId1" Type="http://schemas.openxmlformats.org/officeDocument/2006/relationships/image" Target="../media/image8.wmf"/><Relationship Id="rId6" Type="http://schemas.openxmlformats.org/officeDocument/2006/relationships/image" Target="../media/image3.wmf"/><Relationship Id="rId5" Type="http://schemas.openxmlformats.org/officeDocument/2006/relationships/image" Target="../media/image4.wmf"/><Relationship Id="rId4" Type="http://schemas.openxmlformats.org/officeDocument/2006/relationships/image" Target="../media/image2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3.wmf"/><Relationship Id="rId4" Type="http://schemas.openxmlformats.org/officeDocument/2006/relationships/image" Target="../media/image2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3.wmf"/><Relationship Id="rId4" Type="http://schemas.openxmlformats.org/officeDocument/2006/relationships/image" Target="../media/image2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3.wmf"/><Relationship Id="rId4" Type="http://schemas.openxmlformats.org/officeDocument/2006/relationships/image" Target="../media/image2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3.wmf"/><Relationship Id="rId4" Type="http://schemas.openxmlformats.org/officeDocument/2006/relationships/image" Target="../media/image2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3.wmf"/><Relationship Id="rId4" Type="http://schemas.openxmlformats.org/officeDocument/2006/relationships/image" Target="../media/image2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3.wmf"/><Relationship Id="rId4" Type="http://schemas.openxmlformats.org/officeDocument/2006/relationships/image" Target="../media/image2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3.wmf"/><Relationship Id="rId4" Type="http://schemas.openxmlformats.org/officeDocument/2006/relationships/image" Target="../media/image2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5" Type="http://schemas.openxmlformats.org/officeDocument/2006/relationships/image" Target="../media/image3.wmf"/><Relationship Id="rId4" Type="http://schemas.openxmlformats.org/officeDocument/2006/relationships/image" Target="../media/image2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5.wmf"/><Relationship Id="rId1" Type="http://schemas.openxmlformats.org/officeDocument/2006/relationships/image" Target="../media/image9.wmf"/><Relationship Id="rId6" Type="http://schemas.openxmlformats.org/officeDocument/2006/relationships/image" Target="../media/image3.wmf"/><Relationship Id="rId5" Type="http://schemas.openxmlformats.org/officeDocument/2006/relationships/image" Target="../media/image4.wmf"/><Relationship Id="rId4" Type="http://schemas.openxmlformats.org/officeDocument/2006/relationships/image" Target="../media/image2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10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11.wmf"/><Relationship Id="rId1" Type="http://schemas.openxmlformats.org/officeDocument/2006/relationships/image" Target="../media/image1.wmf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5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.wmf"/><Relationship Id="rId1" Type="http://schemas.openxmlformats.org/officeDocument/2006/relationships/image" Target="../media/image4.wmf"/><Relationship Id="rId6" Type="http://schemas.openxmlformats.org/officeDocument/2006/relationships/image" Target="../media/image14.wmf"/><Relationship Id="rId5" Type="http://schemas.openxmlformats.org/officeDocument/2006/relationships/image" Target="../media/image12.wmf"/><Relationship Id="rId4" Type="http://schemas.openxmlformats.org/officeDocument/2006/relationships/image" Target="../media/image5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.wmf"/><Relationship Id="rId1" Type="http://schemas.openxmlformats.org/officeDocument/2006/relationships/image" Target="../media/image4.wmf"/><Relationship Id="rId6" Type="http://schemas.openxmlformats.org/officeDocument/2006/relationships/image" Target="../media/image14.wmf"/><Relationship Id="rId5" Type="http://schemas.openxmlformats.org/officeDocument/2006/relationships/image" Target="../media/image12.wmf"/><Relationship Id="rId4" Type="http://schemas.openxmlformats.org/officeDocument/2006/relationships/image" Target="../media/image5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.wmf"/><Relationship Id="rId1" Type="http://schemas.openxmlformats.org/officeDocument/2006/relationships/image" Target="../media/image4.wmf"/><Relationship Id="rId6" Type="http://schemas.openxmlformats.org/officeDocument/2006/relationships/image" Target="../media/image14.wmf"/><Relationship Id="rId5" Type="http://schemas.openxmlformats.org/officeDocument/2006/relationships/image" Target="../media/image12.wmf"/><Relationship Id="rId4" Type="http://schemas.openxmlformats.org/officeDocument/2006/relationships/image" Target="../media/image5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.wmf"/><Relationship Id="rId1" Type="http://schemas.openxmlformats.org/officeDocument/2006/relationships/image" Target="../media/image4.wmf"/><Relationship Id="rId6" Type="http://schemas.openxmlformats.org/officeDocument/2006/relationships/image" Target="../media/image14.wmf"/><Relationship Id="rId5" Type="http://schemas.openxmlformats.org/officeDocument/2006/relationships/image" Target="../media/image12.wmf"/><Relationship Id="rId4" Type="http://schemas.openxmlformats.org/officeDocument/2006/relationships/image" Target="../media/image5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7" Type="http://schemas.openxmlformats.org/officeDocument/2006/relationships/image" Target="../media/image15.wmf"/><Relationship Id="rId2" Type="http://schemas.openxmlformats.org/officeDocument/2006/relationships/image" Target="../media/image1.wmf"/><Relationship Id="rId1" Type="http://schemas.openxmlformats.org/officeDocument/2006/relationships/image" Target="../media/image4.wmf"/><Relationship Id="rId6" Type="http://schemas.openxmlformats.org/officeDocument/2006/relationships/image" Target="../media/image14.wmf"/><Relationship Id="rId5" Type="http://schemas.openxmlformats.org/officeDocument/2006/relationships/image" Target="../media/image12.wmf"/><Relationship Id="rId4" Type="http://schemas.openxmlformats.org/officeDocument/2006/relationships/image" Target="../media/image5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.wmf"/><Relationship Id="rId1" Type="http://schemas.openxmlformats.org/officeDocument/2006/relationships/image" Target="../media/image4.wmf"/><Relationship Id="rId6" Type="http://schemas.openxmlformats.org/officeDocument/2006/relationships/image" Target="../media/image14.wmf"/><Relationship Id="rId5" Type="http://schemas.openxmlformats.org/officeDocument/2006/relationships/image" Target="../media/image12.wmf"/><Relationship Id="rId4" Type="http://schemas.openxmlformats.org/officeDocument/2006/relationships/image" Target="../media/image5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.wmf"/><Relationship Id="rId1" Type="http://schemas.openxmlformats.org/officeDocument/2006/relationships/image" Target="../media/image4.wmf"/><Relationship Id="rId6" Type="http://schemas.openxmlformats.org/officeDocument/2006/relationships/image" Target="../media/image14.wmf"/><Relationship Id="rId5" Type="http://schemas.openxmlformats.org/officeDocument/2006/relationships/image" Target="../media/image12.wmf"/><Relationship Id="rId4" Type="http://schemas.openxmlformats.org/officeDocument/2006/relationships/image" Target="../media/image5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.wmf"/><Relationship Id="rId1" Type="http://schemas.openxmlformats.org/officeDocument/2006/relationships/image" Target="../media/image4.wmf"/><Relationship Id="rId6" Type="http://schemas.openxmlformats.org/officeDocument/2006/relationships/image" Target="../media/image14.wmf"/><Relationship Id="rId5" Type="http://schemas.openxmlformats.org/officeDocument/2006/relationships/image" Target="../media/image12.wmf"/><Relationship Id="rId4" Type="http://schemas.openxmlformats.org/officeDocument/2006/relationships/image" Target="../media/image5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.wmf"/><Relationship Id="rId1" Type="http://schemas.openxmlformats.org/officeDocument/2006/relationships/image" Target="../media/image4.wmf"/><Relationship Id="rId6" Type="http://schemas.openxmlformats.org/officeDocument/2006/relationships/image" Target="../media/image14.wmf"/><Relationship Id="rId5" Type="http://schemas.openxmlformats.org/officeDocument/2006/relationships/image" Target="../media/image12.wmf"/><Relationship Id="rId4" Type="http://schemas.openxmlformats.org/officeDocument/2006/relationships/image" Target="../media/image5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7" Type="http://schemas.openxmlformats.org/officeDocument/2006/relationships/image" Target="../media/image9.wmf"/><Relationship Id="rId2" Type="http://schemas.openxmlformats.org/officeDocument/2006/relationships/image" Target="../media/image1.wmf"/><Relationship Id="rId1" Type="http://schemas.openxmlformats.org/officeDocument/2006/relationships/image" Target="../media/image4.wmf"/><Relationship Id="rId6" Type="http://schemas.openxmlformats.org/officeDocument/2006/relationships/image" Target="../media/image14.wmf"/><Relationship Id="rId5" Type="http://schemas.openxmlformats.org/officeDocument/2006/relationships/image" Target="../media/image12.wmf"/><Relationship Id="rId4" Type="http://schemas.openxmlformats.org/officeDocument/2006/relationships/image" Target="../media/image5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7" Type="http://schemas.openxmlformats.org/officeDocument/2006/relationships/image" Target="../media/image14.wmf"/><Relationship Id="rId2" Type="http://schemas.openxmlformats.org/officeDocument/2006/relationships/image" Target="../media/image1.wmf"/><Relationship Id="rId1" Type="http://schemas.openxmlformats.org/officeDocument/2006/relationships/image" Target="../media/image10.wmf"/><Relationship Id="rId6" Type="http://schemas.openxmlformats.org/officeDocument/2006/relationships/image" Target="../media/image12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4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7" Type="http://schemas.openxmlformats.org/officeDocument/2006/relationships/image" Target="../media/image3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6" Type="http://schemas.openxmlformats.org/officeDocument/2006/relationships/image" Target="../media/image12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drawings/_rels/vmlDrawing4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image" Target="../media/image16.wmf"/><Relationship Id="rId7" Type="http://schemas.openxmlformats.org/officeDocument/2006/relationships/image" Target="../media/image19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18.wmf"/><Relationship Id="rId5" Type="http://schemas.openxmlformats.org/officeDocument/2006/relationships/image" Target="../media/image2.wmf"/><Relationship Id="rId4" Type="http://schemas.openxmlformats.org/officeDocument/2006/relationships/image" Target="../media/image17.wmf"/><Relationship Id="rId9" Type="http://schemas.openxmlformats.org/officeDocument/2006/relationships/image" Target="../media/image3.wmf"/></Relationships>
</file>

<file path=ppt/drawings/_rels/vmlDrawing4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image" Target="../media/image18.wmf"/><Relationship Id="rId7" Type="http://schemas.openxmlformats.org/officeDocument/2006/relationships/image" Target="../media/image20.wmf"/><Relationship Id="rId2" Type="http://schemas.openxmlformats.org/officeDocument/2006/relationships/image" Target="../media/image2.wmf"/><Relationship Id="rId1" Type="http://schemas.openxmlformats.org/officeDocument/2006/relationships/image" Target="../media/image16.wmf"/><Relationship Id="rId6" Type="http://schemas.openxmlformats.org/officeDocument/2006/relationships/image" Target="../media/image3.wmf"/><Relationship Id="rId5" Type="http://schemas.openxmlformats.org/officeDocument/2006/relationships/image" Target="../media/image12.wmf"/><Relationship Id="rId4" Type="http://schemas.openxmlformats.org/officeDocument/2006/relationships/image" Target="../media/image19.wmf"/><Relationship Id="rId9" Type="http://schemas.openxmlformats.org/officeDocument/2006/relationships/image" Target="../media/image22.wmf"/></Relationships>
</file>

<file path=ppt/drawings/_rels/vmlDrawing4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image" Target="../media/image16.wmf"/><Relationship Id="rId7" Type="http://schemas.openxmlformats.org/officeDocument/2006/relationships/image" Target="../media/image1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Relationship Id="rId9" Type="http://schemas.openxmlformats.org/officeDocument/2006/relationships/image" Target="../media/image23.wmf"/></Relationships>
</file>

<file path=ppt/drawings/_rels/vmlDrawing4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image" Target="../media/image16.wmf"/><Relationship Id="rId7" Type="http://schemas.openxmlformats.org/officeDocument/2006/relationships/image" Target="../media/image1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Relationship Id="rId9" Type="http://schemas.openxmlformats.org/officeDocument/2006/relationships/image" Target="../media/image23.wmf"/></Relationships>
</file>

<file path=ppt/drawings/_rels/vmlDrawing4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image" Target="../media/image19.wmf"/><Relationship Id="rId7" Type="http://schemas.openxmlformats.org/officeDocument/2006/relationships/image" Target="../media/image24.wmf"/><Relationship Id="rId2" Type="http://schemas.openxmlformats.org/officeDocument/2006/relationships/image" Target="../media/image18.w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2.wmf"/><Relationship Id="rId9" Type="http://schemas.openxmlformats.org/officeDocument/2006/relationships/image" Target="../media/image11.wmf"/></Relationships>
</file>

<file path=ppt/drawings/_rels/vmlDrawing4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image" Target="../media/image19.wmf"/><Relationship Id="rId7" Type="http://schemas.openxmlformats.org/officeDocument/2006/relationships/image" Target="../media/image24.wmf"/><Relationship Id="rId2" Type="http://schemas.openxmlformats.org/officeDocument/2006/relationships/image" Target="../media/image18.w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2.wmf"/><Relationship Id="rId9" Type="http://schemas.openxmlformats.org/officeDocument/2006/relationships/image" Target="../media/image11.wmf"/></Relationships>
</file>

<file path=ppt/drawings/_rels/vmlDrawing4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image" Target="../media/image19.wmf"/><Relationship Id="rId7" Type="http://schemas.openxmlformats.org/officeDocument/2006/relationships/image" Target="../media/image24.wmf"/><Relationship Id="rId2" Type="http://schemas.openxmlformats.org/officeDocument/2006/relationships/image" Target="../media/image18.w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2.wmf"/><Relationship Id="rId9" Type="http://schemas.openxmlformats.org/officeDocument/2006/relationships/image" Target="../media/image11.wmf"/></Relationships>
</file>

<file path=ppt/drawings/_rels/vmlDrawing5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image" Target="../media/image19.wmf"/><Relationship Id="rId7" Type="http://schemas.openxmlformats.org/officeDocument/2006/relationships/image" Target="../media/image24.wmf"/><Relationship Id="rId2" Type="http://schemas.openxmlformats.org/officeDocument/2006/relationships/image" Target="../media/image18.w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2.wmf"/><Relationship Id="rId9" Type="http://schemas.openxmlformats.org/officeDocument/2006/relationships/image" Target="../media/image11.wmf"/></Relationships>
</file>

<file path=ppt/drawings/_rels/vmlDrawing5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image" Target="../media/image19.wmf"/><Relationship Id="rId7" Type="http://schemas.openxmlformats.org/officeDocument/2006/relationships/image" Target="../media/image24.wmf"/><Relationship Id="rId2" Type="http://schemas.openxmlformats.org/officeDocument/2006/relationships/image" Target="../media/image18.w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2.wmf"/><Relationship Id="rId9" Type="http://schemas.openxmlformats.org/officeDocument/2006/relationships/image" Target="../media/image11.wmf"/></Relationships>
</file>

<file path=ppt/drawings/_rels/vmlDrawing5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image" Target="../media/image19.wmf"/><Relationship Id="rId7" Type="http://schemas.openxmlformats.org/officeDocument/2006/relationships/image" Target="../media/image24.wmf"/><Relationship Id="rId2" Type="http://schemas.openxmlformats.org/officeDocument/2006/relationships/image" Target="../media/image18.w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2.wmf"/><Relationship Id="rId9" Type="http://schemas.openxmlformats.org/officeDocument/2006/relationships/image" Target="../media/image11.wmf"/></Relationships>
</file>

<file path=ppt/drawings/_rels/vmlDrawing5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image" Target="../media/image19.wmf"/><Relationship Id="rId7" Type="http://schemas.openxmlformats.org/officeDocument/2006/relationships/image" Target="../media/image24.wmf"/><Relationship Id="rId2" Type="http://schemas.openxmlformats.org/officeDocument/2006/relationships/image" Target="../media/image18.w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2.wmf"/><Relationship Id="rId9" Type="http://schemas.openxmlformats.org/officeDocument/2006/relationships/image" Target="../media/image11.wmf"/></Relationships>
</file>

<file path=ppt/drawings/_rels/vmlDrawing5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image" Target="../media/image16.wmf"/><Relationship Id="rId7" Type="http://schemas.openxmlformats.org/officeDocument/2006/relationships/image" Target="../media/image24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6" Type="http://schemas.openxmlformats.org/officeDocument/2006/relationships/image" Target="../media/image12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Relationship Id="rId9" Type="http://schemas.openxmlformats.org/officeDocument/2006/relationships/image" Target="../media/image11.wmf"/></Relationships>
</file>

<file path=ppt/drawings/_rels/vmlDrawing5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image" Target="../media/image17.wmf"/><Relationship Id="rId7" Type="http://schemas.openxmlformats.org/officeDocument/2006/relationships/image" Target="../media/image12.wmf"/><Relationship Id="rId2" Type="http://schemas.openxmlformats.org/officeDocument/2006/relationships/image" Target="../media/image16.wmf"/><Relationship Id="rId1" Type="http://schemas.openxmlformats.org/officeDocument/2006/relationships/image" Target="../media/image26.wmf"/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2.wmf"/></Relationships>
</file>

<file path=ppt/drawings/_rels/vmlDrawing5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7" Type="http://schemas.openxmlformats.org/officeDocument/2006/relationships/image" Target="../media/image12.wmf"/><Relationship Id="rId2" Type="http://schemas.openxmlformats.org/officeDocument/2006/relationships/image" Target="../media/image24.wmf"/><Relationship Id="rId1" Type="http://schemas.openxmlformats.org/officeDocument/2006/relationships/image" Target="../media/image27.wmf"/><Relationship Id="rId6" Type="http://schemas.openxmlformats.org/officeDocument/2006/relationships/image" Target="../media/image31.wmf"/><Relationship Id="rId5" Type="http://schemas.openxmlformats.org/officeDocument/2006/relationships/image" Target="../media/image30.wmf"/><Relationship Id="rId4" Type="http://schemas.openxmlformats.org/officeDocument/2006/relationships/image" Target="../media/image29.wmf"/></Relationships>
</file>

<file path=ppt/drawings/_rels/vmlDrawing5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image" Target="../media/image24.wmf"/><Relationship Id="rId7" Type="http://schemas.openxmlformats.org/officeDocument/2006/relationships/image" Target="../media/image31.wmf"/><Relationship Id="rId2" Type="http://schemas.openxmlformats.org/officeDocument/2006/relationships/image" Target="../media/image27.wmf"/><Relationship Id="rId1" Type="http://schemas.openxmlformats.org/officeDocument/2006/relationships/image" Target="../media/image32.wmf"/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/Relationships>
</file>

<file path=ppt/drawings/_rels/vmlDrawing5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image" Target="../media/image27.wmf"/><Relationship Id="rId1" Type="http://schemas.openxmlformats.org/officeDocument/2006/relationships/image" Target="../media/image12.wmf"/><Relationship Id="rId6" Type="http://schemas.openxmlformats.org/officeDocument/2006/relationships/image" Target="../media/image36.wmf"/><Relationship Id="rId5" Type="http://schemas.openxmlformats.org/officeDocument/2006/relationships/image" Target="../media/image35.wmf"/><Relationship Id="rId4" Type="http://schemas.openxmlformats.org/officeDocument/2006/relationships/image" Target="../media/image34.wmf"/></Relationships>
</file>

<file path=ppt/drawings/_rels/vmlDrawing59.v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image" Target="../media/image39.wmf"/><Relationship Id="rId7" Type="http://schemas.openxmlformats.org/officeDocument/2006/relationships/image" Target="../media/image34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6" Type="http://schemas.openxmlformats.org/officeDocument/2006/relationships/image" Target="../media/image33.wmf"/><Relationship Id="rId5" Type="http://schemas.openxmlformats.org/officeDocument/2006/relationships/image" Target="../media/image41.wmf"/><Relationship Id="rId4" Type="http://schemas.openxmlformats.org/officeDocument/2006/relationships/image" Target="../media/image40.wmf"/></Relationships>
</file>

<file path=ppt/drawings/_rels/vmlDrawing60.v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image" Target="../media/image45.wmf"/><Relationship Id="rId7" Type="http://schemas.openxmlformats.org/officeDocument/2006/relationships/image" Target="../media/image49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6" Type="http://schemas.openxmlformats.org/officeDocument/2006/relationships/image" Target="../media/image48.wmf"/><Relationship Id="rId5" Type="http://schemas.openxmlformats.org/officeDocument/2006/relationships/image" Target="../media/image47.wmf"/><Relationship Id="rId4" Type="http://schemas.openxmlformats.org/officeDocument/2006/relationships/image" Target="../media/image46.wmf"/></Relationships>
</file>

<file path=ppt/drawings/_rels/vmlDrawing61.v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image" Target="../media/image30.wmf"/><Relationship Id="rId7" Type="http://schemas.openxmlformats.org/officeDocument/2006/relationships/image" Target="../media/image52.wmf"/><Relationship Id="rId2" Type="http://schemas.openxmlformats.org/officeDocument/2006/relationships/image" Target="../media/image29.wmf"/><Relationship Id="rId1" Type="http://schemas.openxmlformats.org/officeDocument/2006/relationships/image" Target="../media/image51.wmf"/><Relationship Id="rId6" Type="http://schemas.openxmlformats.org/officeDocument/2006/relationships/image" Target="../media/image27.wmf"/><Relationship Id="rId5" Type="http://schemas.openxmlformats.org/officeDocument/2006/relationships/image" Target="../media/image12.wmf"/><Relationship Id="rId4" Type="http://schemas.openxmlformats.org/officeDocument/2006/relationships/image" Target="../media/image31.wmf"/><Relationship Id="rId9" Type="http://schemas.openxmlformats.org/officeDocument/2006/relationships/image" Target="../media/image54.wmf"/></Relationships>
</file>

<file path=ppt/drawings/_rels/vmlDrawing62.v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image" Target="../media/image30.wmf"/><Relationship Id="rId7" Type="http://schemas.openxmlformats.org/officeDocument/2006/relationships/image" Target="../media/image52.wmf"/><Relationship Id="rId2" Type="http://schemas.openxmlformats.org/officeDocument/2006/relationships/image" Target="../media/image29.wmf"/><Relationship Id="rId1" Type="http://schemas.openxmlformats.org/officeDocument/2006/relationships/image" Target="../media/image27.wmf"/><Relationship Id="rId6" Type="http://schemas.openxmlformats.org/officeDocument/2006/relationships/image" Target="../media/image55.wmf"/><Relationship Id="rId5" Type="http://schemas.openxmlformats.org/officeDocument/2006/relationships/image" Target="../media/image12.wmf"/><Relationship Id="rId4" Type="http://schemas.openxmlformats.org/officeDocument/2006/relationships/image" Target="../media/image31.wmf"/></Relationships>
</file>

<file path=ppt/drawings/_rels/vmlDrawing63.v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image" Target="../media/image30.wmf"/><Relationship Id="rId7" Type="http://schemas.openxmlformats.org/officeDocument/2006/relationships/image" Target="../media/image53.wmf"/><Relationship Id="rId2" Type="http://schemas.openxmlformats.org/officeDocument/2006/relationships/image" Target="../media/image29.wmf"/><Relationship Id="rId1" Type="http://schemas.openxmlformats.org/officeDocument/2006/relationships/image" Target="../media/image27.wmf"/><Relationship Id="rId6" Type="http://schemas.openxmlformats.org/officeDocument/2006/relationships/image" Target="../media/image52.wmf"/><Relationship Id="rId5" Type="http://schemas.openxmlformats.org/officeDocument/2006/relationships/image" Target="../media/image12.wmf"/><Relationship Id="rId4" Type="http://schemas.openxmlformats.org/officeDocument/2006/relationships/image" Target="../media/image31.wmf"/></Relationships>
</file>

<file path=ppt/drawings/_rels/vmlDrawing64.v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3" Type="http://schemas.openxmlformats.org/officeDocument/2006/relationships/image" Target="../media/image30.wmf"/><Relationship Id="rId7" Type="http://schemas.openxmlformats.org/officeDocument/2006/relationships/image" Target="../media/image53.wmf"/><Relationship Id="rId2" Type="http://schemas.openxmlformats.org/officeDocument/2006/relationships/image" Target="../media/image29.wmf"/><Relationship Id="rId1" Type="http://schemas.openxmlformats.org/officeDocument/2006/relationships/image" Target="../media/image27.wmf"/><Relationship Id="rId6" Type="http://schemas.openxmlformats.org/officeDocument/2006/relationships/image" Target="../media/image52.wmf"/><Relationship Id="rId5" Type="http://schemas.openxmlformats.org/officeDocument/2006/relationships/image" Target="../media/image12.wmf"/><Relationship Id="rId4" Type="http://schemas.openxmlformats.org/officeDocument/2006/relationships/image" Target="../media/image31.wmf"/></Relationships>
</file>

<file path=ppt/drawings/_rels/vmlDrawing6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image" Target="../media/image59.wmf"/><Relationship Id="rId7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58.wmf"/><Relationship Id="rId6" Type="http://schemas.openxmlformats.org/officeDocument/2006/relationships/image" Target="../media/image62.wmf"/><Relationship Id="rId11" Type="http://schemas.openxmlformats.org/officeDocument/2006/relationships/image" Target="../media/image64.wmf"/><Relationship Id="rId5" Type="http://schemas.openxmlformats.org/officeDocument/2006/relationships/image" Target="../media/image61.wmf"/><Relationship Id="rId10" Type="http://schemas.openxmlformats.org/officeDocument/2006/relationships/image" Target="../media/image63.wmf"/><Relationship Id="rId4" Type="http://schemas.openxmlformats.org/officeDocument/2006/relationships/image" Target="../media/image60.wmf"/><Relationship Id="rId9" Type="http://schemas.openxmlformats.org/officeDocument/2006/relationships/image" Target="../media/image40.wmf"/></Relationships>
</file>

<file path=ppt/drawings/_rels/vmlDrawing6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image" Target="../media/image59.wmf"/><Relationship Id="rId7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65.wmf"/><Relationship Id="rId6" Type="http://schemas.openxmlformats.org/officeDocument/2006/relationships/image" Target="../media/image62.wmf"/><Relationship Id="rId5" Type="http://schemas.openxmlformats.org/officeDocument/2006/relationships/image" Target="../media/image61.wmf"/><Relationship Id="rId10" Type="http://schemas.openxmlformats.org/officeDocument/2006/relationships/image" Target="../media/image63.wmf"/><Relationship Id="rId4" Type="http://schemas.openxmlformats.org/officeDocument/2006/relationships/image" Target="../media/image60.wmf"/><Relationship Id="rId9" Type="http://schemas.openxmlformats.org/officeDocument/2006/relationships/image" Target="../media/image40.wmf"/></Relationships>
</file>

<file path=ppt/drawings/_rels/vmlDrawing6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image" Target="../media/image59.wmf"/><Relationship Id="rId7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66.wmf"/><Relationship Id="rId6" Type="http://schemas.openxmlformats.org/officeDocument/2006/relationships/image" Target="../media/image62.wmf"/><Relationship Id="rId5" Type="http://schemas.openxmlformats.org/officeDocument/2006/relationships/image" Target="../media/image61.wmf"/><Relationship Id="rId10" Type="http://schemas.openxmlformats.org/officeDocument/2006/relationships/image" Target="../media/image63.wmf"/><Relationship Id="rId4" Type="http://schemas.openxmlformats.org/officeDocument/2006/relationships/image" Target="../media/image60.wmf"/><Relationship Id="rId9" Type="http://schemas.openxmlformats.org/officeDocument/2006/relationships/image" Target="../media/image40.wmf"/></Relationships>
</file>

<file path=ppt/drawings/_rels/vmlDrawing68.v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image" Target="../media/image69.wmf"/><Relationship Id="rId7" Type="http://schemas.openxmlformats.org/officeDocument/2006/relationships/image" Target="../media/image73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Relationship Id="rId6" Type="http://schemas.openxmlformats.org/officeDocument/2006/relationships/image" Target="../media/image72.wmf"/><Relationship Id="rId11" Type="http://schemas.openxmlformats.org/officeDocument/2006/relationships/image" Target="../media/image77.wmf"/><Relationship Id="rId5" Type="http://schemas.openxmlformats.org/officeDocument/2006/relationships/image" Target="../media/image71.wmf"/><Relationship Id="rId10" Type="http://schemas.openxmlformats.org/officeDocument/2006/relationships/image" Target="../media/image76.wmf"/><Relationship Id="rId4" Type="http://schemas.openxmlformats.org/officeDocument/2006/relationships/image" Target="../media/image70.wmf"/><Relationship Id="rId9" Type="http://schemas.openxmlformats.org/officeDocument/2006/relationships/image" Target="../media/image75.wmf"/></Relationships>
</file>

<file path=ppt/drawings/_rels/vmlDrawing69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image" Target="../media/image81.wmf"/><Relationship Id="rId3" Type="http://schemas.openxmlformats.org/officeDocument/2006/relationships/image" Target="../media/image60.wmf"/><Relationship Id="rId7" Type="http://schemas.openxmlformats.org/officeDocument/2006/relationships/image" Target="../media/image39.wmf"/><Relationship Id="rId12" Type="http://schemas.openxmlformats.org/officeDocument/2006/relationships/image" Target="../media/image80.wmf"/><Relationship Id="rId2" Type="http://schemas.openxmlformats.org/officeDocument/2006/relationships/image" Target="../media/image59.wmf"/><Relationship Id="rId1" Type="http://schemas.openxmlformats.org/officeDocument/2006/relationships/image" Target="../media/image37.wmf"/><Relationship Id="rId6" Type="http://schemas.openxmlformats.org/officeDocument/2006/relationships/image" Target="../media/image38.wmf"/><Relationship Id="rId11" Type="http://schemas.openxmlformats.org/officeDocument/2006/relationships/image" Target="../media/image79.wmf"/><Relationship Id="rId5" Type="http://schemas.openxmlformats.org/officeDocument/2006/relationships/image" Target="../media/image62.wmf"/><Relationship Id="rId15" Type="http://schemas.openxmlformats.org/officeDocument/2006/relationships/image" Target="../media/image83.wmf"/><Relationship Id="rId10" Type="http://schemas.openxmlformats.org/officeDocument/2006/relationships/image" Target="../media/image78.wmf"/><Relationship Id="rId4" Type="http://schemas.openxmlformats.org/officeDocument/2006/relationships/image" Target="../media/image61.wmf"/><Relationship Id="rId9" Type="http://schemas.openxmlformats.org/officeDocument/2006/relationships/image" Target="../media/image63.wmf"/><Relationship Id="rId14" Type="http://schemas.openxmlformats.org/officeDocument/2006/relationships/image" Target="../media/image82.wmf"/></Relationships>
</file>

<file path=ppt/drawings/_rels/vmlDrawing70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image" Target="../media/image82.wmf"/><Relationship Id="rId3" Type="http://schemas.openxmlformats.org/officeDocument/2006/relationships/image" Target="../media/image60.wmf"/><Relationship Id="rId7" Type="http://schemas.openxmlformats.org/officeDocument/2006/relationships/image" Target="../media/image39.wmf"/><Relationship Id="rId12" Type="http://schemas.openxmlformats.org/officeDocument/2006/relationships/image" Target="../media/image85.wmf"/><Relationship Id="rId2" Type="http://schemas.openxmlformats.org/officeDocument/2006/relationships/image" Target="../media/image59.wmf"/><Relationship Id="rId1" Type="http://schemas.openxmlformats.org/officeDocument/2006/relationships/image" Target="../media/image37.wmf"/><Relationship Id="rId6" Type="http://schemas.openxmlformats.org/officeDocument/2006/relationships/image" Target="../media/image38.wmf"/><Relationship Id="rId11" Type="http://schemas.openxmlformats.org/officeDocument/2006/relationships/image" Target="../media/image84.wmf"/><Relationship Id="rId5" Type="http://schemas.openxmlformats.org/officeDocument/2006/relationships/image" Target="../media/image62.wmf"/><Relationship Id="rId10" Type="http://schemas.openxmlformats.org/officeDocument/2006/relationships/image" Target="../media/image78.wmf"/><Relationship Id="rId4" Type="http://schemas.openxmlformats.org/officeDocument/2006/relationships/image" Target="../media/image61.wmf"/><Relationship Id="rId9" Type="http://schemas.openxmlformats.org/officeDocument/2006/relationships/image" Target="../media/image63.wmf"/><Relationship Id="rId14" Type="http://schemas.openxmlformats.org/officeDocument/2006/relationships/image" Target="../media/image83.wmf"/></Relationships>
</file>

<file path=ppt/drawings/_rels/vmlDrawing71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image" Target="../media/image87.wmf"/><Relationship Id="rId3" Type="http://schemas.openxmlformats.org/officeDocument/2006/relationships/image" Target="../media/image60.wmf"/><Relationship Id="rId7" Type="http://schemas.openxmlformats.org/officeDocument/2006/relationships/image" Target="../media/image39.wmf"/><Relationship Id="rId12" Type="http://schemas.openxmlformats.org/officeDocument/2006/relationships/image" Target="../media/image86.wmf"/><Relationship Id="rId2" Type="http://schemas.openxmlformats.org/officeDocument/2006/relationships/image" Target="../media/image59.wmf"/><Relationship Id="rId1" Type="http://schemas.openxmlformats.org/officeDocument/2006/relationships/image" Target="../media/image37.wmf"/><Relationship Id="rId6" Type="http://schemas.openxmlformats.org/officeDocument/2006/relationships/image" Target="../media/image38.wmf"/><Relationship Id="rId11" Type="http://schemas.openxmlformats.org/officeDocument/2006/relationships/image" Target="../media/image82.wmf"/><Relationship Id="rId5" Type="http://schemas.openxmlformats.org/officeDocument/2006/relationships/image" Target="../media/image62.wmf"/><Relationship Id="rId10" Type="http://schemas.openxmlformats.org/officeDocument/2006/relationships/image" Target="../media/image78.wmf"/><Relationship Id="rId4" Type="http://schemas.openxmlformats.org/officeDocument/2006/relationships/image" Target="../media/image61.wmf"/><Relationship Id="rId9" Type="http://schemas.openxmlformats.org/officeDocument/2006/relationships/image" Target="../media/image63.wmf"/><Relationship Id="rId14" Type="http://schemas.openxmlformats.org/officeDocument/2006/relationships/image" Target="../media/image83.wmf"/></Relationships>
</file>

<file path=ppt/drawings/_rels/vmlDrawing72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13" Type="http://schemas.openxmlformats.org/officeDocument/2006/relationships/image" Target="../media/image89.wmf"/><Relationship Id="rId3" Type="http://schemas.openxmlformats.org/officeDocument/2006/relationships/image" Target="../media/image60.wmf"/><Relationship Id="rId7" Type="http://schemas.openxmlformats.org/officeDocument/2006/relationships/image" Target="../media/image39.wmf"/><Relationship Id="rId12" Type="http://schemas.openxmlformats.org/officeDocument/2006/relationships/image" Target="../media/image88.wmf"/><Relationship Id="rId2" Type="http://schemas.openxmlformats.org/officeDocument/2006/relationships/image" Target="../media/image59.wmf"/><Relationship Id="rId1" Type="http://schemas.openxmlformats.org/officeDocument/2006/relationships/image" Target="../media/image37.wmf"/><Relationship Id="rId6" Type="http://schemas.openxmlformats.org/officeDocument/2006/relationships/image" Target="../media/image38.wmf"/><Relationship Id="rId11" Type="http://schemas.openxmlformats.org/officeDocument/2006/relationships/image" Target="../media/image82.wmf"/><Relationship Id="rId5" Type="http://schemas.openxmlformats.org/officeDocument/2006/relationships/image" Target="../media/image62.wmf"/><Relationship Id="rId10" Type="http://schemas.openxmlformats.org/officeDocument/2006/relationships/image" Target="../media/image78.wmf"/><Relationship Id="rId4" Type="http://schemas.openxmlformats.org/officeDocument/2006/relationships/image" Target="../media/image61.wmf"/><Relationship Id="rId9" Type="http://schemas.openxmlformats.org/officeDocument/2006/relationships/image" Target="../media/image63.wmf"/><Relationship Id="rId14" Type="http://schemas.openxmlformats.org/officeDocument/2006/relationships/image" Target="../media/image90.wmf"/></Relationships>
</file>

<file path=ppt/drawings/_rels/vmlDrawing73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image" Target="../media/image60.wmf"/><Relationship Id="rId7" Type="http://schemas.openxmlformats.org/officeDocument/2006/relationships/image" Target="../media/image39.wmf"/><Relationship Id="rId2" Type="http://schemas.openxmlformats.org/officeDocument/2006/relationships/image" Target="../media/image59.wmf"/><Relationship Id="rId1" Type="http://schemas.openxmlformats.org/officeDocument/2006/relationships/image" Target="../media/image37.wmf"/><Relationship Id="rId6" Type="http://schemas.openxmlformats.org/officeDocument/2006/relationships/image" Target="../media/image38.wmf"/><Relationship Id="rId11" Type="http://schemas.openxmlformats.org/officeDocument/2006/relationships/image" Target="../media/image91.wmf"/><Relationship Id="rId5" Type="http://schemas.openxmlformats.org/officeDocument/2006/relationships/image" Target="../media/image62.wmf"/><Relationship Id="rId10" Type="http://schemas.openxmlformats.org/officeDocument/2006/relationships/image" Target="../media/image78.wmf"/><Relationship Id="rId4" Type="http://schemas.openxmlformats.org/officeDocument/2006/relationships/image" Target="../media/image61.wmf"/><Relationship Id="rId9" Type="http://schemas.openxmlformats.org/officeDocument/2006/relationships/image" Target="../media/image63.wmf"/></Relationships>
</file>

<file path=ppt/drawings/_rels/vmlDrawing7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4.wmf"/><Relationship Id="rId2" Type="http://schemas.openxmlformats.org/officeDocument/2006/relationships/image" Target="../media/image93.wmf"/><Relationship Id="rId1" Type="http://schemas.openxmlformats.org/officeDocument/2006/relationships/image" Target="../media/image92.wmf"/><Relationship Id="rId4" Type="http://schemas.openxmlformats.org/officeDocument/2006/relationships/image" Target="../media/image95.wmf"/></Relationships>
</file>

<file path=ppt/drawings/_rels/vmlDrawing7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3" Type="http://schemas.openxmlformats.org/officeDocument/2006/relationships/image" Target="../media/image97.wmf"/><Relationship Id="rId7" Type="http://schemas.openxmlformats.org/officeDocument/2006/relationships/image" Target="../media/image101.wmf"/><Relationship Id="rId2" Type="http://schemas.openxmlformats.org/officeDocument/2006/relationships/image" Target="../media/image96.wmf"/><Relationship Id="rId1" Type="http://schemas.openxmlformats.org/officeDocument/2006/relationships/image" Target="../media/image37.wmf"/><Relationship Id="rId6" Type="http://schemas.openxmlformats.org/officeDocument/2006/relationships/image" Target="../media/image100.wmf"/><Relationship Id="rId5" Type="http://schemas.openxmlformats.org/officeDocument/2006/relationships/image" Target="../media/image99.wmf"/><Relationship Id="rId4" Type="http://schemas.openxmlformats.org/officeDocument/2006/relationships/image" Target="../media/image98.wmf"/></Relationships>
</file>

<file path=ppt/drawings/_rels/vmlDrawing7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wmf"/><Relationship Id="rId2" Type="http://schemas.openxmlformats.org/officeDocument/2006/relationships/image" Target="../media/image104.wmf"/><Relationship Id="rId1" Type="http://schemas.openxmlformats.org/officeDocument/2006/relationships/image" Target="../media/image103.wmf"/></Relationships>
</file>

<file path=ppt/drawings/_rels/vmlDrawing7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wmf"/><Relationship Id="rId3" Type="http://schemas.openxmlformats.org/officeDocument/2006/relationships/image" Target="../media/image107.wmf"/><Relationship Id="rId7" Type="http://schemas.openxmlformats.org/officeDocument/2006/relationships/image" Target="../media/image111.wmf"/><Relationship Id="rId12" Type="http://schemas.openxmlformats.org/officeDocument/2006/relationships/image" Target="../media/image116.wmf"/><Relationship Id="rId2" Type="http://schemas.openxmlformats.org/officeDocument/2006/relationships/image" Target="../media/image106.wmf"/><Relationship Id="rId1" Type="http://schemas.openxmlformats.org/officeDocument/2006/relationships/image" Target="../media/image37.wmf"/><Relationship Id="rId6" Type="http://schemas.openxmlformats.org/officeDocument/2006/relationships/image" Target="../media/image110.wmf"/><Relationship Id="rId11" Type="http://schemas.openxmlformats.org/officeDocument/2006/relationships/image" Target="../media/image115.wmf"/><Relationship Id="rId5" Type="http://schemas.openxmlformats.org/officeDocument/2006/relationships/image" Target="../media/image109.wmf"/><Relationship Id="rId10" Type="http://schemas.openxmlformats.org/officeDocument/2006/relationships/image" Target="../media/image114.wmf"/><Relationship Id="rId4" Type="http://schemas.openxmlformats.org/officeDocument/2006/relationships/image" Target="../media/image108.wmf"/><Relationship Id="rId9" Type="http://schemas.openxmlformats.org/officeDocument/2006/relationships/image" Target="../media/image113.wmf"/></Relationships>
</file>

<file path=ppt/drawings/_rels/vmlDrawing7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7.wmf"/></Relationships>
</file>

<file path=ppt/drawings/_rels/vmlDrawing7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wmf"/><Relationship Id="rId1" Type="http://schemas.openxmlformats.org/officeDocument/2006/relationships/image" Target="../media/image118.wmf"/></Relationships>
</file>

<file path=ppt/drawings/_rels/vmlDrawing8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wmf"/><Relationship Id="rId1" Type="http://schemas.openxmlformats.org/officeDocument/2006/relationships/image" Target="../media/image120.wmf"/></Relationships>
</file>

<file path=ppt/drawings/_rels/vmlDrawing8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wmf"/><Relationship Id="rId3" Type="http://schemas.openxmlformats.org/officeDocument/2006/relationships/image" Target="../media/image59.wmf"/><Relationship Id="rId7" Type="http://schemas.openxmlformats.org/officeDocument/2006/relationships/image" Target="../media/image121.wmf"/><Relationship Id="rId2" Type="http://schemas.openxmlformats.org/officeDocument/2006/relationships/image" Target="../media/image63.wmf"/><Relationship Id="rId1" Type="http://schemas.openxmlformats.org/officeDocument/2006/relationships/image" Target="../media/image40.wmf"/><Relationship Id="rId6" Type="http://schemas.openxmlformats.org/officeDocument/2006/relationships/image" Target="../media/image38.wmf"/><Relationship Id="rId5" Type="http://schemas.openxmlformats.org/officeDocument/2006/relationships/image" Target="../media/image39.wmf"/><Relationship Id="rId4" Type="http://schemas.openxmlformats.org/officeDocument/2006/relationships/image" Target="../media/image37.wmf"/><Relationship Id="rId9" Type="http://schemas.openxmlformats.org/officeDocument/2006/relationships/image" Target="../media/image123.wmf"/></Relationships>
</file>

<file path=ppt/drawings/_rels/vmlDrawing8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wmf"/><Relationship Id="rId3" Type="http://schemas.openxmlformats.org/officeDocument/2006/relationships/image" Target="../media/image59.wmf"/><Relationship Id="rId7" Type="http://schemas.openxmlformats.org/officeDocument/2006/relationships/image" Target="../media/image121.wmf"/><Relationship Id="rId2" Type="http://schemas.openxmlformats.org/officeDocument/2006/relationships/image" Target="../media/image63.wmf"/><Relationship Id="rId1" Type="http://schemas.openxmlformats.org/officeDocument/2006/relationships/image" Target="../media/image40.wmf"/><Relationship Id="rId6" Type="http://schemas.openxmlformats.org/officeDocument/2006/relationships/image" Target="../media/image38.wmf"/><Relationship Id="rId5" Type="http://schemas.openxmlformats.org/officeDocument/2006/relationships/image" Target="../media/image39.wmf"/><Relationship Id="rId10" Type="http://schemas.openxmlformats.org/officeDocument/2006/relationships/image" Target="../media/image123.wmf"/><Relationship Id="rId4" Type="http://schemas.openxmlformats.org/officeDocument/2006/relationships/image" Target="../media/image37.wmf"/><Relationship Id="rId9" Type="http://schemas.openxmlformats.org/officeDocument/2006/relationships/image" Target="../media/image122.wmf"/></Relationships>
</file>

<file path=ppt/drawings/_rels/vmlDrawing8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wmf"/><Relationship Id="rId3" Type="http://schemas.openxmlformats.org/officeDocument/2006/relationships/image" Target="../media/image59.wmf"/><Relationship Id="rId7" Type="http://schemas.openxmlformats.org/officeDocument/2006/relationships/image" Target="../media/image121.wmf"/><Relationship Id="rId2" Type="http://schemas.openxmlformats.org/officeDocument/2006/relationships/image" Target="../media/image63.wmf"/><Relationship Id="rId1" Type="http://schemas.openxmlformats.org/officeDocument/2006/relationships/image" Target="../media/image40.wmf"/><Relationship Id="rId6" Type="http://schemas.openxmlformats.org/officeDocument/2006/relationships/image" Target="../media/image38.wmf"/><Relationship Id="rId11" Type="http://schemas.openxmlformats.org/officeDocument/2006/relationships/image" Target="../media/image123.wmf"/><Relationship Id="rId5" Type="http://schemas.openxmlformats.org/officeDocument/2006/relationships/image" Target="../media/image39.wmf"/><Relationship Id="rId10" Type="http://schemas.openxmlformats.org/officeDocument/2006/relationships/image" Target="../media/image122.wmf"/><Relationship Id="rId4" Type="http://schemas.openxmlformats.org/officeDocument/2006/relationships/image" Target="../media/image37.wmf"/><Relationship Id="rId9" Type="http://schemas.openxmlformats.org/officeDocument/2006/relationships/image" Target="../media/image125.wmf"/></Relationships>
</file>

<file path=ppt/drawings/_rels/vmlDrawing8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wmf"/><Relationship Id="rId3" Type="http://schemas.openxmlformats.org/officeDocument/2006/relationships/image" Target="../media/image59.wmf"/><Relationship Id="rId7" Type="http://schemas.openxmlformats.org/officeDocument/2006/relationships/image" Target="../media/image121.wmf"/><Relationship Id="rId2" Type="http://schemas.openxmlformats.org/officeDocument/2006/relationships/image" Target="../media/image63.wmf"/><Relationship Id="rId1" Type="http://schemas.openxmlformats.org/officeDocument/2006/relationships/image" Target="../media/image40.wmf"/><Relationship Id="rId6" Type="http://schemas.openxmlformats.org/officeDocument/2006/relationships/image" Target="../media/image38.wmf"/><Relationship Id="rId11" Type="http://schemas.openxmlformats.org/officeDocument/2006/relationships/image" Target="../media/image123.wmf"/><Relationship Id="rId5" Type="http://schemas.openxmlformats.org/officeDocument/2006/relationships/image" Target="../media/image39.wmf"/><Relationship Id="rId10" Type="http://schemas.openxmlformats.org/officeDocument/2006/relationships/image" Target="../media/image122.wmf"/><Relationship Id="rId4" Type="http://schemas.openxmlformats.org/officeDocument/2006/relationships/image" Target="../media/image37.wmf"/><Relationship Id="rId9" Type="http://schemas.openxmlformats.org/officeDocument/2006/relationships/image" Target="../media/image125.wmf"/></Relationships>
</file>

<file path=ppt/drawings/_rels/vmlDrawing8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wmf"/><Relationship Id="rId3" Type="http://schemas.openxmlformats.org/officeDocument/2006/relationships/image" Target="../media/image59.wmf"/><Relationship Id="rId7" Type="http://schemas.openxmlformats.org/officeDocument/2006/relationships/image" Target="../media/image121.wmf"/><Relationship Id="rId2" Type="http://schemas.openxmlformats.org/officeDocument/2006/relationships/image" Target="../media/image63.wmf"/><Relationship Id="rId1" Type="http://schemas.openxmlformats.org/officeDocument/2006/relationships/image" Target="../media/image40.wmf"/><Relationship Id="rId6" Type="http://schemas.openxmlformats.org/officeDocument/2006/relationships/image" Target="../media/image38.wmf"/><Relationship Id="rId11" Type="http://schemas.openxmlformats.org/officeDocument/2006/relationships/image" Target="../media/image123.wmf"/><Relationship Id="rId5" Type="http://schemas.openxmlformats.org/officeDocument/2006/relationships/image" Target="../media/image39.wmf"/><Relationship Id="rId10" Type="http://schemas.openxmlformats.org/officeDocument/2006/relationships/image" Target="../media/image122.wmf"/><Relationship Id="rId4" Type="http://schemas.openxmlformats.org/officeDocument/2006/relationships/image" Target="../media/image37.wmf"/><Relationship Id="rId9" Type="http://schemas.openxmlformats.org/officeDocument/2006/relationships/image" Target="../media/image125.wmf"/></Relationships>
</file>

<file path=ppt/drawings/_rels/vmlDrawing8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wmf"/><Relationship Id="rId3" Type="http://schemas.openxmlformats.org/officeDocument/2006/relationships/image" Target="../media/image59.wmf"/><Relationship Id="rId7" Type="http://schemas.openxmlformats.org/officeDocument/2006/relationships/image" Target="../media/image121.wmf"/><Relationship Id="rId12" Type="http://schemas.openxmlformats.org/officeDocument/2006/relationships/image" Target="../media/image123.wmf"/><Relationship Id="rId2" Type="http://schemas.openxmlformats.org/officeDocument/2006/relationships/image" Target="../media/image63.wmf"/><Relationship Id="rId1" Type="http://schemas.openxmlformats.org/officeDocument/2006/relationships/image" Target="../media/image40.wmf"/><Relationship Id="rId6" Type="http://schemas.openxmlformats.org/officeDocument/2006/relationships/image" Target="../media/image38.wmf"/><Relationship Id="rId11" Type="http://schemas.openxmlformats.org/officeDocument/2006/relationships/image" Target="../media/image122.wmf"/><Relationship Id="rId5" Type="http://schemas.openxmlformats.org/officeDocument/2006/relationships/image" Target="../media/image39.wmf"/><Relationship Id="rId10" Type="http://schemas.openxmlformats.org/officeDocument/2006/relationships/image" Target="../media/image126.wmf"/><Relationship Id="rId4" Type="http://schemas.openxmlformats.org/officeDocument/2006/relationships/image" Target="../media/image37.wmf"/><Relationship Id="rId9" Type="http://schemas.openxmlformats.org/officeDocument/2006/relationships/image" Target="../media/image125.wmf"/></Relationships>
</file>

<file path=ppt/drawings/_rels/vmlDrawing8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wmf"/><Relationship Id="rId13" Type="http://schemas.openxmlformats.org/officeDocument/2006/relationships/image" Target="../media/image127.wmf"/><Relationship Id="rId3" Type="http://schemas.openxmlformats.org/officeDocument/2006/relationships/image" Target="../media/image59.wmf"/><Relationship Id="rId7" Type="http://schemas.openxmlformats.org/officeDocument/2006/relationships/image" Target="../media/image121.wmf"/><Relationship Id="rId12" Type="http://schemas.openxmlformats.org/officeDocument/2006/relationships/image" Target="../media/image123.wmf"/><Relationship Id="rId2" Type="http://schemas.openxmlformats.org/officeDocument/2006/relationships/image" Target="../media/image63.wmf"/><Relationship Id="rId1" Type="http://schemas.openxmlformats.org/officeDocument/2006/relationships/image" Target="../media/image40.wmf"/><Relationship Id="rId6" Type="http://schemas.openxmlformats.org/officeDocument/2006/relationships/image" Target="../media/image38.wmf"/><Relationship Id="rId11" Type="http://schemas.openxmlformats.org/officeDocument/2006/relationships/image" Target="../media/image122.wmf"/><Relationship Id="rId5" Type="http://schemas.openxmlformats.org/officeDocument/2006/relationships/image" Target="../media/image39.wmf"/><Relationship Id="rId10" Type="http://schemas.openxmlformats.org/officeDocument/2006/relationships/image" Target="../media/image126.wmf"/><Relationship Id="rId4" Type="http://schemas.openxmlformats.org/officeDocument/2006/relationships/image" Target="../media/image37.wmf"/><Relationship Id="rId9" Type="http://schemas.openxmlformats.org/officeDocument/2006/relationships/image" Target="../media/image125.wmf"/></Relationships>
</file>

<file path=ppt/drawings/_rels/vmlDrawing8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2" Type="http://schemas.openxmlformats.org/officeDocument/2006/relationships/image" Target="../media/image123.wmf"/><Relationship Id="rId1" Type="http://schemas.openxmlformats.org/officeDocument/2006/relationships/image" Target="../media/image122.wmf"/></Relationships>
</file>

<file path=ppt/drawings/_rels/vmlDrawing8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wmf"/><Relationship Id="rId1" Type="http://schemas.openxmlformats.org/officeDocument/2006/relationships/image" Target="../media/image128.wmf"/></Relationships>
</file>

<file path=ppt/drawings/_rels/vmlDrawing9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wmf"/><Relationship Id="rId1" Type="http://schemas.openxmlformats.org/officeDocument/2006/relationships/image" Target="../media/image130.wmf"/></Relationships>
</file>

<file path=ppt/drawings/_rels/vmlDrawing9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wmf"/><Relationship Id="rId3" Type="http://schemas.openxmlformats.org/officeDocument/2006/relationships/image" Target="../media/image59.wmf"/><Relationship Id="rId7" Type="http://schemas.openxmlformats.org/officeDocument/2006/relationships/image" Target="../media/image121.wmf"/><Relationship Id="rId2" Type="http://schemas.openxmlformats.org/officeDocument/2006/relationships/image" Target="../media/image63.wmf"/><Relationship Id="rId1" Type="http://schemas.openxmlformats.org/officeDocument/2006/relationships/image" Target="../media/image40.wmf"/><Relationship Id="rId6" Type="http://schemas.openxmlformats.org/officeDocument/2006/relationships/image" Target="../media/image38.wmf"/><Relationship Id="rId5" Type="http://schemas.openxmlformats.org/officeDocument/2006/relationships/image" Target="../media/image39.wmf"/><Relationship Id="rId4" Type="http://schemas.openxmlformats.org/officeDocument/2006/relationships/image" Target="../media/image37.wmf"/><Relationship Id="rId9" Type="http://schemas.openxmlformats.org/officeDocument/2006/relationships/image" Target="../media/image123.wmf"/></Relationships>
</file>

<file path=ppt/drawings/_rels/vmlDrawing9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wmf"/><Relationship Id="rId2" Type="http://schemas.openxmlformats.org/officeDocument/2006/relationships/image" Target="../media/image133.wmf"/><Relationship Id="rId1" Type="http://schemas.openxmlformats.org/officeDocument/2006/relationships/image" Target="../media/image132.wmf"/><Relationship Id="rId5" Type="http://schemas.openxmlformats.org/officeDocument/2006/relationships/image" Target="../media/image117.wmf"/><Relationship Id="rId4" Type="http://schemas.openxmlformats.org/officeDocument/2006/relationships/image" Target="../media/image135.wmf"/></Relationships>
</file>

<file path=ppt/drawings/_rels/vmlDrawing9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wmf"/><Relationship Id="rId3" Type="http://schemas.openxmlformats.org/officeDocument/2006/relationships/image" Target="../media/image59.wmf"/><Relationship Id="rId7" Type="http://schemas.openxmlformats.org/officeDocument/2006/relationships/image" Target="../media/image121.wmf"/><Relationship Id="rId12" Type="http://schemas.openxmlformats.org/officeDocument/2006/relationships/image" Target="../media/image123.wmf"/><Relationship Id="rId2" Type="http://schemas.openxmlformats.org/officeDocument/2006/relationships/image" Target="../media/image63.wmf"/><Relationship Id="rId1" Type="http://schemas.openxmlformats.org/officeDocument/2006/relationships/image" Target="../media/image40.wmf"/><Relationship Id="rId6" Type="http://schemas.openxmlformats.org/officeDocument/2006/relationships/image" Target="../media/image38.wmf"/><Relationship Id="rId11" Type="http://schemas.openxmlformats.org/officeDocument/2006/relationships/image" Target="../media/image122.wmf"/><Relationship Id="rId5" Type="http://schemas.openxmlformats.org/officeDocument/2006/relationships/image" Target="../media/image39.wmf"/><Relationship Id="rId10" Type="http://schemas.openxmlformats.org/officeDocument/2006/relationships/image" Target="../media/image137.wmf"/><Relationship Id="rId4" Type="http://schemas.openxmlformats.org/officeDocument/2006/relationships/image" Target="../media/image37.wmf"/><Relationship Id="rId9" Type="http://schemas.openxmlformats.org/officeDocument/2006/relationships/image" Target="../media/image136.wmf"/></Relationships>
</file>

<file path=ppt/drawings/_rels/vmlDrawing9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wmf"/><Relationship Id="rId3" Type="http://schemas.openxmlformats.org/officeDocument/2006/relationships/image" Target="../media/image59.wmf"/><Relationship Id="rId7" Type="http://schemas.openxmlformats.org/officeDocument/2006/relationships/image" Target="../media/image121.wmf"/><Relationship Id="rId12" Type="http://schemas.openxmlformats.org/officeDocument/2006/relationships/image" Target="../media/image123.wmf"/><Relationship Id="rId2" Type="http://schemas.openxmlformats.org/officeDocument/2006/relationships/image" Target="../media/image63.wmf"/><Relationship Id="rId1" Type="http://schemas.openxmlformats.org/officeDocument/2006/relationships/image" Target="../media/image40.wmf"/><Relationship Id="rId6" Type="http://schemas.openxmlformats.org/officeDocument/2006/relationships/image" Target="../media/image38.wmf"/><Relationship Id="rId11" Type="http://schemas.openxmlformats.org/officeDocument/2006/relationships/image" Target="../media/image122.wmf"/><Relationship Id="rId5" Type="http://schemas.openxmlformats.org/officeDocument/2006/relationships/image" Target="../media/image39.wmf"/><Relationship Id="rId10" Type="http://schemas.openxmlformats.org/officeDocument/2006/relationships/image" Target="../media/image126.wmf"/><Relationship Id="rId4" Type="http://schemas.openxmlformats.org/officeDocument/2006/relationships/image" Target="../media/image37.wmf"/><Relationship Id="rId9" Type="http://schemas.openxmlformats.org/officeDocument/2006/relationships/image" Target="../media/image125.wmf"/></Relationships>
</file>

<file path=ppt/drawings/_rels/vmlDrawing9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wmf"/><Relationship Id="rId1" Type="http://schemas.openxmlformats.org/officeDocument/2006/relationships/image" Target="../media/image138.wmf"/></Relationships>
</file>

<file path=ppt/drawings/_rels/vmlDrawing9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wmf"/><Relationship Id="rId13" Type="http://schemas.openxmlformats.org/officeDocument/2006/relationships/image" Target="../media/image122.wmf"/><Relationship Id="rId3" Type="http://schemas.openxmlformats.org/officeDocument/2006/relationships/image" Target="../media/image59.wmf"/><Relationship Id="rId7" Type="http://schemas.openxmlformats.org/officeDocument/2006/relationships/image" Target="../media/image121.wmf"/><Relationship Id="rId12" Type="http://schemas.openxmlformats.org/officeDocument/2006/relationships/image" Target="../media/image141.wmf"/><Relationship Id="rId2" Type="http://schemas.openxmlformats.org/officeDocument/2006/relationships/image" Target="../media/image63.wmf"/><Relationship Id="rId1" Type="http://schemas.openxmlformats.org/officeDocument/2006/relationships/image" Target="../media/image40.wmf"/><Relationship Id="rId6" Type="http://schemas.openxmlformats.org/officeDocument/2006/relationships/image" Target="../media/image38.wmf"/><Relationship Id="rId11" Type="http://schemas.openxmlformats.org/officeDocument/2006/relationships/image" Target="../media/image140.wmf"/><Relationship Id="rId5" Type="http://schemas.openxmlformats.org/officeDocument/2006/relationships/image" Target="../media/image39.wmf"/><Relationship Id="rId10" Type="http://schemas.openxmlformats.org/officeDocument/2006/relationships/image" Target="../media/image126.wmf"/><Relationship Id="rId4" Type="http://schemas.openxmlformats.org/officeDocument/2006/relationships/image" Target="../media/image37.wmf"/><Relationship Id="rId9" Type="http://schemas.openxmlformats.org/officeDocument/2006/relationships/image" Target="../media/image125.wmf"/><Relationship Id="rId14" Type="http://schemas.openxmlformats.org/officeDocument/2006/relationships/image" Target="../media/image123.wmf"/></Relationships>
</file>

<file path=ppt/drawings/_rels/vmlDrawing9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wmf"/><Relationship Id="rId2" Type="http://schemas.openxmlformats.org/officeDocument/2006/relationships/image" Target="../media/image143.wmf"/><Relationship Id="rId1" Type="http://schemas.openxmlformats.org/officeDocument/2006/relationships/image" Target="../media/image142.wmf"/></Relationships>
</file>

<file path=ppt/drawings/_rels/vmlDrawing9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wmf"/><Relationship Id="rId2" Type="http://schemas.openxmlformats.org/officeDocument/2006/relationships/image" Target="../media/image145.wmf"/><Relationship Id="rId1" Type="http://schemas.openxmlformats.org/officeDocument/2006/relationships/image" Target="../media/image144.wmf"/></Relationships>
</file>

<file path=ppt/drawings/_rels/vmlDrawing9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wmf"/><Relationship Id="rId2" Type="http://schemas.openxmlformats.org/officeDocument/2006/relationships/image" Target="../media/image147.wmf"/><Relationship Id="rId1" Type="http://schemas.openxmlformats.org/officeDocument/2006/relationships/image" Target="../media/image145.wmf"/></Relationships>
</file>

<file path=ppt/drawings/_rels/vmlDrawing100.v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3" Type="http://schemas.openxmlformats.org/officeDocument/2006/relationships/image" Target="../media/image150.wmf"/><Relationship Id="rId7" Type="http://schemas.openxmlformats.org/officeDocument/2006/relationships/image" Target="../media/image76.wmf"/><Relationship Id="rId2" Type="http://schemas.openxmlformats.org/officeDocument/2006/relationships/image" Target="../media/image149.wmf"/><Relationship Id="rId1" Type="http://schemas.openxmlformats.org/officeDocument/2006/relationships/image" Target="../media/image147.wmf"/><Relationship Id="rId6" Type="http://schemas.openxmlformats.org/officeDocument/2006/relationships/image" Target="../media/image75.wmf"/><Relationship Id="rId5" Type="http://schemas.openxmlformats.org/officeDocument/2006/relationships/image" Target="../media/image74.wmf"/><Relationship Id="rId4" Type="http://schemas.openxmlformats.org/officeDocument/2006/relationships/image" Target="../media/image73.wmf"/><Relationship Id="rId9" Type="http://schemas.openxmlformats.org/officeDocument/2006/relationships/image" Target="../media/image151.wmf"/></Relationships>
</file>

<file path=ppt/drawings/_rels/vmlDrawing10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wmf"/><Relationship Id="rId3" Type="http://schemas.openxmlformats.org/officeDocument/2006/relationships/image" Target="../media/image74.wmf"/><Relationship Id="rId7" Type="http://schemas.openxmlformats.org/officeDocument/2006/relationships/image" Target="../media/image151.wmf"/><Relationship Id="rId12" Type="http://schemas.openxmlformats.org/officeDocument/2006/relationships/image" Target="../media/image155.wmf"/><Relationship Id="rId2" Type="http://schemas.openxmlformats.org/officeDocument/2006/relationships/image" Target="../media/image150.wmf"/><Relationship Id="rId1" Type="http://schemas.openxmlformats.org/officeDocument/2006/relationships/image" Target="../media/image149.wmf"/><Relationship Id="rId6" Type="http://schemas.openxmlformats.org/officeDocument/2006/relationships/image" Target="../media/image77.wmf"/><Relationship Id="rId11" Type="http://schemas.openxmlformats.org/officeDocument/2006/relationships/image" Target="../media/image147.wmf"/><Relationship Id="rId5" Type="http://schemas.openxmlformats.org/officeDocument/2006/relationships/image" Target="../media/image76.wmf"/><Relationship Id="rId10" Type="http://schemas.openxmlformats.org/officeDocument/2006/relationships/image" Target="../media/image154.wmf"/><Relationship Id="rId4" Type="http://schemas.openxmlformats.org/officeDocument/2006/relationships/image" Target="../media/image75.wmf"/><Relationship Id="rId9" Type="http://schemas.openxmlformats.org/officeDocument/2006/relationships/image" Target="../media/image153.wmf"/></Relationships>
</file>

<file path=ppt/drawings/_rels/vmlDrawing10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wmf"/><Relationship Id="rId13" Type="http://schemas.openxmlformats.org/officeDocument/2006/relationships/image" Target="../media/image72.wmf"/><Relationship Id="rId18" Type="http://schemas.openxmlformats.org/officeDocument/2006/relationships/image" Target="../media/image167.wmf"/><Relationship Id="rId3" Type="http://schemas.openxmlformats.org/officeDocument/2006/relationships/image" Target="../media/image157.wmf"/><Relationship Id="rId7" Type="http://schemas.openxmlformats.org/officeDocument/2006/relationships/image" Target="../media/image151.wmf"/><Relationship Id="rId12" Type="http://schemas.openxmlformats.org/officeDocument/2006/relationships/image" Target="../media/image71.wmf"/><Relationship Id="rId17" Type="http://schemas.openxmlformats.org/officeDocument/2006/relationships/image" Target="../media/image166.wmf"/><Relationship Id="rId2" Type="http://schemas.openxmlformats.org/officeDocument/2006/relationships/image" Target="../media/image156.wmf"/><Relationship Id="rId16" Type="http://schemas.openxmlformats.org/officeDocument/2006/relationships/image" Target="../media/image165.wmf"/><Relationship Id="rId1" Type="http://schemas.openxmlformats.org/officeDocument/2006/relationships/image" Target="../media/image149.wmf"/><Relationship Id="rId6" Type="http://schemas.openxmlformats.org/officeDocument/2006/relationships/image" Target="../media/image160.wmf"/><Relationship Id="rId11" Type="http://schemas.openxmlformats.org/officeDocument/2006/relationships/image" Target="../media/image162.wmf"/><Relationship Id="rId5" Type="http://schemas.openxmlformats.org/officeDocument/2006/relationships/image" Target="../media/image159.wmf"/><Relationship Id="rId15" Type="http://schemas.openxmlformats.org/officeDocument/2006/relationships/image" Target="../media/image164.wmf"/><Relationship Id="rId10" Type="http://schemas.openxmlformats.org/officeDocument/2006/relationships/image" Target="../media/image153.wmf"/><Relationship Id="rId4" Type="http://schemas.openxmlformats.org/officeDocument/2006/relationships/image" Target="../media/image158.wmf"/><Relationship Id="rId9" Type="http://schemas.openxmlformats.org/officeDocument/2006/relationships/image" Target="../media/image161.wmf"/><Relationship Id="rId14" Type="http://schemas.openxmlformats.org/officeDocument/2006/relationships/image" Target="../media/image163.wmf"/></Relationships>
</file>

<file path=ppt/drawings/_rels/vmlDrawing10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wmf"/><Relationship Id="rId3" Type="http://schemas.openxmlformats.org/officeDocument/2006/relationships/image" Target="../media/image151.wmf"/><Relationship Id="rId7" Type="http://schemas.openxmlformats.org/officeDocument/2006/relationships/image" Target="../media/image71.wmf"/><Relationship Id="rId2" Type="http://schemas.openxmlformats.org/officeDocument/2006/relationships/image" Target="../media/image158.wmf"/><Relationship Id="rId1" Type="http://schemas.openxmlformats.org/officeDocument/2006/relationships/image" Target="../media/image149.wmf"/><Relationship Id="rId6" Type="http://schemas.openxmlformats.org/officeDocument/2006/relationships/image" Target="../media/image162.wmf"/><Relationship Id="rId5" Type="http://schemas.openxmlformats.org/officeDocument/2006/relationships/image" Target="../media/image153.wmf"/><Relationship Id="rId4" Type="http://schemas.openxmlformats.org/officeDocument/2006/relationships/image" Target="../media/image152.wmf"/><Relationship Id="rId9" Type="http://schemas.openxmlformats.org/officeDocument/2006/relationships/image" Target="../media/image169.wmf"/></Relationships>
</file>

<file path=ppt/drawings/_rels/vmlDrawing104.v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13" Type="http://schemas.openxmlformats.org/officeDocument/2006/relationships/image" Target="../media/image162.wmf"/><Relationship Id="rId3" Type="http://schemas.openxmlformats.org/officeDocument/2006/relationships/image" Target="../media/image171.wmf"/><Relationship Id="rId7" Type="http://schemas.openxmlformats.org/officeDocument/2006/relationships/image" Target="../media/image151.wmf"/><Relationship Id="rId12" Type="http://schemas.openxmlformats.org/officeDocument/2006/relationships/image" Target="../media/image153.wmf"/><Relationship Id="rId17" Type="http://schemas.openxmlformats.org/officeDocument/2006/relationships/image" Target="../media/image176.wmf"/><Relationship Id="rId2" Type="http://schemas.openxmlformats.org/officeDocument/2006/relationships/image" Target="../media/image149.wmf"/><Relationship Id="rId16" Type="http://schemas.openxmlformats.org/officeDocument/2006/relationships/image" Target="../media/image175.wmf"/><Relationship Id="rId1" Type="http://schemas.openxmlformats.org/officeDocument/2006/relationships/image" Target="../media/image170.wmf"/><Relationship Id="rId6" Type="http://schemas.openxmlformats.org/officeDocument/2006/relationships/image" Target="../media/image172.wmf"/><Relationship Id="rId11" Type="http://schemas.openxmlformats.org/officeDocument/2006/relationships/image" Target="../media/image152.wmf"/><Relationship Id="rId5" Type="http://schemas.openxmlformats.org/officeDocument/2006/relationships/image" Target="../media/image159.wmf"/><Relationship Id="rId15" Type="http://schemas.openxmlformats.org/officeDocument/2006/relationships/image" Target="../media/image174.wmf"/><Relationship Id="rId10" Type="http://schemas.openxmlformats.org/officeDocument/2006/relationships/image" Target="../media/image173.wmf"/><Relationship Id="rId4" Type="http://schemas.openxmlformats.org/officeDocument/2006/relationships/image" Target="../media/image158.wmf"/><Relationship Id="rId9" Type="http://schemas.openxmlformats.org/officeDocument/2006/relationships/image" Target="../media/image72.wmf"/><Relationship Id="rId14" Type="http://schemas.openxmlformats.org/officeDocument/2006/relationships/image" Target="../media/image164.wmf"/></Relationships>
</file>

<file path=ppt/drawings/_rels/vmlDrawing105.v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13" Type="http://schemas.openxmlformats.org/officeDocument/2006/relationships/image" Target="../media/image162.wmf"/><Relationship Id="rId18" Type="http://schemas.openxmlformats.org/officeDocument/2006/relationships/image" Target="../media/image180.wmf"/><Relationship Id="rId3" Type="http://schemas.openxmlformats.org/officeDocument/2006/relationships/image" Target="../media/image171.wmf"/><Relationship Id="rId7" Type="http://schemas.openxmlformats.org/officeDocument/2006/relationships/image" Target="../media/image151.wmf"/><Relationship Id="rId12" Type="http://schemas.openxmlformats.org/officeDocument/2006/relationships/image" Target="../media/image153.wmf"/><Relationship Id="rId17" Type="http://schemas.openxmlformats.org/officeDocument/2006/relationships/image" Target="../media/image179.wmf"/><Relationship Id="rId2" Type="http://schemas.openxmlformats.org/officeDocument/2006/relationships/image" Target="../media/image149.wmf"/><Relationship Id="rId16" Type="http://schemas.openxmlformats.org/officeDocument/2006/relationships/image" Target="../media/image175.wmf"/><Relationship Id="rId1" Type="http://schemas.openxmlformats.org/officeDocument/2006/relationships/image" Target="../media/image177.wmf"/><Relationship Id="rId6" Type="http://schemas.openxmlformats.org/officeDocument/2006/relationships/image" Target="../media/image178.wmf"/><Relationship Id="rId11" Type="http://schemas.openxmlformats.org/officeDocument/2006/relationships/image" Target="../media/image152.wmf"/><Relationship Id="rId5" Type="http://schemas.openxmlformats.org/officeDocument/2006/relationships/image" Target="../media/image159.wmf"/><Relationship Id="rId15" Type="http://schemas.openxmlformats.org/officeDocument/2006/relationships/image" Target="../media/image174.wmf"/><Relationship Id="rId10" Type="http://schemas.openxmlformats.org/officeDocument/2006/relationships/image" Target="../media/image173.wmf"/><Relationship Id="rId19" Type="http://schemas.openxmlformats.org/officeDocument/2006/relationships/image" Target="../media/image181.wmf"/><Relationship Id="rId4" Type="http://schemas.openxmlformats.org/officeDocument/2006/relationships/image" Target="../media/image158.wmf"/><Relationship Id="rId9" Type="http://schemas.openxmlformats.org/officeDocument/2006/relationships/image" Target="../media/image72.wmf"/><Relationship Id="rId14" Type="http://schemas.openxmlformats.org/officeDocument/2006/relationships/image" Target="../media/image164.wmf"/></Relationships>
</file>

<file path=ppt/drawings/_rels/vmlDrawing106.v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13" Type="http://schemas.openxmlformats.org/officeDocument/2006/relationships/image" Target="../media/image162.wmf"/><Relationship Id="rId18" Type="http://schemas.openxmlformats.org/officeDocument/2006/relationships/image" Target="../media/image180.wmf"/><Relationship Id="rId3" Type="http://schemas.openxmlformats.org/officeDocument/2006/relationships/image" Target="../media/image171.wmf"/><Relationship Id="rId21" Type="http://schemas.openxmlformats.org/officeDocument/2006/relationships/image" Target="../media/image184.wmf"/><Relationship Id="rId7" Type="http://schemas.openxmlformats.org/officeDocument/2006/relationships/image" Target="../media/image151.wmf"/><Relationship Id="rId12" Type="http://schemas.openxmlformats.org/officeDocument/2006/relationships/image" Target="../media/image153.wmf"/><Relationship Id="rId17" Type="http://schemas.openxmlformats.org/officeDocument/2006/relationships/image" Target="../media/image182.wmf"/><Relationship Id="rId2" Type="http://schemas.openxmlformats.org/officeDocument/2006/relationships/image" Target="../media/image149.wmf"/><Relationship Id="rId16" Type="http://schemas.openxmlformats.org/officeDocument/2006/relationships/image" Target="../media/image175.wmf"/><Relationship Id="rId20" Type="http://schemas.openxmlformats.org/officeDocument/2006/relationships/image" Target="../media/image183.wmf"/><Relationship Id="rId1" Type="http://schemas.openxmlformats.org/officeDocument/2006/relationships/image" Target="../media/image177.wmf"/><Relationship Id="rId6" Type="http://schemas.openxmlformats.org/officeDocument/2006/relationships/image" Target="../media/image178.wmf"/><Relationship Id="rId11" Type="http://schemas.openxmlformats.org/officeDocument/2006/relationships/image" Target="../media/image152.wmf"/><Relationship Id="rId5" Type="http://schemas.openxmlformats.org/officeDocument/2006/relationships/image" Target="../media/image159.wmf"/><Relationship Id="rId15" Type="http://schemas.openxmlformats.org/officeDocument/2006/relationships/image" Target="../media/image174.wmf"/><Relationship Id="rId23" Type="http://schemas.openxmlformats.org/officeDocument/2006/relationships/image" Target="../media/image186.wmf"/><Relationship Id="rId10" Type="http://schemas.openxmlformats.org/officeDocument/2006/relationships/image" Target="../media/image173.wmf"/><Relationship Id="rId19" Type="http://schemas.openxmlformats.org/officeDocument/2006/relationships/image" Target="../media/image181.wmf"/><Relationship Id="rId4" Type="http://schemas.openxmlformats.org/officeDocument/2006/relationships/image" Target="../media/image158.wmf"/><Relationship Id="rId9" Type="http://schemas.openxmlformats.org/officeDocument/2006/relationships/image" Target="../media/image72.wmf"/><Relationship Id="rId14" Type="http://schemas.openxmlformats.org/officeDocument/2006/relationships/image" Target="../media/image164.wmf"/><Relationship Id="rId22" Type="http://schemas.openxmlformats.org/officeDocument/2006/relationships/image" Target="../media/image185.wmf"/></Relationships>
</file>

<file path=ppt/drawings/_rels/vmlDrawing10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wmf"/><Relationship Id="rId3" Type="http://schemas.openxmlformats.org/officeDocument/2006/relationships/image" Target="../media/image74.wmf"/><Relationship Id="rId7" Type="http://schemas.openxmlformats.org/officeDocument/2006/relationships/image" Target="../media/image151.wmf"/><Relationship Id="rId12" Type="http://schemas.openxmlformats.org/officeDocument/2006/relationships/image" Target="../media/image155.wmf"/><Relationship Id="rId2" Type="http://schemas.openxmlformats.org/officeDocument/2006/relationships/image" Target="../media/image150.wmf"/><Relationship Id="rId1" Type="http://schemas.openxmlformats.org/officeDocument/2006/relationships/image" Target="../media/image149.wmf"/><Relationship Id="rId6" Type="http://schemas.openxmlformats.org/officeDocument/2006/relationships/image" Target="../media/image77.wmf"/><Relationship Id="rId11" Type="http://schemas.openxmlformats.org/officeDocument/2006/relationships/image" Target="../media/image147.wmf"/><Relationship Id="rId5" Type="http://schemas.openxmlformats.org/officeDocument/2006/relationships/image" Target="../media/image76.wmf"/><Relationship Id="rId10" Type="http://schemas.openxmlformats.org/officeDocument/2006/relationships/image" Target="../media/image154.wmf"/><Relationship Id="rId4" Type="http://schemas.openxmlformats.org/officeDocument/2006/relationships/image" Target="../media/image75.wmf"/><Relationship Id="rId9" Type="http://schemas.openxmlformats.org/officeDocument/2006/relationships/image" Target="../media/image153.wmf"/></Relationships>
</file>

<file path=ppt/drawings/_rels/vmlDrawing10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7.wmf"/><Relationship Id="rId1" Type="http://schemas.openxmlformats.org/officeDocument/2006/relationships/image" Target="../media/image14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0325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0325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fld id="{6C6B21C2-B3F5-4E57-92CD-19E17D44C51A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0325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66800" y="704850"/>
            <a:ext cx="4699000" cy="35242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1225" y="4464050"/>
            <a:ext cx="5008563" cy="422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0325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fld id="{FD815D22-81A2-427B-B9F7-B49D25FF94EA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E8C5932-E05A-4D94-8379-62AF197F839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A230EC1-EB3F-45B0-BF10-D562EA87206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0157567-B897-447A-AA82-448E9C74887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43434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8200"/>
            <a:ext cx="43434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E9D4C41-8C12-493E-A811-16B61292335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E357916-2852-4DE9-9378-039285F4CEA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4384F97-3383-460D-BA7F-C7E652C21F8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33C0186-4EB6-434B-B62F-9C7A57A6859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5793197-B84C-46C4-8EC6-60ECBFC9E8E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48562F4-7BF2-4D3D-92AB-71F3C424A91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2C27A9E-896E-4291-BCB6-3C75FB0D26B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52400"/>
            <a:ext cx="2209800" cy="6172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152400"/>
            <a:ext cx="6477000" cy="6172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624339E-50AC-48BD-85A4-E07EB53C934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152400"/>
            <a:ext cx="883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838200"/>
            <a:ext cx="8839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53200"/>
            <a:ext cx="2895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defRPr sz="14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86600" y="65532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400">
                <a:solidFill>
                  <a:schemeClr val="tx1"/>
                </a:solidFill>
                <a:latin typeface="Times New Roman" charset="0"/>
              </a:defRPr>
            </a:lvl1pPr>
          </a:lstStyle>
          <a:p>
            <a:fld id="{4735E32B-1379-4278-BF7D-E9293D2A92EC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32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accent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400">
          <a:solidFill>
            <a:schemeClr val="accent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accent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2.bin"/><Relationship Id="rId9" Type="http://schemas.openxmlformats.org/officeDocument/2006/relationships/oleObject" Target="../embeddings/oleObject7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2.bin"/><Relationship Id="rId5" Type="http://schemas.openxmlformats.org/officeDocument/2006/relationships/oleObject" Target="../embeddings/oleObject11.bin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0.bin"/><Relationship Id="rId9" Type="http://schemas.openxmlformats.org/officeDocument/2006/relationships/oleObject" Target="../embeddings/oleObject15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20.bin"/><Relationship Id="rId5" Type="http://schemas.openxmlformats.org/officeDocument/2006/relationships/oleObject" Target="../embeddings/oleObject19.bin"/><Relationship Id="rId10" Type="http://schemas.openxmlformats.org/officeDocument/2006/relationships/oleObject" Target="../embeddings/oleObject24.bin"/><Relationship Id="rId4" Type="http://schemas.openxmlformats.org/officeDocument/2006/relationships/oleObject" Target="../embeddings/oleObject18.bin"/><Relationship Id="rId9" Type="http://schemas.openxmlformats.org/officeDocument/2006/relationships/oleObject" Target="../embeddings/oleObject23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8.bin"/><Relationship Id="rId11" Type="http://schemas.openxmlformats.org/officeDocument/2006/relationships/oleObject" Target="../embeddings/oleObject33.bin"/><Relationship Id="rId5" Type="http://schemas.openxmlformats.org/officeDocument/2006/relationships/oleObject" Target="../embeddings/oleObject27.bin"/><Relationship Id="rId10" Type="http://schemas.openxmlformats.org/officeDocument/2006/relationships/oleObject" Target="../embeddings/oleObject32.bin"/><Relationship Id="rId4" Type="http://schemas.openxmlformats.org/officeDocument/2006/relationships/oleObject" Target="../embeddings/oleObject26.bin"/><Relationship Id="rId9" Type="http://schemas.openxmlformats.org/officeDocument/2006/relationships/oleObject" Target="../embeddings/oleObject31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37.bin"/><Relationship Id="rId11" Type="http://schemas.openxmlformats.org/officeDocument/2006/relationships/oleObject" Target="../embeddings/oleObject42.bin"/><Relationship Id="rId5" Type="http://schemas.openxmlformats.org/officeDocument/2006/relationships/oleObject" Target="../embeddings/oleObject36.bin"/><Relationship Id="rId10" Type="http://schemas.openxmlformats.org/officeDocument/2006/relationships/oleObject" Target="../embeddings/oleObject41.bin"/><Relationship Id="rId4" Type="http://schemas.openxmlformats.org/officeDocument/2006/relationships/oleObject" Target="../embeddings/oleObject35.bin"/><Relationship Id="rId9" Type="http://schemas.openxmlformats.org/officeDocument/2006/relationships/oleObject" Target="../embeddings/oleObject40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46.bin"/><Relationship Id="rId11" Type="http://schemas.openxmlformats.org/officeDocument/2006/relationships/oleObject" Target="../embeddings/oleObject51.bin"/><Relationship Id="rId5" Type="http://schemas.openxmlformats.org/officeDocument/2006/relationships/oleObject" Target="../embeddings/oleObject45.bin"/><Relationship Id="rId10" Type="http://schemas.openxmlformats.org/officeDocument/2006/relationships/oleObject" Target="../embeddings/oleObject50.bin"/><Relationship Id="rId4" Type="http://schemas.openxmlformats.org/officeDocument/2006/relationships/oleObject" Target="../embeddings/oleObject44.bin"/><Relationship Id="rId9" Type="http://schemas.openxmlformats.org/officeDocument/2006/relationships/oleObject" Target="../embeddings/oleObject49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55.bin"/><Relationship Id="rId11" Type="http://schemas.openxmlformats.org/officeDocument/2006/relationships/oleObject" Target="../embeddings/oleObject60.bin"/><Relationship Id="rId5" Type="http://schemas.openxmlformats.org/officeDocument/2006/relationships/oleObject" Target="../embeddings/oleObject54.bin"/><Relationship Id="rId10" Type="http://schemas.openxmlformats.org/officeDocument/2006/relationships/oleObject" Target="../embeddings/oleObject59.bin"/><Relationship Id="rId4" Type="http://schemas.openxmlformats.org/officeDocument/2006/relationships/oleObject" Target="../embeddings/oleObject53.bin"/><Relationship Id="rId9" Type="http://schemas.openxmlformats.org/officeDocument/2006/relationships/oleObject" Target="../embeddings/oleObject58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6.bin"/><Relationship Id="rId3" Type="http://schemas.openxmlformats.org/officeDocument/2006/relationships/oleObject" Target="../embeddings/oleObject61.bin"/><Relationship Id="rId7" Type="http://schemas.openxmlformats.org/officeDocument/2006/relationships/oleObject" Target="../embeddings/oleObject6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64.bin"/><Relationship Id="rId11" Type="http://schemas.openxmlformats.org/officeDocument/2006/relationships/oleObject" Target="../embeddings/oleObject69.bin"/><Relationship Id="rId5" Type="http://schemas.openxmlformats.org/officeDocument/2006/relationships/oleObject" Target="../embeddings/oleObject63.bin"/><Relationship Id="rId10" Type="http://schemas.openxmlformats.org/officeDocument/2006/relationships/oleObject" Target="../embeddings/oleObject68.bin"/><Relationship Id="rId4" Type="http://schemas.openxmlformats.org/officeDocument/2006/relationships/oleObject" Target="../embeddings/oleObject62.bin"/><Relationship Id="rId9" Type="http://schemas.openxmlformats.org/officeDocument/2006/relationships/oleObject" Target="../embeddings/oleObject67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3" Type="http://schemas.openxmlformats.org/officeDocument/2006/relationships/oleObject" Target="../embeddings/oleObject70.bin"/><Relationship Id="rId7" Type="http://schemas.openxmlformats.org/officeDocument/2006/relationships/oleObject" Target="../embeddings/oleObject7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73.bin"/><Relationship Id="rId11" Type="http://schemas.openxmlformats.org/officeDocument/2006/relationships/oleObject" Target="../embeddings/oleObject78.bin"/><Relationship Id="rId5" Type="http://schemas.openxmlformats.org/officeDocument/2006/relationships/oleObject" Target="../embeddings/oleObject72.bin"/><Relationship Id="rId10" Type="http://schemas.openxmlformats.org/officeDocument/2006/relationships/oleObject" Target="../embeddings/oleObject77.bin"/><Relationship Id="rId4" Type="http://schemas.openxmlformats.org/officeDocument/2006/relationships/oleObject" Target="../embeddings/oleObject71.bin"/><Relationship Id="rId9" Type="http://schemas.openxmlformats.org/officeDocument/2006/relationships/oleObject" Target="../embeddings/oleObject76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4.bin"/><Relationship Id="rId3" Type="http://schemas.openxmlformats.org/officeDocument/2006/relationships/oleObject" Target="../embeddings/oleObject79.bin"/><Relationship Id="rId7" Type="http://schemas.openxmlformats.org/officeDocument/2006/relationships/oleObject" Target="../embeddings/oleObject8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82.bin"/><Relationship Id="rId11" Type="http://schemas.openxmlformats.org/officeDocument/2006/relationships/oleObject" Target="../embeddings/oleObject87.bin"/><Relationship Id="rId5" Type="http://schemas.openxmlformats.org/officeDocument/2006/relationships/oleObject" Target="../embeddings/oleObject81.bin"/><Relationship Id="rId10" Type="http://schemas.openxmlformats.org/officeDocument/2006/relationships/oleObject" Target="../embeddings/oleObject86.bin"/><Relationship Id="rId4" Type="http://schemas.openxmlformats.org/officeDocument/2006/relationships/oleObject" Target="../embeddings/oleObject80.bin"/><Relationship Id="rId9" Type="http://schemas.openxmlformats.org/officeDocument/2006/relationships/oleObject" Target="../embeddings/oleObject85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3.bin"/><Relationship Id="rId3" Type="http://schemas.openxmlformats.org/officeDocument/2006/relationships/oleObject" Target="../embeddings/oleObject88.bin"/><Relationship Id="rId7" Type="http://schemas.openxmlformats.org/officeDocument/2006/relationships/oleObject" Target="../embeddings/oleObject9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91.bin"/><Relationship Id="rId11" Type="http://schemas.openxmlformats.org/officeDocument/2006/relationships/oleObject" Target="../embeddings/oleObject96.bin"/><Relationship Id="rId5" Type="http://schemas.openxmlformats.org/officeDocument/2006/relationships/oleObject" Target="../embeddings/oleObject90.bin"/><Relationship Id="rId10" Type="http://schemas.openxmlformats.org/officeDocument/2006/relationships/oleObject" Target="../embeddings/oleObject95.bin"/><Relationship Id="rId4" Type="http://schemas.openxmlformats.org/officeDocument/2006/relationships/oleObject" Target="../embeddings/oleObject89.bin"/><Relationship Id="rId9" Type="http://schemas.openxmlformats.org/officeDocument/2006/relationships/oleObject" Target="../embeddings/oleObject94.bin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2.bin"/><Relationship Id="rId13" Type="http://schemas.openxmlformats.org/officeDocument/2006/relationships/oleObject" Target="../embeddings/oleObject107.bin"/><Relationship Id="rId18" Type="http://schemas.openxmlformats.org/officeDocument/2006/relationships/oleObject" Target="../embeddings/oleObject112.bin"/><Relationship Id="rId3" Type="http://schemas.openxmlformats.org/officeDocument/2006/relationships/oleObject" Target="../embeddings/oleObject97.bin"/><Relationship Id="rId7" Type="http://schemas.openxmlformats.org/officeDocument/2006/relationships/oleObject" Target="../embeddings/oleObject101.bin"/><Relationship Id="rId12" Type="http://schemas.openxmlformats.org/officeDocument/2006/relationships/oleObject" Target="../embeddings/oleObject106.bin"/><Relationship Id="rId17" Type="http://schemas.openxmlformats.org/officeDocument/2006/relationships/oleObject" Target="../embeddings/oleObject111.bin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110.bin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00.bin"/><Relationship Id="rId11" Type="http://schemas.openxmlformats.org/officeDocument/2006/relationships/oleObject" Target="../embeddings/oleObject105.bin"/><Relationship Id="rId5" Type="http://schemas.openxmlformats.org/officeDocument/2006/relationships/oleObject" Target="../embeddings/oleObject99.bin"/><Relationship Id="rId15" Type="http://schemas.openxmlformats.org/officeDocument/2006/relationships/oleObject" Target="../embeddings/oleObject109.bin"/><Relationship Id="rId10" Type="http://schemas.openxmlformats.org/officeDocument/2006/relationships/oleObject" Target="../embeddings/oleObject104.bin"/><Relationship Id="rId4" Type="http://schemas.openxmlformats.org/officeDocument/2006/relationships/oleObject" Target="../embeddings/oleObject98.bin"/><Relationship Id="rId9" Type="http://schemas.openxmlformats.org/officeDocument/2006/relationships/oleObject" Target="../embeddings/oleObject103.bin"/><Relationship Id="rId14" Type="http://schemas.openxmlformats.org/officeDocument/2006/relationships/oleObject" Target="../embeddings/oleObject108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8.bin"/><Relationship Id="rId3" Type="http://schemas.openxmlformats.org/officeDocument/2006/relationships/oleObject" Target="../embeddings/oleObject113.bin"/><Relationship Id="rId7" Type="http://schemas.openxmlformats.org/officeDocument/2006/relationships/oleObject" Target="../embeddings/oleObject1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16.bin"/><Relationship Id="rId5" Type="http://schemas.openxmlformats.org/officeDocument/2006/relationships/oleObject" Target="../embeddings/oleObject115.bin"/><Relationship Id="rId10" Type="http://schemas.openxmlformats.org/officeDocument/2006/relationships/oleObject" Target="../embeddings/oleObject120.bin"/><Relationship Id="rId4" Type="http://schemas.openxmlformats.org/officeDocument/2006/relationships/oleObject" Target="../embeddings/oleObject114.bin"/><Relationship Id="rId9" Type="http://schemas.openxmlformats.org/officeDocument/2006/relationships/oleObject" Target="../embeddings/oleObject119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6.bin"/><Relationship Id="rId3" Type="http://schemas.openxmlformats.org/officeDocument/2006/relationships/oleObject" Target="../embeddings/oleObject121.bin"/><Relationship Id="rId7" Type="http://schemas.openxmlformats.org/officeDocument/2006/relationships/oleObject" Target="../embeddings/oleObject1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24.bin"/><Relationship Id="rId5" Type="http://schemas.openxmlformats.org/officeDocument/2006/relationships/oleObject" Target="../embeddings/oleObject123.bin"/><Relationship Id="rId10" Type="http://schemas.openxmlformats.org/officeDocument/2006/relationships/oleObject" Target="../embeddings/oleObject128.bin"/><Relationship Id="rId4" Type="http://schemas.openxmlformats.org/officeDocument/2006/relationships/oleObject" Target="../embeddings/oleObject122.bin"/><Relationship Id="rId9" Type="http://schemas.openxmlformats.org/officeDocument/2006/relationships/oleObject" Target="../embeddings/oleObject127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4.bin"/><Relationship Id="rId3" Type="http://schemas.openxmlformats.org/officeDocument/2006/relationships/oleObject" Target="../embeddings/oleObject129.bin"/><Relationship Id="rId7" Type="http://schemas.openxmlformats.org/officeDocument/2006/relationships/oleObject" Target="../embeddings/oleObject13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32.bin"/><Relationship Id="rId5" Type="http://schemas.openxmlformats.org/officeDocument/2006/relationships/oleObject" Target="../embeddings/oleObject131.bin"/><Relationship Id="rId10" Type="http://schemas.openxmlformats.org/officeDocument/2006/relationships/oleObject" Target="../embeddings/oleObject136.bin"/><Relationship Id="rId4" Type="http://schemas.openxmlformats.org/officeDocument/2006/relationships/oleObject" Target="../embeddings/oleObject130.bin"/><Relationship Id="rId9" Type="http://schemas.openxmlformats.org/officeDocument/2006/relationships/oleObject" Target="../embeddings/oleObject135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2.bin"/><Relationship Id="rId3" Type="http://schemas.openxmlformats.org/officeDocument/2006/relationships/oleObject" Target="../embeddings/oleObject137.bin"/><Relationship Id="rId7" Type="http://schemas.openxmlformats.org/officeDocument/2006/relationships/oleObject" Target="../embeddings/oleObject1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140.bin"/><Relationship Id="rId5" Type="http://schemas.openxmlformats.org/officeDocument/2006/relationships/oleObject" Target="../embeddings/oleObject139.bin"/><Relationship Id="rId10" Type="http://schemas.openxmlformats.org/officeDocument/2006/relationships/oleObject" Target="../embeddings/oleObject144.bin"/><Relationship Id="rId4" Type="http://schemas.openxmlformats.org/officeDocument/2006/relationships/oleObject" Target="../embeddings/oleObject138.bin"/><Relationship Id="rId9" Type="http://schemas.openxmlformats.org/officeDocument/2006/relationships/oleObject" Target="../embeddings/oleObject143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0.bin"/><Relationship Id="rId3" Type="http://schemas.openxmlformats.org/officeDocument/2006/relationships/oleObject" Target="../embeddings/oleObject145.bin"/><Relationship Id="rId7" Type="http://schemas.openxmlformats.org/officeDocument/2006/relationships/oleObject" Target="../embeddings/oleObject14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48.bin"/><Relationship Id="rId5" Type="http://schemas.openxmlformats.org/officeDocument/2006/relationships/oleObject" Target="../embeddings/oleObject147.bin"/><Relationship Id="rId10" Type="http://schemas.openxmlformats.org/officeDocument/2006/relationships/oleObject" Target="../embeddings/oleObject152.bin"/><Relationship Id="rId4" Type="http://schemas.openxmlformats.org/officeDocument/2006/relationships/oleObject" Target="../embeddings/oleObject146.bin"/><Relationship Id="rId9" Type="http://schemas.openxmlformats.org/officeDocument/2006/relationships/oleObject" Target="../embeddings/oleObject151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8.bin"/><Relationship Id="rId3" Type="http://schemas.openxmlformats.org/officeDocument/2006/relationships/oleObject" Target="../embeddings/oleObject153.bin"/><Relationship Id="rId7" Type="http://schemas.openxmlformats.org/officeDocument/2006/relationships/oleObject" Target="../embeddings/oleObject15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56.bin"/><Relationship Id="rId5" Type="http://schemas.openxmlformats.org/officeDocument/2006/relationships/oleObject" Target="../embeddings/oleObject155.bin"/><Relationship Id="rId10" Type="http://schemas.openxmlformats.org/officeDocument/2006/relationships/oleObject" Target="../embeddings/oleObject160.bin"/><Relationship Id="rId4" Type="http://schemas.openxmlformats.org/officeDocument/2006/relationships/oleObject" Target="../embeddings/oleObject154.bin"/><Relationship Id="rId9" Type="http://schemas.openxmlformats.org/officeDocument/2006/relationships/oleObject" Target="../embeddings/oleObject159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6.bin"/><Relationship Id="rId13" Type="http://schemas.openxmlformats.org/officeDocument/2006/relationships/oleObject" Target="../embeddings/oleObject171.bin"/><Relationship Id="rId3" Type="http://schemas.openxmlformats.org/officeDocument/2006/relationships/oleObject" Target="../embeddings/oleObject161.bin"/><Relationship Id="rId7" Type="http://schemas.openxmlformats.org/officeDocument/2006/relationships/oleObject" Target="../embeddings/oleObject165.bin"/><Relationship Id="rId12" Type="http://schemas.openxmlformats.org/officeDocument/2006/relationships/oleObject" Target="../embeddings/oleObject170.bin"/><Relationship Id="rId17" Type="http://schemas.openxmlformats.org/officeDocument/2006/relationships/oleObject" Target="../embeddings/oleObject175.bin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174.bin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64.bin"/><Relationship Id="rId11" Type="http://schemas.openxmlformats.org/officeDocument/2006/relationships/oleObject" Target="../embeddings/oleObject169.bin"/><Relationship Id="rId5" Type="http://schemas.openxmlformats.org/officeDocument/2006/relationships/oleObject" Target="../embeddings/oleObject163.bin"/><Relationship Id="rId15" Type="http://schemas.openxmlformats.org/officeDocument/2006/relationships/oleObject" Target="../embeddings/oleObject173.bin"/><Relationship Id="rId10" Type="http://schemas.openxmlformats.org/officeDocument/2006/relationships/oleObject" Target="../embeddings/oleObject168.bin"/><Relationship Id="rId4" Type="http://schemas.openxmlformats.org/officeDocument/2006/relationships/oleObject" Target="../embeddings/oleObject162.bin"/><Relationship Id="rId9" Type="http://schemas.openxmlformats.org/officeDocument/2006/relationships/oleObject" Target="../embeddings/oleObject167.bin"/><Relationship Id="rId14" Type="http://schemas.openxmlformats.org/officeDocument/2006/relationships/oleObject" Target="../embeddings/oleObject172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1.bin"/><Relationship Id="rId3" Type="http://schemas.openxmlformats.org/officeDocument/2006/relationships/oleObject" Target="../embeddings/oleObject176.bin"/><Relationship Id="rId7" Type="http://schemas.openxmlformats.org/officeDocument/2006/relationships/oleObject" Target="../embeddings/oleObject180.bin"/><Relationship Id="rId12" Type="http://schemas.openxmlformats.org/officeDocument/2006/relationships/oleObject" Target="../embeddings/oleObject18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179.bin"/><Relationship Id="rId11" Type="http://schemas.openxmlformats.org/officeDocument/2006/relationships/oleObject" Target="../embeddings/oleObject184.bin"/><Relationship Id="rId5" Type="http://schemas.openxmlformats.org/officeDocument/2006/relationships/oleObject" Target="../embeddings/oleObject178.bin"/><Relationship Id="rId10" Type="http://schemas.openxmlformats.org/officeDocument/2006/relationships/oleObject" Target="../embeddings/oleObject183.bin"/><Relationship Id="rId4" Type="http://schemas.openxmlformats.org/officeDocument/2006/relationships/oleObject" Target="../embeddings/oleObject177.bin"/><Relationship Id="rId9" Type="http://schemas.openxmlformats.org/officeDocument/2006/relationships/oleObject" Target="../embeddings/oleObject182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1.bin"/><Relationship Id="rId3" Type="http://schemas.openxmlformats.org/officeDocument/2006/relationships/oleObject" Target="../embeddings/oleObject186.bin"/><Relationship Id="rId7" Type="http://schemas.openxmlformats.org/officeDocument/2006/relationships/oleObject" Target="../embeddings/oleObject190.bin"/><Relationship Id="rId12" Type="http://schemas.openxmlformats.org/officeDocument/2006/relationships/oleObject" Target="../embeddings/oleObject19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189.bin"/><Relationship Id="rId11" Type="http://schemas.openxmlformats.org/officeDocument/2006/relationships/oleObject" Target="../embeddings/oleObject194.bin"/><Relationship Id="rId5" Type="http://schemas.openxmlformats.org/officeDocument/2006/relationships/oleObject" Target="../embeddings/oleObject188.bin"/><Relationship Id="rId10" Type="http://schemas.openxmlformats.org/officeDocument/2006/relationships/oleObject" Target="../embeddings/oleObject193.bin"/><Relationship Id="rId4" Type="http://schemas.openxmlformats.org/officeDocument/2006/relationships/oleObject" Target="../embeddings/oleObject187.bin"/><Relationship Id="rId9" Type="http://schemas.openxmlformats.org/officeDocument/2006/relationships/oleObject" Target="../embeddings/oleObject192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1.bin"/><Relationship Id="rId3" Type="http://schemas.openxmlformats.org/officeDocument/2006/relationships/oleObject" Target="../embeddings/oleObject196.bin"/><Relationship Id="rId7" Type="http://schemas.openxmlformats.org/officeDocument/2006/relationships/oleObject" Target="../embeddings/oleObject200.bin"/><Relationship Id="rId12" Type="http://schemas.openxmlformats.org/officeDocument/2006/relationships/oleObject" Target="../embeddings/oleObject20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199.bin"/><Relationship Id="rId11" Type="http://schemas.openxmlformats.org/officeDocument/2006/relationships/oleObject" Target="../embeddings/oleObject204.bin"/><Relationship Id="rId5" Type="http://schemas.openxmlformats.org/officeDocument/2006/relationships/oleObject" Target="../embeddings/oleObject198.bin"/><Relationship Id="rId10" Type="http://schemas.openxmlformats.org/officeDocument/2006/relationships/oleObject" Target="../embeddings/oleObject203.bin"/><Relationship Id="rId4" Type="http://schemas.openxmlformats.org/officeDocument/2006/relationships/oleObject" Target="../embeddings/oleObject197.bin"/><Relationship Id="rId9" Type="http://schemas.openxmlformats.org/officeDocument/2006/relationships/oleObject" Target="../embeddings/oleObject202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1.bin"/><Relationship Id="rId3" Type="http://schemas.openxmlformats.org/officeDocument/2006/relationships/oleObject" Target="../embeddings/oleObject206.bin"/><Relationship Id="rId7" Type="http://schemas.openxmlformats.org/officeDocument/2006/relationships/oleObject" Target="../embeddings/oleObject210.bin"/><Relationship Id="rId12" Type="http://schemas.openxmlformats.org/officeDocument/2006/relationships/oleObject" Target="../embeddings/oleObject2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209.bin"/><Relationship Id="rId11" Type="http://schemas.openxmlformats.org/officeDocument/2006/relationships/oleObject" Target="../embeddings/oleObject214.bin"/><Relationship Id="rId5" Type="http://schemas.openxmlformats.org/officeDocument/2006/relationships/oleObject" Target="../embeddings/oleObject208.bin"/><Relationship Id="rId10" Type="http://schemas.openxmlformats.org/officeDocument/2006/relationships/oleObject" Target="../embeddings/oleObject213.bin"/><Relationship Id="rId4" Type="http://schemas.openxmlformats.org/officeDocument/2006/relationships/oleObject" Target="../embeddings/oleObject207.bin"/><Relationship Id="rId9" Type="http://schemas.openxmlformats.org/officeDocument/2006/relationships/oleObject" Target="../embeddings/oleObject212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1.bin"/><Relationship Id="rId3" Type="http://schemas.openxmlformats.org/officeDocument/2006/relationships/oleObject" Target="../embeddings/oleObject216.bin"/><Relationship Id="rId7" Type="http://schemas.openxmlformats.org/officeDocument/2006/relationships/oleObject" Target="../embeddings/oleObject220.bin"/><Relationship Id="rId12" Type="http://schemas.openxmlformats.org/officeDocument/2006/relationships/oleObject" Target="../embeddings/oleObject2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219.bin"/><Relationship Id="rId11" Type="http://schemas.openxmlformats.org/officeDocument/2006/relationships/oleObject" Target="../embeddings/oleObject224.bin"/><Relationship Id="rId5" Type="http://schemas.openxmlformats.org/officeDocument/2006/relationships/oleObject" Target="../embeddings/oleObject218.bin"/><Relationship Id="rId10" Type="http://schemas.openxmlformats.org/officeDocument/2006/relationships/oleObject" Target="../embeddings/oleObject223.bin"/><Relationship Id="rId4" Type="http://schemas.openxmlformats.org/officeDocument/2006/relationships/oleObject" Target="../embeddings/oleObject217.bin"/><Relationship Id="rId9" Type="http://schemas.openxmlformats.org/officeDocument/2006/relationships/oleObject" Target="../embeddings/oleObject222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1.bin"/><Relationship Id="rId3" Type="http://schemas.openxmlformats.org/officeDocument/2006/relationships/oleObject" Target="../embeddings/oleObject226.bin"/><Relationship Id="rId7" Type="http://schemas.openxmlformats.org/officeDocument/2006/relationships/oleObject" Target="../embeddings/oleObject230.bin"/><Relationship Id="rId12" Type="http://schemas.openxmlformats.org/officeDocument/2006/relationships/oleObject" Target="../embeddings/oleObject23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229.bin"/><Relationship Id="rId11" Type="http://schemas.openxmlformats.org/officeDocument/2006/relationships/oleObject" Target="../embeddings/oleObject234.bin"/><Relationship Id="rId5" Type="http://schemas.openxmlformats.org/officeDocument/2006/relationships/oleObject" Target="../embeddings/oleObject228.bin"/><Relationship Id="rId10" Type="http://schemas.openxmlformats.org/officeDocument/2006/relationships/oleObject" Target="../embeddings/oleObject233.bin"/><Relationship Id="rId4" Type="http://schemas.openxmlformats.org/officeDocument/2006/relationships/oleObject" Target="../embeddings/oleObject227.bin"/><Relationship Id="rId9" Type="http://schemas.openxmlformats.org/officeDocument/2006/relationships/oleObject" Target="../embeddings/oleObject232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1.bin"/><Relationship Id="rId3" Type="http://schemas.openxmlformats.org/officeDocument/2006/relationships/oleObject" Target="../embeddings/oleObject236.bin"/><Relationship Id="rId7" Type="http://schemas.openxmlformats.org/officeDocument/2006/relationships/oleObject" Target="../embeddings/oleObject240.bin"/><Relationship Id="rId12" Type="http://schemas.openxmlformats.org/officeDocument/2006/relationships/oleObject" Target="../embeddings/oleObject24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239.bin"/><Relationship Id="rId11" Type="http://schemas.openxmlformats.org/officeDocument/2006/relationships/oleObject" Target="../embeddings/oleObject244.bin"/><Relationship Id="rId5" Type="http://schemas.openxmlformats.org/officeDocument/2006/relationships/oleObject" Target="../embeddings/oleObject238.bin"/><Relationship Id="rId10" Type="http://schemas.openxmlformats.org/officeDocument/2006/relationships/oleObject" Target="../embeddings/oleObject243.bin"/><Relationship Id="rId4" Type="http://schemas.openxmlformats.org/officeDocument/2006/relationships/oleObject" Target="../embeddings/oleObject237.bin"/><Relationship Id="rId9" Type="http://schemas.openxmlformats.org/officeDocument/2006/relationships/oleObject" Target="../embeddings/oleObject242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1.bin"/><Relationship Id="rId3" Type="http://schemas.openxmlformats.org/officeDocument/2006/relationships/oleObject" Target="../embeddings/oleObject246.bin"/><Relationship Id="rId7" Type="http://schemas.openxmlformats.org/officeDocument/2006/relationships/oleObject" Target="../embeddings/oleObject250.bin"/><Relationship Id="rId12" Type="http://schemas.openxmlformats.org/officeDocument/2006/relationships/oleObject" Target="../embeddings/oleObject25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249.bin"/><Relationship Id="rId11" Type="http://schemas.openxmlformats.org/officeDocument/2006/relationships/oleObject" Target="../embeddings/oleObject254.bin"/><Relationship Id="rId5" Type="http://schemas.openxmlformats.org/officeDocument/2006/relationships/oleObject" Target="../embeddings/oleObject248.bin"/><Relationship Id="rId10" Type="http://schemas.openxmlformats.org/officeDocument/2006/relationships/oleObject" Target="../embeddings/oleObject253.bin"/><Relationship Id="rId4" Type="http://schemas.openxmlformats.org/officeDocument/2006/relationships/oleObject" Target="../embeddings/oleObject247.bin"/><Relationship Id="rId9" Type="http://schemas.openxmlformats.org/officeDocument/2006/relationships/oleObject" Target="../embeddings/oleObject252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1.bin"/><Relationship Id="rId13" Type="http://schemas.openxmlformats.org/officeDocument/2006/relationships/oleObject" Target="../embeddings/oleObject266.bin"/><Relationship Id="rId3" Type="http://schemas.openxmlformats.org/officeDocument/2006/relationships/oleObject" Target="../embeddings/oleObject256.bin"/><Relationship Id="rId7" Type="http://schemas.openxmlformats.org/officeDocument/2006/relationships/oleObject" Target="../embeddings/oleObject260.bin"/><Relationship Id="rId12" Type="http://schemas.openxmlformats.org/officeDocument/2006/relationships/oleObject" Target="../embeddings/oleObject265.bin"/><Relationship Id="rId17" Type="http://schemas.openxmlformats.org/officeDocument/2006/relationships/oleObject" Target="../embeddings/oleObject270.bin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269.bin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259.bin"/><Relationship Id="rId11" Type="http://schemas.openxmlformats.org/officeDocument/2006/relationships/oleObject" Target="../embeddings/oleObject264.bin"/><Relationship Id="rId5" Type="http://schemas.openxmlformats.org/officeDocument/2006/relationships/oleObject" Target="../embeddings/oleObject258.bin"/><Relationship Id="rId15" Type="http://schemas.openxmlformats.org/officeDocument/2006/relationships/oleObject" Target="../embeddings/oleObject268.bin"/><Relationship Id="rId10" Type="http://schemas.openxmlformats.org/officeDocument/2006/relationships/oleObject" Target="../embeddings/oleObject263.bin"/><Relationship Id="rId4" Type="http://schemas.openxmlformats.org/officeDocument/2006/relationships/oleObject" Target="../embeddings/oleObject257.bin"/><Relationship Id="rId9" Type="http://schemas.openxmlformats.org/officeDocument/2006/relationships/oleObject" Target="../embeddings/oleObject262.bin"/><Relationship Id="rId14" Type="http://schemas.openxmlformats.org/officeDocument/2006/relationships/oleObject" Target="../embeddings/oleObject267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6.bin"/><Relationship Id="rId3" Type="http://schemas.openxmlformats.org/officeDocument/2006/relationships/oleObject" Target="../embeddings/oleObject271.bin"/><Relationship Id="rId7" Type="http://schemas.openxmlformats.org/officeDocument/2006/relationships/oleObject" Target="../embeddings/oleObject27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274.bin"/><Relationship Id="rId5" Type="http://schemas.openxmlformats.org/officeDocument/2006/relationships/oleObject" Target="../embeddings/oleObject273.bin"/><Relationship Id="rId10" Type="http://schemas.openxmlformats.org/officeDocument/2006/relationships/oleObject" Target="../embeddings/oleObject278.bin"/><Relationship Id="rId4" Type="http://schemas.openxmlformats.org/officeDocument/2006/relationships/oleObject" Target="../embeddings/oleObject272.bin"/><Relationship Id="rId9" Type="http://schemas.openxmlformats.org/officeDocument/2006/relationships/oleObject" Target="../embeddings/oleObject277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4.bin"/><Relationship Id="rId3" Type="http://schemas.openxmlformats.org/officeDocument/2006/relationships/oleObject" Target="../embeddings/oleObject279.bin"/><Relationship Id="rId7" Type="http://schemas.openxmlformats.org/officeDocument/2006/relationships/oleObject" Target="../embeddings/oleObject28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282.bin"/><Relationship Id="rId5" Type="http://schemas.openxmlformats.org/officeDocument/2006/relationships/oleObject" Target="../embeddings/oleObject281.bin"/><Relationship Id="rId4" Type="http://schemas.openxmlformats.org/officeDocument/2006/relationships/oleObject" Target="../embeddings/oleObject280.bin"/><Relationship Id="rId9" Type="http://schemas.openxmlformats.org/officeDocument/2006/relationships/oleObject" Target="../embeddings/oleObject285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1.bin"/><Relationship Id="rId3" Type="http://schemas.openxmlformats.org/officeDocument/2006/relationships/oleObject" Target="../embeddings/oleObject286.bin"/><Relationship Id="rId7" Type="http://schemas.openxmlformats.org/officeDocument/2006/relationships/oleObject" Target="../embeddings/oleObject29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289.bin"/><Relationship Id="rId11" Type="http://schemas.openxmlformats.org/officeDocument/2006/relationships/oleObject" Target="../embeddings/oleObject294.bin"/><Relationship Id="rId5" Type="http://schemas.openxmlformats.org/officeDocument/2006/relationships/oleObject" Target="../embeddings/oleObject288.bin"/><Relationship Id="rId10" Type="http://schemas.openxmlformats.org/officeDocument/2006/relationships/oleObject" Target="../embeddings/oleObject293.bin"/><Relationship Id="rId4" Type="http://schemas.openxmlformats.org/officeDocument/2006/relationships/oleObject" Target="../embeddings/oleObject287.bin"/><Relationship Id="rId9" Type="http://schemas.openxmlformats.org/officeDocument/2006/relationships/oleObject" Target="../embeddings/oleObject292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0.bin"/><Relationship Id="rId3" Type="http://schemas.openxmlformats.org/officeDocument/2006/relationships/oleObject" Target="../embeddings/oleObject295.bin"/><Relationship Id="rId7" Type="http://schemas.openxmlformats.org/officeDocument/2006/relationships/oleObject" Target="../embeddings/oleObject29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298.bin"/><Relationship Id="rId11" Type="http://schemas.openxmlformats.org/officeDocument/2006/relationships/oleObject" Target="../embeddings/oleObject303.bin"/><Relationship Id="rId5" Type="http://schemas.openxmlformats.org/officeDocument/2006/relationships/oleObject" Target="../embeddings/oleObject297.bin"/><Relationship Id="rId10" Type="http://schemas.openxmlformats.org/officeDocument/2006/relationships/oleObject" Target="../embeddings/oleObject302.bin"/><Relationship Id="rId4" Type="http://schemas.openxmlformats.org/officeDocument/2006/relationships/oleObject" Target="../embeddings/oleObject296.bin"/><Relationship Id="rId9" Type="http://schemas.openxmlformats.org/officeDocument/2006/relationships/oleObject" Target="../embeddings/oleObject301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9.bin"/><Relationship Id="rId3" Type="http://schemas.openxmlformats.org/officeDocument/2006/relationships/oleObject" Target="../embeddings/oleObject304.bin"/><Relationship Id="rId7" Type="http://schemas.openxmlformats.org/officeDocument/2006/relationships/oleObject" Target="../embeddings/oleObject30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307.bin"/><Relationship Id="rId11" Type="http://schemas.openxmlformats.org/officeDocument/2006/relationships/oleObject" Target="../embeddings/oleObject312.bin"/><Relationship Id="rId5" Type="http://schemas.openxmlformats.org/officeDocument/2006/relationships/oleObject" Target="../embeddings/oleObject306.bin"/><Relationship Id="rId10" Type="http://schemas.openxmlformats.org/officeDocument/2006/relationships/oleObject" Target="../embeddings/oleObject311.bin"/><Relationship Id="rId4" Type="http://schemas.openxmlformats.org/officeDocument/2006/relationships/oleObject" Target="../embeddings/oleObject305.bin"/><Relationship Id="rId9" Type="http://schemas.openxmlformats.org/officeDocument/2006/relationships/oleObject" Target="../embeddings/oleObject310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8.bin"/><Relationship Id="rId3" Type="http://schemas.openxmlformats.org/officeDocument/2006/relationships/oleObject" Target="../embeddings/oleObject313.bin"/><Relationship Id="rId7" Type="http://schemas.openxmlformats.org/officeDocument/2006/relationships/oleObject" Target="../embeddings/oleObject3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oleObject" Target="../embeddings/oleObject316.bin"/><Relationship Id="rId11" Type="http://schemas.openxmlformats.org/officeDocument/2006/relationships/oleObject" Target="../embeddings/oleObject321.bin"/><Relationship Id="rId5" Type="http://schemas.openxmlformats.org/officeDocument/2006/relationships/oleObject" Target="../embeddings/oleObject315.bin"/><Relationship Id="rId10" Type="http://schemas.openxmlformats.org/officeDocument/2006/relationships/oleObject" Target="../embeddings/oleObject320.bin"/><Relationship Id="rId4" Type="http://schemas.openxmlformats.org/officeDocument/2006/relationships/oleObject" Target="../embeddings/oleObject314.bin"/><Relationship Id="rId9" Type="http://schemas.openxmlformats.org/officeDocument/2006/relationships/oleObject" Target="../embeddings/oleObject319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7.bin"/><Relationship Id="rId3" Type="http://schemas.openxmlformats.org/officeDocument/2006/relationships/oleObject" Target="../embeddings/oleObject322.bin"/><Relationship Id="rId7" Type="http://schemas.openxmlformats.org/officeDocument/2006/relationships/oleObject" Target="../embeddings/oleObject326.bin"/><Relationship Id="rId12" Type="http://schemas.openxmlformats.org/officeDocument/2006/relationships/oleObject" Target="../embeddings/oleObject33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6" Type="http://schemas.openxmlformats.org/officeDocument/2006/relationships/oleObject" Target="../embeddings/oleObject325.bin"/><Relationship Id="rId11" Type="http://schemas.openxmlformats.org/officeDocument/2006/relationships/oleObject" Target="../embeddings/oleObject330.bin"/><Relationship Id="rId5" Type="http://schemas.openxmlformats.org/officeDocument/2006/relationships/oleObject" Target="../embeddings/oleObject324.bin"/><Relationship Id="rId10" Type="http://schemas.openxmlformats.org/officeDocument/2006/relationships/oleObject" Target="../embeddings/oleObject329.bin"/><Relationship Id="rId4" Type="http://schemas.openxmlformats.org/officeDocument/2006/relationships/oleObject" Target="../embeddings/oleObject323.bin"/><Relationship Id="rId9" Type="http://schemas.openxmlformats.org/officeDocument/2006/relationships/oleObject" Target="../embeddings/oleObject328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7.bin"/><Relationship Id="rId3" Type="http://schemas.openxmlformats.org/officeDocument/2006/relationships/oleObject" Target="../embeddings/oleObject332.bin"/><Relationship Id="rId7" Type="http://schemas.openxmlformats.org/officeDocument/2006/relationships/oleObject" Target="../embeddings/oleObject336.bin"/><Relationship Id="rId12" Type="http://schemas.openxmlformats.org/officeDocument/2006/relationships/oleObject" Target="../embeddings/oleObject3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6" Type="http://schemas.openxmlformats.org/officeDocument/2006/relationships/oleObject" Target="../embeddings/oleObject335.bin"/><Relationship Id="rId11" Type="http://schemas.openxmlformats.org/officeDocument/2006/relationships/oleObject" Target="../embeddings/oleObject340.bin"/><Relationship Id="rId5" Type="http://schemas.openxmlformats.org/officeDocument/2006/relationships/oleObject" Target="../embeddings/oleObject334.bin"/><Relationship Id="rId10" Type="http://schemas.openxmlformats.org/officeDocument/2006/relationships/oleObject" Target="../embeddings/oleObject339.bin"/><Relationship Id="rId4" Type="http://schemas.openxmlformats.org/officeDocument/2006/relationships/oleObject" Target="../embeddings/oleObject333.bin"/><Relationship Id="rId9" Type="http://schemas.openxmlformats.org/officeDocument/2006/relationships/oleObject" Target="../embeddings/oleObject338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7.bin"/><Relationship Id="rId3" Type="http://schemas.openxmlformats.org/officeDocument/2006/relationships/oleObject" Target="../embeddings/oleObject342.bin"/><Relationship Id="rId7" Type="http://schemas.openxmlformats.org/officeDocument/2006/relationships/oleObject" Target="../embeddings/oleObject346.bin"/><Relationship Id="rId12" Type="http://schemas.openxmlformats.org/officeDocument/2006/relationships/oleObject" Target="../embeddings/oleObject35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6" Type="http://schemas.openxmlformats.org/officeDocument/2006/relationships/oleObject" Target="../embeddings/oleObject345.bin"/><Relationship Id="rId11" Type="http://schemas.openxmlformats.org/officeDocument/2006/relationships/oleObject" Target="../embeddings/oleObject350.bin"/><Relationship Id="rId5" Type="http://schemas.openxmlformats.org/officeDocument/2006/relationships/oleObject" Target="../embeddings/oleObject344.bin"/><Relationship Id="rId10" Type="http://schemas.openxmlformats.org/officeDocument/2006/relationships/oleObject" Target="../embeddings/oleObject349.bin"/><Relationship Id="rId4" Type="http://schemas.openxmlformats.org/officeDocument/2006/relationships/oleObject" Target="../embeddings/oleObject343.bin"/><Relationship Id="rId9" Type="http://schemas.openxmlformats.org/officeDocument/2006/relationships/oleObject" Target="../embeddings/oleObject348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7.bin"/><Relationship Id="rId3" Type="http://schemas.openxmlformats.org/officeDocument/2006/relationships/oleObject" Target="../embeddings/oleObject352.bin"/><Relationship Id="rId7" Type="http://schemas.openxmlformats.org/officeDocument/2006/relationships/oleObject" Target="../embeddings/oleObject356.bin"/><Relationship Id="rId12" Type="http://schemas.openxmlformats.org/officeDocument/2006/relationships/oleObject" Target="../embeddings/oleObject36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6" Type="http://schemas.openxmlformats.org/officeDocument/2006/relationships/oleObject" Target="../embeddings/oleObject355.bin"/><Relationship Id="rId11" Type="http://schemas.openxmlformats.org/officeDocument/2006/relationships/oleObject" Target="../embeddings/oleObject360.bin"/><Relationship Id="rId5" Type="http://schemas.openxmlformats.org/officeDocument/2006/relationships/oleObject" Target="../embeddings/oleObject354.bin"/><Relationship Id="rId10" Type="http://schemas.openxmlformats.org/officeDocument/2006/relationships/oleObject" Target="../embeddings/oleObject359.bin"/><Relationship Id="rId4" Type="http://schemas.openxmlformats.org/officeDocument/2006/relationships/oleObject" Target="../embeddings/oleObject353.bin"/><Relationship Id="rId9" Type="http://schemas.openxmlformats.org/officeDocument/2006/relationships/oleObject" Target="../embeddings/oleObject358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67.bin"/><Relationship Id="rId3" Type="http://schemas.openxmlformats.org/officeDocument/2006/relationships/oleObject" Target="../embeddings/oleObject362.bin"/><Relationship Id="rId7" Type="http://schemas.openxmlformats.org/officeDocument/2006/relationships/oleObject" Target="../embeddings/oleObject366.bin"/><Relationship Id="rId12" Type="http://schemas.openxmlformats.org/officeDocument/2006/relationships/oleObject" Target="../embeddings/oleObject37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6" Type="http://schemas.openxmlformats.org/officeDocument/2006/relationships/oleObject" Target="../embeddings/oleObject365.bin"/><Relationship Id="rId11" Type="http://schemas.openxmlformats.org/officeDocument/2006/relationships/oleObject" Target="../embeddings/oleObject370.bin"/><Relationship Id="rId5" Type="http://schemas.openxmlformats.org/officeDocument/2006/relationships/oleObject" Target="../embeddings/oleObject364.bin"/><Relationship Id="rId10" Type="http://schemas.openxmlformats.org/officeDocument/2006/relationships/oleObject" Target="../embeddings/oleObject369.bin"/><Relationship Id="rId4" Type="http://schemas.openxmlformats.org/officeDocument/2006/relationships/oleObject" Target="../embeddings/oleObject363.bin"/><Relationship Id="rId9" Type="http://schemas.openxmlformats.org/officeDocument/2006/relationships/oleObject" Target="../embeddings/oleObject368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7.bin"/><Relationship Id="rId13" Type="http://schemas.openxmlformats.org/officeDocument/2006/relationships/oleObject" Target="../embeddings/oleObject382.bin"/><Relationship Id="rId3" Type="http://schemas.openxmlformats.org/officeDocument/2006/relationships/oleObject" Target="../embeddings/oleObject372.bin"/><Relationship Id="rId7" Type="http://schemas.openxmlformats.org/officeDocument/2006/relationships/oleObject" Target="../embeddings/oleObject376.bin"/><Relationship Id="rId12" Type="http://schemas.openxmlformats.org/officeDocument/2006/relationships/oleObject" Target="../embeddings/oleObject38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0.vml"/><Relationship Id="rId6" Type="http://schemas.openxmlformats.org/officeDocument/2006/relationships/oleObject" Target="../embeddings/oleObject375.bin"/><Relationship Id="rId11" Type="http://schemas.openxmlformats.org/officeDocument/2006/relationships/oleObject" Target="../embeddings/oleObject380.bin"/><Relationship Id="rId5" Type="http://schemas.openxmlformats.org/officeDocument/2006/relationships/oleObject" Target="../embeddings/oleObject374.bin"/><Relationship Id="rId10" Type="http://schemas.openxmlformats.org/officeDocument/2006/relationships/oleObject" Target="../embeddings/oleObject379.bin"/><Relationship Id="rId4" Type="http://schemas.openxmlformats.org/officeDocument/2006/relationships/oleObject" Target="../embeddings/oleObject373.bin"/><Relationship Id="rId9" Type="http://schemas.openxmlformats.org/officeDocument/2006/relationships/oleObject" Target="../embeddings/oleObject378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8.bin"/><Relationship Id="rId3" Type="http://schemas.openxmlformats.org/officeDocument/2006/relationships/oleObject" Target="../embeddings/oleObject383.bin"/><Relationship Id="rId7" Type="http://schemas.openxmlformats.org/officeDocument/2006/relationships/oleObject" Target="../embeddings/oleObject38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1.vml"/><Relationship Id="rId6" Type="http://schemas.openxmlformats.org/officeDocument/2006/relationships/oleObject" Target="../embeddings/oleObject386.bin"/><Relationship Id="rId5" Type="http://schemas.openxmlformats.org/officeDocument/2006/relationships/oleObject" Target="../embeddings/oleObject385.bin"/><Relationship Id="rId10" Type="http://schemas.openxmlformats.org/officeDocument/2006/relationships/oleObject" Target="../embeddings/oleObject390.bin"/><Relationship Id="rId4" Type="http://schemas.openxmlformats.org/officeDocument/2006/relationships/oleObject" Target="../embeddings/oleObject384.bin"/><Relationship Id="rId9" Type="http://schemas.openxmlformats.org/officeDocument/2006/relationships/oleObject" Target="../embeddings/oleObject389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6.bin"/><Relationship Id="rId3" Type="http://schemas.openxmlformats.org/officeDocument/2006/relationships/oleObject" Target="../embeddings/oleObject391.bin"/><Relationship Id="rId7" Type="http://schemas.openxmlformats.org/officeDocument/2006/relationships/oleObject" Target="../embeddings/oleObject39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2.vml"/><Relationship Id="rId6" Type="http://schemas.openxmlformats.org/officeDocument/2006/relationships/oleObject" Target="../embeddings/oleObject394.bin"/><Relationship Id="rId5" Type="http://schemas.openxmlformats.org/officeDocument/2006/relationships/oleObject" Target="../embeddings/oleObject393.bin"/><Relationship Id="rId10" Type="http://schemas.openxmlformats.org/officeDocument/2006/relationships/oleObject" Target="../embeddings/oleObject398.bin"/><Relationship Id="rId4" Type="http://schemas.openxmlformats.org/officeDocument/2006/relationships/oleObject" Target="../embeddings/oleObject392.bin"/><Relationship Id="rId9" Type="http://schemas.openxmlformats.org/officeDocument/2006/relationships/oleObject" Target="../embeddings/oleObject397.bin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4.bin"/><Relationship Id="rId3" Type="http://schemas.openxmlformats.org/officeDocument/2006/relationships/oleObject" Target="../embeddings/oleObject399.bin"/><Relationship Id="rId7" Type="http://schemas.openxmlformats.org/officeDocument/2006/relationships/oleObject" Target="../embeddings/oleObject403.bin"/><Relationship Id="rId12" Type="http://schemas.openxmlformats.org/officeDocument/2006/relationships/oleObject" Target="../embeddings/oleObject40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3.vml"/><Relationship Id="rId6" Type="http://schemas.openxmlformats.org/officeDocument/2006/relationships/oleObject" Target="../embeddings/oleObject402.bin"/><Relationship Id="rId11" Type="http://schemas.openxmlformats.org/officeDocument/2006/relationships/oleObject" Target="../embeddings/oleObject407.bin"/><Relationship Id="rId5" Type="http://schemas.openxmlformats.org/officeDocument/2006/relationships/oleObject" Target="../embeddings/oleObject401.bin"/><Relationship Id="rId10" Type="http://schemas.openxmlformats.org/officeDocument/2006/relationships/oleObject" Target="../embeddings/oleObject406.bin"/><Relationship Id="rId4" Type="http://schemas.openxmlformats.org/officeDocument/2006/relationships/oleObject" Target="../embeddings/oleObject400.bin"/><Relationship Id="rId9" Type="http://schemas.openxmlformats.org/officeDocument/2006/relationships/oleObject" Target="../embeddings/oleObject405.bin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4.bin"/><Relationship Id="rId3" Type="http://schemas.openxmlformats.org/officeDocument/2006/relationships/oleObject" Target="../embeddings/oleObject409.bin"/><Relationship Id="rId7" Type="http://schemas.openxmlformats.org/officeDocument/2006/relationships/oleObject" Target="../embeddings/oleObject413.bin"/><Relationship Id="rId12" Type="http://schemas.openxmlformats.org/officeDocument/2006/relationships/oleObject" Target="../embeddings/oleObject4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4.vml"/><Relationship Id="rId6" Type="http://schemas.openxmlformats.org/officeDocument/2006/relationships/oleObject" Target="../embeddings/oleObject412.bin"/><Relationship Id="rId11" Type="http://schemas.openxmlformats.org/officeDocument/2006/relationships/oleObject" Target="../embeddings/oleObject417.bin"/><Relationship Id="rId5" Type="http://schemas.openxmlformats.org/officeDocument/2006/relationships/oleObject" Target="../embeddings/oleObject411.bin"/><Relationship Id="rId10" Type="http://schemas.openxmlformats.org/officeDocument/2006/relationships/oleObject" Target="../embeddings/oleObject416.bin"/><Relationship Id="rId4" Type="http://schemas.openxmlformats.org/officeDocument/2006/relationships/oleObject" Target="../embeddings/oleObject410.bin"/><Relationship Id="rId9" Type="http://schemas.openxmlformats.org/officeDocument/2006/relationships/oleObject" Target="../embeddings/oleObject415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4.bin"/><Relationship Id="rId3" Type="http://schemas.openxmlformats.org/officeDocument/2006/relationships/oleObject" Target="../embeddings/oleObject419.bin"/><Relationship Id="rId7" Type="http://schemas.openxmlformats.org/officeDocument/2006/relationships/oleObject" Target="../embeddings/oleObject423.bin"/><Relationship Id="rId12" Type="http://schemas.openxmlformats.org/officeDocument/2006/relationships/oleObject" Target="../embeddings/oleObject4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5.vml"/><Relationship Id="rId6" Type="http://schemas.openxmlformats.org/officeDocument/2006/relationships/oleObject" Target="../embeddings/oleObject422.bin"/><Relationship Id="rId11" Type="http://schemas.openxmlformats.org/officeDocument/2006/relationships/oleObject" Target="../embeddings/oleObject427.bin"/><Relationship Id="rId5" Type="http://schemas.openxmlformats.org/officeDocument/2006/relationships/oleObject" Target="../embeddings/oleObject421.bin"/><Relationship Id="rId10" Type="http://schemas.openxmlformats.org/officeDocument/2006/relationships/oleObject" Target="../embeddings/oleObject426.bin"/><Relationship Id="rId4" Type="http://schemas.openxmlformats.org/officeDocument/2006/relationships/oleObject" Target="../embeddings/oleObject420.bin"/><Relationship Id="rId9" Type="http://schemas.openxmlformats.org/officeDocument/2006/relationships/oleObject" Target="../embeddings/oleObject425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4.bin"/><Relationship Id="rId3" Type="http://schemas.openxmlformats.org/officeDocument/2006/relationships/oleObject" Target="../embeddings/oleObject429.bin"/><Relationship Id="rId7" Type="http://schemas.openxmlformats.org/officeDocument/2006/relationships/oleObject" Target="../embeddings/oleObject433.bin"/><Relationship Id="rId12" Type="http://schemas.openxmlformats.org/officeDocument/2006/relationships/oleObject" Target="../embeddings/oleObject4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6.vml"/><Relationship Id="rId6" Type="http://schemas.openxmlformats.org/officeDocument/2006/relationships/oleObject" Target="../embeddings/oleObject432.bin"/><Relationship Id="rId11" Type="http://schemas.openxmlformats.org/officeDocument/2006/relationships/oleObject" Target="../embeddings/oleObject437.bin"/><Relationship Id="rId5" Type="http://schemas.openxmlformats.org/officeDocument/2006/relationships/oleObject" Target="../embeddings/oleObject431.bin"/><Relationship Id="rId10" Type="http://schemas.openxmlformats.org/officeDocument/2006/relationships/oleObject" Target="../embeddings/oleObject436.bin"/><Relationship Id="rId4" Type="http://schemas.openxmlformats.org/officeDocument/2006/relationships/oleObject" Target="../embeddings/oleObject430.bin"/><Relationship Id="rId9" Type="http://schemas.openxmlformats.org/officeDocument/2006/relationships/oleObject" Target="../embeddings/oleObject435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4.bin"/><Relationship Id="rId13" Type="http://schemas.openxmlformats.org/officeDocument/2006/relationships/oleObject" Target="../embeddings/oleObject449.bin"/><Relationship Id="rId3" Type="http://schemas.openxmlformats.org/officeDocument/2006/relationships/oleObject" Target="../embeddings/oleObject439.bin"/><Relationship Id="rId7" Type="http://schemas.openxmlformats.org/officeDocument/2006/relationships/oleObject" Target="../embeddings/oleObject443.bin"/><Relationship Id="rId12" Type="http://schemas.openxmlformats.org/officeDocument/2006/relationships/oleObject" Target="../embeddings/oleObject44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7.vml"/><Relationship Id="rId6" Type="http://schemas.openxmlformats.org/officeDocument/2006/relationships/oleObject" Target="../embeddings/oleObject442.bin"/><Relationship Id="rId11" Type="http://schemas.openxmlformats.org/officeDocument/2006/relationships/oleObject" Target="../embeddings/oleObject447.bin"/><Relationship Id="rId5" Type="http://schemas.openxmlformats.org/officeDocument/2006/relationships/oleObject" Target="../embeddings/oleObject441.bin"/><Relationship Id="rId10" Type="http://schemas.openxmlformats.org/officeDocument/2006/relationships/oleObject" Target="../embeddings/oleObject446.bin"/><Relationship Id="rId4" Type="http://schemas.openxmlformats.org/officeDocument/2006/relationships/oleObject" Target="../embeddings/oleObject440.bin"/><Relationship Id="rId9" Type="http://schemas.openxmlformats.org/officeDocument/2006/relationships/oleObject" Target="../embeddings/oleObject445.bin"/><Relationship Id="rId14" Type="http://schemas.openxmlformats.org/officeDocument/2006/relationships/oleObject" Target="../embeddings/oleObject450.bin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6.bin"/><Relationship Id="rId13" Type="http://schemas.openxmlformats.org/officeDocument/2006/relationships/oleObject" Target="../embeddings/oleObject461.bin"/><Relationship Id="rId3" Type="http://schemas.openxmlformats.org/officeDocument/2006/relationships/oleObject" Target="../embeddings/oleObject451.bin"/><Relationship Id="rId7" Type="http://schemas.openxmlformats.org/officeDocument/2006/relationships/oleObject" Target="../embeddings/oleObject455.bin"/><Relationship Id="rId12" Type="http://schemas.openxmlformats.org/officeDocument/2006/relationships/oleObject" Target="../embeddings/oleObject46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8.vml"/><Relationship Id="rId6" Type="http://schemas.openxmlformats.org/officeDocument/2006/relationships/oleObject" Target="../embeddings/oleObject454.bin"/><Relationship Id="rId11" Type="http://schemas.openxmlformats.org/officeDocument/2006/relationships/oleObject" Target="../embeddings/oleObject459.bin"/><Relationship Id="rId5" Type="http://schemas.openxmlformats.org/officeDocument/2006/relationships/oleObject" Target="../embeddings/oleObject453.bin"/><Relationship Id="rId10" Type="http://schemas.openxmlformats.org/officeDocument/2006/relationships/oleObject" Target="../embeddings/oleObject458.bin"/><Relationship Id="rId4" Type="http://schemas.openxmlformats.org/officeDocument/2006/relationships/oleObject" Target="../embeddings/oleObject452.bin"/><Relationship Id="rId9" Type="http://schemas.openxmlformats.org/officeDocument/2006/relationships/oleObject" Target="../embeddings/oleObject457.bin"/><Relationship Id="rId14" Type="http://schemas.openxmlformats.org/officeDocument/2006/relationships/oleObject" Target="../embeddings/oleObject462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8.bin"/><Relationship Id="rId13" Type="http://schemas.openxmlformats.org/officeDocument/2006/relationships/oleObject" Target="../embeddings/oleObject473.bin"/><Relationship Id="rId3" Type="http://schemas.openxmlformats.org/officeDocument/2006/relationships/oleObject" Target="../embeddings/oleObject463.bin"/><Relationship Id="rId7" Type="http://schemas.openxmlformats.org/officeDocument/2006/relationships/oleObject" Target="../embeddings/oleObject467.bin"/><Relationship Id="rId12" Type="http://schemas.openxmlformats.org/officeDocument/2006/relationships/oleObject" Target="../embeddings/oleObject47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9.vml"/><Relationship Id="rId6" Type="http://schemas.openxmlformats.org/officeDocument/2006/relationships/oleObject" Target="../embeddings/oleObject466.bin"/><Relationship Id="rId11" Type="http://schemas.openxmlformats.org/officeDocument/2006/relationships/oleObject" Target="../embeddings/oleObject471.bin"/><Relationship Id="rId5" Type="http://schemas.openxmlformats.org/officeDocument/2006/relationships/oleObject" Target="../embeddings/oleObject465.bin"/><Relationship Id="rId10" Type="http://schemas.openxmlformats.org/officeDocument/2006/relationships/oleObject" Target="../embeddings/oleObject470.bin"/><Relationship Id="rId4" Type="http://schemas.openxmlformats.org/officeDocument/2006/relationships/oleObject" Target="../embeddings/oleObject464.bin"/><Relationship Id="rId9" Type="http://schemas.openxmlformats.org/officeDocument/2006/relationships/oleObject" Target="../embeddings/oleObject469.bin"/><Relationship Id="rId14" Type="http://schemas.openxmlformats.org/officeDocument/2006/relationships/oleObject" Target="../embeddings/oleObject474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0.bin"/><Relationship Id="rId13" Type="http://schemas.openxmlformats.org/officeDocument/2006/relationships/oleObject" Target="../embeddings/oleObject485.bin"/><Relationship Id="rId3" Type="http://schemas.openxmlformats.org/officeDocument/2006/relationships/oleObject" Target="../embeddings/oleObject475.bin"/><Relationship Id="rId7" Type="http://schemas.openxmlformats.org/officeDocument/2006/relationships/oleObject" Target="../embeddings/oleObject479.bin"/><Relationship Id="rId12" Type="http://schemas.openxmlformats.org/officeDocument/2006/relationships/oleObject" Target="../embeddings/oleObject48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0.vml"/><Relationship Id="rId6" Type="http://schemas.openxmlformats.org/officeDocument/2006/relationships/oleObject" Target="../embeddings/oleObject478.bin"/><Relationship Id="rId11" Type="http://schemas.openxmlformats.org/officeDocument/2006/relationships/oleObject" Target="../embeddings/oleObject483.bin"/><Relationship Id="rId5" Type="http://schemas.openxmlformats.org/officeDocument/2006/relationships/oleObject" Target="../embeddings/oleObject477.bin"/><Relationship Id="rId10" Type="http://schemas.openxmlformats.org/officeDocument/2006/relationships/oleObject" Target="../embeddings/oleObject482.bin"/><Relationship Id="rId4" Type="http://schemas.openxmlformats.org/officeDocument/2006/relationships/oleObject" Target="../embeddings/oleObject476.bin"/><Relationship Id="rId9" Type="http://schemas.openxmlformats.org/officeDocument/2006/relationships/oleObject" Target="../embeddings/oleObject481.bin"/><Relationship Id="rId14" Type="http://schemas.openxmlformats.org/officeDocument/2006/relationships/oleObject" Target="../embeddings/oleObject486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2.bin"/><Relationship Id="rId13" Type="http://schemas.openxmlformats.org/officeDocument/2006/relationships/oleObject" Target="../embeddings/oleObject497.bin"/><Relationship Id="rId3" Type="http://schemas.openxmlformats.org/officeDocument/2006/relationships/oleObject" Target="../embeddings/oleObject487.bin"/><Relationship Id="rId7" Type="http://schemas.openxmlformats.org/officeDocument/2006/relationships/oleObject" Target="../embeddings/oleObject491.bin"/><Relationship Id="rId12" Type="http://schemas.openxmlformats.org/officeDocument/2006/relationships/oleObject" Target="../embeddings/oleObject49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1.vml"/><Relationship Id="rId6" Type="http://schemas.openxmlformats.org/officeDocument/2006/relationships/oleObject" Target="../embeddings/oleObject490.bin"/><Relationship Id="rId11" Type="http://schemas.openxmlformats.org/officeDocument/2006/relationships/oleObject" Target="../embeddings/oleObject495.bin"/><Relationship Id="rId5" Type="http://schemas.openxmlformats.org/officeDocument/2006/relationships/oleObject" Target="../embeddings/oleObject489.bin"/><Relationship Id="rId10" Type="http://schemas.openxmlformats.org/officeDocument/2006/relationships/oleObject" Target="../embeddings/oleObject494.bin"/><Relationship Id="rId4" Type="http://schemas.openxmlformats.org/officeDocument/2006/relationships/oleObject" Target="../embeddings/oleObject488.bin"/><Relationship Id="rId9" Type="http://schemas.openxmlformats.org/officeDocument/2006/relationships/oleObject" Target="../embeddings/oleObject493.bin"/><Relationship Id="rId14" Type="http://schemas.openxmlformats.org/officeDocument/2006/relationships/oleObject" Target="../embeddings/oleObject498.bin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4.bin"/><Relationship Id="rId13" Type="http://schemas.openxmlformats.org/officeDocument/2006/relationships/oleObject" Target="../embeddings/oleObject509.bin"/><Relationship Id="rId3" Type="http://schemas.openxmlformats.org/officeDocument/2006/relationships/oleObject" Target="../embeddings/oleObject499.bin"/><Relationship Id="rId7" Type="http://schemas.openxmlformats.org/officeDocument/2006/relationships/oleObject" Target="../embeddings/oleObject503.bin"/><Relationship Id="rId12" Type="http://schemas.openxmlformats.org/officeDocument/2006/relationships/oleObject" Target="../embeddings/oleObject50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2.vml"/><Relationship Id="rId6" Type="http://schemas.openxmlformats.org/officeDocument/2006/relationships/oleObject" Target="../embeddings/oleObject502.bin"/><Relationship Id="rId11" Type="http://schemas.openxmlformats.org/officeDocument/2006/relationships/oleObject" Target="../embeddings/oleObject507.bin"/><Relationship Id="rId5" Type="http://schemas.openxmlformats.org/officeDocument/2006/relationships/oleObject" Target="../embeddings/oleObject501.bin"/><Relationship Id="rId10" Type="http://schemas.openxmlformats.org/officeDocument/2006/relationships/oleObject" Target="../embeddings/oleObject506.bin"/><Relationship Id="rId4" Type="http://schemas.openxmlformats.org/officeDocument/2006/relationships/oleObject" Target="../embeddings/oleObject500.bin"/><Relationship Id="rId9" Type="http://schemas.openxmlformats.org/officeDocument/2006/relationships/oleObject" Target="../embeddings/oleObject505.bin"/><Relationship Id="rId14" Type="http://schemas.openxmlformats.org/officeDocument/2006/relationships/oleObject" Target="../embeddings/oleObject510.bin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16.bin"/><Relationship Id="rId13" Type="http://schemas.openxmlformats.org/officeDocument/2006/relationships/oleObject" Target="../embeddings/oleObject521.bin"/><Relationship Id="rId3" Type="http://schemas.openxmlformats.org/officeDocument/2006/relationships/oleObject" Target="../embeddings/oleObject511.bin"/><Relationship Id="rId7" Type="http://schemas.openxmlformats.org/officeDocument/2006/relationships/oleObject" Target="../embeddings/oleObject515.bin"/><Relationship Id="rId12" Type="http://schemas.openxmlformats.org/officeDocument/2006/relationships/oleObject" Target="../embeddings/oleObject5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3.vml"/><Relationship Id="rId6" Type="http://schemas.openxmlformats.org/officeDocument/2006/relationships/oleObject" Target="../embeddings/oleObject514.bin"/><Relationship Id="rId11" Type="http://schemas.openxmlformats.org/officeDocument/2006/relationships/oleObject" Target="../embeddings/oleObject519.bin"/><Relationship Id="rId5" Type="http://schemas.openxmlformats.org/officeDocument/2006/relationships/oleObject" Target="../embeddings/oleObject513.bin"/><Relationship Id="rId10" Type="http://schemas.openxmlformats.org/officeDocument/2006/relationships/oleObject" Target="../embeddings/oleObject518.bin"/><Relationship Id="rId4" Type="http://schemas.openxmlformats.org/officeDocument/2006/relationships/oleObject" Target="../embeddings/oleObject512.bin"/><Relationship Id="rId9" Type="http://schemas.openxmlformats.org/officeDocument/2006/relationships/oleObject" Target="../embeddings/oleObject517.bin"/><Relationship Id="rId14" Type="http://schemas.openxmlformats.org/officeDocument/2006/relationships/oleObject" Target="../embeddings/oleObject522.bin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8.bin"/><Relationship Id="rId13" Type="http://schemas.openxmlformats.org/officeDocument/2006/relationships/oleObject" Target="../embeddings/oleObject533.bin"/><Relationship Id="rId3" Type="http://schemas.openxmlformats.org/officeDocument/2006/relationships/oleObject" Target="../embeddings/oleObject523.bin"/><Relationship Id="rId7" Type="http://schemas.openxmlformats.org/officeDocument/2006/relationships/oleObject" Target="../embeddings/oleObject527.bin"/><Relationship Id="rId12" Type="http://schemas.openxmlformats.org/officeDocument/2006/relationships/oleObject" Target="../embeddings/oleObject53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4.vml"/><Relationship Id="rId6" Type="http://schemas.openxmlformats.org/officeDocument/2006/relationships/oleObject" Target="../embeddings/oleObject526.bin"/><Relationship Id="rId11" Type="http://schemas.openxmlformats.org/officeDocument/2006/relationships/oleObject" Target="../embeddings/oleObject531.bin"/><Relationship Id="rId5" Type="http://schemas.openxmlformats.org/officeDocument/2006/relationships/oleObject" Target="../embeddings/oleObject525.bin"/><Relationship Id="rId10" Type="http://schemas.openxmlformats.org/officeDocument/2006/relationships/oleObject" Target="../embeddings/oleObject530.bin"/><Relationship Id="rId4" Type="http://schemas.openxmlformats.org/officeDocument/2006/relationships/oleObject" Target="../embeddings/oleObject524.bin"/><Relationship Id="rId9" Type="http://schemas.openxmlformats.org/officeDocument/2006/relationships/oleObject" Target="../embeddings/oleObject529.bin"/><Relationship Id="rId14" Type="http://schemas.openxmlformats.org/officeDocument/2006/relationships/oleObject" Target="../embeddings/oleObject534.bin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0.bin"/><Relationship Id="rId3" Type="http://schemas.openxmlformats.org/officeDocument/2006/relationships/oleObject" Target="../embeddings/oleObject535.bin"/><Relationship Id="rId7" Type="http://schemas.openxmlformats.org/officeDocument/2006/relationships/oleObject" Target="../embeddings/oleObject53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5.vml"/><Relationship Id="rId6" Type="http://schemas.openxmlformats.org/officeDocument/2006/relationships/oleObject" Target="../embeddings/oleObject538.bin"/><Relationship Id="rId11" Type="http://schemas.openxmlformats.org/officeDocument/2006/relationships/oleObject" Target="../embeddings/oleObject543.bin"/><Relationship Id="rId5" Type="http://schemas.openxmlformats.org/officeDocument/2006/relationships/oleObject" Target="../embeddings/oleObject537.bin"/><Relationship Id="rId10" Type="http://schemas.openxmlformats.org/officeDocument/2006/relationships/oleObject" Target="../embeddings/oleObject542.bin"/><Relationship Id="rId4" Type="http://schemas.openxmlformats.org/officeDocument/2006/relationships/oleObject" Target="../embeddings/oleObject536.bin"/><Relationship Id="rId9" Type="http://schemas.openxmlformats.org/officeDocument/2006/relationships/oleObject" Target="../embeddings/oleObject541.bin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9.bin"/><Relationship Id="rId3" Type="http://schemas.openxmlformats.org/officeDocument/2006/relationships/oleObject" Target="../embeddings/oleObject544.bin"/><Relationship Id="rId7" Type="http://schemas.openxmlformats.org/officeDocument/2006/relationships/oleObject" Target="../embeddings/oleObject54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6.vml"/><Relationship Id="rId6" Type="http://schemas.openxmlformats.org/officeDocument/2006/relationships/oleObject" Target="../embeddings/oleObject547.bin"/><Relationship Id="rId5" Type="http://schemas.openxmlformats.org/officeDocument/2006/relationships/oleObject" Target="../embeddings/oleObject546.bin"/><Relationship Id="rId4" Type="http://schemas.openxmlformats.org/officeDocument/2006/relationships/oleObject" Target="../embeddings/oleObject545.bin"/><Relationship Id="rId9" Type="http://schemas.openxmlformats.org/officeDocument/2006/relationships/oleObject" Target="../embeddings/oleObject550.bin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6.bin"/><Relationship Id="rId3" Type="http://schemas.openxmlformats.org/officeDocument/2006/relationships/oleObject" Target="../embeddings/oleObject551.bin"/><Relationship Id="rId7" Type="http://schemas.openxmlformats.org/officeDocument/2006/relationships/oleObject" Target="../embeddings/oleObject55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7.vml"/><Relationship Id="rId6" Type="http://schemas.openxmlformats.org/officeDocument/2006/relationships/oleObject" Target="../embeddings/oleObject554.bin"/><Relationship Id="rId5" Type="http://schemas.openxmlformats.org/officeDocument/2006/relationships/oleObject" Target="../embeddings/oleObject553.bin"/><Relationship Id="rId10" Type="http://schemas.openxmlformats.org/officeDocument/2006/relationships/oleObject" Target="../embeddings/oleObject558.bin"/><Relationship Id="rId4" Type="http://schemas.openxmlformats.org/officeDocument/2006/relationships/oleObject" Target="../embeddings/oleObject552.bin"/><Relationship Id="rId9" Type="http://schemas.openxmlformats.org/officeDocument/2006/relationships/oleObject" Target="../embeddings/oleObject557.bin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4.bin"/><Relationship Id="rId3" Type="http://schemas.openxmlformats.org/officeDocument/2006/relationships/oleObject" Target="../embeddings/oleObject559.bin"/><Relationship Id="rId7" Type="http://schemas.openxmlformats.org/officeDocument/2006/relationships/oleObject" Target="../embeddings/oleObject56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8.vml"/><Relationship Id="rId6" Type="http://schemas.openxmlformats.org/officeDocument/2006/relationships/oleObject" Target="../embeddings/oleObject562.bin"/><Relationship Id="rId5" Type="http://schemas.openxmlformats.org/officeDocument/2006/relationships/oleObject" Target="../embeddings/oleObject561.bin"/><Relationship Id="rId4" Type="http://schemas.openxmlformats.org/officeDocument/2006/relationships/oleObject" Target="../embeddings/oleObject560.bin"/><Relationship Id="rId9" Type="http://schemas.openxmlformats.org/officeDocument/2006/relationships/oleObject" Target="../embeddings/oleObject565.bin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1.bin"/><Relationship Id="rId13" Type="http://schemas.openxmlformats.org/officeDocument/2006/relationships/oleObject" Target="../embeddings/oleObject576.bin"/><Relationship Id="rId3" Type="http://schemas.openxmlformats.org/officeDocument/2006/relationships/oleObject" Target="../embeddings/oleObject566.bin"/><Relationship Id="rId7" Type="http://schemas.openxmlformats.org/officeDocument/2006/relationships/oleObject" Target="../embeddings/oleObject570.bin"/><Relationship Id="rId12" Type="http://schemas.openxmlformats.org/officeDocument/2006/relationships/oleObject" Target="../embeddings/oleObject57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9.vml"/><Relationship Id="rId6" Type="http://schemas.openxmlformats.org/officeDocument/2006/relationships/oleObject" Target="../embeddings/oleObject569.bin"/><Relationship Id="rId11" Type="http://schemas.openxmlformats.org/officeDocument/2006/relationships/oleObject" Target="../embeddings/oleObject574.bin"/><Relationship Id="rId5" Type="http://schemas.openxmlformats.org/officeDocument/2006/relationships/oleObject" Target="../embeddings/oleObject568.bin"/><Relationship Id="rId15" Type="http://schemas.openxmlformats.org/officeDocument/2006/relationships/oleObject" Target="../embeddings/oleObject578.bin"/><Relationship Id="rId10" Type="http://schemas.openxmlformats.org/officeDocument/2006/relationships/oleObject" Target="../embeddings/oleObject573.bin"/><Relationship Id="rId4" Type="http://schemas.openxmlformats.org/officeDocument/2006/relationships/oleObject" Target="../embeddings/oleObject567.bin"/><Relationship Id="rId9" Type="http://schemas.openxmlformats.org/officeDocument/2006/relationships/oleObject" Target="../embeddings/oleObject572.bin"/><Relationship Id="rId14" Type="http://schemas.openxmlformats.org/officeDocument/2006/relationships/oleObject" Target="../embeddings/oleObject577.bin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84.bin"/><Relationship Id="rId3" Type="http://schemas.openxmlformats.org/officeDocument/2006/relationships/oleObject" Target="../embeddings/oleObject579.bin"/><Relationship Id="rId7" Type="http://schemas.openxmlformats.org/officeDocument/2006/relationships/oleObject" Target="../embeddings/oleObject58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0.vml"/><Relationship Id="rId6" Type="http://schemas.openxmlformats.org/officeDocument/2006/relationships/oleObject" Target="../embeddings/oleObject582.bin"/><Relationship Id="rId5" Type="http://schemas.openxmlformats.org/officeDocument/2006/relationships/oleObject" Target="../embeddings/oleObject581.bin"/><Relationship Id="rId10" Type="http://schemas.openxmlformats.org/officeDocument/2006/relationships/oleObject" Target="../embeddings/oleObject586.bin"/><Relationship Id="rId4" Type="http://schemas.openxmlformats.org/officeDocument/2006/relationships/oleObject" Target="../embeddings/oleObject580.bin"/><Relationship Id="rId9" Type="http://schemas.openxmlformats.org/officeDocument/2006/relationships/oleObject" Target="../embeddings/oleObject585.bin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2.bin"/><Relationship Id="rId3" Type="http://schemas.openxmlformats.org/officeDocument/2006/relationships/oleObject" Target="../embeddings/oleObject587.bin"/><Relationship Id="rId7" Type="http://schemas.openxmlformats.org/officeDocument/2006/relationships/oleObject" Target="../embeddings/oleObject59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1.vml"/><Relationship Id="rId6" Type="http://schemas.openxmlformats.org/officeDocument/2006/relationships/oleObject" Target="../embeddings/oleObject590.bin"/><Relationship Id="rId11" Type="http://schemas.openxmlformats.org/officeDocument/2006/relationships/oleObject" Target="../embeddings/oleObject595.bin"/><Relationship Id="rId5" Type="http://schemas.openxmlformats.org/officeDocument/2006/relationships/oleObject" Target="../embeddings/oleObject589.bin"/><Relationship Id="rId10" Type="http://schemas.openxmlformats.org/officeDocument/2006/relationships/oleObject" Target="../embeddings/oleObject594.bin"/><Relationship Id="rId4" Type="http://schemas.openxmlformats.org/officeDocument/2006/relationships/oleObject" Target="../embeddings/oleObject588.bin"/><Relationship Id="rId9" Type="http://schemas.openxmlformats.org/officeDocument/2006/relationships/oleObject" Target="../embeddings/oleObject593.bin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1.bin"/><Relationship Id="rId3" Type="http://schemas.openxmlformats.org/officeDocument/2006/relationships/oleObject" Target="../embeddings/oleObject596.bin"/><Relationship Id="rId7" Type="http://schemas.openxmlformats.org/officeDocument/2006/relationships/oleObject" Target="../embeddings/oleObject60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2.vml"/><Relationship Id="rId6" Type="http://schemas.openxmlformats.org/officeDocument/2006/relationships/oleObject" Target="../embeddings/oleObject599.bin"/><Relationship Id="rId5" Type="http://schemas.openxmlformats.org/officeDocument/2006/relationships/oleObject" Target="../embeddings/oleObject598.bin"/><Relationship Id="rId10" Type="http://schemas.openxmlformats.org/officeDocument/2006/relationships/oleObject" Target="../embeddings/oleObject603.bin"/><Relationship Id="rId4" Type="http://schemas.openxmlformats.org/officeDocument/2006/relationships/oleObject" Target="../embeddings/oleObject597.bin"/><Relationship Id="rId9" Type="http://schemas.openxmlformats.org/officeDocument/2006/relationships/oleObject" Target="../embeddings/oleObject602.bin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9.bin"/><Relationship Id="rId3" Type="http://schemas.openxmlformats.org/officeDocument/2006/relationships/oleObject" Target="../embeddings/oleObject604.bin"/><Relationship Id="rId7" Type="http://schemas.openxmlformats.org/officeDocument/2006/relationships/oleObject" Target="../embeddings/oleObject60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3.vml"/><Relationship Id="rId6" Type="http://schemas.openxmlformats.org/officeDocument/2006/relationships/oleObject" Target="../embeddings/oleObject607.bin"/><Relationship Id="rId5" Type="http://schemas.openxmlformats.org/officeDocument/2006/relationships/oleObject" Target="../embeddings/oleObject606.bin"/><Relationship Id="rId10" Type="http://schemas.openxmlformats.org/officeDocument/2006/relationships/oleObject" Target="../embeddings/oleObject611.bin"/><Relationship Id="rId4" Type="http://schemas.openxmlformats.org/officeDocument/2006/relationships/oleObject" Target="../embeddings/oleObject605.bin"/><Relationship Id="rId9" Type="http://schemas.openxmlformats.org/officeDocument/2006/relationships/oleObject" Target="../embeddings/oleObject610.bin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17.bin"/><Relationship Id="rId3" Type="http://schemas.openxmlformats.org/officeDocument/2006/relationships/oleObject" Target="../embeddings/oleObject612.bin"/><Relationship Id="rId7" Type="http://schemas.openxmlformats.org/officeDocument/2006/relationships/oleObject" Target="../embeddings/oleObject6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4.vml"/><Relationship Id="rId6" Type="http://schemas.openxmlformats.org/officeDocument/2006/relationships/oleObject" Target="../embeddings/oleObject615.bin"/><Relationship Id="rId5" Type="http://schemas.openxmlformats.org/officeDocument/2006/relationships/oleObject" Target="../embeddings/oleObject614.bin"/><Relationship Id="rId10" Type="http://schemas.openxmlformats.org/officeDocument/2006/relationships/oleObject" Target="../embeddings/oleObject619.bin"/><Relationship Id="rId4" Type="http://schemas.openxmlformats.org/officeDocument/2006/relationships/oleObject" Target="../embeddings/oleObject613.bin"/><Relationship Id="rId9" Type="http://schemas.openxmlformats.org/officeDocument/2006/relationships/oleObject" Target="../embeddings/oleObject618.bin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5.bin"/><Relationship Id="rId13" Type="http://schemas.openxmlformats.org/officeDocument/2006/relationships/oleObject" Target="../embeddings/oleObject630.bin"/><Relationship Id="rId3" Type="http://schemas.openxmlformats.org/officeDocument/2006/relationships/oleObject" Target="../embeddings/oleObject620.bin"/><Relationship Id="rId7" Type="http://schemas.openxmlformats.org/officeDocument/2006/relationships/oleObject" Target="../embeddings/oleObject624.bin"/><Relationship Id="rId12" Type="http://schemas.openxmlformats.org/officeDocument/2006/relationships/oleObject" Target="../embeddings/oleObject629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633.bin"/><Relationship Id="rId1" Type="http://schemas.openxmlformats.org/officeDocument/2006/relationships/vmlDrawing" Target="../drawings/vmlDrawing65.vml"/><Relationship Id="rId6" Type="http://schemas.openxmlformats.org/officeDocument/2006/relationships/oleObject" Target="../embeddings/oleObject623.bin"/><Relationship Id="rId11" Type="http://schemas.openxmlformats.org/officeDocument/2006/relationships/oleObject" Target="../embeddings/oleObject628.bin"/><Relationship Id="rId5" Type="http://schemas.openxmlformats.org/officeDocument/2006/relationships/oleObject" Target="../embeddings/oleObject622.bin"/><Relationship Id="rId15" Type="http://schemas.openxmlformats.org/officeDocument/2006/relationships/oleObject" Target="../embeddings/oleObject632.bin"/><Relationship Id="rId10" Type="http://schemas.openxmlformats.org/officeDocument/2006/relationships/oleObject" Target="../embeddings/oleObject627.bin"/><Relationship Id="rId4" Type="http://schemas.openxmlformats.org/officeDocument/2006/relationships/oleObject" Target="../embeddings/oleObject621.bin"/><Relationship Id="rId9" Type="http://schemas.openxmlformats.org/officeDocument/2006/relationships/oleObject" Target="../embeddings/oleObject626.bin"/><Relationship Id="rId14" Type="http://schemas.openxmlformats.org/officeDocument/2006/relationships/oleObject" Target="../embeddings/oleObject631.bin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9.bin"/><Relationship Id="rId13" Type="http://schemas.openxmlformats.org/officeDocument/2006/relationships/oleObject" Target="../embeddings/oleObject644.bin"/><Relationship Id="rId3" Type="http://schemas.openxmlformats.org/officeDocument/2006/relationships/oleObject" Target="../embeddings/oleObject634.bin"/><Relationship Id="rId7" Type="http://schemas.openxmlformats.org/officeDocument/2006/relationships/oleObject" Target="../embeddings/oleObject638.bin"/><Relationship Id="rId12" Type="http://schemas.openxmlformats.org/officeDocument/2006/relationships/oleObject" Target="../embeddings/oleObject64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6.vml"/><Relationship Id="rId6" Type="http://schemas.openxmlformats.org/officeDocument/2006/relationships/oleObject" Target="../embeddings/oleObject637.bin"/><Relationship Id="rId11" Type="http://schemas.openxmlformats.org/officeDocument/2006/relationships/oleObject" Target="../embeddings/oleObject642.bin"/><Relationship Id="rId5" Type="http://schemas.openxmlformats.org/officeDocument/2006/relationships/oleObject" Target="../embeddings/oleObject636.bin"/><Relationship Id="rId15" Type="http://schemas.openxmlformats.org/officeDocument/2006/relationships/oleObject" Target="../embeddings/oleObject646.bin"/><Relationship Id="rId10" Type="http://schemas.openxmlformats.org/officeDocument/2006/relationships/oleObject" Target="../embeddings/oleObject641.bin"/><Relationship Id="rId4" Type="http://schemas.openxmlformats.org/officeDocument/2006/relationships/oleObject" Target="../embeddings/oleObject635.bin"/><Relationship Id="rId9" Type="http://schemas.openxmlformats.org/officeDocument/2006/relationships/oleObject" Target="../embeddings/oleObject640.bin"/><Relationship Id="rId14" Type="http://schemas.openxmlformats.org/officeDocument/2006/relationships/oleObject" Target="../embeddings/oleObject645.bin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52.bin"/><Relationship Id="rId13" Type="http://schemas.openxmlformats.org/officeDocument/2006/relationships/oleObject" Target="../embeddings/oleObject657.bin"/><Relationship Id="rId3" Type="http://schemas.openxmlformats.org/officeDocument/2006/relationships/oleObject" Target="../embeddings/oleObject647.bin"/><Relationship Id="rId7" Type="http://schemas.openxmlformats.org/officeDocument/2006/relationships/oleObject" Target="../embeddings/oleObject651.bin"/><Relationship Id="rId12" Type="http://schemas.openxmlformats.org/officeDocument/2006/relationships/oleObject" Target="../embeddings/oleObject65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7.vml"/><Relationship Id="rId6" Type="http://schemas.openxmlformats.org/officeDocument/2006/relationships/oleObject" Target="../embeddings/oleObject650.bin"/><Relationship Id="rId11" Type="http://schemas.openxmlformats.org/officeDocument/2006/relationships/oleObject" Target="../embeddings/oleObject655.bin"/><Relationship Id="rId5" Type="http://schemas.openxmlformats.org/officeDocument/2006/relationships/oleObject" Target="../embeddings/oleObject649.bin"/><Relationship Id="rId15" Type="http://schemas.openxmlformats.org/officeDocument/2006/relationships/oleObject" Target="../embeddings/oleObject659.bin"/><Relationship Id="rId10" Type="http://schemas.openxmlformats.org/officeDocument/2006/relationships/oleObject" Target="../embeddings/oleObject654.bin"/><Relationship Id="rId4" Type="http://schemas.openxmlformats.org/officeDocument/2006/relationships/oleObject" Target="../embeddings/oleObject648.bin"/><Relationship Id="rId9" Type="http://schemas.openxmlformats.org/officeDocument/2006/relationships/oleObject" Target="../embeddings/oleObject653.bin"/><Relationship Id="rId14" Type="http://schemas.openxmlformats.org/officeDocument/2006/relationships/oleObject" Target="../embeddings/oleObject658.bin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65.bin"/><Relationship Id="rId13" Type="http://schemas.openxmlformats.org/officeDocument/2006/relationships/oleObject" Target="../embeddings/oleObject670.bin"/><Relationship Id="rId3" Type="http://schemas.openxmlformats.org/officeDocument/2006/relationships/oleObject" Target="../embeddings/oleObject660.bin"/><Relationship Id="rId7" Type="http://schemas.openxmlformats.org/officeDocument/2006/relationships/oleObject" Target="../embeddings/oleObject664.bin"/><Relationship Id="rId12" Type="http://schemas.openxmlformats.org/officeDocument/2006/relationships/oleObject" Target="../embeddings/oleObject66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8.vml"/><Relationship Id="rId6" Type="http://schemas.openxmlformats.org/officeDocument/2006/relationships/oleObject" Target="../embeddings/oleObject663.bin"/><Relationship Id="rId11" Type="http://schemas.openxmlformats.org/officeDocument/2006/relationships/oleObject" Target="../embeddings/oleObject668.bin"/><Relationship Id="rId5" Type="http://schemas.openxmlformats.org/officeDocument/2006/relationships/oleObject" Target="../embeddings/oleObject662.bin"/><Relationship Id="rId15" Type="http://schemas.openxmlformats.org/officeDocument/2006/relationships/oleObject" Target="../embeddings/oleObject672.bin"/><Relationship Id="rId10" Type="http://schemas.openxmlformats.org/officeDocument/2006/relationships/oleObject" Target="../embeddings/oleObject667.bin"/><Relationship Id="rId4" Type="http://schemas.openxmlformats.org/officeDocument/2006/relationships/oleObject" Target="../embeddings/oleObject661.bin"/><Relationship Id="rId9" Type="http://schemas.openxmlformats.org/officeDocument/2006/relationships/oleObject" Target="../embeddings/oleObject666.bin"/><Relationship Id="rId14" Type="http://schemas.openxmlformats.org/officeDocument/2006/relationships/oleObject" Target="../embeddings/oleObject671.bin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78.bin"/><Relationship Id="rId13" Type="http://schemas.openxmlformats.org/officeDocument/2006/relationships/oleObject" Target="../embeddings/oleObject683.bin"/><Relationship Id="rId18" Type="http://schemas.openxmlformats.org/officeDocument/2006/relationships/oleObject" Target="../embeddings/oleObject688.bin"/><Relationship Id="rId3" Type="http://schemas.openxmlformats.org/officeDocument/2006/relationships/oleObject" Target="../embeddings/oleObject673.bin"/><Relationship Id="rId21" Type="http://schemas.openxmlformats.org/officeDocument/2006/relationships/oleObject" Target="../embeddings/oleObject691.bin"/><Relationship Id="rId7" Type="http://schemas.openxmlformats.org/officeDocument/2006/relationships/oleObject" Target="../embeddings/oleObject677.bin"/><Relationship Id="rId12" Type="http://schemas.openxmlformats.org/officeDocument/2006/relationships/oleObject" Target="../embeddings/oleObject682.bin"/><Relationship Id="rId17" Type="http://schemas.openxmlformats.org/officeDocument/2006/relationships/oleObject" Target="../embeddings/oleObject687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686.bin"/><Relationship Id="rId20" Type="http://schemas.openxmlformats.org/officeDocument/2006/relationships/oleObject" Target="../embeddings/oleObject690.bin"/><Relationship Id="rId1" Type="http://schemas.openxmlformats.org/officeDocument/2006/relationships/vmlDrawing" Target="../drawings/vmlDrawing69.vml"/><Relationship Id="rId6" Type="http://schemas.openxmlformats.org/officeDocument/2006/relationships/oleObject" Target="../embeddings/oleObject676.bin"/><Relationship Id="rId11" Type="http://schemas.openxmlformats.org/officeDocument/2006/relationships/oleObject" Target="../embeddings/oleObject681.bin"/><Relationship Id="rId5" Type="http://schemas.openxmlformats.org/officeDocument/2006/relationships/oleObject" Target="../embeddings/oleObject675.bin"/><Relationship Id="rId15" Type="http://schemas.openxmlformats.org/officeDocument/2006/relationships/oleObject" Target="../embeddings/oleObject685.bin"/><Relationship Id="rId10" Type="http://schemas.openxmlformats.org/officeDocument/2006/relationships/oleObject" Target="../embeddings/oleObject680.bin"/><Relationship Id="rId19" Type="http://schemas.openxmlformats.org/officeDocument/2006/relationships/oleObject" Target="../embeddings/oleObject689.bin"/><Relationship Id="rId4" Type="http://schemas.openxmlformats.org/officeDocument/2006/relationships/oleObject" Target="../embeddings/oleObject674.bin"/><Relationship Id="rId9" Type="http://schemas.openxmlformats.org/officeDocument/2006/relationships/oleObject" Target="../embeddings/oleObject679.bin"/><Relationship Id="rId14" Type="http://schemas.openxmlformats.org/officeDocument/2006/relationships/oleObject" Target="../embeddings/oleObject684.bin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7.bin"/><Relationship Id="rId13" Type="http://schemas.openxmlformats.org/officeDocument/2006/relationships/oleObject" Target="../embeddings/oleObject702.bin"/><Relationship Id="rId18" Type="http://schemas.openxmlformats.org/officeDocument/2006/relationships/oleObject" Target="../embeddings/oleObject707.bin"/><Relationship Id="rId3" Type="http://schemas.openxmlformats.org/officeDocument/2006/relationships/oleObject" Target="../embeddings/oleObject692.bin"/><Relationship Id="rId7" Type="http://schemas.openxmlformats.org/officeDocument/2006/relationships/oleObject" Target="../embeddings/oleObject696.bin"/><Relationship Id="rId12" Type="http://schemas.openxmlformats.org/officeDocument/2006/relationships/oleObject" Target="../embeddings/oleObject701.bin"/><Relationship Id="rId17" Type="http://schemas.openxmlformats.org/officeDocument/2006/relationships/oleObject" Target="../embeddings/oleObject706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05.bin"/><Relationship Id="rId20" Type="http://schemas.openxmlformats.org/officeDocument/2006/relationships/oleObject" Target="../embeddings/oleObject709.bin"/><Relationship Id="rId1" Type="http://schemas.openxmlformats.org/officeDocument/2006/relationships/vmlDrawing" Target="../drawings/vmlDrawing70.vml"/><Relationship Id="rId6" Type="http://schemas.openxmlformats.org/officeDocument/2006/relationships/oleObject" Target="../embeddings/oleObject695.bin"/><Relationship Id="rId11" Type="http://schemas.openxmlformats.org/officeDocument/2006/relationships/oleObject" Target="../embeddings/oleObject700.bin"/><Relationship Id="rId5" Type="http://schemas.openxmlformats.org/officeDocument/2006/relationships/oleObject" Target="../embeddings/oleObject694.bin"/><Relationship Id="rId15" Type="http://schemas.openxmlformats.org/officeDocument/2006/relationships/oleObject" Target="../embeddings/oleObject704.bin"/><Relationship Id="rId10" Type="http://schemas.openxmlformats.org/officeDocument/2006/relationships/oleObject" Target="../embeddings/oleObject699.bin"/><Relationship Id="rId19" Type="http://schemas.openxmlformats.org/officeDocument/2006/relationships/oleObject" Target="../embeddings/oleObject708.bin"/><Relationship Id="rId4" Type="http://schemas.openxmlformats.org/officeDocument/2006/relationships/oleObject" Target="../embeddings/oleObject693.bin"/><Relationship Id="rId9" Type="http://schemas.openxmlformats.org/officeDocument/2006/relationships/oleObject" Target="../embeddings/oleObject698.bin"/><Relationship Id="rId14" Type="http://schemas.openxmlformats.org/officeDocument/2006/relationships/oleObject" Target="../embeddings/oleObject703.bin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15.bin"/><Relationship Id="rId13" Type="http://schemas.openxmlformats.org/officeDocument/2006/relationships/oleObject" Target="../embeddings/oleObject720.bin"/><Relationship Id="rId18" Type="http://schemas.openxmlformats.org/officeDocument/2006/relationships/oleObject" Target="../embeddings/oleObject725.bin"/><Relationship Id="rId3" Type="http://schemas.openxmlformats.org/officeDocument/2006/relationships/oleObject" Target="../embeddings/oleObject710.bin"/><Relationship Id="rId7" Type="http://schemas.openxmlformats.org/officeDocument/2006/relationships/oleObject" Target="../embeddings/oleObject714.bin"/><Relationship Id="rId12" Type="http://schemas.openxmlformats.org/officeDocument/2006/relationships/oleObject" Target="../embeddings/oleObject719.bin"/><Relationship Id="rId17" Type="http://schemas.openxmlformats.org/officeDocument/2006/relationships/oleObject" Target="../embeddings/oleObject724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723.bin"/><Relationship Id="rId20" Type="http://schemas.openxmlformats.org/officeDocument/2006/relationships/oleObject" Target="../embeddings/oleObject727.bin"/><Relationship Id="rId1" Type="http://schemas.openxmlformats.org/officeDocument/2006/relationships/vmlDrawing" Target="../drawings/vmlDrawing71.vml"/><Relationship Id="rId6" Type="http://schemas.openxmlformats.org/officeDocument/2006/relationships/oleObject" Target="../embeddings/oleObject713.bin"/><Relationship Id="rId11" Type="http://schemas.openxmlformats.org/officeDocument/2006/relationships/oleObject" Target="../embeddings/oleObject718.bin"/><Relationship Id="rId5" Type="http://schemas.openxmlformats.org/officeDocument/2006/relationships/oleObject" Target="../embeddings/oleObject712.bin"/><Relationship Id="rId15" Type="http://schemas.openxmlformats.org/officeDocument/2006/relationships/oleObject" Target="../embeddings/oleObject722.bin"/><Relationship Id="rId10" Type="http://schemas.openxmlformats.org/officeDocument/2006/relationships/oleObject" Target="../embeddings/oleObject717.bin"/><Relationship Id="rId19" Type="http://schemas.openxmlformats.org/officeDocument/2006/relationships/oleObject" Target="../embeddings/oleObject726.bin"/><Relationship Id="rId4" Type="http://schemas.openxmlformats.org/officeDocument/2006/relationships/oleObject" Target="../embeddings/oleObject711.bin"/><Relationship Id="rId9" Type="http://schemas.openxmlformats.org/officeDocument/2006/relationships/oleObject" Target="../embeddings/oleObject716.bin"/><Relationship Id="rId14" Type="http://schemas.openxmlformats.org/officeDocument/2006/relationships/oleObject" Target="../embeddings/oleObject721.bin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33.bin"/><Relationship Id="rId13" Type="http://schemas.openxmlformats.org/officeDocument/2006/relationships/oleObject" Target="../embeddings/oleObject738.bin"/><Relationship Id="rId18" Type="http://schemas.openxmlformats.org/officeDocument/2006/relationships/oleObject" Target="../embeddings/oleObject743.bin"/><Relationship Id="rId3" Type="http://schemas.openxmlformats.org/officeDocument/2006/relationships/oleObject" Target="../embeddings/oleObject728.bin"/><Relationship Id="rId7" Type="http://schemas.openxmlformats.org/officeDocument/2006/relationships/oleObject" Target="../embeddings/oleObject732.bin"/><Relationship Id="rId12" Type="http://schemas.openxmlformats.org/officeDocument/2006/relationships/oleObject" Target="../embeddings/oleObject737.bin"/><Relationship Id="rId17" Type="http://schemas.openxmlformats.org/officeDocument/2006/relationships/oleObject" Target="../embeddings/oleObject742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41.bin"/><Relationship Id="rId20" Type="http://schemas.openxmlformats.org/officeDocument/2006/relationships/oleObject" Target="../embeddings/oleObject745.bin"/><Relationship Id="rId1" Type="http://schemas.openxmlformats.org/officeDocument/2006/relationships/vmlDrawing" Target="../drawings/vmlDrawing72.vml"/><Relationship Id="rId6" Type="http://schemas.openxmlformats.org/officeDocument/2006/relationships/oleObject" Target="../embeddings/oleObject731.bin"/><Relationship Id="rId11" Type="http://schemas.openxmlformats.org/officeDocument/2006/relationships/oleObject" Target="../embeddings/oleObject736.bin"/><Relationship Id="rId5" Type="http://schemas.openxmlformats.org/officeDocument/2006/relationships/oleObject" Target="../embeddings/oleObject730.bin"/><Relationship Id="rId15" Type="http://schemas.openxmlformats.org/officeDocument/2006/relationships/oleObject" Target="../embeddings/oleObject740.bin"/><Relationship Id="rId10" Type="http://schemas.openxmlformats.org/officeDocument/2006/relationships/oleObject" Target="../embeddings/oleObject735.bin"/><Relationship Id="rId19" Type="http://schemas.openxmlformats.org/officeDocument/2006/relationships/oleObject" Target="../embeddings/oleObject744.bin"/><Relationship Id="rId4" Type="http://schemas.openxmlformats.org/officeDocument/2006/relationships/oleObject" Target="../embeddings/oleObject729.bin"/><Relationship Id="rId9" Type="http://schemas.openxmlformats.org/officeDocument/2006/relationships/oleObject" Target="../embeddings/oleObject734.bin"/><Relationship Id="rId14" Type="http://schemas.openxmlformats.org/officeDocument/2006/relationships/oleObject" Target="../embeddings/oleObject739.bin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1.bin"/><Relationship Id="rId13" Type="http://schemas.openxmlformats.org/officeDocument/2006/relationships/oleObject" Target="../embeddings/oleObject756.bin"/><Relationship Id="rId3" Type="http://schemas.openxmlformats.org/officeDocument/2006/relationships/oleObject" Target="../embeddings/oleObject746.bin"/><Relationship Id="rId7" Type="http://schemas.openxmlformats.org/officeDocument/2006/relationships/oleObject" Target="../embeddings/oleObject750.bin"/><Relationship Id="rId12" Type="http://schemas.openxmlformats.org/officeDocument/2006/relationships/oleObject" Target="../embeddings/oleObject755.bin"/><Relationship Id="rId17" Type="http://schemas.openxmlformats.org/officeDocument/2006/relationships/oleObject" Target="../embeddings/oleObject760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759.bin"/><Relationship Id="rId1" Type="http://schemas.openxmlformats.org/officeDocument/2006/relationships/vmlDrawing" Target="../drawings/vmlDrawing73.vml"/><Relationship Id="rId6" Type="http://schemas.openxmlformats.org/officeDocument/2006/relationships/oleObject" Target="../embeddings/oleObject749.bin"/><Relationship Id="rId11" Type="http://schemas.openxmlformats.org/officeDocument/2006/relationships/oleObject" Target="../embeddings/oleObject754.bin"/><Relationship Id="rId5" Type="http://schemas.openxmlformats.org/officeDocument/2006/relationships/oleObject" Target="../embeddings/oleObject748.bin"/><Relationship Id="rId15" Type="http://schemas.openxmlformats.org/officeDocument/2006/relationships/oleObject" Target="../embeddings/oleObject758.bin"/><Relationship Id="rId10" Type="http://schemas.openxmlformats.org/officeDocument/2006/relationships/oleObject" Target="../embeddings/oleObject753.bin"/><Relationship Id="rId4" Type="http://schemas.openxmlformats.org/officeDocument/2006/relationships/oleObject" Target="../embeddings/oleObject747.bin"/><Relationship Id="rId9" Type="http://schemas.openxmlformats.org/officeDocument/2006/relationships/oleObject" Target="../embeddings/oleObject752.bin"/><Relationship Id="rId14" Type="http://schemas.openxmlformats.org/officeDocument/2006/relationships/oleObject" Target="../embeddings/oleObject757.bin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6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4.vml"/><Relationship Id="rId6" Type="http://schemas.openxmlformats.org/officeDocument/2006/relationships/oleObject" Target="../embeddings/oleObject764.bin"/><Relationship Id="rId5" Type="http://schemas.openxmlformats.org/officeDocument/2006/relationships/oleObject" Target="../embeddings/oleObject763.bin"/><Relationship Id="rId4" Type="http://schemas.openxmlformats.org/officeDocument/2006/relationships/oleObject" Target="../embeddings/oleObject762.bin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70.bin"/><Relationship Id="rId3" Type="http://schemas.openxmlformats.org/officeDocument/2006/relationships/oleObject" Target="../embeddings/oleObject765.bin"/><Relationship Id="rId7" Type="http://schemas.openxmlformats.org/officeDocument/2006/relationships/oleObject" Target="../embeddings/oleObject769.bin"/><Relationship Id="rId12" Type="http://schemas.openxmlformats.org/officeDocument/2006/relationships/oleObject" Target="../embeddings/oleObject77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5.vml"/><Relationship Id="rId6" Type="http://schemas.openxmlformats.org/officeDocument/2006/relationships/oleObject" Target="../embeddings/oleObject768.bin"/><Relationship Id="rId11" Type="http://schemas.openxmlformats.org/officeDocument/2006/relationships/oleObject" Target="../embeddings/oleObject773.bin"/><Relationship Id="rId5" Type="http://schemas.openxmlformats.org/officeDocument/2006/relationships/oleObject" Target="../embeddings/oleObject767.bin"/><Relationship Id="rId10" Type="http://schemas.openxmlformats.org/officeDocument/2006/relationships/oleObject" Target="../embeddings/oleObject772.bin"/><Relationship Id="rId4" Type="http://schemas.openxmlformats.org/officeDocument/2006/relationships/oleObject" Target="../embeddings/oleObject766.bin"/><Relationship Id="rId9" Type="http://schemas.openxmlformats.org/officeDocument/2006/relationships/oleObject" Target="../embeddings/oleObject771.bin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7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6.vml"/><Relationship Id="rId5" Type="http://schemas.openxmlformats.org/officeDocument/2006/relationships/oleObject" Target="../embeddings/oleObject777.bin"/><Relationship Id="rId4" Type="http://schemas.openxmlformats.org/officeDocument/2006/relationships/oleObject" Target="../embeddings/oleObject776.bin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83.bin"/><Relationship Id="rId13" Type="http://schemas.openxmlformats.org/officeDocument/2006/relationships/oleObject" Target="../embeddings/oleObject788.bin"/><Relationship Id="rId18" Type="http://schemas.openxmlformats.org/officeDocument/2006/relationships/oleObject" Target="../embeddings/oleObject793.bin"/><Relationship Id="rId3" Type="http://schemas.openxmlformats.org/officeDocument/2006/relationships/oleObject" Target="../embeddings/oleObject778.bin"/><Relationship Id="rId7" Type="http://schemas.openxmlformats.org/officeDocument/2006/relationships/oleObject" Target="../embeddings/oleObject782.bin"/><Relationship Id="rId12" Type="http://schemas.openxmlformats.org/officeDocument/2006/relationships/oleObject" Target="../embeddings/oleObject787.bin"/><Relationship Id="rId17" Type="http://schemas.openxmlformats.org/officeDocument/2006/relationships/oleObject" Target="../embeddings/oleObject792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791.bin"/><Relationship Id="rId1" Type="http://schemas.openxmlformats.org/officeDocument/2006/relationships/vmlDrawing" Target="../drawings/vmlDrawing77.vml"/><Relationship Id="rId6" Type="http://schemas.openxmlformats.org/officeDocument/2006/relationships/oleObject" Target="../embeddings/oleObject781.bin"/><Relationship Id="rId11" Type="http://schemas.openxmlformats.org/officeDocument/2006/relationships/oleObject" Target="../embeddings/oleObject786.bin"/><Relationship Id="rId5" Type="http://schemas.openxmlformats.org/officeDocument/2006/relationships/oleObject" Target="../embeddings/oleObject780.bin"/><Relationship Id="rId15" Type="http://schemas.openxmlformats.org/officeDocument/2006/relationships/oleObject" Target="../embeddings/oleObject790.bin"/><Relationship Id="rId10" Type="http://schemas.openxmlformats.org/officeDocument/2006/relationships/oleObject" Target="../embeddings/oleObject785.bin"/><Relationship Id="rId4" Type="http://schemas.openxmlformats.org/officeDocument/2006/relationships/oleObject" Target="../embeddings/oleObject779.bin"/><Relationship Id="rId9" Type="http://schemas.openxmlformats.org/officeDocument/2006/relationships/oleObject" Target="../embeddings/oleObject784.bin"/><Relationship Id="rId14" Type="http://schemas.openxmlformats.org/officeDocument/2006/relationships/oleObject" Target="../embeddings/oleObject789.bin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9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8.v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9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9.vml"/><Relationship Id="rId4" Type="http://schemas.openxmlformats.org/officeDocument/2006/relationships/oleObject" Target="../embeddings/oleObject796.bin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9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0.vml"/><Relationship Id="rId4" Type="http://schemas.openxmlformats.org/officeDocument/2006/relationships/oleObject" Target="../embeddings/oleObject798.bin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04.bin"/><Relationship Id="rId3" Type="http://schemas.openxmlformats.org/officeDocument/2006/relationships/oleObject" Target="../embeddings/oleObject799.bin"/><Relationship Id="rId7" Type="http://schemas.openxmlformats.org/officeDocument/2006/relationships/oleObject" Target="../embeddings/oleObject803.bin"/><Relationship Id="rId12" Type="http://schemas.openxmlformats.org/officeDocument/2006/relationships/oleObject" Target="../embeddings/oleObject80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1.vml"/><Relationship Id="rId6" Type="http://schemas.openxmlformats.org/officeDocument/2006/relationships/oleObject" Target="../embeddings/oleObject802.bin"/><Relationship Id="rId11" Type="http://schemas.openxmlformats.org/officeDocument/2006/relationships/oleObject" Target="../embeddings/oleObject807.bin"/><Relationship Id="rId5" Type="http://schemas.openxmlformats.org/officeDocument/2006/relationships/oleObject" Target="../embeddings/oleObject801.bin"/><Relationship Id="rId10" Type="http://schemas.openxmlformats.org/officeDocument/2006/relationships/oleObject" Target="../embeddings/oleObject806.bin"/><Relationship Id="rId4" Type="http://schemas.openxmlformats.org/officeDocument/2006/relationships/oleObject" Target="../embeddings/oleObject800.bin"/><Relationship Id="rId9" Type="http://schemas.openxmlformats.org/officeDocument/2006/relationships/oleObject" Target="../embeddings/oleObject805.bin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14.bin"/><Relationship Id="rId13" Type="http://schemas.openxmlformats.org/officeDocument/2006/relationships/oleObject" Target="../embeddings/oleObject819.bin"/><Relationship Id="rId3" Type="http://schemas.openxmlformats.org/officeDocument/2006/relationships/oleObject" Target="../embeddings/oleObject809.bin"/><Relationship Id="rId7" Type="http://schemas.openxmlformats.org/officeDocument/2006/relationships/oleObject" Target="../embeddings/oleObject813.bin"/><Relationship Id="rId12" Type="http://schemas.openxmlformats.org/officeDocument/2006/relationships/oleObject" Target="../embeddings/oleObject8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2.vml"/><Relationship Id="rId6" Type="http://schemas.openxmlformats.org/officeDocument/2006/relationships/oleObject" Target="../embeddings/oleObject812.bin"/><Relationship Id="rId11" Type="http://schemas.openxmlformats.org/officeDocument/2006/relationships/oleObject" Target="../embeddings/oleObject817.bin"/><Relationship Id="rId5" Type="http://schemas.openxmlformats.org/officeDocument/2006/relationships/oleObject" Target="../embeddings/oleObject811.bin"/><Relationship Id="rId10" Type="http://schemas.openxmlformats.org/officeDocument/2006/relationships/oleObject" Target="../embeddings/oleObject816.bin"/><Relationship Id="rId4" Type="http://schemas.openxmlformats.org/officeDocument/2006/relationships/oleObject" Target="../embeddings/oleObject810.bin"/><Relationship Id="rId9" Type="http://schemas.openxmlformats.org/officeDocument/2006/relationships/oleObject" Target="../embeddings/oleObject815.bin"/><Relationship Id="rId14" Type="http://schemas.openxmlformats.org/officeDocument/2006/relationships/oleObject" Target="../embeddings/oleObject820.bin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26.bin"/><Relationship Id="rId13" Type="http://schemas.openxmlformats.org/officeDocument/2006/relationships/oleObject" Target="../embeddings/oleObject831.bin"/><Relationship Id="rId3" Type="http://schemas.openxmlformats.org/officeDocument/2006/relationships/oleObject" Target="../embeddings/oleObject821.bin"/><Relationship Id="rId7" Type="http://schemas.openxmlformats.org/officeDocument/2006/relationships/oleObject" Target="../embeddings/oleObject825.bin"/><Relationship Id="rId12" Type="http://schemas.openxmlformats.org/officeDocument/2006/relationships/oleObject" Target="../embeddings/oleObject830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834.bin"/><Relationship Id="rId1" Type="http://schemas.openxmlformats.org/officeDocument/2006/relationships/vmlDrawing" Target="../drawings/vmlDrawing83.vml"/><Relationship Id="rId6" Type="http://schemas.openxmlformats.org/officeDocument/2006/relationships/oleObject" Target="../embeddings/oleObject824.bin"/><Relationship Id="rId11" Type="http://schemas.openxmlformats.org/officeDocument/2006/relationships/oleObject" Target="../embeddings/oleObject829.bin"/><Relationship Id="rId5" Type="http://schemas.openxmlformats.org/officeDocument/2006/relationships/oleObject" Target="../embeddings/oleObject823.bin"/><Relationship Id="rId15" Type="http://schemas.openxmlformats.org/officeDocument/2006/relationships/oleObject" Target="../embeddings/oleObject833.bin"/><Relationship Id="rId10" Type="http://schemas.openxmlformats.org/officeDocument/2006/relationships/oleObject" Target="../embeddings/oleObject828.bin"/><Relationship Id="rId4" Type="http://schemas.openxmlformats.org/officeDocument/2006/relationships/oleObject" Target="../embeddings/oleObject822.bin"/><Relationship Id="rId9" Type="http://schemas.openxmlformats.org/officeDocument/2006/relationships/oleObject" Target="../embeddings/oleObject827.bin"/><Relationship Id="rId14" Type="http://schemas.openxmlformats.org/officeDocument/2006/relationships/oleObject" Target="../embeddings/oleObject832.bin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40.bin"/><Relationship Id="rId13" Type="http://schemas.openxmlformats.org/officeDocument/2006/relationships/oleObject" Target="../embeddings/oleObject845.bin"/><Relationship Id="rId3" Type="http://schemas.openxmlformats.org/officeDocument/2006/relationships/oleObject" Target="../embeddings/oleObject835.bin"/><Relationship Id="rId7" Type="http://schemas.openxmlformats.org/officeDocument/2006/relationships/oleObject" Target="../embeddings/oleObject839.bin"/><Relationship Id="rId12" Type="http://schemas.openxmlformats.org/officeDocument/2006/relationships/oleObject" Target="../embeddings/oleObject844.bin"/><Relationship Id="rId17" Type="http://schemas.openxmlformats.org/officeDocument/2006/relationships/oleObject" Target="../embeddings/oleObject849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848.bin"/><Relationship Id="rId1" Type="http://schemas.openxmlformats.org/officeDocument/2006/relationships/vmlDrawing" Target="../drawings/vmlDrawing84.vml"/><Relationship Id="rId6" Type="http://schemas.openxmlformats.org/officeDocument/2006/relationships/oleObject" Target="../embeddings/oleObject838.bin"/><Relationship Id="rId11" Type="http://schemas.openxmlformats.org/officeDocument/2006/relationships/oleObject" Target="../embeddings/oleObject843.bin"/><Relationship Id="rId5" Type="http://schemas.openxmlformats.org/officeDocument/2006/relationships/oleObject" Target="../embeddings/oleObject837.bin"/><Relationship Id="rId15" Type="http://schemas.openxmlformats.org/officeDocument/2006/relationships/oleObject" Target="../embeddings/oleObject847.bin"/><Relationship Id="rId10" Type="http://schemas.openxmlformats.org/officeDocument/2006/relationships/oleObject" Target="../embeddings/oleObject842.bin"/><Relationship Id="rId4" Type="http://schemas.openxmlformats.org/officeDocument/2006/relationships/oleObject" Target="../embeddings/oleObject836.bin"/><Relationship Id="rId9" Type="http://schemas.openxmlformats.org/officeDocument/2006/relationships/oleObject" Target="../embeddings/oleObject841.bin"/><Relationship Id="rId14" Type="http://schemas.openxmlformats.org/officeDocument/2006/relationships/oleObject" Target="../embeddings/oleObject846.bin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55.bin"/><Relationship Id="rId13" Type="http://schemas.openxmlformats.org/officeDocument/2006/relationships/oleObject" Target="../embeddings/oleObject860.bin"/><Relationship Id="rId18" Type="http://schemas.openxmlformats.org/officeDocument/2006/relationships/oleObject" Target="../embeddings/oleObject865.bin"/><Relationship Id="rId3" Type="http://schemas.openxmlformats.org/officeDocument/2006/relationships/oleObject" Target="../embeddings/oleObject850.bin"/><Relationship Id="rId7" Type="http://schemas.openxmlformats.org/officeDocument/2006/relationships/oleObject" Target="../embeddings/oleObject854.bin"/><Relationship Id="rId12" Type="http://schemas.openxmlformats.org/officeDocument/2006/relationships/oleObject" Target="../embeddings/oleObject859.bin"/><Relationship Id="rId17" Type="http://schemas.openxmlformats.org/officeDocument/2006/relationships/oleObject" Target="../embeddings/oleObject864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863.bin"/><Relationship Id="rId1" Type="http://schemas.openxmlformats.org/officeDocument/2006/relationships/vmlDrawing" Target="../drawings/vmlDrawing85.vml"/><Relationship Id="rId6" Type="http://schemas.openxmlformats.org/officeDocument/2006/relationships/oleObject" Target="../embeddings/oleObject853.bin"/><Relationship Id="rId11" Type="http://schemas.openxmlformats.org/officeDocument/2006/relationships/oleObject" Target="../embeddings/oleObject858.bin"/><Relationship Id="rId5" Type="http://schemas.openxmlformats.org/officeDocument/2006/relationships/oleObject" Target="../embeddings/oleObject852.bin"/><Relationship Id="rId15" Type="http://schemas.openxmlformats.org/officeDocument/2006/relationships/oleObject" Target="../embeddings/oleObject862.bin"/><Relationship Id="rId10" Type="http://schemas.openxmlformats.org/officeDocument/2006/relationships/oleObject" Target="../embeddings/oleObject857.bin"/><Relationship Id="rId4" Type="http://schemas.openxmlformats.org/officeDocument/2006/relationships/oleObject" Target="../embeddings/oleObject851.bin"/><Relationship Id="rId9" Type="http://schemas.openxmlformats.org/officeDocument/2006/relationships/oleObject" Target="../embeddings/oleObject856.bin"/><Relationship Id="rId14" Type="http://schemas.openxmlformats.org/officeDocument/2006/relationships/oleObject" Target="../embeddings/oleObject861.bin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71.bin"/><Relationship Id="rId13" Type="http://schemas.openxmlformats.org/officeDocument/2006/relationships/oleObject" Target="../embeddings/oleObject876.bin"/><Relationship Id="rId18" Type="http://schemas.openxmlformats.org/officeDocument/2006/relationships/oleObject" Target="../embeddings/oleObject881.bin"/><Relationship Id="rId3" Type="http://schemas.openxmlformats.org/officeDocument/2006/relationships/oleObject" Target="../embeddings/oleObject866.bin"/><Relationship Id="rId7" Type="http://schemas.openxmlformats.org/officeDocument/2006/relationships/oleObject" Target="../embeddings/oleObject870.bin"/><Relationship Id="rId12" Type="http://schemas.openxmlformats.org/officeDocument/2006/relationships/oleObject" Target="../embeddings/oleObject875.bin"/><Relationship Id="rId17" Type="http://schemas.openxmlformats.org/officeDocument/2006/relationships/oleObject" Target="../embeddings/oleObject880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879.bin"/><Relationship Id="rId1" Type="http://schemas.openxmlformats.org/officeDocument/2006/relationships/vmlDrawing" Target="../drawings/vmlDrawing86.vml"/><Relationship Id="rId6" Type="http://schemas.openxmlformats.org/officeDocument/2006/relationships/oleObject" Target="../embeddings/oleObject869.bin"/><Relationship Id="rId11" Type="http://schemas.openxmlformats.org/officeDocument/2006/relationships/oleObject" Target="../embeddings/oleObject874.bin"/><Relationship Id="rId5" Type="http://schemas.openxmlformats.org/officeDocument/2006/relationships/oleObject" Target="../embeddings/oleObject868.bin"/><Relationship Id="rId15" Type="http://schemas.openxmlformats.org/officeDocument/2006/relationships/oleObject" Target="../embeddings/oleObject878.bin"/><Relationship Id="rId10" Type="http://schemas.openxmlformats.org/officeDocument/2006/relationships/oleObject" Target="../embeddings/oleObject873.bin"/><Relationship Id="rId19" Type="http://schemas.openxmlformats.org/officeDocument/2006/relationships/oleObject" Target="../embeddings/oleObject882.bin"/><Relationship Id="rId4" Type="http://schemas.openxmlformats.org/officeDocument/2006/relationships/oleObject" Target="../embeddings/oleObject867.bin"/><Relationship Id="rId9" Type="http://schemas.openxmlformats.org/officeDocument/2006/relationships/oleObject" Target="../embeddings/oleObject872.bin"/><Relationship Id="rId14" Type="http://schemas.openxmlformats.org/officeDocument/2006/relationships/oleObject" Target="../embeddings/oleObject877.bin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88.bin"/><Relationship Id="rId13" Type="http://schemas.openxmlformats.org/officeDocument/2006/relationships/oleObject" Target="../embeddings/oleObject893.bin"/><Relationship Id="rId18" Type="http://schemas.openxmlformats.org/officeDocument/2006/relationships/oleObject" Target="../embeddings/oleObject898.bin"/><Relationship Id="rId3" Type="http://schemas.openxmlformats.org/officeDocument/2006/relationships/oleObject" Target="../embeddings/oleObject883.bin"/><Relationship Id="rId7" Type="http://schemas.openxmlformats.org/officeDocument/2006/relationships/oleObject" Target="../embeddings/oleObject887.bin"/><Relationship Id="rId12" Type="http://schemas.openxmlformats.org/officeDocument/2006/relationships/oleObject" Target="../embeddings/oleObject892.bin"/><Relationship Id="rId17" Type="http://schemas.openxmlformats.org/officeDocument/2006/relationships/oleObject" Target="../embeddings/oleObject897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896.bin"/><Relationship Id="rId20" Type="http://schemas.openxmlformats.org/officeDocument/2006/relationships/oleObject" Target="../embeddings/oleObject900.bin"/><Relationship Id="rId1" Type="http://schemas.openxmlformats.org/officeDocument/2006/relationships/vmlDrawing" Target="../drawings/vmlDrawing87.vml"/><Relationship Id="rId6" Type="http://schemas.openxmlformats.org/officeDocument/2006/relationships/oleObject" Target="../embeddings/oleObject886.bin"/><Relationship Id="rId11" Type="http://schemas.openxmlformats.org/officeDocument/2006/relationships/oleObject" Target="../embeddings/oleObject891.bin"/><Relationship Id="rId5" Type="http://schemas.openxmlformats.org/officeDocument/2006/relationships/oleObject" Target="../embeddings/oleObject885.bin"/><Relationship Id="rId15" Type="http://schemas.openxmlformats.org/officeDocument/2006/relationships/oleObject" Target="../embeddings/oleObject895.bin"/><Relationship Id="rId10" Type="http://schemas.openxmlformats.org/officeDocument/2006/relationships/oleObject" Target="../embeddings/oleObject890.bin"/><Relationship Id="rId19" Type="http://schemas.openxmlformats.org/officeDocument/2006/relationships/oleObject" Target="../embeddings/oleObject899.bin"/><Relationship Id="rId4" Type="http://schemas.openxmlformats.org/officeDocument/2006/relationships/oleObject" Target="../embeddings/oleObject884.bin"/><Relationship Id="rId9" Type="http://schemas.openxmlformats.org/officeDocument/2006/relationships/oleObject" Target="../embeddings/oleObject889.bin"/><Relationship Id="rId14" Type="http://schemas.openxmlformats.org/officeDocument/2006/relationships/oleObject" Target="../embeddings/oleObject894.bin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0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8.vml"/><Relationship Id="rId5" Type="http://schemas.openxmlformats.org/officeDocument/2006/relationships/oleObject" Target="../embeddings/oleObject903.bin"/><Relationship Id="rId4" Type="http://schemas.openxmlformats.org/officeDocument/2006/relationships/oleObject" Target="../embeddings/oleObject902.bin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0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9.vml"/><Relationship Id="rId4" Type="http://schemas.openxmlformats.org/officeDocument/2006/relationships/oleObject" Target="../embeddings/oleObject905.bin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0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0.vml"/><Relationship Id="rId4" Type="http://schemas.openxmlformats.org/officeDocument/2006/relationships/oleObject" Target="../embeddings/oleObject907.bin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13.bin"/><Relationship Id="rId3" Type="http://schemas.openxmlformats.org/officeDocument/2006/relationships/oleObject" Target="../embeddings/oleObject908.bin"/><Relationship Id="rId7" Type="http://schemas.openxmlformats.org/officeDocument/2006/relationships/oleObject" Target="../embeddings/oleObject912.bin"/><Relationship Id="rId12" Type="http://schemas.openxmlformats.org/officeDocument/2006/relationships/oleObject" Target="../embeddings/oleObject9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1.vml"/><Relationship Id="rId6" Type="http://schemas.openxmlformats.org/officeDocument/2006/relationships/oleObject" Target="../embeddings/oleObject911.bin"/><Relationship Id="rId11" Type="http://schemas.openxmlformats.org/officeDocument/2006/relationships/oleObject" Target="../embeddings/oleObject916.bin"/><Relationship Id="rId5" Type="http://schemas.openxmlformats.org/officeDocument/2006/relationships/oleObject" Target="../embeddings/oleObject910.bin"/><Relationship Id="rId10" Type="http://schemas.openxmlformats.org/officeDocument/2006/relationships/oleObject" Target="../embeddings/oleObject915.bin"/><Relationship Id="rId4" Type="http://schemas.openxmlformats.org/officeDocument/2006/relationships/oleObject" Target="../embeddings/oleObject909.bin"/><Relationship Id="rId9" Type="http://schemas.openxmlformats.org/officeDocument/2006/relationships/oleObject" Target="../embeddings/oleObject914.bin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18.bin"/><Relationship Id="rId7" Type="http://schemas.openxmlformats.org/officeDocument/2006/relationships/oleObject" Target="../embeddings/oleObject9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2.vml"/><Relationship Id="rId6" Type="http://schemas.openxmlformats.org/officeDocument/2006/relationships/oleObject" Target="../embeddings/oleObject921.bin"/><Relationship Id="rId5" Type="http://schemas.openxmlformats.org/officeDocument/2006/relationships/oleObject" Target="../embeddings/oleObject920.bin"/><Relationship Id="rId4" Type="http://schemas.openxmlformats.org/officeDocument/2006/relationships/oleObject" Target="../embeddings/oleObject919.bin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28.bin"/><Relationship Id="rId13" Type="http://schemas.openxmlformats.org/officeDocument/2006/relationships/oleObject" Target="../embeddings/oleObject933.bin"/><Relationship Id="rId3" Type="http://schemas.openxmlformats.org/officeDocument/2006/relationships/oleObject" Target="../embeddings/oleObject923.bin"/><Relationship Id="rId7" Type="http://schemas.openxmlformats.org/officeDocument/2006/relationships/oleObject" Target="../embeddings/oleObject927.bin"/><Relationship Id="rId12" Type="http://schemas.openxmlformats.org/officeDocument/2006/relationships/oleObject" Target="../embeddings/oleObject932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936.bin"/><Relationship Id="rId1" Type="http://schemas.openxmlformats.org/officeDocument/2006/relationships/vmlDrawing" Target="../drawings/vmlDrawing93.vml"/><Relationship Id="rId6" Type="http://schemas.openxmlformats.org/officeDocument/2006/relationships/oleObject" Target="../embeddings/oleObject926.bin"/><Relationship Id="rId11" Type="http://schemas.openxmlformats.org/officeDocument/2006/relationships/oleObject" Target="../embeddings/oleObject931.bin"/><Relationship Id="rId5" Type="http://schemas.openxmlformats.org/officeDocument/2006/relationships/oleObject" Target="../embeddings/oleObject925.bin"/><Relationship Id="rId15" Type="http://schemas.openxmlformats.org/officeDocument/2006/relationships/oleObject" Target="../embeddings/oleObject935.bin"/><Relationship Id="rId10" Type="http://schemas.openxmlformats.org/officeDocument/2006/relationships/oleObject" Target="../embeddings/oleObject930.bin"/><Relationship Id="rId4" Type="http://schemas.openxmlformats.org/officeDocument/2006/relationships/oleObject" Target="../embeddings/oleObject924.bin"/><Relationship Id="rId9" Type="http://schemas.openxmlformats.org/officeDocument/2006/relationships/oleObject" Target="../embeddings/oleObject929.bin"/><Relationship Id="rId14" Type="http://schemas.openxmlformats.org/officeDocument/2006/relationships/oleObject" Target="../embeddings/oleObject934.bin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42.bin"/><Relationship Id="rId13" Type="http://schemas.openxmlformats.org/officeDocument/2006/relationships/oleObject" Target="../embeddings/oleObject947.bin"/><Relationship Id="rId18" Type="http://schemas.openxmlformats.org/officeDocument/2006/relationships/oleObject" Target="../embeddings/oleObject952.bin"/><Relationship Id="rId3" Type="http://schemas.openxmlformats.org/officeDocument/2006/relationships/oleObject" Target="../embeddings/oleObject937.bin"/><Relationship Id="rId7" Type="http://schemas.openxmlformats.org/officeDocument/2006/relationships/oleObject" Target="../embeddings/oleObject941.bin"/><Relationship Id="rId12" Type="http://schemas.openxmlformats.org/officeDocument/2006/relationships/oleObject" Target="../embeddings/oleObject946.bin"/><Relationship Id="rId17" Type="http://schemas.openxmlformats.org/officeDocument/2006/relationships/oleObject" Target="../embeddings/oleObject951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950.bin"/><Relationship Id="rId1" Type="http://schemas.openxmlformats.org/officeDocument/2006/relationships/vmlDrawing" Target="../drawings/vmlDrawing94.vml"/><Relationship Id="rId6" Type="http://schemas.openxmlformats.org/officeDocument/2006/relationships/oleObject" Target="../embeddings/oleObject940.bin"/><Relationship Id="rId11" Type="http://schemas.openxmlformats.org/officeDocument/2006/relationships/oleObject" Target="../embeddings/oleObject945.bin"/><Relationship Id="rId5" Type="http://schemas.openxmlformats.org/officeDocument/2006/relationships/oleObject" Target="../embeddings/oleObject939.bin"/><Relationship Id="rId15" Type="http://schemas.openxmlformats.org/officeDocument/2006/relationships/oleObject" Target="../embeddings/oleObject949.bin"/><Relationship Id="rId10" Type="http://schemas.openxmlformats.org/officeDocument/2006/relationships/oleObject" Target="../embeddings/oleObject944.bin"/><Relationship Id="rId19" Type="http://schemas.openxmlformats.org/officeDocument/2006/relationships/oleObject" Target="../embeddings/oleObject953.bin"/><Relationship Id="rId4" Type="http://schemas.openxmlformats.org/officeDocument/2006/relationships/oleObject" Target="../embeddings/oleObject938.bin"/><Relationship Id="rId9" Type="http://schemas.openxmlformats.org/officeDocument/2006/relationships/oleObject" Target="../embeddings/oleObject943.bin"/><Relationship Id="rId14" Type="http://schemas.openxmlformats.org/officeDocument/2006/relationships/oleObject" Target="../embeddings/oleObject948.bin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5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5.vml"/><Relationship Id="rId5" Type="http://schemas.openxmlformats.org/officeDocument/2006/relationships/oleObject" Target="../embeddings/oleObject956.bin"/><Relationship Id="rId4" Type="http://schemas.openxmlformats.org/officeDocument/2006/relationships/oleObject" Target="../embeddings/oleObject955.bin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62.bin"/><Relationship Id="rId13" Type="http://schemas.openxmlformats.org/officeDocument/2006/relationships/oleObject" Target="../embeddings/oleObject967.bin"/><Relationship Id="rId18" Type="http://schemas.openxmlformats.org/officeDocument/2006/relationships/oleObject" Target="../embeddings/oleObject972.bin"/><Relationship Id="rId3" Type="http://schemas.openxmlformats.org/officeDocument/2006/relationships/oleObject" Target="../embeddings/oleObject957.bin"/><Relationship Id="rId21" Type="http://schemas.openxmlformats.org/officeDocument/2006/relationships/oleObject" Target="../embeddings/oleObject975.bin"/><Relationship Id="rId7" Type="http://schemas.openxmlformats.org/officeDocument/2006/relationships/oleObject" Target="../embeddings/oleObject961.bin"/><Relationship Id="rId12" Type="http://schemas.openxmlformats.org/officeDocument/2006/relationships/oleObject" Target="../embeddings/oleObject966.bin"/><Relationship Id="rId17" Type="http://schemas.openxmlformats.org/officeDocument/2006/relationships/oleObject" Target="../embeddings/oleObject971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970.bin"/><Relationship Id="rId20" Type="http://schemas.openxmlformats.org/officeDocument/2006/relationships/oleObject" Target="../embeddings/oleObject974.bin"/><Relationship Id="rId1" Type="http://schemas.openxmlformats.org/officeDocument/2006/relationships/vmlDrawing" Target="../drawings/vmlDrawing96.vml"/><Relationship Id="rId6" Type="http://schemas.openxmlformats.org/officeDocument/2006/relationships/oleObject" Target="../embeddings/oleObject960.bin"/><Relationship Id="rId11" Type="http://schemas.openxmlformats.org/officeDocument/2006/relationships/oleObject" Target="../embeddings/oleObject965.bin"/><Relationship Id="rId5" Type="http://schemas.openxmlformats.org/officeDocument/2006/relationships/oleObject" Target="../embeddings/oleObject959.bin"/><Relationship Id="rId15" Type="http://schemas.openxmlformats.org/officeDocument/2006/relationships/oleObject" Target="../embeddings/oleObject969.bin"/><Relationship Id="rId10" Type="http://schemas.openxmlformats.org/officeDocument/2006/relationships/oleObject" Target="../embeddings/oleObject964.bin"/><Relationship Id="rId19" Type="http://schemas.openxmlformats.org/officeDocument/2006/relationships/oleObject" Target="../embeddings/oleObject973.bin"/><Relationship Id="rId4" Type="http://schemas.openxmlformats.org/officeDocument/2006/relationships/oleObject" Target="../embeddings/oleObject958.bin"/><Relationship Id="rId9" Type="http://schemas.openxmlformats.org/officeDocument/2006/relationships/oleObject" Target="../embeddings/oleObject963.bin"/><Relationship Id="rId14" Type="http://schemas.openxmlformats.org/officeDocument/2006/relationships/oleObject" Target="../embeddings/oleObject968.bin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76.bin"/><Relationship Id="rId7" Type="http://schemas.openxmlformats.org/officeDocument/2006/relationships/oleObject" Target="../embeddings/oleObject98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7.vml"/><Relationship Id="rId6" Type="http://schemas.openxmlformats.org/officeDocument/2006/relationships/oleObject" Target="../embeddings/oleObject979.bin"/><Relationship Id="rId5" Type="http://schemas.openxmlformats.org/officeDocument/2006/relationships/oleObject" Target="../embeddings/oleObject978.bin"/><Relationship Id="rId4" Type="http://schemas.openxmlformats.org/officeDocument/2006/relationships/oleObject" Target="../embeddings/oleObject977.bin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8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8.vml"/><Relationship Id="rId5" Type="http://schemas.openxmlformats.org/officeDocument/2006/relationships/oleObject" Target="../embeddings/oleObject983.bin"/><Relationship Id="rId4" Type="http://schemas.openxmlformats.org/officeDocument/2006/relationships/oleObject" Target="../embeddings/oleObject982.bin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8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9.vml"/><Relationship Id="rId5" Type="http://schemas.openxmlformats.org/officeDocument/2006/relationships/oleObject" Target="../embeddings/oleObject986.bin"/><Relationship Id="rId4" Type="http://schemas.openxmlformats.org/officeDocument/2006/relationships/oleObject" Target="../embeddings/oleObject985.bin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92.bin"/><Relationship Id="rId13" Type="http://schemas.openxmlformats.org/officeDocument/2006/relationships/oleObject" Target="../embeddings/oleObject997.bin"/><Relationship Id="rId3" Type="http://schemas.openxmlformats.org/officeDocument/2006/relationships/oleObject" Target="../embeddings/oleObject987.bin"/><Relationship Id="rId7" Type="http://schemas.openxmlformats.org/officeDocument/2006/relationships/oleObject" Target="../embeddings/oleObject991.bin"/><Relationship Id="rId12" Type="http://schemas.openxmlformats.org/officeDocument/2006/relationships/oleObject" Target="../embeddings/oleObject99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0.vml"/><Relationship Id="rId6" Type="http://schemas.openxmlformats.org/officeDocument/2006/relationships/oleObject" Target="../embeddings/oleObject990.bin"/><Relationship Id="rId11" Type="http://schemas.openxmlformats.org/officeDocument/2006/relationships/oleObject" Target="../embeddings/oleObject995.bin"/><Relationship Id="rId5" Type="http://schemas.openxmlformats.org/officeDocument/2006/relationships/oleObject" Target="../embeddings/oleObject989.bin"/><Relationship Id="rId10" Type="http://schemas.openxmlformats.org/officeDocument/2006/relationships/oleObject" Target="../embeddings/oleObject994.bin"/><Relationship Id="rId4" Type="http://schemas.openxmlformats.org/officeDocument/2006/relationships/oleObject" Target="../embeddings/oleObject988.bin"/><Relationship Id="rId9" Type="http://schemas.openxmlformats.org/officeDocument/2006/relationships/oleObject" Target="../embeddings/oleObject993.bin"/><Relationship Id="rId14" Type="http://schemas.openxmlformats.org/officeDocument/2006/relationships/oleObject" Target="../embeddings/oleObject998.bin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04.bin"/><Relationship Id="rId13" Type="http://schemas.openxmlformats.org/officeDocument/2006/relationships/oleObject" Target="../embeddings/oleObject1009.bin"/><Relationship Id="rId3" Type="http://schemas.openxmlformats.org/officeDocument/2006/relationships/oleObject" Target="../embeddings/oleObject999.bin"/><Relationship Id="rId7" Type="http://schemas.openxmlformats.org/officeDocument/2006/relationships/oleObject" Target="../embeddings/oleObject1003.bin"/><Relationship Id="rId12" Type="http://schemas.openxmlformats.org/officeDocument/2006/relationships/oleObject" Target="../embeddings/oleObject1008.bin"/><Relationship Id="rId17" Type="http://schemas.openxmlformats.org/officeDocument/2006/relationships/oleObject" Target="../embeddings/oleObject1013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012.bin"/><Relationship Id="rId1" Type="http://schemas.openxmlformats.org/officeDocument/2006/relationships/vmlDrawing" Target="../drawings/vmlDrawing101.vml"/><Relationship Id="rId6" Type="http://schemas.openxmlformats.org/officeDocument/2006/relationships/oleObject" Target="../embeddings/oleObject1002.bin"/><Relationship Id="rId11" Type="http://schemas.openxmlformats.org/officeDocument/2006/relationships/oleObject" Target="../embeddings/oleObject1007.bin"/><Relationship Id="rId5" Type="http://schemas.openxmlformats.org/officeDocument/2006/relationships/oleObject" Target="../embeddings/oleObject1001.bin"/><Relationship Id="rId15" Type="http://schemas.openxmlformats.org/officeDocument/2006/relationships/oleObject" Target="../embeddings/oleObject1011.bin"/><Relationship Id="rId10" Type="http://schemas.openxmlformats.org/officeDocument/2006/relationships/oleObject" Target="../embeddings/oleObject1006.bin"/><Relationship Id="rId4" Type="http://schemas.openxmlformats.org/officeDocument/2006/relationships/oleObject" Target="../embeddings/oleObject1000.bin"/><Relationship Id="rId9" Type="http://schemas.openxmlformats.org/officeDocument/2006/relationships/oleObject" Target="../embeddings/oleObject1005.bin"/><Relationship Id="rId14" Type="http://schemas.openxmlformats.org/officeDocument/2006/relationships/oleObject" Target="../embeddings/oleObject1010.bin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19.bin"/><Relationship Id="rId13" Type="http://schemas.openxmlformats.org/officeDocument/2006/relationships/oleObject" Target="../embeddings/oleObject1024.bin"/><Relationship Id="rId18" Type="http://schemas.openxmlformats.org/officeDocument/2006/relationships/oleObject" Target="../embeddings/oleObject1029.bin"/><Relationship Id="rId3" Type="http://schemas.openxmlformats.org/officeDocument/2006/relationships/oleObject" Target="../embeddings/oleObject1014.bin"/><Relationship Id="rId21" Type="http://schemas.openxmlformats.org/officeDocument/2006/relationships/oleObject" Target="../embeddings/oleObject1032.bin"/><Relationship Id="rId7" Type="http://schemas.openxmlformats.org/officeDocument/2006/relationships/oleObject" Target="../embeddings/oleObject1018.bin"/><Relationship Id="rId12" Type="http://schemas.openxmlformats.org/officeDocument/2006/relationships/oleObject" Target="../embeddings/oleObject1023.bin"/><Relationship Id="rId17" Type="http://schemas.openxmlformats.org/officeDocument/2006/relationships/oleObject" Target="../embeddings/oleObject1028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027.bin"/><Relationship Id="rId20" Type="http://schemas.openxmlformats.org/officeDocument/2006/relationships/oleObject" Target="../embeddings/oleObject1031.bin"/><Relationship Id="rId1" Type="http://schemas.openxmlformats.org/officeDocument/2006/relationships/vmlDrawing" Target="../drawings/vmlDrawing102.vml"/><Relationship Id="rId6" Type="http://schemas.openxmlformats.org/officeDocument/2006/relationships/oleObject" Target="../embeddings/oleObject1017.bin"/><Relationship Id="rId11" Type="http://schemas.openxmlformats.org/officeDocument/2006/relationships/oleObject" Target="../embeddings/oleObject1022.bin"/><Relationship Id="rId5" Type="http://schemas.openxmlformats.org/officeDocument/2006/relationships/oleObject" Target="../embeddings/oleObject1016.bin"/><Relationship Id="rId15" Type="http://schemas.openxmlformats.org/officeDocument/2006/relationships/oleObject" Target="../embeddings/oleObject1026.bin"/><Relationship Id="rId10" Type="http://schemas.openxmlformats.org/officeDocument/2006/relationships/oleObject" Target="../embeddings/oleObject1021.bin"/><Relationship Id="rId19" Type="http://schemas.openxmlformats.org/officeDocument/2006/relationships/oleObject" Target="../embeddings/oleObject1030.bin"/><Relationship Id="rId4" Type="http://schemas.openxmlformats.org/officeDocument/2006/relationships/oleObject" Target="../embeddings/oleObject1015.bin"/><Relationship Id="rId9" Type="http://schemas.openxmlformats.org/officeDocument/2006/relationships/oleObject" Target="../embeddings/oleObject1020.bin"/><Relationship Id="rId14" Type="http://schemas.openxmlformats.org/officeDocument/2006/relationships/oleObject" Target="../embeddings/oleObject1025.bin"/><Relationship Id="rId22" Type="http://schemas.openxmlformats.org/officeDocument/2006/relationships/oleObject" Target="../embeddings/oleObject1033.bin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39.bin"/><Relationship Id="rId3" Type="http://schemas.openxmlformats.org/officeDocument/2006/relationships/oleObject" Target="../embeddings/oleObject1034.bin"/><Relationship Id="rId7" Type="http://schemas.openxmlformats.org/officeDocument/2006/relationships/oleObject" Target="../embeddings/oleObject1038.bin"/><Relationship Id="rId12" Type="http://schemas.openxmlformats.org/officeDocument/2006/relationships/oleObject" Target="../embeddings/oleObject104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3.vml"/><Relationship Id="rId6" Type="http://schemas.openxmlformats.org/officeDocument/2006/relationships/oleObject" Target="../embeddings/oleObject1037.bin"/><Relationship Id="rId11" Type="http://schemas.openxmlformats.org/officeDocument/2006/relationships/oleObject" Target="../embeddings/oleObject1042.bin"/><Relationship Id="rId5" Type="http://schemas.openxmlformats.org/officeDocument/2006/relationships/oleObject" Target="../embeddings/oleObject1036.bin"/><Relationship Id="rId10" Type="http://schemas.openxmlformats.org/officeDocument/2006/relationships/oleObject" Target="../embeddings/oleObject1041.bin"/><Relationship Id="rId4" Type="http://schemas.openxmlformats.org/officeDocument/2006/relationships/oleObject" Target="../embeddings/oleObject1035.bin"/><Relationship Id="rId9" Type="http://schemas.openxmlformats.org/officeDocument/2006/relationships/oleObject" Target="../embeddings/oleObject1040.bin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49.bin"/><Relationship Id="rId13" Type="http://schemas.openxmlformats.org/officeDocument/2006/relationships/oleObject" Target="../embeddings/oleObject1054.bin"/><Relationship Id="rId18" Type="http://schemas.openxmlformats.org/officeDocument/2006/relationships/oleObject" Target="../embeddings/oleObject1059.bin"/><Relationship Id="rId3" Type="http://schemas.openxmlformats.org/officeDocument/2006/relationships/oleObject" Target="../embeddings/oleObject1044.bin"/><Relationship Id="rId21" Type="http://schemas.openxmlformats.org/officeDocument/2006/relationships/oleObject" Target="../embeddings/oleObject1062.bin"/><Relationship Id="rId7" Type="http://schemas.openxmlformats.org/officeDocument/2006/relationships/oleObject" Target="../embeddings/oleObject1048.bin"/><Relationship Id="rId12" Type="http://schemas.openxmlformats.org/officeDocument/2006/relationships/oleObject" Target="../embeddings/oleObject1053.bin"/><Relationship Id="rId17" Type="http://schemas.openxmlformats.org/officeDocument/2006/relationships/oleObject" Target="../embeddings/oleObject1058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057.bin"/><Relationship Id="rId20" Type="http://schemas.openxmlformats.org/officeDocument/2006/relationships/oleObject" Target="../embeddings/oleObject1061.bin"/><Relationship Id="rId1" Type="http://schemas.openxmlformats.org/officeDocument/2006/relationships/vmlDrawing" Target="../drawings/vmlDrawing104.vml"/><Relationship Id="rId6" Type="http://schemas.openxmlformats.org/officeDocument/2006/relationships/oleObject" Target="../embeddings/oleObject1047.bin"/><Relationship Id="rId11" Type="http://schemas.openxmlformats.org/officeDocument/2006/relationships/oleObject" Target="../embeddings/oleObject1052.bin"/><Relationship Id="rId5" Type="http://schemas.openxmlformats.org/officeDocument/2006/relationships/oleObject" Target="../embeddings/oleObject1046.bin"/><Relationship Id="rId15" Type="http://schemas.openxmlformats.org/officeDocument/2006/relationships/oleObject" Target="../embeddings/oleObject1056.bin"/><Relationship Id="rId10" Type="http://schemas.openxmlformats.org/officeDocument/2006/relationships/oleObject" Target="../embeddings/oleObject1051.bin"/><Relationship Id="rId19" Type="http://schemas.openxmlformats.org/officeDocument/2006/relationships/oleObject" Target="../embeddings/oleObject1060.bin"/><Relationship Id="rId4" Type="http://schemas.openxmlformats.org/officeDocument/2006/relationships/oleObject" Target="../embeddings/oleObject1045.bin"/><Relationship Id="rId9" Type="http://schemas.openxmlformats.org/officeDocument/2006/relationships/oleObject" Target="../embeddings/oleObject1050.bin"/><Relationship Id="rId14" Type="http://schemas.openxmlformats.org/officeDocument/2006/relationships/oleObject" Target="../embeddings/oleObject1055.bin"/><Relationship Id="rId22" Type="http://schemas.openxmlformats.org/officeDocument/2006/relationships/oleObject" Target="../embeddings/oleObject1063.bin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69.bin"/><Relationship Id="rId13" Type="http://schemas.openxmlformats.org/officeDocument/2006/relationships/oleObject" Target="../embeddings/oleObject1074.bin"/><Relationship Id="rId18" Type="http://schemas.openxmlformats.org/officeDocument/2006/relationships/oleObject" Target="../embeddings/oleObject1079.bin"/><Relationship Id="rId3" Type="http://schemas.openxmlformats.org/officeDocument/2006/relationships/oleObject" Target="../embeddings/oleObject1064.bin"/><Relationship Id="rId21" Type="http://schemas.openxmlformats.org/officeDocument/2006/relationships/oleObject" Target="../embeddings/oleObject1082.bin"/><Relationship Id="rId7" Type="http://schemas.openxmlformats.org/officeDocument/2006/relationships/oleObject" Target="../embeddings/oleObject1068.bin"/><Relationship Id="rId12" Type="http://schemas.openxmlformats.org/officeDocument/2006/relationships/oleObject" Target="../embeddings/oleObject1073.bin"/><Relationship Id="rId17" Type="http://schemas.openxmlformats.org/officeDocument/2006/relationships/oleObject" Target="../embeddings/oleObject1078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077.bin"/><Relationship Id="rId20" Type="http://schemas.openxmlformats.org/officeDocument/2006/relationships/oleObject" Target="../embeddings/oleObject1081.bin"/><Relationship Id="rId1" Type="http://schemas.openxmlformats.org/officeDocument/2006/relationships/vmlDrawing" Target="../drawings/vmlDrawing105.vml"/><Relationship Id="rId6" Type="http://schemas.openxmlformats.org/officeDocument/2006/relationships/oleObject" Target="../embeddings/oleObject1067.bin"/><Relationship Id="rId11" Type="http://schemas.openxmlformats.org/officeDocument/2006/relationships/oleObject" Target="../embeddings/oleObject1072.bin"/><Relationship Id="rId24" Type="http://schemas.openxmlformats.org/officeDocument/2006/relationships/oleObject" Target="../embeddings/oleObject1085.bin"/><Relationship Id="rId5" Type="http://schemas.openxmlformats.org/officeDocument/2006/relationships/oleObject" Target="../embeddings/oleObject1066.bin"/><Relationship Id="rId15" Type="http://schemas.openxmlformats.org/officeDocument/2006/relationships/oleObject" Target="../embeddings/oleObject1076.bin"/><Relationship Id="rId23" Type="http://schemas.openxmlformats.org/officeDocument/2006/relationships/oleObject" Target="../embeddings/oleObject1084.bin"/><Relationship Id="rId10" Type="http://schemas.openxmlformats.org/officeDocument/2006/relationships/oleObject" Target="../embeddings/oleObject1071.bin"/><Relationship Id="rId19" Type="http://schemas.openxmlformats.org/officeDocument/2006/relationships/oleObject" Target="../embeddings/oleObject1080.bin"/><Relationship Id="rId4" Type="http://schemas.openxmlformats.org/officeDocument/2006/relationships/oleObject" Target="../embeddings/oleObject1065.bin"/><Relationship Id="rId9" Type="http://schemas.openxmlformats.org/officeDocument/2006/relationships/oleObject" Target="../embeddings/oleObject1070.bin"/><Relationship Id="rId14" Type="http://schemas.openxmlformats.org/officeDocument/2006/relationships/oleObject" Target="../embeddings/oleObject1075.bin"/><Relationship Id="rId22" Type="http://schemas.openxmlformats.org/officeDocument/2006/relationships/oleObject" Target="../embeddings/oleObject1083.bin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91.bin"/><Relationship Id="rId13" Type="http://schemas.openxmlformats.org/officeDocument/2006/relationships/oleObject" Target="../embeddings/oleObject1096.bin"/><Relationship Id="rId18" Type="http://schemas.openxmlformats.org/officeDocument/2006/relationships/oleObject" Target="../embeddings/oleObject1101.bin"/><Relationship Id="rId26" Type="http://schemas.openxmlformats.org/officeDocument/2006/relationships/oleObject" Target="../embeddings/oleObject1109.bin"/><Relationship Id="rId3" Type="http://schemas.openxmlformats.org/officeDocument/2006/relationships/oleObject" Target="../embeddings/oleObject1086.bin"/><Relationship Id="rId21" Type="http://schemas.openxmlformats.org/officeDocument/2006/relationships/oleObject" Target="../embeddings/oleObject1104.bin"/><Relationship Id="rId7" Type="http://schemas.openxmlformats.org/officeDocument/2006/relationships/oleObject" Target="../embeddings/oleObject1090.bin"/><Relationship Id="rId12" Type="http://schemas.openxmlformats.org/officeDocument/2006/relationships/oleObject" Target="../embeddings/oleObject1095.bin"/><Relationship Id="rId17" Type="http://schemas.openxmlformats.org/officeDocument/2006/relationships/oleObject" Target="../embeddings/oleObject1100.bin"/><Relationship Id="rId25" Type="http://schemas.openxmlformats.org/officeDocument/2006/relationships/oleObject" Target="../embeddings/oleObject1108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099.bin"/><Relationship Id="rId20" Type="http://schemas.openxmlformats.org/officeDocument/2006/relationships/oleObject" Target="../embeddings/oleObject1103.bin"/><Relationship Id="rId1" Type="http://schemas.openxmlformats.org/officeDocument/2006/relationships/vmlDrawing" Target="../drawings/vmlDrawing106.vml"/><Relationship Id="rId6" Type="http://schemas.openxmlformats.org/officeDocument/2006/relationships/oleObject" Target="../embeddings/oleObject1089.bin"/><Relationship Id="rId11" Type="http://schemas.openxmlformats.org/officeDocument/2006/relationships/oleObject" Target="../embeddings/oleObject1094.bin"/><Relationship Id="rId24" Type="http://schemas.openxmlformats.org/officeDocument/2006/relationships/oleObject" Target="../embeddings/oleObject1107.bin"/><Relationship Id="rId5" Type="http://schemas.openxmlformats.org/officeDocument/2006/relationships/oleObject" Target="../embeddings/oleObject1088.bin"/><Relationship Id="rId15" Type="http://schemas.openxmlformats.org/officeDocument/2006/relationships/oleObject" Target="../embeddings/oleObject1098.bin"/><Relationship Id="rId23" Type="http://schemas.openxmlformats.org/officeDocument/2006/relationships/oleObject" Target="../embeddings/oleObject1106.bin"/><Relationship Id="rId28" Type="http://schemas.openxmlformats.org/officeDocument/2006/relationships/oleObject" Target="../embeddings/oleObject1111.bin"/><Relationship Id="rId10" Type="http://schemas.openxmlformats.org/officeDocument/2006/relationships/oleObject" Target="../embeddings/oleObject1093.bin"/><Relationship Id="rId19" Type="http://schemas.openxmlformats.org/officeDocument/2006/relationships/oleObject" Target="../embeddings/oleObject1102.bin"/><Relationship Id="rId4" Type="http://schemas.openxmlformats.org/officeDocument/2006/relationships/oleObject" Target="../embeddings/oleObject1087.bin"/><Relationship Id="rId9" Type="http://schemas.openxmlformats.org/officeDocument/2006/relationships/oleObject" Target="../embeddings/oleObject1092.bin"/><Relationship Id="rId14" Type="http://schemas.openxmlformats.org/officeDocument/2006/relationships/oleObject" Target="../embeddings/oleObject1097.bin"/><Relationship Id="rId22" Type="http://schemas.openxmlformats.org/officeDocument/2006/relationships/oleObject" Target="../embeddings/oleObject1105.bin"/><Relationship Id="rId27" Type="http://schemas.openxmlformats.org/officeDocument/2006/relationships/oleObject" Target="../embeddings/oleObject1110.bin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17.bin"/><Relationship Id="rId13" Type="http://schemas.openxmlformats.org/officeDocument/2006/relationships/oleObject" Target="../embeddings/oleObject1122.bin"/><Relationship Id="rId3" Type="http://schemas.openxmlformats.org/officeDocument/2006/relationships/oleObject" Target="../embeddings/oleObject1112.bin"/><Relationship Id="rId7" Type="http://schemas.openxmlformats.org/officeDocument/2006/relationships/oleObject" Target="../embeddings/oleObject1116.bin"/><Relationship Id="rId12" Type="http://schemas.openxmlformats.org/officeDocument/2006/relationships/oleObject" Target="../embeddings/oleObject1121.bin"/><Relationship Id="rId17" Type="http://schemas.openxmlformats.org/officeDocument/2006/relationships/oleObject" Target="../embeddings/oleObject1126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125.bin"/><Relationship Id="rId1" Type="http://schemas.openxmlformats.org/officeDocument/2006/relationships/vmlDrawing" Target="../drawings/vmlDrawing107.vml"/><Relationship Id="rId6" Type="http://schemas.openxmlformats.org/officeDocument/2006/relationships/oleObject" Target="../embeddings/oleObject1115.bin"/><Relationship Id="rId11" Type="http://schemas.openxmlformats.org/officeDocument/2006/relationships/oleObject" Target="../embeddings/oleObject1120.bin"/><Relationship Id="rId5" Type="http://schemas.openxmlformats.org/officeDocument/2006/relationships/oleObject" Target="../embeddings/oleObject1114.bin"/><Relationship Id="rId15" Type="http://schemas.openxmlformats.org/officeDocument/2006/relationships/oleObject" Target="../embeddings/oleObject1124.bin"/><Relationship Id="rId10" Type="http://schemas.openxmlformats.org/officeDocument/2006/relationships/oleObject" Target="../embeddings/oleObject1119.bin"/><Relationship Id="rId4" Type="http://schemas.openxmlformats.org/officeDocument/2006/relationships/oleObject" Target="../embeddings/oleObject1113.bin"/><Relationship Id="rId9" Type="http://schemas.openxmlformats.org/officeDocument/2006/relationships/oleObject" Target="../embeddings/oleObject1118.bin"/><Relationship Id="rId14" Type="http://schemas.openxmlformats.org/officeDocument/2006/relationships/oleObject" Target="../embeddings/oleObject1123.bin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8.vml"/><Relationship Id="rId4" Type="http://schemas.openxmlformats.org/officeDocument/2006/relationships/oleObject" Target="../embeddings/oleObject1128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1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85800" y="1447800"/>
            <a:ext cx="7772400" cy="2209800"/>
          </a:xfrm>
        </p:spPr>
        <p:txBody>
          <a:bodyPr/>
          <a:lstStyle/>
          <a:p>
            <a:r>
              <a:rPr lang="en-US" sz="4400" dirty="0" smtClean="0"/>
              <a:t>Non-Deterministic Finite Automata</a:t>
            </a:r>
            <a:br>
              <a:rPr lang="en-US" sz="4400" dirty="0" smtClean="0"/>
            </a:br>
            <a:r>
              <a:rPr lang="en-US" sz="4400" dirty="0" smtClean="0"/>
              <a:t>NDFA  or  NFA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B0DAD8-35DF-4A9B-B101-65BE412E882A}" type="slidenum">
              <a:rPr lang="en-US"/>
              <a:pPr/>
              <a:t>2</a:t>
            </a:fld>
            <a:endParaRPr lang="en-US"/>
          </a:p>
        </p:txBody>
      </p:sp>
      <p:sp>
        <p:nvSpPr>
          <p:cNvPr id="132098" name="Oval 2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2099" name="Oval 3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2100" name="Oval 4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2101" name="Line 5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2102" name="Line 6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2103" name="Line 7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2104" name="Oval 8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2105" name="Line 9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32106" name="Object 10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p:oleObj spid="_x0000_s132106" name="Equation" r:id="rId3" imgW="406080" imgH="571320" progId="Equation.3">
              <p:embed/>
            </p:oleObj>
          </a:graphicData>
        </a:graphic>
      </p:graphicFrame>
      <p:sp>
        <p:nvSpPr>
          <p:cNvPr id="132107" name="Oval 11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2108" name="Object 12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p:oleObj spid="_x0000_s132108" name="Equation" r:id="rId4" imgW="482400" imgH="571320" progId="Equation.3">
              <p:embed/>
            </p:oleObj>
          </a:graphicData>
        </a:graphic>
      </p:graphicFrame>
      <p:graphicFrame>
        <p:nvGraphicFramePr>
          <p:cNvPr id="132109" name="Object 13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p:oleObj spid="_x0000_s132109" name="Equation" r:id="rId5" imgW="457200" imgH="583920" progId="Equation.3">
              <p:embed/>
            </p:oleObj>
          </a:graphicData>
        </a:graphic>
      </p:graphicFrame>
      <p:graphicFrame>
        <p:nvGraphicFramePr>
          <p:cNvPr id="132110" name="Object 14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p:oleObj spid="_x0000_s132110" name="Equation" r:id="rId6" imgW="266400" imgH="279360" progId="Equation.3">
              <p:embed/>
            </p:oleObj>
          </a:graphicData>
        </a:graphic>
      </p:graphicFrame>
      <p:graphicFrame>
        <p:nvGraphicFramePr>
          <p:cNvPr id="132111" name="Object 15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p:oleObj spid="_x0000_s132111" name="Equation" r:id="rId7" imgW="266400" imgH="279360" progId="Equation.3">
              <p:embed/>
            </p:oleObj>
          </a:graphicData>
        </a:graphic>
      </p:graphicFrame>
      <p:graphicFrame>
        <p:nvGraphicFramePr>
          <p:cNvPr id="132112" name="Object 16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p:oleObj spid="_x0000_s132112" name="Equation" r:id="rId8" imgW="266400" imgH="279360" progId="Equation.3">
              <p:embed/>
            </p:oleObj>
          </a:graphicData>
        </a:graphic>
      </p:graphicFrame>
      <p:graphicFrame>
        <p:nvGraphicFramePr>
          <p:cNvPr id="132113" name="Object 17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p:oleObj spid="_x0000_s132113" name="Equation" r:id="rId9" imgW="482400" imgH="583920" progId="Equation.3">
              <p:embed/>
            </p:oleObj>
          </a:graphicData>
        </a:graphic>
      </p:graphicFrame>
      <p:graphicFrame>
        <p:nvGraphicFramePr>
          <p:cNvPr id="132114" name="Object 18"/>
          <p:cNvGraphicFramePr>
            <a:graphicFrameLocks noChangeAspect="1"/>
          </p:cNvGraphicFramePr>
          <p:nvPr/>
        </p:nvGraphicFramePr>
        <p:xfrm>
          <a:off x="2514600" y="1219200"/>
          <a:ext cx="660400" cy="533400"/>
        </p:xfrm>
        <a:graphic>
          <a:graphicData uri="http://schemas.openxmlformats.org/presentationml/2006/ole">
            <p:oleObj spid="_x0000_s132114" name="Equation" r:id="rId10" imgW="660240" imgH="533160" progId="Equation.3">
              <p:embed/>
            </p:oleObj>
          </a:graphicData>
        </a:graphic>
      </p:graphicFrame>
      <p:sp>
        <p:nvSpPr>
          <p:cNvPr id="132115" name="Text Box 19"/>
          <p:cNvSpPr txBox="1">
            <a:spLocks noChangeArrowheads="1"/>
          </p:cNvSpPr>
          <p:nvPr/>
        </p:nvSpPr>
        <p:spPr bwMode="auto">
          <a:xfrm>
            <a:off x="288925" y="1168400"/>
            <a:ext cx="22383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Alphabet =</a:t>
            </a:r>
          </a:p>
        </p:txBody>
      </p:sp>
      <p:sp>
        <p:nvSpPr>
          <p:cNvPr id="132117" name="Rectangle 21"/>
          <p:cNvSpPr>
            <a:spLocks noChangeArrowheads="1"/>
          </p:cNvSpPr>
          <p:nvPr/>
        </p:nvSpPr>
        <p:spPr bwMode="auto">
          <a:xfrm>
            <a:off x="152400" y="152400"/>
            <a:ext cx="883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3600">
                <a:solidFill>
                  <a:schemeClr val="tx2"/>
                </a:solidFill>
              </a:rPr>
              <a:t>Nondeterministic Finite Accepter (NFA)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699437-A09E-45C3-BD4E-3F098850E4F5}" type="slidenum">
              <a:rPr lang="en-US"/>
              <a:pPr/>
              <a:t>3</a:t>
            </a:fld>
            <a:endParaRPr lang="en-US"/>
          </a:p>
        </p:txBody>
      </p:sp>
      <p:sp>
        <p:nvSpPr>
          <p:cNvPr id="124941" name="Oval 13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4943" name="Oval 15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4944" name="Oval 16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4945" name="Line 17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4946" name="Line 18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4947" name="Line 19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4949" name="Oval 21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4950" name="Line 22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24952" name="Object 24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p:oleObj spid="_x0000_s124952" name="Equation" r:id="rId3" imgW="406080" imgH="571320" progId="Equation.3">
              <p:embed/>
            </p:oleObj>
          </a:graphicData>
        </a:graphic>
      </p:graphicFrame>
      <p:sp>
        <p:nvSpPr>
          <p:cNvPr id="124953" name="Oval 25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24954" name="Object 26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p:oleObj spid="_x0000_s124954" name="Equation" r:id="rId4" imgW="482400" imgH="571320" progId="Equation.3">
              <p:embed/>
            </p:oleObj>
          </a:graphicData>
        </a:graphic>
      </p:graphicFrame>
      <p:graphicFrame>
        <p:nvGraphicFramePr>
          <p:cNvPr id="124955" name="Object 27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p:oleObj spid="_x0000_s124955" name="Equation" r:id="rId5" imgW="457200" imgH="583920" progId="Equation.3">
              <p:embed/>
            </p:oleObj>
          </a:graphicData>
        </a:graphic>
      </p:graphicFrame>
      <p:graphicFrame>
        <p:nvGraphicFramePr>
          <p:cNvPr id="124956" name="Object 28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p:oleObj spid="_x0000_s124956" name="Equation" r:id="rId6" imgW="266400" imgH="279360" progId="Equation.3">
              <p:embed/>
            </p:oleObj>
          </a:graphicData>
        </a:graphic>
      </p:graphicFrame>
      <p:graphicFrame>
        <p:nvGraphicFramePr>
          <p:cNvPr id="124957" name="Object 29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p:oleObj spid="_x0000_s124957" name="Equation" r:id="rId7" imgW="266400" imgH="279360" progId="Equation.3">
              <p:embed/>
            </p:oleObj>
          </a:graphicData>
        </a:graphic>
      </p:graphicFrame>
      <p:graphicFrame>
        <p:nvGraphicFramePr>
          <p:cNvPr id="124958" name="Object 30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p:oleObj spid="_x0000_s124958" name="Equation" r:id="rId8" imgW="266400" imgH="279360" progId="Equation.3">
              <p:embed/>
            </p:oleObj>
          </a:graphicData>
        </a:graphic>
      </p:graphicFrame>
      <p:graphicFrame>
        <p:nvGraphicFramePr>
          <p:cNvPr id="124961" name="Object 33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p:oleObj spid="_x0000_s124961" name="Equation" r:id="rId9" imgW="482400" imgH="583920" progId="Equation.3">
              <p:embed/>
            </p:oleObj>
          </a:graphicData>
        </a:graphic>
      </p:graphicFrame>
      <p:sp>
        <p:nvSpPr>
          <p:cNvPr id="124962" name="Text Box 34"/>
          <p:cNvSpPr txBox="1">
            <a:spLocks noChangeArrowheads="1"/>
          </p:cNvSpPr>
          <p:nvPr/>
        </p:nvSpPr>
        <p:spPr bwMode="auto">
          <a:xfrm>
            <a:off x="762000" y="2667000"/>
            <a:ext cx="24780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Two choices</a:t>
            </a:r>
          </a:p>
        </p:txBody>
      </p:sp>
      <p:graphicFrame>
        <p:nvGraphicFramePr>
          <p:cNvPr id="124967" name="Object 39"/>
          <p:cNvGraphicFramePr>
            <a:graphicFrameLocks noChangeAspect="1"/>
          </p:cNvGraphicFramePr>
          <p:nvPr/>
        </p:nvGraphicFramePr>
        <p:xfrm>
          <a:off x="2514600" y="1219200"/>
          <a:ext cx="660400" cy="533400"/>
        </p:xfrm>
        <a:graphic>
          <a:graphicData uri="http://schemas.openxmlformats.org/presentationml/2006/ole">
            <p:oleObj spid="_x0000_s124967" name="Equation" r:id="rId10" imgW="660240" imgH="533160" progId="Equation.3">
              <p:embed/>
            </p:oleObj>
          </a:graphicData>
        </a:graphic>
      </p:graphicFrame>
      <p:sp>
        <p:nvSpPr>
          <p:cNvPr id="124968" name="Text Box 40"/>
          <p:cNvSpPr txBox="1">
            <a:spLocks noChangeArrowheads="1"/>
          </p:cNvSpPr>
          <p:nvPr/>
        </p:nvSpPr>
        <p:spPr bwMode="auto">
          <a:xfrm>
            <a:off x="288925" y="1168400"/>
            <a:ext cx="22383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Alphabet =</a:t>
            </a:r>
          </a:p>
        </p:txBody>
      </p:sp>
      <p:sp>
        <p:nvSpPr>
          <p:cNvPr id="124970" name="Rectangle 42"/>
          <p:cNvSpPr>
            <a:spLocks noChangeArrowheads="1"/>
          </p:cNvSpPr>
          <p:nvPr/>
        </p:nvSpPr>
        <p:spPr bwMode="auto">
          <a:xfrm>
            <a:off x="152400" y="152400"/>
            <a:ext cx="883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3600">
                <a:solidFill>
                  <a:schemeClr val="tx2"/>
                </a:solidFill>
              </a:rPr>
              <a:t>Nondeterministic Finite Accepter (NFA)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4BA05C1-B4BD-4509-97BE-0267FD86CF16}" type="slidenum">
              <a:rPr lang="en-US"/>
              <a:pPr/>
              <a:t>4</a:t>
            </a:fld>
            <a:endParaRPr lang="en-US"/>
          </a:p>
        </p:txBody>
      </p:sp>
      <p:sp>
        <p:nvSpPr>
          <p:cNvPr id="131112" name="Text Box 40"/>
          <p:cNvSpPr txBox="1">
            <a:spLocks noChangeArrowheads="1"/>
          </p:cNvSpPr>
          <p:nvPr/>
        </p:nvSpPr>
        <p:spPr bwMode="auto">
          <a:xfrm>
            <a:off x="4267200" y="5029200"/>
            <a:ext cx="2698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No transition</a:t>
            </a:r>
          </a:p>
        </p:txBody>
      </p:sp>
      <p:sp>
        <p:nvSpPr>
          <p:cNvPr id="131113" name="Oval 41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1114" name="Oval 42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1115" name="Oval 43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1116" name="Line 44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1117" name="Line 45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1118" name="Line 46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1119" name="Oval 47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1120" name="Line 48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31121" name="Object 49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p:oleObj spid="_x0000_s131121" name="Equation" r:id="rId3" imgW="406080" imgH="571320" progId="Equation.3">
              <p:embed/>
            </p:oleObj>
          </a:graphicData>
        </a:graphic>
      </p:graphicFrame>
      <p:sp>
        <p:nvSpPr>
          <p:cNvPr id="131122" name="Oval 50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1123" name="Object 51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p:oleObj spid="_x0000_s131123" name="Equation" r:id="rId4" imgW="482400" imgH="571320" progId="Equation.3">
              <p:embed/>
            </p:oleObj>
          </a:graphicData>
        </a:graphic>
      </p:graphicFrame>
      <p:graphicFrame>
        <p:nvGraphicFramePr>
          <p:cNvPr id="131124" name="Object 52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p:oleObj spid="_x0000_s131124" name="Equation" r:id="rId5" imgW="457200" imgH="583920" progId="Equation.3">
              <p:embed/>
            </p:oleObj>
          </a:graphicData>
        </a:graphic>
      </p:graphicFrame>
      <p:graphicFrame>
        <p:nvGraphicFramePr>
          <p:cNvPr id="131125" name="Object 53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p:oleObj spid="_x0000_s131125" name="Equation" r:id="rId6" imgW="266400" imgH="279360" progId="Equation.3">
              <p:embed/>
            </p:oleObj>
          </a:graphicData>
        </a:graphic>
      </p:graphicFrame>
      <p:graphicFrame>
        <p:nvGraphicFramePr>
          <p:cNvPr id="131126" name="Object 54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p:oleObj spid="_x0000_s131126" name="Equation" r:id="rId7" imgW="266400" imgH="279360" progId="Equation.3">
              <p:embed/>
            </p:oleObj>
          </a:graphicData>
        </a:graphic>
      </p:graphicFrame>
      <p:graphicFrame>
        <p:nvGraphicFramePr>
          <p:cNvPr id="131127" name="Object 55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p:oleObj spid="_x0000_s131127" name="Equation" r:id="rId8" imgW="266400" imgH="279360" progId="Equation.3">
              <p:embed/>
            </p:oleObj>
          </a:graphicData>
        </a:graphic>
      </p:graphicFrame>
      <p:graphicFrame>
        <p:nvGraphicFramePr>
          <p:cNvPr id="131128" name="Object 56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p:oleObj spid="_x0000_s131128" name="Equation" r:id="rId9" imgW="482400" imgH="583920" progId="Equation.3">
              <p:embed/>
            </p:oleObj>
          </a:graphicData>
        </a:graphic>
      </p:graphicFrame>
      <p:sp>
        <p:nvSpPr>
          <p:cNvPr id="131129" name="Text Box 57"/>
          <p:cNvSpPr txBox="1">
            <a:spLocks noChangeArrowheads="1"/>
          </p:cNvSpPr>
          <p:nvPr/>
        </p:nvSpPr>
        <p:spPr bwMode="auto">
          <a:xfrm>
            <a:off x="762000" y="2667000"/>
            <a:ext cx="24780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Two choices</a:t>
            </a:r>
          </a:p>
        </p:txBody>
      </p:sp>
      <p:sp>
        <p:nvSpPr>
          <p:cNvPr id="131132" name="Text Box 60"/>
          <p:cNvSpPr txBox="1">
            <a:spLocks noChangeArrowheads="1"/>
          </p:cNvSpPr>
          <p:nvPr/>
        </p:nvSpPr>
        <p:spPr bwMode="auto">
          <a:xfrm>
            <a:off x="6248400" y="2895600"/>
            <a:ext cx="2698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No transition</a:t>
            </a:r>
          </a:p>
        </p:txBody>
      </p:sp>
      <p:graphicFrame>
        <p:nvGraphicFramePr>
          <p:cNvPr id="131133" name="Object 61"/>
          <p:cNvGraphicFramePr>
            <a:graphicFrameLocks noChangeAspect="1"/>
          </p:cNvGraphicFramePr>
          <p:nvPr/>
        </p:nvGraphicFramePr>
        <p:xfrm>
          <a:off x="2514600" y="1219200"/>
          <a:ext cx="660400" cy="533400"/>
        </p:xfrm>
        <a:graphic>
          <a:graphicData uri="http://schemas.openxmlformats.org/presentationml/2006/ole">
            <p:oleObj spid="_x0000_s131133" name="Equation" r:id="rId10" imgW="660240" imgH="533160" progId="Equation.3">
              <p:embed/>
            </p:oleObj>
          </a:graphicData>
        </a:graphic>
      </p:graphicFrame>
      <p:sp>
        <p:nvSpPr>
          <p:cNvPr id="131134" name="Text Box 62"/>
          <p:cNvSpPr txBox="1">
            <a:spLocks noChangeArrowheads="1"/>
          </p:cNvSpPr>
          <p:nvPr/>
        </p:nvSpPr>
        <p:spPr bwMode="auto">
          <a:xfrm>
            <a:off x="288925" y="1168400"/>
            <a:ext cx="22383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Alphabet =</a:t>
            </a:r>
          </a:p>
        </p:txBody>
      </p:sp>
      <p:sp>
        <p:nvSpPr>
          <p:cNvPr id="131136" name="Rectangle 64"/>
          <p:cNvSpPr>
            <a:spLocks noChangeArrowheads="1"/>
          </p:cNvSpPr>
          <p:nvPr/>
        </p:nvSpPr>
        <p:spPr bwMode="auto">
          <a:xfrm>
            <a:off x="152400" y="152400"/>
            <a:ext cx="883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3600">
                <a:solidFill>
                  <a:schemeClr val="tx2"/>
                </a:solidFill>
              </a:rPr>
              <a:t>Nondeterministic Finite Accepter (NFA)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7EDB3A-1BDC-480C-ADC5-0CB7E06C192B}" type="slidenum">
              <a:rPr lang="en-US"/>
              <a:pPr/>
              <a:t>5</a:t>
            </a:fld>
            <a:endParaRPr lang="en-US"/>
          </a:p>
        </p:txBody>
      </p:sp>
      <p:sp>
        <p:nvSpPr>
          <p:cNvPr id="125954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5955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5956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25959" name="Object 7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125959" name="Equation" r:id="rId3" imgW="266400" imgH="279360" progId="Equation.3">
              <p:embed/>
            </p:oleObj>
          </a:graphicData>
        </a:graphic>
      </p:graphicFrame>
      <p:sp>
        <p:nvSpPr>
          <p:cNvPr id="125960" name="Line 8"/>
          <p:cNvSpPr>
            <a:spLocks noChangeShapeType="1"/>
          </p:cNvSpPr>
          <p:nvPr/>
        </p:nvSpPr>
        <p:spPr bwMode="auto">
          <a:xfrm>
            <a:off x="609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5961" name="Oval 9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5962" name="Oval 10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5963" name="Oval 11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5964" name="Line 12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5965" name="Line 13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5966" name="Line 14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25967" name="Object 15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125967" name="Equation" r:id="rId4" imgW="266400" imgH="279360" progId="Equation.3">
              <p:embed/>
            </p:oleObj>
          </a:graphicData>
        </a:graphic>
      </p:graphicFrame>
      <p:sp>
        <p:nvSpPr>
          <p:cNvPr id="125968" name="Oval 16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5969" name="Line 17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25970" name="Object 18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p:oleObj spid="_x0000_s125970" name="Equation" r:id="rId5" imgW="482400" imgH="583920" progId="Equation.3">
              <p:embed/>
            </p:oleObj>
          </a:graphicData>
        </a:graphic>
      </p:graphicFrame>
      <p:graphicFrame>
        <p:nvGraphicFramePr>
          <p:cNvPr id="125971" name="Object 19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p:oleObj spid="_x0000_s125971" name="Equation" r:id="rId6" imgW="406080" imgH="571320" progId="Equation.3">
              <p:embed/>
            </p:oleObj>
          </a:graphicData>
        </a:graphic>
      </p:graphicFrame>
      <p:sp>
        <p:nvSpPr>
          <p:cNvPr id="125972" name="Oval 20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25973" name="Object 21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p:oleObj spid="_x0000_s125973" name="Equation" r:id="rId7" imgW="482400" imgH="571320" progId="Equation.3">
              <p:embed/>
            </p:oleObj>
          </a:graphicData>
        </a:graphic>
      </p:graphicFrame>
      <p:graphicFrame>
        <p:nvGraphicFramePr>
          <p:cNvPr id="125974" name="Object 22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p:oleObj spid="_x0000_s125974" name="Equation" r:id="rId8" imgW="457200" imgH="583920" progId="Equation.3">
              <p:embed/>
            </p:oleObj>
          </a:graphicData>
        </a:graphic>
      </p:graphicFrame>
      <p:graphicFrame>
        <p:nvGraphicFramePr>
          <p:cNvPr id="125975" name="Object 23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p:oleObj spid="_x0000_s125975" name="Equation" r:id="rId9" imgW="266400" imgH="279360" progId="Equation.3">
              <p:embed/>
            </p:oleObj>
          </a:graphicData>
        </a:graphic>
      </p:graphicFrame>
      <p:graphicFrame>
        <p:nvGraphicFramePr>
          <p:cNvPr id="125976" name="Object 24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p:oleObj spid="_x0000_s125976" name="Equation" r:id="rId10" imgW="266400" imgH="279360" progId="Equation.3">
              <p:embed/>
            </p:oleObj>
          </a:graphicData>
        </a:graphic>
      </p:graphicFrame>
      <p:sp>
        <p:nvSpPr>
          <p:cNvPr id="125978" name="Text Box 26"/>
          <p:cNvSpPr txBox="1">
            <a:spLocks noChangeArrowheads="1"/>
          </p:cNvSpPr>
          <p:nvPr/>
        </p:nvSpPr>
        <p:spPr bwMode="auto">
          <a:xfrm>
            <a:off x="3048000" y="152400"/>
            <a:ext cx="2778125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First Choice</a:t>
            </a:r>
          </a:p>
        </p:txBody>
      </p:sp>
      <p:graphicFrame>
        <p:nvGraphicFramePr>
          <p:cNvPr id="125979" name="Object 27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p:oleObj spid="_x0000_s125979" name="Equation" r:id="rId11" imgW="266400" imgH="279360" progId="Equation.3">
              <p:embed/>
            </p:oleObj>
          </a:graphicData>
        </a:graphic>
      </p:graphicFrame>
      <p:sp>
        <p:nvSpPr>
          <p:cNvPr id="125981" name="Line 29"/>
          <p:cNvSpPr>
            <a:spLocks noChangeShapeType="1"/>
          </p:cNvSpPr>
          <p:nvPr/>
        </p:nvSpPr>
        <p:spPr bwMode="auto">
          <a:xfrm>
            <a:off x="1524000" y="48768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9845A42-A689-4EFC-9205-24D9D1CF546F}" type="slidenum">
              <a:rPr lang="en-US"/>
              <a:pPr/>
              <a:t>6</a:t>
            </a:fld>
            <a:endParaRPr lang="en-US"/>
          </a:p>
        </p:txBody>
      </p:sp>
      <p:sp>
        <p:nvSpPr>
          <p:cNvPr id="126978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6979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6980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26983" name="Object 7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126983" name="Equation" r:id="rId3" imgW="266400" imgH="279360" progId="Equation.3">
              <p:embed/>
            </p:oleObj>
          </a:graphicData>
        </a:graphic>
      </p:graphicFrame>
      <p:sp>
        <p:nvSpPr>
          <p:cNvPr id="126984" name="Line 8"/>
          <p:cNvSpPr>
            <a:spLocks noChangeShapeType="1"/>
          </p:cNvSpPr>
          <p:nvPr/>
        </p:nvSpPr>
        <p:spPr bwMode="auto">
          <a:xfrm>
            <a:off x="990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6985" name="Oval 9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6986" name="Oval 10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6987" name="Oval 11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6988" name="Line 12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6989" name="Line 13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6990" name="Line 14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26991" name="Object 15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126991" name="Equation" r:id="rId4" imgW="266400" imgH="279360" progId="Equation.3">
              <p:embed/>
            </p:oleObj>
          </a:graphicData>
        </a:graphic>
      </p:graphicFrame>
      <p:sp>
        <p:nvSpPr>
          <p:cNvPr id="126992" name="Oval 16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6993" name="Line 17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26994" name="Object 18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p:oleObj spid="_x0000_s126994" name="Equation" r:id="rId5" imgW="482400" imgH="583920" progId="Equation.3">
              <p:embed/>
            </p:oleObj>
          </a:graphicData>
        </a:graphic>
      </p:graphicFrame>
      <p:graphicFrame>
        <p:nvGraphicFramePr>
          <p:cNvPr id="126995" name="Object 19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p:oleObj spid="_x0000_s126995" name="Equation" r:id="rId6" imgW="406080" imgH="571320" progId="Equation.3">
              <p:embed/>
            </p:oleObj>
          </a:graphicData>
        </a:graphic>
      </p:graphicFrame>
      <p:sp>
        <p:nvSpPr>
          <p:cNvPr id="126996" name="Oval 20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26997" name="Object 21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p:oleObj spid="_x0000_s126997" name="Equation" r:id="rId7" imgW="482400" imgH="571320" progId="Equation.3">
              <p:embed/>
            </p:oleObj>
          </a:graphicData>
        </a:graphic>
      </p:graphicFrame>
      <p:graphicFrame>
        <p:nvGraphicFramePr>
          <p:cNvPr id="126998" name="Object 22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p:oleObj spid="_x0000_s126998" name="Equation" r:id="rId8" imgW="457200" imgH="583920" progId="Equation.3">
              <p:embed/>
            </p:oleObj>
          </a:graphicData>
        </a:graphic>
      </p:graphicFrame>
      <p:graphicFrame>
        <p:nvGraphicFramePr>
          <p:cNvPr id="126999" name="Object 23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p:oleObj spid="_x0000_s126999" name="Equation" r:id="rId9" imgW="266400" imgH="279360" progId="Equation.3">
              <p:embed/>
            </p:oleObj>
          </a:graphicData>
        </a:graphic>
      </p:graphicFrame>
      <p:graphicFrame>
        <p:nvGraphicFramePr>
          <p:cNvPr id="127000" name="Object 24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p:oleObj spid="_x0000_s127000" name="Equation" r:id="rId10" imgW="266400" imgH="279360" progId="Equation.3">
              <p:embed/>
            </p:oleObj>
          </a:graphicData>
        </a:graphic>
      </p:graphicFrame>
      <p:graphicFrame>
        <p:nvGraphicFramePr>
          <p:cNvPr id="127003" name="Object 27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p:oleObj spid="_x0000_s127003" name="Equation" r:id="rId11" imgW="266400" imgH="279360" progId="Equation.3">
              <p:embed/>
            </p:oleObj>
          </a:graphicData>
        </a:graphic>
      </p:graphicFrame>
      <p:sp>
        <p:nvSpPr>
          <p:cNvPr id="127006" name="Line 30"/>
          <p:cNvSpPr>
            <a:spLocks noChangeShapeType="1"/>
          </p:cNvSpPr>
          <p:nvPr/>
        </p:nvSpPr>
        <p:spPr bwMode="auto">
          <a:xfrm>
            <a:off x="3429000" y="3657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7007" name="Text Box 31"/>
          <p:cNvSpPr txBox="1">
            <a:spLocks noChangeArrowheads="1"/>
          </p:cNvSpPr>
          <p:nvPr/>
        </p:nvSpPr>
        <p:spPr bwMode="auto">
          <a:xfrm>
            <a:off x="3048000" y="152400"/>
            <a:ext cx="2778125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First Choice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01F1E6C-6D8B-4A4D-9A22-3C57B42472F0}" type="slidenum">
              <a:rPr lang="en-US"/>
              <a:pPr/>
              <a:t>7</a:t>
            </a:fld>
            <a:endParaRPr lang="en-US"/>
          </a:p>
        </p:txBody>
      </p:sp>
      <p:sp>
        <p:nvSpPr>
          <p:cNvPr id="128002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8003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8004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28007" name="Object 7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128007" name="Equation" r:id="rId3" imgW="266400" imgH="279360" progId="Equation.3">
              <p:embed/>
            </p:oleObj>
          </a:graphicData>
        </a:graphic>
      </p:graphicFrame>
      <p:sp>
        <p:nvSpPr>
          <p:cNvPr id="128008" name="Line 8"/>
          <p:cNvSpPr>
            <a:spLocks noChangeShapeType="1"/>
          </p:cNvSpPr>
          <p:nvPr/>
        </p:nvSpPr>
        <p:spPr bwMode="auto">
          <a:xfrm>
            <a:off x="14478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8009" name="Oval 9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8010" name="Oval 10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8011" name="Oval 11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8012" name="Line 12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8013" name="Line 13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8014" name="Line 14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28015" name="Object 15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128015" name="Equation" r:id="rId4" imgW="266400" imgH="279360" progId="Equation.3">
              <p:embed/>
            </p:oleObj>
          </a:graphicData>
        </a:graphic>
      </p:graphicFrame>
      <p:sp>
        <p:nvSpPr>
          <p:cNvPr id="128016" name="Oval 16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8017" name="Line 17"/>
          <p:cNvSpPr>
            <a:spLocks noChangeShapeType="1"/>
          </p:cNvSpPr>
          <p:nvPr/>
        </p:nvSpPr>
        <p:spPr bwMode="auto">
          <a:xfrm>
            <a:off x="4191000" y="3200400"/>
            <a:ext cx="990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28018" name="Object 18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p:oleObj spid="_x0000_s128018" name="Equation" r:id="rId5" imgW="482400" imgH="583920" progId="Equation.3">
              <p:embed/>
            </p:oleObj>
          </a:graphicData>
        </a:graphic>
      </p:graphicFrame>
      <p:graphicFrame>
        <p:nvGraphicFramePr>
          <p:cNvPr id="128019" name="Object 19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p:oleObj spid="_x0000_s128019" name="Equation" r:id="rId6" imgW="406080" imgH="571320" progId="Equation.3">
              <p:embed/>
            </p:oleObj>
          </a:graphicData>
        </a:graphic>
      </p:graphicFrame>
      <p:sp>
        <p:nvSpPr>
          <p:cNvPr id="128020" name="Oval 20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28021" name="Object 21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p:oleObj spid="_x0000_s128021" name="Equation" r:id="rId7" imgW="482400" imgH="571320" progId="Equation.3">
              <p:embed/>
            </p:oleObj>
          </a:graphicData>
        </a:graphic>
      </p:graphicFrame>
      <p:graphicFrame>
        <p:nvGraphicFramePr>
          <p:cNvPr id="128022" name="Object 22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p:oleObj spid="_x0000_s128022" name="Equation" r:id="rId8" imgW="457200" imgH="583920" progId="Equation.3">
              <p:embed/>
            </p:oleObj>
          </a:graphicData>
        </a:graphic>
      </p:graphicFrame>
      <p:graphicFrame>
        <p:nvGraphicFramePr>
          <p:cNvPr id="128023" name="Object 23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p:oleObj spid="_x0000_s128023" name="Equation" r:id="rId9" imgW="266400" imgH="279360" progId="Equation.3">
              <p:embed/>
            </p:oleObj>
          </a:graphicData>
        </a:graphic>
      </p:graphicFrame>
      <p:graphicFrame>
        <p:nvGraphicFramePr>
          <p:cNvPr id="128024" name="Object 24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p:oleObj spid="_x0000_s128024" name="Equation" r:id="rId10" imgW="266400" imgH="279360" progId="Equation.3">
              <p:embed/>
            </p:oleObj>
          </a:graphicData>
        </a:graphic>
      </p:graphicFrame>
      <p:sp>
        <p:nvSpPr>
          <p:cNvPr id="128026" name="Text Box 26"/>
          <p:cNvSpPr txBox="1">
            <a:spLocks noChangeArrowheads="1"/>
          </p:cNvSpPr>
          <p:nvPr/>
        </p:nvSpPr>
        <p:spPr bwMode="auto">
          <a:xfrm>
            <a:off x="3048000" y="152400"/>
            <a:ext cx="2778125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First Choice</a:t>
            </a:r>
          </a:p>
        </p:txBody>
      </p:sp>
      <p:graphicFrame>
        <p:nvGraphicFramePr>
          <p:cNvPr id="128027" name="Object 27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p:oleObj spid="_x0000_s128027" name="Equation" r:id="rId11" imgW="266400" imgH="279360" progId="Equation.3">
              <p:embed/>
            </p:oleObj>
          </a:graphicData>
        </a:graphic>
      </p:graphicFrame>
      <p:sp>
        <p:nvSpPr>
          <p:cNvPr id="128031" name="Line 31"/>
          <p:cNvSpPr>
            <a:spLocks noChangeShapeType="1"/>
          </p:cNvSpPr>
          <p:nvPr/>
        </p:nvSpPr>
        <p:spPr bwMode="auto">
          <a:xfrm>
            <a:off x="5334000" y="3810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B1C79D5-BFFF-40E0-836B-8C9F4B48F6D7}" type="slidenum">
              <a:rPr lang="en-US"/>
              <a:pPr/>
              <a:t>8</a:t>
            </a:fld>
            <a:endParaRPr lang="en-US"/>
          </a:p>
        </p:txBody>
      </p:sp>
      <p:sp>
        <p:nvSpPr>
          <p:cNvPr id="129026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9027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9028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29031" name="Object 7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129031" name="Equation" r:id="rId3" imgW="266400" imgH="279360" progId="Equation.3">
              <p:embed/>
            </p:oleObj>
          </a:graphicData>
        </a:graphic>
      </p:graphicFrame>
      <p:sp>
        <p:nvSpPr>
          <p:cNvPr id="129032" name="Line 8"/>
          <p:cNvSpPr>
            <a:spLocks noChangeShapeType="1"/>
          </p:cNvSpPr>
          <p:nvPr/>
        </p:nvSpPr>
        <p:spPr bwMode="auto">
          <a:xfrm>
            <a:off x="19812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9033" name="Oval 9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9034" name="Oval 10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9035" name="Oval 11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9036" name="Line 12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9037" name="Line 13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9038" name="Line 14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29039" name="Object 15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129039" name="Equation" r:id="rId4" imgW="266400" imgH="279360" progId="Equation.3">
              <p:embed/>
            </p:oleObj>
          </a:graphicData>
        </a:graphic>
      </p:graphicFrame>
      <p:sp>
        <p:nvSpPr>
          <p:cNvPr id="129040" name="Oval 16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9041" name="Line 17"/>
          <p:cNvSpPr>
            <a:spLocks noChangeShapeType="1"/>
          </p:cNvSpPr>
          <p:nvPr/>
        </p:nvSpPr>
        <p:spPr bwMode="auto">
          <a:xfrm>
            <a:off x="4191000" y="3200400"/>
            <a:ext cx="990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29042" name="Object 18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p:oleObj spid="_x0000_s129042" name="Equation" r:id="rId5" imgW="482400" imgH="583920" progId="Equation.3">
              <p:embed/>
            </p:oleObj>
          </a:graphicData>
        </a:graphic>
      </p:graphicFrame>
      <p:graphicFrame>
        <p:nvGraphicFramePr>
          <p:cNvPr id="129043" name="Object 19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p:oleObj spid="_x0000_s129043" name="Equation" r:id="rId6" imgW="406080" imgH="571320" progId="Equation.3">
              <p:embed/>
            </p:oleObj>
          </a:graphicData>
        </a:graphic>
      </p:graphicFrame>
      <p:sp>
        <p:nvSpPr>
          <p:cNvPr id="129044" name="Oval 20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29045" name="Object 21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p:oleObj spid="_x0000_s129045" name="Equation" r:id="rId7" imgW="482400" imgH="571320" progId="Equation.3">
              <p:embed/>
            </p:oleObj>
          </a:graphicData>
        </a:graphic>
      </p:graphicFrame>
      <p:graphicFrame>
        <p:nvGraphicFramePr>
          <p:cNvPr id="129046" name="Object 22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p:oleObj spid="_x0000_s129046" name="Equation" r:id="rId8" imgW="457200" imgH="583920" progId="Equation.3">
              <p:embed/>
            </p:oleObj>
          </a:graphicData>
        </a:graphic>
      </p:graphicFrame>
      <p:graphicFrame>
        <p:nvGraphicFramePr>
          <p:cNvPr id="129047" name="Object 23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p:oleObj spid="_x0000_s129047" name="Equation" r:id="rId9" imgW="266400" imgH="279360" progId="Equation.3">
              <p:embed/>
            </p:oleObj>
          </a:graphicData>
        </a:graphic>
      </p:graphicFrame>
      <p:graphicFrame>
        <p:nvGraphicFramePr>
          <p:cNvPr id="129048" name="Object 24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p:oleObj spid="_x0000_s129048" name="Equation" r:id="rId10" imgW="266400" imgH="279360" progId="Equation.3">
              <p:embed/>
            </p:oleObj>
          </a:graphicData>
        </a:graphic>
      </p:graphicFrame>
      <p:graphicFrame>
        <p:nvGraphicFramePr>
          <p:cNvPr id="129049" name="Object 25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p:oleObj spid="_x0000_s129049" name="Equation" r:id="rId11" imgW="266400" imgH="279360" progId="Equation.3">
              <p:embed/>
            </p:oleObj>
          </a:graphicData>
        </a:graphic>
      </p:graphicFrame>
      <p:sp>
        <p:nvSpPr>
          <p:cNvPr id="129050" name="Text Box 26"/>
          <p:cNvSpPr txBox="1">
            <a:spLocks noChangeArrowheads="1"/>
          </p:cNvSpPr>
          <p:nvPr/>
        </p:nvSpPr>
        <p:spPr bwMode="auto">
          <a:xfrm>
            <a:off x="6477000" y="2819400"/>
            <a:ext cx="176371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“accept”</a:t>
            </a:r>
          </a:p>
        </p:txBody>
      </p:sp>
      <p:sp>
        <p:nvSpPr>
          <p:cNvPr id="129051" name="Text Box 27"/>
          <p:cNvSpPr txBox="1">
            <a:spLocks noChangeArrowheads="1"/>
          </p:cNvSpPr>
          <p:nvPr/>
        </p:nvSpPr>
        <p:spPr bwMode="auto">
          <a:xfrm>
            <a:off x="3048000" y="152400"/>
            <a:ext cx="2778125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First Choice</a:t>
            </a:r>
          </a:p>
        </p:txBody>
      </p:sp>
      <p:sp>
        <p:nvSpPr>
          <p:cNvPr id="129054" name="Line 30"/>
          <p:cNvSpPr>
            <a:spLocks noChangeShapeType="1"/>
          </p:cNvSpPr>
          <p:nvPr/>
        </p:nvSpPr>
        <p:spPr bwMode="auto">
          <a:xfrm>
            <a:off x="5334000" y="3810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9055" name="Text Box 31"/>
          <p:cNvSpPr txBox="1">
            <a:spLocks noChangeArrowheads="1"/>
          </p:cNvSpPr>
          <p:nvPr/>
        </p:nvSpPr>
        <p:spPr bwMode="auto">
          <a:xfrm>
            <a:off x="457200" y="1981200"/>
            <a:ext cx="41529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All input is consumed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71C1789-20D1-4E36-AFBC-97CCC2AEA7C2}" type="slidenum">
              <a:rPr lang="en-US"/>
              <a:pPr/>
              <a:t>9</a:t>
            </a:fld>
            <a:endParaRPr lang="en-US"/>
          </a:p>
        </p:txBody>
      </p:sp>
      <p:sp>
        <p:nvSpPr>
          <p:cNvPr id="130050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0051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0052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0053" name="Object 5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130053" name="Equation" r:id="rId3" imgW="266400" imgH="279360" progId="Equation.3">
              <p:embed/>
            </p:oleObj>
          </a:graphicData>
        </a:graphic>
      </p:graphicFrame>
      <p:sp>
        <p:nvSpPr>
          <p:cNvPr id="130054" name="Line 6"/>
          <p:cNvSpPr>
            <a:spLocks noChangeShapeType="1"/>
          </p:cNvSpPr>
          <p:nvPr/>
        </p:nvSpPr>
        <p:spPr bwMode="auto">
          <a:xfrm>
            <a:off x="609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0055" name="Oval 7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0056" name="Oval 8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0057" name="Oval 9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0058" name="Line 10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59" name="Line 11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0060" name="Line 12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30061" name="Object 13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130061" name="Equation" r:id="rId4" imgW="266400" imgH="279360" progId="Equation.3">
              <p:embed/>
            </p:oleObj>
          </a:graphicData>
        </a:graphic>
      </p:graphicFrame>
      <p:sp>
        <p:nvSpPr>
          <p:cNvPr id="130062" name="Oval 14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0063" name="Line 15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30064" name="Object 16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p:oleObj spid="_x0000_s130064" name="Equation" r:id="rId5" imgW="482400" imgH="583920" progId="Equation.3">
              <p:embed/>
            </p:oleObj>
          </a:graphicData>
        </a:graphic>
      </p:graphicFrame>
      <p:graphicFrame>
        <p:nvGraphicFramePr>
          <p:cNvPr id="130065" name="Object 17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p:oleObj spid="_x0000_s130065" name="Equation" r:id="rId6" imgW="406080" imgH="571320" progId="Equation.3">
              <p:embed/>
            </p:oleObj>
          </a:graphicData>
        </a:graphic>
      </p:graphicFrame>
      <p:sp>
        <p:nvSpPr>
          <p:cNvPr id="130066" name="Oval 18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0067" name="Object 19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p:oleObj spid="_x0000_s130067" name="Equation" r:id="rId7" imgW="482400" imgH="571320" progId="Equation.3">
              <p:embed/>
            </p:oleObj>
          </a:graphicData>
        </a:graphic>
      </p:graphicFrame>
      <p:graphicFrame>
        <p:nvGraphicFramePr>
          <p:cNvPr id="130068" name="Object 20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p:oleObj spid="_x0000_s130068" name="Equation" r:id="rId8" imgW="457200" imgH="583920" progId="Equation.3">
              <p:embed/>
            </p:oleObj>
          </a:graphicData>
        </a:graphic>
      </p:graphicFrame>
      <p:graphicFrame>
        <p:nvGraphicFramePr>
          <p:cNvPr id="130069" name="Object 21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p:oleObj spid="_x0000_s130069" name="Equation" r:id="rId9" imgW="266400" imgH="279360" progId="Equation.3">
              <p:embed/>
            </p:oleObj>
          </a:graphicData>
        </a:graphic>
      </p:graphicFrame>
      <p:graphicFrame>
        <p:nvGraphicFramePr>
          <p:cNvPr id="130070" name="Object 22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p:oleObj spid="_x0000_s130070" name="Equation" r:id="rId10" imgW="266400" imgH="279360" progId="Equation.3">
              <p:embed/>
            </p:oleObj>
          </a:graphicData>
        </a:graphic>
      </p:graphicFrame>
      <p:sp>
        <p:nvSpPr>
          <p:cNvPr id="130071" name="Text Box 23"/>
          <p:cNvSpPr txBox="1">
            <a:spLocks noChangeArrowheads="1"/>
          </p:cNvSpPr>
          <p:nvPr/>
        </p:nvSpPr>
        <p:spPr bwMode="auto">
          <a:xfrm>
            <a:off x="3048000" y="152400"/>
            <a:ext cx="3265488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Second Choice</a:t>
            </a:r>
          </a:p>
        </p:txBody>
      </p:sp>
      <p:graphicFrame>
        <p:nvGraphicFramePr>
          <p:cNvPr id="130072" name="Object 24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p:oleObj spid="_x0000_s130072" name="Equation" r:id="rId11" imgW="266400" imgH="279360" progId="Equation.3">
              <p:embed/>
            </p:oleObj>
          </a:graphicData>
        </a:graphic>
      </p:graphicFrame>
      <p:sp>
        <p:nvSpPr>
          <p:cNvPr id="130073" name="Line 25"/>
          <p:cNvSpPr>
            <a:spLocks noChangeShapeType="1"/>
          </p:cNvSpPr>
          <p:nvPr/>
        </p:nvSpPr>
        <p:spPr bwMode="auto">
          <a:xfrm>
            <a:off x="1524000" y="48768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6FD781-11C2-4264-8CEB-7D0ABD1DADAA}" type="slidenum">
              <a:rPr lang="en-US"/>
              <a:pPr/>
              <a:t>10</a:t>
            </a:fld>
            <a:endParaRPr lang="en-US"/>
          </a:p>
        </p:txBody>
      </p:sp>
      <p:sp>
        <p:nvSpPr>
          <p:cNvPr id="133122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3123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3124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3125" name="Object 5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133125" name="Equation" r:id="rId3" imgW="266400" imgH="279360" progId="Equation.3">
              <p:embed/>
            </p:oleObj>
          </a:graphicData>
        </a:graphic>
      </p:graphicFrame>
      <p:sp>
        <p:nvSpPr>
          <p:cNvPr id="133126" name="Line 6"/>
          <p:cNvSpPr>
            <a:spLocks noChangeShapeType="1"/>
          </p:cNvSpPr>
          <p:nvPr/>
        </p:nvSpPr>
        <p:spPr bwMode="auto">
          <a:xfrm>
            <a:off x="914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3127" name="Oval 7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3128" name="Oval 8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3129" name="Oval 9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3130" name="Line 10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3131" name="Line 11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3132" name="Line 12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33133" name="Object 13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133133" name="Equation" r:id="rId4" imgW="266400" imgH="279360" progId="Equation.3">
              <p:embed/>
            </p:oleObj>
          </a:graphicData>
        </a:graphic>
      </p:graphicFrame>
      <p:sp>
        <p:nvSpPr>
          <p:cNvPr id="133134" name="Oval 14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3135" name="Line 15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33136" name="Object 16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p:oleObj spid="_x0000_s133136" name="Equation" r:id="rId5" imgW="482400" imgH="583920" progId="Equation.3">
              <p:embed/>
            </p:oleObj>
          </a:graphicData>
        </a:graphic>
      </p:graphicFrame>
      <p:graphicFrame>
        <p:nvGraphicFramePr>
          <p:cNvPr id="133137" name="Object 17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p:oleObj spid="_x0000_s133137" name="Equation" r:id="rId6" imgW="406080" imgH="571320" progId="Equation.3">
              <p:embed/>
            </p:oleObj>
          </a:graphicData>
        </a:graphic>
      </p:graphicFrame>
      <p:sp>
        <p:nvSpPr>
          <p:cNvPr id="133138" name="Oval 18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3139" name="Object 19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p:oleObj spid="_x0000_s133139" name="Equation" r:id="rId7" imgW="482400" imgH="571320" progId="Equation.3">
              <p:embed/>
            </p:oleObj>
          </a:graphicData>
        </a:graphic>
      </p:graphicFrame>
      <p:graphicFrame>
        <p:nvGraphicFramePr>
          <p:cNvPr id="133141" name="Object 21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p:oleObj spid="_x0000_s133141" name="Equation" r:id="rId8" imgW="266400" imgH="279360" progId="Equation.3">
              <p:embed/>
            </p:oleObj>
          </a:graphicData>
        </a:graphic>
      </p:graphicFrame>
      <p:graphicFrame>
        <p:nvGraphicFramePr>
          <p:cNvPr id="133142" name="Object 22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p:oleObj spid="_x0000_s133142" name="Equation" r:id="rId9" imgW="266400" imgH="279360" progId="Equation.3">
              <p:embed/>
            </p:oleObj>
          </a:graphicData>
        </a:graphic>
      </p:graphicFrame>
      <p:sp>
        <p:nvSpPr>
          <p:cNvPr id="133143" name="Text Box 23"/>
          <p:cNvSpPr txBox="1">
            <a:spLocks noChangeArrowheads="1"/>
          </p:cNvSpPr>
          <p:nvPr/>
        </p:nvSpPr>
        <p:spPr bwMode="auto">
          <a:xfrm>
            <a:off x="3048000" y="152400"/>
            <a:ext cx="3265488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Second Choice</a:t>
            </a:r>
          </a:p>
        </p:txBody>
      </p:sp>
      <p:graphicFrame>
        <p:nvGraphicFramePr>
          <p:cNvPr id="133144" name="Object 24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p:oleObj spid="_x0000_s133144" name="Equation" r:id="rId10" imgW="266400" imgH="279360" progId="Equation.3">
              <p:embed/>
            </p:oleObj>
          </a:graphicData>
        </a:graphic>
      </p:graphicFrame>
      <p:sp>
        <p:nvSpPr>
          <p:cNvPr id="133145" name="Line 25"/>
          <p:cNvSpPr>
            <a:spLocks noChangeShapeType="1"/>
          </p:cNvSpPr>
          <p:nvPr/>
        </p:nvSpPr>
        <p:spPr bwMode="auto">
          <a:xfrm>
            <a:off x="3429000" y="5791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3146" name="Object 26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p:oleObj spid="_x0000_s133146" name="Equation" r:id="rId11" imgW="457200" imgH="583920" progId="Equation.3">
              <p:embed/>
            </p:oleObj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FCB0988-E097-48AB-A802-6E2B42D61F5D}" type="slidenum">
              <a:rPr lang="en-US"/>
              <a:pPr/>
              <a:t>11</a:t>
            </a:fld>
            <a:endParaRPr lang="en-US"/>
          </a:p>
        </p:txBody>
      </p:sp>
      <p:sp>
        <p:nvSpPr>
          <p:cNvPr id="134148" name="Rectangle 4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4149" name="Line 5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4150" name="Line 6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4151" name="Object 7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134151" name="Equation" r:id="rId3" imgW="266400" imgH="279360" progId="Equation.3">
              <p:embed/>
            </p:oleObj>
          </a:graphicData>
        </a:graphic>
      </p:graphicFrame>
      <p:sp>
        <p:nvSpPr>
          <p:cNvPr id="134152" name="Line 8"/>
          <p:cNvSpPr>
            <a:spLocks noChangeShapeType="1"/>
          </p:cNvSpPr>
          <p:nvPr/>
        </p:nvSpPr>
        <p:spPr bwMode="auto">
          <a:xfrm>
            <a:off x="914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4153" name="Oval 9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4154" name="Oval 10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4155" name="Oval 11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4156" name="Line 12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4157" name="Line 13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4158" name="Line 14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34159" name="Object 15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134159" name="Equation" r:id="rId4" imgW="266400" imgH="279360" progId="Equation.3">
              <p:embed/>
            </p:oleObj>
          </a:graphicData>
        </a:graphic>
      </p:graphicFrame>
      <p:sp>
        <p:nvSpPr>
          <p:cNvPr id="134160" name="Oval 16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4161" name="Line 17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34162" name="Object 18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p:oleObj spid="_x0000_s134162" name="Equation" r:id="rId5" imgW="482400" imgH="583920" progId="Equation.3">
              <p:embed/>
            </p:oleObj>
          </a:graphicData>
        </a:graphic>
      </p:graphicFrame>
      <p:graphicFrame>
        <p:nvGraphicFramePr>
          <p:cNvPr id="134163" name="Object 19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p:oleObj spid="_x0000_s134163" name="Equation" r:id="rId6" imgW="406080" imgH="571320" progId="Equation.3">
              <p:embed/>
            </p:oleObj>
          </a:graphicData>
        </a:graphic>
      </p:graphicFrame>
      <p:sp>
        <p:nvSpPr>
          <p:cNvPr id="134164" name="Oval 20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4165" name="Object 21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p:oleObj spid="_x0000_s134165" name="Equation" r:id="rId7" imgW="482400" imgH="571320" progId="Equation.3">
              <p:embed/>
            </p:oleObj>
          </a:graphicData>
        </a:graphic>
      </p:graphicFrame>
      <p:graphicFrame>
        <p:nvGraphicFramePr>
          <p:cNvPr id="134166" name="Object 22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p:oleObj spid="_x0000_s134166" name="Equation" r:id="rId8" imgW="266400" imgH="279360" progId="Equation.3">
              <p:embed/>
            </p:oleObj>
          </a:graphicData>
        </a:graphic>
      </p:graphicFrame>
      <p:graphicFrame>
        <p:nvGraphicFramePr>
          <p:cNvPr id="134167" name="Object 23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p:oleObj spid="_x0000_s134167" name="Equation" r:id="rId9" imgW="266400" imgH="279360" progId="Equation.3">
              <p:embed/>
            </p:oleObj>
          </a:graphicData>
        </a:graphic>
      </p:graphicFrame>
      <p:graphicFrame>
        <p:nvGraphicFramePr>
          <p:cNvPr id="134168" name="Object 24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p:oleObj spid="_x0000_s134168" name="Equation" r:id="rId10" imgW="266400" imgH="279360" progId="Equation.3">
              <p:embed/>
            </p:oleObj>
          </a:graphicData>
        </a:graphic>
      </p:graphicFrame>
      <p:sp>
        <p:nvSpPr>
          <p:cNvPr id="134169" name="Line 25"/>
          <p:cNvSpPr>
            <a:spLocks noChangeShapeType="1"/>
          </p:cNvSpPr>
          <p:nvPr/>
        </p:nvSpPr>
        <p:spPr bwMode="auto">
          <a:xfrm>
            <a:off x="3429000" y="5791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4170" name="Object 26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p:oleObj spid="_x0000_s134170" name="Equation" r:id="rId11" imgW="457200" imgH="583920" progId="Equation.3">
              <p:embed/>
            </p:oleObj>
          </a:graphicData>
        </a:graphic>
      </p:graphicFrame>
      <p:sp>
        <p:nvSpPr>
          <p:cNvPr id="134171" name="Text Box 27"/>
          <p:cNvSpPr txBox="1">
            <a:spLocks noChangeArrowheads="1"/>
          </p:cNvSpPr>
          <p:nvPr/>
        </p:nvSpPr>
        <p:spPr bwMode="auto">
          <a:xfrm>
            <a:off x="3048000" y="152400"/>
            <a:ext cx="3265488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Second Choice</a:t>
            </a:r>
          </a:p>
        </p:txBody>
      </p:sp>
      <p:sp>
        <p:nvSpPr>
          <p:cNvPr id="134172" name="Text Box 28"/>
          <p:cNvSpPr txBox="1">
            <a:spLocks noChangeArrowheads="1"/>
          </p:cNvSpPr>
          <p:nvPr/>
        </p:nvSpPr>
        <p:spPr bwMode="auto">
          <a:xfrm>
            <a:off x="4632325" y="4673600"/>
            <a:ext cx="411638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No transition:</a:t>
            </a:r>
          </a:p>
          <a:p>
            <a:r>
              <a:rPr lang="en-US"/>
              <a:t>the automaton hangs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293F49-5AEA-4546-A710-7A31B446DA48}" type="slidenum">
              <a:rPr lang="en-US"/>
              <a:pPr/>
              <a:t>12</a:t>
            </a:fld>
            <a:endParaRPr lang="en-US"/>
          </a:p>
        </p:txBody>
      </p:sp>
      <p:sp>
        <p:nvSpPr>
          <p:cNvPr id="135170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5171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5172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5173" name="Object 5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135173" name="Equation" r:id="rId3" imgW="266400" imgH="279360" progId="Equation.3">
              <p:embed/>
            </p:oleObj>
          </a:graphicData>
        </a:graphic>
      </p:graphicFrame>
      <p:sp>
        <p:nvSpPr>
          <p:cNvPr id="135174" name="Line 6"/>
          <p:cNvSpPr>
            <a:spLocks noChangeShapeType="1"/>
          </p:cNvSpPr>
          <p:nvPr/>
        </p:nvSpPr>
        <p:spPr bwMode="auto">
          <a:xfrm>
            <a:off x="914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5175" name="Oval 7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5176" name="Oval 8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5177" name="Oval 9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5178" name="Line 10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5179" name="Line 11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5180" name="Line 12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35181" name="Object 13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135181" name="Equation" r:id="rId4" imgW="266400" imgH="279360" progId="Equation.3">
              <p:embed/>
            </p:oleObj>
          </a:graphicData>
        </a:graphic>
      </p:graphicFrame>
      <p:sp>
        <p:nvSpPr>
          <p:cNvPr id="135182" name="Oval 14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5183" name="Line 15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35184" name="Object 16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p:oleObj spid="_x0000_s135184" name="Equation" r:id="rId5" imgW="482400" imgH="583920" progId="Equation.3">
              <p:embed/>
            </p:oleObj>
          </a:graphicData>
        </a:graphic>
      </p:graphicFrame>
      <p:graphicFrame>
        <p:nvGraphicFramePr>
          <p:cNvPr id="135185" name="Object 17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p:oleObj spid="_x0000_s135185" name="Equation" r:id="rId6" imgW="406080" imgH="571320" progId="Equation.3">
              <p:embed/>
            </p:oleObj>
          </a:graphicData>
        </a:graphic>
      </p:graphicFrame>
      <p:sp>
        <p:nvSpPr>
          <p:cNvPr id="135186" name="Oval 18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5187" name="Object 19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p:oleObj spid="_x0000_s135187" name="Equation" r:id="rId7" imgW="482400" imgH="571320" progId="Equation.3">
              <p:embed/>
            </p:oleObj>
          </a:graphicData>
        </a:graphic>
      </p:graphicFrame>
      <p:graphicFrame>
        <p:nvGraphicFramePr>
          <p:cNvPr id="135188" name="Object 20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p:oleObj spid="_x0000_s135188" name="Equation" r:id="rId8" imgW="266400" imgH="279360" progId="Equation.3">
              <p:embed/>
            </p:oleObj>
          </a:graphicData>
        </a:graphic>
      </p:graphicFrame>
      <p:graphicFrame>
        <p:nvGraphicFramePr>
          <p:cNvPr id="135189" name="Object 21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p:oleObj spid="_x0000_s135189" name="Equation" r:id="rId9" imgW="266400" imgH="279360" progId="Equation.3">
              <p:embed/>
            </p:oleObj>
          </a:graphicData>
        </a:graphic>
      </p:graphicFrame>
      <p:graphicFrame>
        <p:nvGraphicFramePr>
          <p:cNvPr id="135190" name="Object 22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p:oleObj spid="_x0000_s135190" name="Equation" r:id="rId10" imgW="266400" imgH="279360" progId="Equation.3">
              <p:embed/>
            </p:oleObj>
          </a:graphicData>
        </a:graphic>
      </p:graphicFrame>
      <p:sp>
        <p:nvSpPr>
          <p:cNvPr id="135191" name="Line 23"/>
          <p:cNvSpPr>
            <a:spLocks noChangeShapeType="1"/>
          </p:cNvSpPr>
          <p:nvPr/>
        </p:nvSpPr>
        <p:spPr bwMode="auto">
          <a:xfrm>
            <a:off x="3429000" y="5791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5192" name="Object 24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p:oleObj spid="_x0000_s135192" name="Equation" r:id="rId11" imgW="457200" imgH="583920" progId="Equation.3">
              <p:embed/>
            </p:oleObj>
          </a:graphicData>
        </a:graphic>
      </p:graphicFrame>
      <p:sp>
        <p:nvSpPr>
          <p:cNvPr id="135193" name="Text Box 25"/>
          <p:cNvSpPr txBox="1">
            <a:spLocks noChangeArrowheads="1"/>
          </p:cNvSpPr>
          <p:nvPr/>
        </p:nvSpPr>
        <p:spPr bwMode="auto">
          <a:xfrm>
            <a:off x="3048000" y="152400"/>
            <a:ext cx="3265488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Second Choice</a:t>
            </a:r>
          </a:p>
        </p:txBody>
      </p:sp>
      <p:sp>
        <p:nvSpPr>
          <p:cNvPr id="135195" name="Text Box 27"/>
          <p:cNvSpPr txBox="1">
            <a:spLocks noChangeArrowheads="1"/>
          </p:cNvSpPr>
          <p:nvPr/>
        </p:nvSpPr>
        <p:spPr bwMode="auto">
          <a:xfrm>
            <a:off x="4648200" y="5029200"/>
            <a:ext cx="17097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“reject”</a:t>
            </a:r>
          </a:p>
        </p:txBody>
      </p:sp>
      <p:sp>
        <p:nvSpPr>
          <p:cNvPr id="135196" name="Text Box 28"/>
          <p:cNvSpPr txBox="1">
            <a:spLocks noChangeArrowheads="1"/>
          </p:cNvSpPr>
          <p:nvPr/>
        </p:nvSpPr>
        <p:spPr bwMode="auto">
          <a:xfrm>
            <a:off x="457200" y="1981200"/>
            <a:ext cx="51419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Input cannot be consumed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7E4ABB1-F83F-4B12-998A-3BF7CA1521B1}" type="slidenum">
              <a:rPr lang="en-US"/>
              <a:pPr/>
              <a:t>13</a:t>
            </a:fld>
            <a:endParaRPr lang="en-US"/>
          </a:p>
        </p:txBody>
      </p:sp>
      <p:sp>
        <p:nvSpPr>
          <p:cNvPr id="136195" name="Text Box 3"/>
          <p:cNvSpPr txBox="1">
            <a:spLocks noChangeArrowheads="1"/>
          </p:cNvSpPr>
          <p:nvPr/>
        </p:nvSpPr>
        <p:spPr bwMode="auto">
          <a:xfrm>
            <a:off x="0" y="533400"/>
            <a:ext cx="7813675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An NFA accepts a string:</a:t>
            </a:r>
          </a:p>
          <a:p>
            <a:r>
              <a:rPr lang="en-US"/>
              <a:t>when there is a computation of the NFA</a:t>
            </a:r>
          </a:p>
          <a:p>
            <a:r>
              <a:rPr lang="en-US"/>
              <a:t>that accepts the string </a:t>
            </a:r>
          </a:p>
        </p:txBody>
      </p:sp>
      <p:sp>
        <p:nvSpPr>
          <p:cNvPr id="136196" name="Text Box 4"/>
          <p:cNvSpPr txBox="1">
            <a:spLocks noChangeArrowheads="1"/>
          </p:cNvSpPr>
          <p:nvPr/>
        </p:nvSpPr>
        <p:spPr bwMode="auto">
          <a:xfrm>
            <a:off x="0" y="3810000"/>
            <a:ext cx="847883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all the input is consumed and the automaton</a:t>
            </a:r>
          </a:p>
          <a:p>
            <a:r>
              <a:rPr lang="en-US"/>
              <a:t>is in a final state</a:t>
            </a:r>
          </a:p>
        </p:txBody>
      </p:sp>
      <p:sp>
        <p:nvSpPr>
          <p:cNvPr id="136197" name="Text Box 5"/>
          <p:cNvSpPr txBox="1">
            <a:spLocks noChangeArrowheads="1"/>
          </p:cNvSpPr>
          <p:nvPr/>
        </p:nvSpPr>
        <p:spPr bwMode="auto">
          <a:xfrm>
            <a:off x="3200400" y="2743200"/>
            <a:ext cx="1441450" cy="7620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4400">
                <a:solidFill>
                  <a:srgbClr val="FF0000"/>
                </a:solidFill>
              </a:rPr>
              <a:t>AND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7B3F61-354E-405B-873D-E657F67A26FB}" type="slidenum">
              <a:rPr lang="en-US"/>
              <a:pPr/>
              <a:t>14</a:t>
            </a:fld>
            <a:endParaRPr lang="en-US"/>
          </a:p>
        </p:txBody>
      </p:sp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graphicFrame>
        <p:nvGraphicFramePr>
          <p:cNvPr id="139267" name="Object 3"/>
          <p:cNvGraphicFramePr>
            <a:graphicFrameLocks noChangeAspect="1"/>
          </p:cNvGraphicFramePr>
          <p:nvPr/>
        </p:nvGraphicFramePr>
        <p:xfrm>
          <a:off x="685800" y="1371600"/>
          <a:ext cx="546100" cy="304800"/>
        </p:xfrm>
        <a:graphic>
          <a:graphicData uri="http://schemas.openxmlformats.org/presentationml/2006/ole">
            <p:oleObj spid="_x0000_s139267" name="Equation" r:id="rId3" imgW="545760" imgH="304560" progId="Equation.3">
              <p:embed/>
            </p:oleObj>
          </a:graphicData>
        </a:graphic>
      </p:graphicFrame>
      <p:sp>
        <p:nvSpPr>
          <p:cNvPr id="139268" name="Text Box 4"/>
          <p:cNvSpPr txBox="1">
            <a:spLocks noChangeArrowheads="1"/>
          </p:cNvSpPr>
          <p:nvPr/>
        </p:nvSpPr>
        <p:spPr bwMode="auto">
          <a:xfrm>
            <a:off x="1447800" y="1219200"/>
            <a:ext cx="4795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is accepted by the NFA:</a:t>
            </a:r>
          </a:p>
        </p:txBody>
      </p:sp>
      <p:grpSp>
        <p:nvGrpSpPr>
          <p:cNvPr id="139303" name="Group 39"/>
          <p:cNvGrpSpPr>
            <a:grpSpLocks/>
          </p:cNvGrpSpPr>
          <p:nvPr/>
        </p:nvGrpSpPr>
        <p:grpSpPr bwMode="auto">
          <a:xfrm>
            <a:off x="457200" y="3200400"/>
            <a:ext cx="3200400" cy="1752600"/>
            <a:chOff x="672" y="1680"/>
            <a:chExt cx="3264" cy="1872"/>
          </a:xfrm>
        </p:grpSpPr>
        <p:sp>
          <p:nvSpPr>
            <p:cNvPr id="139286" name="Oval 22"/>
            <p:cNvSpPr>
              <a:spLocks noChangeArrowheads="1"/>
            </p:cNvSpPr>
            <p:nvPr/>
          </p:nvSpPr>
          <p:spPr bwMode="auto">
            <a:xfrm>
              <a:off x="2208" y="1776"/>
              <a:ext cx="432" cy="432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9287" name="Oval 23"/>
            <p:cNvSpPr>
              <a:spLocks noChangeArrowheads="1"/>
            </p:cNvSpPr>
            <p:nvPr/>
          </p:nvSpPr>
          <p:spPr bwMode="auto">
            <a:xfrm>
              <a:off x="1008" y="2544"/>
              <a:ext cx="432" cy="432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9288" name="Oval 24"/>
            <p:cNvSpPr>
              <a:spLocks noChangeArrowheads="1"/>
            </p:cNvSpPr>
            <p:nvPr/>
          </p:nvSpPr>
          <p:spPr bwMode="auto">
            <a:xfrm>
              <a:off x="2208" y="3120"/>
              <a:ext cx="432" cy="4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9289" name="Line 25"/>
            <p:cNvSpPr>
              <a:spLocks noChangeShapeType="1"/>
            </p:cNvSpPr>
            <p:nvPr/>
          </p:nvSpPr>
          <p:spPr bwMode="auto">
            <a:xfrm flipV="1">
              <a:off x="1392" y="2064"/>
              <a:ext cx="816" cy="57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290" name="Line 26"/>
            <p:cNvSpPr>
              <a:spLocks noChangeShapeType="1"/>
            </p:cNvSpPr>
            <p:nvPr/>
          </p:nvSpPr>
          <p:spPr bwMode="auto">
            <a:xfrm>
              <a:off x="1393" y="2877"/>
              <a:ext cx="818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291" name="Line 27"/>
            <p:cNvSpPr>
              <a:spLocks noChangeShapeType="1"/>
            </p:cNvSpPr>
            <p:nvPr/>
          </p:nvSpPr>
          <p:spPr bwMode="auto">
            <a:xfrm>
              <a:off x="672" y="2784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9292" name="Oval 28"/>
            <p:cNvSpPr>
              <a:spLocks noChangeArrowheads="1"/>
            </p:cNvSpPr>
            <p:nvPr/>
          </p:nvSpPr>
          <p:spPr bwMode="auto">
            <a:xfrm>
              <a:off x="3408" y="1776"/>
              <a:ext cx="432" cy="432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9293" name="Line 29"/>
            <p:cNvSpPr>
              <a:spLocks noChangeShapeType="1"/>
            </p:cNvSpPr>
            <p:nvPr/>
          </p:nvSpPr>
          <p:spPr bwMode="auto">
            <a:xfrm>
              <a:off x="2640" y="2016"/>
              <a:ext cx="62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139294" name="Object 30"/>
            <p:cNvGraphicFramePr>
              <a:graphicFrameLocks noChangeAspect="1"/>
            </p:cNvGraphicFramePr>
            <p:nvPr/>
          </p:nvGraphicFramePr>
          <p:xfrm>
            <a:off x="1056" y="2544"/>
            <a:ext cx="304" cy="368"/>
          </p:xfrm>
          <a:graphic>
            <a:graphicData uri="http://schemas.openxmlformats.org/presentationml/2006/ole">
              <p:oleObj spid="_x0000_s139294" name="Equation" r:id="rId4" imgW="482400" imgH="583920" progId="Equation.3">
                <p:embed/>
              </p:oleObj>
            </a:graphicData>
          </a:graphic>
        </p:graphicFrame>
        <p:graphicFrame>
          <p:nvGraphicFramePr>
            <p:cNvPr id="139295" name="Object 31"/>
            <p:cNvGraphicFramePr>
              <a:graphicFrameLocks noChangeAspect="1"/>
            </p:cNvGraphicFramePr>
            <p:nvPr/>
          </p:nvGraphicFramePr>
          <p:xfrm>
            <a:off x="2304" y="1776"/>
            <a:ext cx="256" cy="360"/>
          </p:xfrm>
          <a:graphic>
            <a:graphicData uri="http://schemas.openxmlformats.org/presentationml/2006/ole">
              <p:oleObj spid="_x0000_s139295" name="Equation" r:id="rId5" imgW="406080" imgH="571320" progId="Equation.3">
                <p:embed/>
              </p:oleObj>
            </a:graphicData>
          </a:graphic>
        </p:graphicFrame>
        <p:sp>
          <p:nvSpPr>
            <p:cNvPr id="139296" name="Oval 32"/>
            <p:cNvSpPr>
              <a:spLocks noChangeArrowheads="1"/>
            </p:cNvSpPr>
            <p:nvPr/>
          </p:nvSpPr>
          <p:spPr bwMode="auto">
            <a:xfrm>
              <a:off x="3312" y="1680"/>
              <a:ext cx="624" cy="624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39297" name="Object 33"/>
            <p:cNvGraphicFramePr>
              <a:graphicFrameLocks noChangeAspect="1"/>
            </p:cNvGraphicFramePr>
            <p:nvPr/>
          </p:nvGraphicFramePr>
          <p:xfrm>
            <a:off x="3456" y="1776"/>
            <a:ext cx="304" cy="360"/>
          </p:xfrm>
          <a:graphic>
            <a:graphicData uri="http://schemas.openxmlformats.org/presentationml/2006/ole">
              <p:oleObj spid="_x0000_s139297" name="Equation" r:id="rId6" imgW="482400" imgH="571320" progId="Equation.3">
                <p:embed/>
              </p:oleObj>
            </a:graphicData>
          </a:graphic>
        </p:graphicFrame>
        <p:graphicFrame>
          <p:nvGraphicFramePr>
            <p:cNvPr id="139298" name="Object 34"/>
            <p:cNvGraphicFramePr>
              <a:graphicFrameLocks noChangeAspect="1"/>
            </p:cNvGraphicFramePr>
            <p:nvPr/>
          </p:nvGraphicFramePr>
          <p:xfrm>
            <a:off x="2304" y="3120"/>
            <a:ext cx="288" cy="368"/>
          </p:xfrm>
          <a:graphic>
            <a:graphicData uri="http://schemas.openxmlformats.org/presentationml/2006/ole">
              <p:oleObj spid="_x0000_s139298" name="Equation" r:id="rId7" imgW="457200" imgH="583920" progId="Equation.3">
                <p:embed/>
              </p:oleObj>
            </a:graphicData>
          </a:graphic>
        </p:graphicFrame>
        <p:graphicFrame>
          <p:nvGraphicFramePr>
            <p:cNvPr id="139299" name="Object 35"/>
            <p:cNvGraphicFramePr>
              <a:graphicFrameLocks noChangeAspect="1"/>
            </p:cNvGraphicFramePr>
            <p:nvPr/>
          </p:nvGraphicFramePr>
          <p:xfrm>
            <a:off x="1680" y="2160"/>
            <a:ext cx="167" cy="176"/>
          </p:xfrm>
          <a:graphic>
            <a:graphicData uri="http://schemas.openxmlformats.org/presentationml/2006/ole">
              <p:oleObj spid="_x0000_s139299" name="Equation" r:id="rId8" imgW="266400" imgH="279360" progId="Equation.3">
                <p:embed/>
              </p:oleObj>
            </a:graphicData>
          </a:graphic>
        </p:graphicFrame>
        <p:graphicFrame>
          <p:nvGraphicFramePr>
            <p:cNvPr id="139300" name="Object 36"/>
            <p:cNvGraphicFramePr>
              <a:graphicFrameLocks noChangeAspect="1"/>
            </p:cNvGraphicFramePr>
            <p:nvPr/>
          </p:nvGraphicFramePr>
          <p:xfrm>
            <a:off x="1680" y="2832"/>
            <a:ext cx="167" cy="176"/>
          </p:xfrm>
          <a:graphic>
            <a:graphicData uri="http://schemas.openxmlformats.org/presentationml/2006/ole">
              <p:oleObj spid="_x0000_s139300" name="Equation" r:id="rId9" imgW="266400" imgH="279360" progId="Equation.3">
                <p:embed/>
              </p:oleObj>
            </a:graphicData>
          </a:graphic>
        </p:graphicFrame>
        <p:graphicFrame>
          <p:nvGraphicFramePr>
            <p:cNvPr id="139301" name="Object 37"/>
            <p:cNvGraphicFramePr>
              <a:graphicFrameLocks noChangeAspect="1"/>
            </p:cNvGraphicFramePr>
            <p:nvPr/>
          </p:nvGraphicFramePr>
          <p:xfrm>
            <a:off x="2880" y="1824"/>
            <a:ext cx="167" cy="176"/>
          </p:xfrm>
          <a:graphic>
            <a:graphicData uri="http://schemas.openxmlformats.org/presentationml/2006/ole">
              <p:oleObj spid="_x0000_s139301" name="Equation" r:id="rId10" imgW="266400" imgH="279360" progId="Equation.3">
                <p:embed/>
              </p:oleObj>
            </a:graphicData>
          </a:graphic>
        </p:graphicFrame>
      </p:grpSp>
      <p:sp>
        <p:nvSpPr>
          <p:cNvPr id="139302" name="Text Box 38"/>
          <p:cNvSpPr txBox="1">
            <a:spLocks noChangeArrowheads="1"/>
          </p:cNvSpPr>
          <p:nvPr/>
        </p:nvSpPr>
        <p:spPr bwMode="auto">
          <a:xfrm>
            <a:off x="2590800" y="2590800"/>
            <a:ext cx="176371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“accept”</a:t>
            </a:r>
          </a:p>
        </p:txBody>
      </p:sp>
      <p:sp>
        <p:nvSpPr>
          <p:cNvPr id="139304" name="Oval 40"/>
          <p:cNvSpPr>
            <a:spLocks noChangeArrowheads="1"/>
          </p:cNvSpPr>
          <p:nvPr/>
        </p:nvSpPr>
        <p:spPr bwMode="auto">
          <a:xfrm>
            <a:off x="6738938" y="3230563"/>
            <a:ext cx="427037" cy="4365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9305" name="Oval 41"/>
          <p:cNvSpPr>
            <a:spLocks noChangeArrowheads="1"/>
          </p:cNvSpPr>
          <p:nvPr/>
        </p:nvSpPr>
        <p:spPr bwMode="auto">
          <a:xfrm>
            <a:off x="5556250" y="4006850"/>
            <a:ext cx="425450" cy="436563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9306" name="Oval 42"/>
          <p:cNvSpPr>
            <a:spLocks noChangeArrowheads="1"/>
          </p:cNvSpPr>
          <p:nvPr/>
        </p:nvSpPr>
        <p:spPr bwMode="auto">
          <a:xfrm>
            <a:off x="6738938" y="4587875"/>
            <a:ext cx="427037" cy="436563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9307" name="Line 43"/>
          <p:cNvSpPr>
            <a:spLocks noChangeShapeType="1"/>
          </p:cNvSpPr>
          <p:nvPr/>
        </p:nvSpPr>
        <p:spPr bwMode="auto">
          <a:xfrm flipV="1">
            <a:off x="5934075" y="3521075"/>
            <a:ext cx="804863" cy="582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9308" name="Line 44"/>
          <p:cNvSpPr>
            <a:spLocks noChangeShapeType="1"/>
          </p:cNvSpPr>
          <p:nvPr/>
        </p:nvSpPr>
        <p:spPr bwMode="auto">
          <a:xfrm>
            <a:off x="5935663" y="4343400"/>
            <a:ext cx="806450" cy="4349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9309" name="Line 45"/>
          <p:cNvSpPr>
            <a:spLocks noChangeShapeType="1"/>
          </p:cNvSpPr>
          <p:nvPr/>
        </p:nvSpPr>
        <p:spPr bwMode="auto">
          <a:xfrm flipV="1">
            <a:off x="5148263" y="4248150"/>
            <a:ext cx="407987" cy="285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39310" name="Oval 46"/>
          <p:cNvSpPr>
            <a:spLocks noChangeArrowheads="1"/>
          </p:cNvSpPr>
          <p:nvPr/>
        </p:nvSpPr>
        <p:spPr bwMode="auto">
          <a:xfrm>
            <a:off x="7923213" y="3230563"/>
            <a:ext cx="425450" cy="4365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9311" name="Line 47"/>
          <p:cNvSpPr>
            <a:spLocks noChangeShapeType="1"/>
          </p:cNvSpPr>
          <p:nvPr/>
        </p:nvSpPr>
        <p:spPr bwMode="auto">
          <a:xfrm>
            <a:off x="7165975" y="3473450"/>
            <a:ext cx="661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39312" name="Object 48"/>
          <p:cNvGraphicFramePr>
            <a:graphicFrameLocks noChangeAspect="1"/>
          </p:cNvGraphicFramePr>
          <p:nvPr/>
        </p:nvGraphicFramePr>
        <p:xfrm>
          <a:off x="5603875" y="4006850"/>
          <a:ext cx="298450" cy="371475"/>
        </p:xfrm>
        <a:graphic>
          <a:graphicData uri="http://schemas.openxmlformats.org/presentationml/2006/ole">
            <p:oleObj spid="_x0000_s139312" name="Equation" r:id="rId11" imgW="482400" imgH="583920" progId="Equation.3">
              <p:embed/>
            </p:oleObj>
          </a:graphicData>
        </a:graphic>
      </p:graphicFrame>
      <p:graphicFrame>
        <p:nvGraphicFramePr>
          <p:cNvPr id="139313" name="Object 49"/>
          <p:cNvGraphicFramePr>
            <a:graphicFrameLocks noChangeAspect="1"/>
          </p:cNvGraphicFramePr>
          <p:nvPr/>
        </p:nvGraphicFramePr>
        <p:xfrm>
          <a:off x="6834188" y="3230563"/>
          <a:ext cx="252412" cy="363537"/>
        </p:xfrm>
        <a:graphic>
          <a:graphicData uri="http://schemas.openxmlformats.org/presentationml/2006/ole">
            <p:oleObj spid="_x0000_s139313" name="Equation" r:id="rId12" imgW="406080" imgH="571320" progId="Equation.3">
              <p:embed/>
            </p:oleObj>
          </a:graphicData>
        </a:graphic>
      </p:graphicFrame>
      <p:sp>
        <p:nvSpPr>
          <p:cNvPr id="139314" name="Oval 50"/>
          <p:cNvSpPr>
            <a:spLocks noChangeArrowheads="1"/>
          </p:cNvSpPr>
          <p:nvPr/>
        </p:nvSpPr>
        <p:spPr bwMode="auto">
          <a:xfrm>
            <a:off x="7827963" y="3133725"/>
            <a:ext cx="615950" cy="6302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39315" name="Object 51"/>
          <p:cNvGraphicFramePr>
            <a:graphicFrameLocks noChangeAspect="1"/>
          </p:cNvGraphicFramePr>
          <p:nvPr/>
        </p:nvGraphicFramePr>
        <p:xfrm>
          <a:off x="7969250" y="3230563"/>
          <a:ext cx="300038" cy="363537"/>
        </p:xfrm>
        <a:graphic>
          <a:graphicData uri="http://schemas.openxmlformats.org/presentationml/2006/ole">
            <p:oleObj spid="_x0000_s139315" name="Equation" r:id="rId13" imgW="482400" imgH="571320" progId="Equation.3">
              <p:embed/>
            </p:oleObj>
          </a:graphicData>
        </a:graphic>
      </p:graphicFrame>
      <p:graphicFrame>
        <p:nvGraphicFramePr>
          <p:cNvPr id="139316" name="Object 52"/>
          <p:cNvGraphicFramePr>
            <a:graphicFrameLocks noChangeAspect="1"/>
          </p:cNvGraphicFramePr>
          <p:nvPr/>
        </p:nvGraphicFramePr>
        <p:xfrm>
          <a:off x="6218238" y="3617913"/>
          <a:ext cx="165100" cy="177800"/>
        </p:xfrm>
        <a:graphic>
          <a:graphicData uri="http://schemas.openxmlformats.org/presentationml/2006/ole">
            <p:oleObj spid="_x0000_s139316" name="Equation" r:id="rId14" imgW="266400" imgH="279360" progId="Equation.3">
              <p:embed/>
            </p:oleObj>
          </a:graphicData>
        </a:graphic>
      </p:graphicFrame>
      <p:graphicFrame>
        <p:nvGraphicFramePr>
          <p:cNvPr id="139317" name="Object 53"/>
          <p:cNvGraphicFramePr>
            <a:graphicFrameLocks noChangeAspect="1"/>
          </p:cNvGraphicFramePr>
          <p:nvPr/>
        </p:nvGraphicFramePr>
        <p:xfrm>
          <a:off x="6218238" y="4297363"/>
          <a:ext cx="165100" cy="177800"/>
        </p:xfrm>
        <a:graphic>
          <a:graphicData uri="http://schemas.openxmlformats.org/presentationml/2006/ole">
            <p:oleObj spid="_x0000_s139317" name="Equation" r:id="rId15" imgW="266400" imgH="279360" progId="Equation.3">
              <p:embed/>
            </p:oleObj>
          </a:graphicData>
        </a:graphic>
      </p:graphicFrame>
      <p:graphicFrame>
        <p:nvGraphicFramePr>
          <p:cNvPr id="139318" name="Object 54"/>
          <p:cNvGraphicFramePr>
            <a:graphicFrameLocks noChangeAspect="1"/>
          </p:cNvGraphicFramePr>
          <p:nvPr/>
        </p:nvGraphicFramePr>
        <p:xfrm>
          <a:off x="7402513" y="3279775"/>
          <a:ext cx="163512" cy="177800"/>
        </p:xfrm>
        <a:graphic>
          <a:graphicData uri="http://schemas.openxmlformats.org/presentationml/2006/ole">
            <p:oleObj spid="_x0000_s139318" name="Equation" r:id="rId16" imgW="266400" imgH="279360" progId="Equation.3">
              <p:embed/>
            </p:oleObj>
          </a:graphicData>
        </a:graphic>
      </p:graphicFrame>
      <p:graphicFrame>
        <p:nvGraphicFramePr>
          <p:cNvPr id="139319" name="Object 55"/>
          <p:cNvGraphicFramePr>
            <a:graphicFrameLocks noChangeAspect="1"/>
          </p:cNvGraphicFramePr>
          <p:nvPr/>
        </p:nvGraphicFramePr>
        <p:xfrm>
          <a:off x="6834188" y="4587875"/>
          <a:ext cx="284162" cy="371475"/>
        </p:xfrm>
        <a:graphic>
          <a:graphicData uri="http://schemas.openxmlformats.org/presentationml/2006/ole">
            <p:oleObj spid="_x0000_s139319" name="Equation" r:id="rId17" imgW="457200" imgH="583920" progId="Equation.3">
              <p:embed/>
            </p:oleObj>
          </a:graphicData>
        </a:graphic>
      </p:graphicFrame>
      <p:sp>
        <p:nvSpPr>
          <p:cNvPr id="139320" name="Text Box 56"/>
          <p:cNvSpPr txBox="1">
            <a:spLocks noChangeArrowheads="1"/>
          </p:cNvSpPr>
          <p:nvPr/>
        </p:nvSpPr>
        <p:spPr bwMode="auto">
          <a:xfrm>
            <a:off x="7434263" y="4505325"/>
            <a:ext cx="17097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“reject”</a:t>
            </a:r>
          </a:p>
        </p:txBody>
      </p:sp>
      <p:sp>
        <p:nvSpPr>
          <p:cNvPr id="139321" name="Text Box 57"/>
          <p:cNvSpPr txBox="1">
            <a:spLocks noChangeArrowheads="1"/>
          </p:cNvSpPr>
          <p:nvPr/>
        </p:nvSpPr>
        <p:spPr bwMode="auto">
          <a:xfrm>
            <a:off x="152400" y="4953000"/>
            <a:ext cx="2681288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because this </a:t>
            </a:r>
          </a:p>
          <a:p>
            <a:r>
              <a:rPr lang="en-US"/>
              <a:t>computation</a:t>
            </a:r>
          </a:p>
          <a:p>
            <a:r>
              <a:rPr lang="en-US"/>
              <a:t>accepts </a:t>
            </a:r>
          </a:p>
        </p:txBody>
      </p:sp>
      <p:graphicFrame>
        <p:nvGraphicFramePr>
          <p:cNvPr id="139322" name="Object 58"/>
          <p:cNvGraphicFramePr>
            <a:graphicFrameLocks noChangeAspect="1"/>
          </p:cNvGraphicFramePr>
          <p:nvPr/>
        </p:nvGraphicFramePr>
        <p:xfrm>
          <a:off x="1828800" y="6248400"/>
          <a:ext cx="546100" cy="304800"/>
        </p:xfrm>
        <a:graphic>
          <a:graphicData uri="http://schemas.openxmlformats.org/presentationml/2006/ole">
            <p:oleObj spid="_x0000_s139322" name="Equation" r:id="rId18" imgW="545760" imgH="304560" progId="Equation.3">
              <p:embed/>
            </p:oleObj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64F3115-5546-4527-A21C-D0938E9F5A31}" type="slidenum">
              <a:rPr lang="en-US"/>
              <a:pPr/>
              <a:t>15</a:t>
            </a:fld>
            <a:endParaRPr lang="en-US"/>
          </a:p>
        </p:txBody>
      </p:sp>
      <p:sp>
        <p:nvSpPr>
          <p:cNvPr id="206850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6851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6853" name="Object 5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206853" name="Equation" r:id="rId3" imgW="266400" imgH="279360" progId="Equation.3">
              <p:embed/>
            </p:oleObj>
          </a:graphicData>
        </a:graphic>
      </p:graphicFrame>
      <p:sp>
        <p:nvSpPr>
          <p:cNvPr id="206854" name="Line 6"/>
          <p:cNvSpPr>
            <a:spLocks noChangeShapeType="1"/>
          </p:cNvSpPr>
          <p:nvPr/>
        </p:nvSpPr>
        <p:spPr bwMode="auto">
          <a:xfrm>
            <a:off x="609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6855" name="Oval 7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6856" name="Oval 8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6857" name="Oval 9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6858" name="Line 10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59" name="Line 11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60" name="Line 12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6862" name="Oval 14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6863" name="Line 15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06864" name="Object 16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p:oleObj spid="_x0000_s206864" name="Equation" r:id="rId4" imgW="482400" imgH="583920" progId="Equation.3">
              <p:embed/>
            </p:oleObj>
          </a:graphicData>
        </a:graphic>
      </p:graphicFrame>
      <p:graphicFrame>
        <p:nvGraphicFramePr>
          <p:cNvPr id="206865" name="Object 17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p:oleObj spid="_x0000_s206865" name="Equation" r:id="rId5" imgW="406080" imgH="571320" progId="Equation.3">
              <p:embed/>
            </p:oleObj>
          </a:graphicData>
        </a:graphic>
      </p:graphicFrame>
      <p:sp>
        <p:nvSpPr>
          <p:cNvPr id="206866" name="Oval 18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6867" name="Object 19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p:oleObj spid="_x0000_s206867" name="Equation" r:id="rId6" imgW="482400" imgH="571320" progId="Equation.3">
              <p:embed/>
            </p:oleObj>
          </a:graphicData>
        </a:graphic>
      </p:graphicFrame>
      <p:graphicFrame>
        <p:nvGraphicFramePr>
          <p:cNvPr id="206868" name="Object 20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p:oleObj spid="_x0000_s206868" name="Equation" r:id="rId7" imgW="457200" imgH="583920" progId="Equation.3">
              <p:embed/>
            </p:oleObj>
          </a:graphicData>
        </a:graphic>
      </p:graphicFrame>
      <p:graphicFrame>
        <p:nvGraphicFramePr>
          <p:cNvPr id="206869" name="Object 21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p:oleObj spid="_x0000_s206869" name="Equation" r:id="rId8" imgW="266400" imgH="279360" progId="Equation.3">
              <p:embed/>
            </p:oleObj>
          </a:graphicData>
        </a:graphic>
      </p:graphicFrame>
      <p:graphicFrame>
        <p:nvGraphicFramePr>
          <p:cNvPr id="206870" name="Object 22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p:oleObj spid="_x0000_s206870" name="Equation" r:id="rId9" imgW="266400" imgH="279360" progId="Equation.3">
              <p:embed/>
            </p:oleObj>
          </a:graphicData>
        </a:graphic>
      </p:graphicFrame>
      <p:sp>
        <p:nvSpPr>
          <p:cNvPr id="206871" name="Text Box 23"/>
          <p:cNvSpPr txBox="1">
            <a:spLocks noChangeArrowheads="1"/>
          </p:cNvSpPr>
          <p:nvPr/>
        </p:nvSpPr>
        <p:spPr bwMode="auto">
          <a:xfrm>
            <a:off x="2362200" y="0"/>
            <a:ext cx="4083050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chemeClr val="tx1"/>
                </a:solidFill>
              </a:rPr>
              <a:t>Rejection example</a:t>
            </a:r>
          </a:p>
        </p:txBody>
      </p:sp>
      <p:graphicFrame>
        <p:nvGraphicFramePr>
          <p:cNvPr id="206872" name="Object 24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p:oleObj spid="_x0000_s206872" name="Equation" r:id="rId10" imgW="266400" imgH="279360" progId="Equation.3">
              <p:embed/>
            </p:oleObj>
          </a:graphicData>
        </a:graphic>
      </p:graphicFrame>
      <p:sp>
        <p:nvSpPr>
          <p:cNvPr id="206873" name="Line 25"/>
          <p:cNvSpPr>
            <a:spLocks noChangeShapeType="1"/>
          </p:cNvSpPr>
          <p:nvPr/>
        </p:nvSpPr>
        <p:spPr bwMode="auto">
          <a:xfrm>
            <a:off x="1524000" y="48768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4E490A1-82E9-4FBC-8A14-97A12C53064B}" type="slidenum">
              <a:rPr lang="en-US"/>
              <a:pPr/>
              <a:t>16</a:t>
            </a:fld>
            <a:endParaRPr lang="en-US"/>
          </a:p>
        </p:txBody>
      </p:sp>
      <p:sp>
        <p:nvSpPr>
          <p:cNvPr id="207874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7875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7877" name="Object 5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207877" name="Equation" r:id="rId3" imgW="266400" imgH="279360" progId="Equation.3">
              <p:embed/>
            </p:oleObj>
          </a:graphicData>
        </a:graphic>
      </p:graphicFrame>
      <p:sp>
        <p:nvSpPr>
          <p:cNvPr id="207878" name="Line 6"/>
          <p:cNvSpPr>
            <a:spLocks noChangeShapeType="1"/>
          </p:cNvSpPr>
          <p:nvPr/>
        </p:nvSpPr>
        <p:spPr bwMode="auto">
          <a:xfrm>
            <a:off x="990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7879" name="Oval 7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7880" name="Oval 8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7881" name="Oval 9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7882" name="Line 10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7883" name="Line 11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7884" name="Line 12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7886" name="Oval 14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7887" name="Line 15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07888" name="Object 16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p:oleObj spid="_x0000_s207888" name="Equation" r:id="rId4" imgW="482400" imgH="583920" progId="Equation.3">
              <p:embed/>
            </p:oleObj>
          </a:graphicData>
        </a:graphic>
      </p:graphicFrame>
      <p:graphicFrame>
        <p:nvGraphicFramePr>
          <p:cNvPr id="207889" name="Object 17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p:oleObj spid="_x0000_s207889" name="Equation" r:id="rId5" imgW="406080" imgH="571320" progId="Equation.3">
              <p:embed/>
            </p:oleObj>
          </a:graphicData>
        </a:graphic>
      </p:graphicFrame>
      <p:sp>
        <p:nvSpPr>
          <p:cNvPr id="207890" name="Oval 18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7891" name="Object 19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p:oleObj spid="_x0000_s207891" name="Equation" r:id="rId6" imgW="482400" imgH="571320" progId="Equation.3">
              <p:embed/>
            </p:oleObj>
          </a:graphicData>
        </a:graphic>
      </p:graphicFrame>
      <p:graphicFrame>
        <p:nvGraphicFramePr>
          <p:cNvPr id="207892" name="Object 20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p:oleObj spid="_x0000_s207892" name="Equation" r:id="rId7" imgW="457200" imgH="583920" progId="Equation.3">
              <p:embed/>
            </p:oleObj>
          </a:graphicData>
        </a:graphic>
      </p:graphicFrame>
      <p:graphicFrame>
        <p:nvGraphicFramePr>
          <p:cNvPr id="207893" name="Object 21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p:oleObj spid="_x0000_s207893" name="Equation" r:id="rId8" imgW="266400" imgH="279360" progId="Equation.3">
              <p:embed/>
            </p:oleObj>
          </a:graphicData>
        </a:graphic>
      </p:graphicFrame>
      <p:graphicFrame>
        <p:nvGraphicFramePr>
          <p:cNvPr id="207894" name="Object 22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p:oleObj spid="_x0000_s207894" name="Equation" r:id="rId9" imgW="266400" imgH="279360" progId="Equation.3">
              <p:embed/>
            </p:oleObj>
          </a:graphicData>
        </a:graphic>
      </p:graphicFrame>
      <p:graphicFrame>
        <p:nvGraphicFramePr>
          <p:cNvPr id="207895" name="Object 23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p:oleObj spid="_x0000_s207895" name="Equation" r:id="rId10" imgW="266400" imgH="279360" progId="Equation.3">
              <p:embed/>
            </p:oleObj>
          </a:graphicData>
        </a:graphic>
      </p:graphicFrame>
      <p:sp>
        <p:nvSpPr>
          <p:cNvPr id="207896" name="Line 24"/>
          <p:cNvSpPr>
            <a:spLocks noChangeShapeType="1"/>
          </p:cNvSpPr>
          <p:nvPr/>
        </p:nvSpPr>
        <p:spPr bwMode="auto">
          <a:xfrm>
            <a:off x="3429000" y="3657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7897" name="Text Box 25"/>
          <p:cNvSpPr txBox="1">
            <a:spLocks noChangeArrowheads="1"/>
          </p:cNvSpPr>
          <p:nvPr/>
        </p:nvSpPr>
        <p:spPr bwMode="auto">
          <a:xfrm>
            <a:off x="3048000" y="152400"/>
            <a:ext cx="2778125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First Choice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A27FA6F-3478-4D35-9A02-8988C7ED2611}" type="slidenum">
              <a:rPr lang="en-US"/>
              <a:pPr/>
              <a:t>17</a:t>
            </a:fld>
            <a:endParaRPr lang="en-US"/>
          </a:p>
        </p:txBody>
      </p:sp>
      <p:sp>
        <p:nvSpPr>
          <p:cNvPr id="209922" name="Rectangle 1026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9923" name="Line 1027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9924" name="Object 1028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209924" name="Equation" r:id="rId3" imgW="266400" imgH="279360" progId="Equation.3">
              <p:embed/>
            </p:oleObj>
          </a:graphicData>
        </a:graphic>
      </p:graphicFrame>
      <p:sp>
        <p:nvSpPr>
          <p:cNvPr id="209925" name="Line 1029"/>
          <p:cNvSpPr>
            <a:spLocks noChangeShapeType="1"/>
          </p:cNvSpPr>
          <p:nvPr/>
        </p:nvSpPr>
        <p:spPr bwMode="auto">
          <a:xfrm>
            <a:off x="15240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9926" name="Oval 1030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9927" name="Oval 1031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9928" name="Oval 1032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9929" name="Line 1033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9930" name="Line 1034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9931" name="Line 1035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9932" name="Oval 1036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9933" name="Line 1037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09934" name="Object 1038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p:oleObj spid="_x0000_s209934" name="Equation" r:id="rId4" imgW="482400" imgH="583920" progId="Equation.3">
              <p:embed/>
            </p:oleObj>
          </a:graphicData>
        </a:graphic>
      </p:graphicFrame>
      <p:graphicFrame>
        <p:nvGraphicFramePr>
          <p:cNvPr id="209935" name="Object 1039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p:oleObj spid="_x0000_s209935" name="Equation" r:id="rId5" imgW="406080" imgH="571320" progId="Equation.3">
              <p:embed/>
            </p:oleObj>
          </a:graphicData>
        </a:graphic>
      </p:graphicFrame>
      <p:sp>
        <p:nvSpPr>
          <p:cNvPr id="209936" name="Oval 1040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9937" name="Object 1041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p:oleObj spid="_x0000_s209937" name="Equation" r:id="rId6" imgW="482400" imgH="571320" progId="Equation.3">
              <p:embed/>
            </p:oleObj>
          </a:graphicData>
        </a:graphic>
      </p:graphicFrame>
      <p:graphicFrame>
        <p:nvGraphicFramePr>
          <p:cNvPr id="209938" name="Object 1042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p:oleObj spid="_x0000_s209938" name="Equation" r:id="rId7" imgW="457200" imgH="583920" progId="Equation.3">
              <p:embed/>
            </p:oleObj>
          </a:graphicData>
        </a:graphic>
      </p:graphicFrame>
      <p:graphicFrame>
        <p:nvGraphicFramePr>
          <p:cNvPr id="209939" name="Object 1043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p:oleObj spid="_x0000_s209939" name="Equation" r:id="rId8" imgW="266400" imgH="279360" progId="Equation.3">
              <p:embed/>
            </p:oleObj>
          </a:graphicData>
        </a:graphic>
      </p:graphicFrame>
      <p:graphicFrame>
        <p:nvGraphicFramePr>
          <p:cNvPr id="209940" name="Object 1044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p:oleObj spid="_x0000_s209940" name="Equation" r:id="rId9" imgW="266400" imgH="279360" progId="Equation.3">
              <p:embed/>
            </p:oleObj>
          </a:graphicData>
        </a:graphic>
      </p:graphicFrame>
      <p:graphicFrame>
        <p:nvGraphicFramePr>
          <p:cNvPr id="209941" name="Object 1045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p:oleObj spid="_x0000_s209941" name="Equation" r:id="rId10" imgW="266400" imgH="279360" progId="Equation.3">
              <p:embed/>
            </p:oleObj>
          </a:graphicData>
        </a:graphic>
      </p:graphicFrame>
      <p:sp>
        <p:nvSpPr>
          <p:cNvPr id="209942" name="Line 1046"/>
          <p:cNvSpPr>
            <a:spLocks noChangeShapeType="1"/>
          </p:cNvSpPr>
          <p:nvPr/>
        </p:nvSpPr>
        <p:spPr bwMode="auto">
          <a:xfrm>
            <a:off x="3429000" y="3657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9943" name="Text Box 1047"/>
          <p:cNvSpPr txBox="1">
            <a:spLocks noChangeArrowheads="1"/>
          </p:cNvSpPr>
          <p:nvPr/>
        </p:nvSpPr>
        <p:spPr bwMode="auto">
          <a:xfrm>
            <a:off x="3048000" y="152400"/>
            <a:ext cx="2778125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First Choice</a:t>
            </a:r>
          </a:p>
        </p:txBody>
      </p:sp>
      <p:sp>
        <p:nvSpPr>
          <p:cNvPr id="209944" name="Text Box 1048"/>
          <p:cNvSpPr txBox="1">
            <a:spLocks noChangeArrowheads="1"/>
          </p:cNvSpPr>
          <p:nvPr/>
        </p:nvSpPr>
        <p:spPr bwMode="auto">
          <a:xfrm>
            <a:off x="2879725" y="2082800"/>
            <a:ext cx="17097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“reject”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5CFA5AA-51FA-4CD5-A5E2-4E23FB927D21}" type="slidenum">
              <a:rPr lang="en-US"/>
              <a:pPr/>
              <a:t>18</a:t>
            </a:fld>
            <a:endParaRPr lang="en-US"/>
          </a:p>
        </p:txBody>
      </p:sp>
      <p:sp>
        <p:nvSpPr>
          <p:cNvPr id="208920" name="Text Box 1048"/>
          <p:cNvSpPr txBox="1">
            <a:spLocks noChangeArrowheads="1"/>
          </p:cNvSpPr>
          <p:nvPr/>
        </p:nvSpPr>
        <p:spPr bwMode="auto">
          <a:xfrm>
            <a:off x="3048000" y="152400"/>
            <a:ext cx="3265488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Second Choice</a:t>
            </a:r>
          </a:p>
        </p:txBody>
      </p:sp>
      <p:sp>
        <p:nvSpPr>
          <p:cNvPr id="208921" name="Rectangle 1049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8922" name="Line 1050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8923" name="Object 1051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208923" name="Equation" r:id="rId3" imgW="266400" imgH="279360" progId="Equation.3">
              <p:embed/>
            </p:oleObj>
          </a:graphicData>
        </a:graphic>
      </p:graphicFrame>
      <p:sp>
        <p:nvSpPr>
          <p:cNvPr id="208924" name="Line 1052"/>
          <p:cNvSpPr>
            <a:spLocks noChangeShapeType="1"/>
          </p:cNvSpPr>
          <p:nvPr/>
        </p:nvSpPr>
        <p:spPr bwMode="auto">
          <a:xfrm>
            <a:off x="609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8925" name="Oval 1053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8926" name="Oval 1054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8927" name="Oval 1055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8928" name="Line 1056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29" name="Line 1057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30" name="Line 1058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8931" name="Oval 1059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8932" name="Line 1060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08933" name="Object 1061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p:oleObj spid="_x0000_s208933" name="Equation" r:id="rId4" imgW="482400" imgH="583920" progId="Equation.3">
              <p:embed/>
            </p:oleObj>
          </a:graphicData>
        </a:graphic>
      </p:graphicFrame>
      <p:graphicFrame>
        <p:nvGraphicFramePr>
          <p:cNvPr id="208934" name="Object 1062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p:oleObj spid="_x0000_s208934" name="Equation" r:id="rId5" imgW="406080" imgH="571320" progId="Equation.3">
              <p:embed/>
            </p:oleObj>
          </a:graphicData>
        </a:graphic>
      </p:graphicFrame>
      <p:sp>
        <p:nvSpPr>
          <p:cNvPr id="208935" name="Oval 1063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8936" name="Object 1064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p:oleObj spid="_x0000_s208936" name="Equation" r:id="rId6" imgW="482400" imgH="571320" progId="Equation.3">
              <p:embed/>
            </p:oleObj>
          </a:graphicData>
        </a:graphic>
      </p:graphicFrame>
      <p:graphicFrame>
        <p:nvGraphicFramePr>
          <p:cNvPr id="208937" name="Object 1065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p:oleObj spid="_x0000_s208937" name="Equation" r:id="rId7" imgW="457200" imgH="583920" progId="Equation.3">
              <p:embed/>
            </p:oleObj>
          </a:graphicData>
        </a:graphic>
      </p:graphicFrame>
      <p:graphicFrame>
        <p:nvGraphicFramePr>
          <p:cNvPr id="208938" name="Object 1066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p:oleObj spid="_x0000_s208938" name="Equation" r:id="rId8" imgW="266400" imgH="279360" progId="Equation.3">
              <p:embed/>
            </p:oleObj>
          </a:graphicData>
        </a:graphic>
      </p:graphicFrame>
      <p:graphicFrame>
        <p:nvGraphicFramePr>
          <p:cNvPr id="208939" name="Object 1067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p:oleObj spid="_x0000_s208939" name="Equation" r:id="rId9" imgW="266400" imgH="279360" progId="Equation.3">
              <p:embed/>
            </p:oleObj>
          </a:graphicData>
        </a:graphic>
      </p:graphicFrame>
      <p:graphicFrame>
        <p:nvGraphicFramePr>
          <p:cNvPr id="208940" name="Object 1068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p:oleObj spid="_x0000_s208940" name="Equation" r:id="rId10" imgW="266400" imgH="279360" progId="Equation.3">
              <p:embed/>
            </p:oleObj>
          </a:graphicData>
        </a:graphic>
      </p:graphicFrame>
      <p:sp>
        <p:nvSpPr>
          <p:cNvPr id="208941" name="Line 1069"/>
          <p:cNvSpPr>
            <a:spLocks noChangeShapeType="1"/>
          </p:cNvSpPr>
          <p:nvPr/>
        </p:nvSpPr>
        <p:spPr bwMode="auto">
          <a:xfrm>
            <a:off x="1524000" y="48768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7E2F7EF-2B2B-4E89-A625-08034EEB80DE}" type="slidenum">
              <a:rPr lang="en-US"/>
              <a:pPr/>
              <a:t>19</a:t>
            </a:fld>
            <a:endParaRPr lang="en-US"/>
          </a:p>
        </p:txBody>
      </p:sp>
      <p:sp>
        <p:nvSpPr>
          <p:cNvPr id="210946" name="Text Box 1026"/>
          <p:cNvSpPr txBox="1">
            <a:spLocks noChangeArrowheads="1"/>
          </p:cNvSpPr>
          <p:nvPr/>
        </p:nvSpPr>
        <p:spPr bwMode="auto">
          <a:xfrm>
            <a:off x="3048000" y="152400"/>
            <a:ext cx="3265488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Second Choice</a:t>
            </a:r>
          </a:p>
        </p:txBody>
      </p:sp>
      <p:sp>
        <p:nvSpPr>
          <p:cNvPr id="210947" name="Rectangle 1027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948" name="Line 1028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0949" name="Object 1029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210949" name="Equation" r:id="rId3" imgW="266400" imgH="279360" progId="Equation.3">
              <p:embed/>
            </p:oleObj>
          </a:graphicData>
        </a:graphic>
      </p:graphicFrame>
      <p:sp>
        <p:nvSpPr>
          <p:cNvPr id="210950" name="Line 1030"/>
          <p:cNvSpPr>
            <a:spLocks noChangeShapeType="1"/>
          </p:cNvSpPr>
          <p:nvPr/>
        </p:nvSpPr>
        <p:spPr bwMode="auto">
          <a:xfrm>
            <a:off x="990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968" name="Oval 1048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969" name="Oval 1049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970" name="Oval 1050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971" name="Line 1051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0972" name="Line 1052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0973" name="Line 1053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0974" name="Oval 1054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0975" name="Line 1055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10976" name="Object 1056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p:oleObj spid="_x0000_s210976" name="Equation" r:id="rId4" imgW="482400" imgH="583920" progId="Equation.3">
              <p:embed/>
            </p:oleObj>
          </a:graphicData>
        </a:graphic>
      </p:graphicFrame>
      <p:graphicFrame>
        <p:nvGraphicFramePr>
          <p:cNvPr id="210977" name="Object 1057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p:oleObj spid="_x0000_s210977" name="Equation" r:id="rId5" imgW="406080" imgH="571320" progId="Equation.3">
              <p:embed/>
            </p:oleObj>
          </a:graphicData>
        </a:graphic>
      </p:graphicFrame>
      <p:sp>
        <p:nvSpPr>
          <p:cNvPr id="210978" name="Oval 1058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0979" name="Object 1059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p:oleObj spid="_x0000_s210979" name="Equation" r:id="rId6" imgW="482400" imgH="571320" progId="Equation.3">
              <p:embed/>
            </p:oleObj>
          </a:graphicData>
        </a:graphic>
      </p:graphicFrame>
      <p:graphicFrame>
        <p:nvGraphicFramePr>
          <p:cNvPr id="210980" name="Object 1060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p:oleObj spid="_x0000_s210980" name="Equation" r:id="rId7" imgW="266400" imgH="279360" progId="Equation.3">
              <p:embed/>
            </p:oleObj>
          </a:graphicData>
        </a:graphic>
      </p:graphicFrame>
      <p:graphicFrame>
        <p:nvGraphicFramePr>
          <p:cNvPr id="210981" name="Object 1061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p:oleObj spid="_x0000_s210981" name="Equation" r:id="rId8" imgW="266400" imgH="279360" progId="Equation.3">
              <p:embed/>
            </p:oleObj>
          </a:graphicData>
        </a:graphic>
      </p:graphicFrame>
      <p:graphicFrame>
        <p:nvGraphicFramePr>
          <p:cNvPr id="210982" name="Object 1062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p:oleObj spid="_x0000_s210982" name="Equation" r:id="rId9" imgW="266400" imgH="279360" progId="Equation.3">
              <p:embed/>
            </p:oleObj>
          </a:graphicData>
        </a:graphic>
      </p:graphicFrame>
      <p:sp>
        <p:nvSpPr>
          <p:cNvPr id="210983" name="Line 1063"/>
          <p:cNvSpPr>
            <a:spLocks noChangeShapeType="1"/>
          </p:cNvSpPr>
          <p:nvPr/>
        </p:nvSpPr>
        <p:spPr bwMode="auto">
          <a:xfrm>
            <a:off x="3429000" y="5791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0984" name="Object 1064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p:oleObj spid="_x0000_s210984" name="Equation" r:id="rId10" imgW="457200" imgH="583920" progId="Equation.3">
              <p:embed/>
            </p:oleObj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A44B655-D544-4D88-96B9-36EB94247565}" type="slidenum">
              <a:rPr lang="en-US"/>
              <a:pPr/>
              <a:t>20</a:t>
            </a:fld>
            <a:endParaRPr lang="en-US"/>
          </a:p>
        </p:txBody>
      </p:sp>
      <p:sp>
        <p:nvSpPr>
          <p:cNvPr id="211970" name="Text Box 1026"/>
          <p:cNvSpPr txBox="1">
            <a:spLocks noChangeArrowheads="1"/>
          </p:cNvSpPr>
          <p:nvPr/>
        </p:nvSpPr>
        <p:spPr bwMode="auto">
          <a:xfrm>
            <a:off x="3048000" y="152400"/>
            <a:ext cx="3265488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Second Choice</a:t>
            </a:r>
          </a:p>
        </p:txBody>
      </p:sp>
      <p:sp>
        <p:nvSpPr>
          <p:cNvPr id="211971" name="Rectangle 1027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1972" name="Line 1028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1973" name="Object 1029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211973" name="Equation" r:id="rId3" imgW="266400" imgH="279360" progId="Equation.3">
              <p:embed/>
            </p:oleObj>
          </a:graphicData>
        </a:graphic>
      </p:graphicFrame>
      <p:sp>
        <p:nvSpPr>
          <p:cNvPr id="211974" name="Line 1030"/>
          <p:cNvSpPr>
            <a:spLocks noChangeShapeType="1"/>
          </p:cNvSpPr>
          <p:nvPr/>
        </p:nvSpPr>
        <p:spPr bwMode="auto">
          <a:xfrm>
            <a:off x="14478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1975" name="Oval 1031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1976" name="Oval 1032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1977" name="Oval 1033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1978" name="Line 1034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1979" name="Line 1035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1980" name="Line 1036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1981" name="Oval 1037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1982" name="Line 1038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11983" name="Object 1039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p:oleObj spid="_x0000_s211983" name="Equation" r:id="rId4" imgW="482400" imgH="583920" progId="Equation.3">
              <p:embed/>
            </p:oleObj>
          </a:graphicData>
        </a:graphic>
      </p:graphicFrame>
      <p:graphicFrame>
        <p:nvGraphicFramePr>
          <p:cNvPr id="211984" name="Object 1040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p:oleObj spid="_x0000_s211984" name="Equation" r:id="rId5" imgW="406080" imgH="571320" progId="Equation.3">
              <p:embed/>
            </p:oleObj>
          </a:graphicData>
        </a:graphic>
      </p:graphicFrame>
      <p:sp>
        <p:nvSpPr>
          <p:cNvPr id="211985" name="Oval 1041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1986" name="Object 1042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p:oleObj spid="_x0000_s211986" name="Equation" r:id="rId6" imgW="482400" imgH="571320" progId="Equation.3">
              <p:embed/>
            </p:oleObj>
          </a:graphicData>
        </a:graphic>
      </p:graphicFrame>
      <p:graphicFrame>
        <p:nvGraphicFramePr>
          <p:cNvPr id="211987" name="Object 1043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p:oleObj spid="_x0000_s211987" name="Equation" r:id="rId7" imgW="266400" imgH="279360" progId="Equation.3">
              <p:embed/>
            </p:oleObj>
          </a:graphicData>
        </a:graphic>
      </p:graphicFrame>
      <p:graphicFrame>
        <p:nvGraphicFramePr>
          <p:cNvPr id="211988" name="Object 1044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p:oleObj spid="_x0000_s211988" name="Equation" r:id="rId8" imgW="266400" imgH="279360" progId="Equation.3">
              <p:embed/>
            </p:oleObj>
          </a:graphicData>
        </a:graphic>
      </p:graphicFrame>
      <p:graphicFrame>
        <p:nvGraphicFramePr>
          <p:cNvPr id="211989" name="Object 1045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p:oleObj spid="_x0000_s211989" name="Equation" r:id="rId9" imgW="266400" imgH="279360" progId="Equation.3">
              <p:embed/>
            </p:oleObj>
          </a:graphicData>
        </a:graphic>
      </p:graphicFrame>
      <p:sp>
        <p:nvSpPr>
          <p:cNvPr id="211990" name="Line 1046"/>
          <p:cNvSpPr>
            <a:spLocks noChangeShapeType="1"/>
          </p:cNvSpPr>
          <p:nvPr/>
        </p:nvSpPr>
        <p:spPr bwMode="auto">
          <a:xfrm>
            <a:off x="3429000" y="5791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1991" name="Object 1047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p:oleObj spid="_x0000_s211991" name="Equation" r:id="rId10" imgW="457200" imgH="583920" progId="Equation.3">
              <p:embed/>
            </p:oleObj>
          </a:graphicData>
        </a:graphic>
      </p:graphicFrame>
      <p:sp>
        <p:nvSpPr>
          <p:cNvPr id="211992" name="Text Box 1048"/>
          <p:cNvSpPr txBox="1">
            <a:spLocks noChangeArrowheads="1"/>
          </p:cNvSpPr>
          <p:nvPr/>
        </p:nvSpPr>
        <p:spPr bwMode="auto">
          <a:xfrm>
            <a:off x="4419600" y="4953000"/>
            <a:ext cx="17097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“reject”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65D16F-3F6B-49E0-85D3-F28A042C5E75}" type="slidenum">
              <a:rPr lang="en-US"/>
              <a:pPr/>
              <a:t>21</a:t>
            </a:fld>
            <a:endParaRPr lang="en-US"/>
          </a:p>
        </p:txBody>
      </p:sp>
      <p:sp>
        <p:nvSpPr>
          <p:cNvPr id="198658" name="Text Box 1026"/>
          <p:cNvSpPr txBox="1">
            <a:spLocks noChangeArrowheads="1"/>
          </p:cNvSpPr>
          <p:nvPr/>
        </p:nvSpPr>
        <p:spPr bwMode="auto">
          <a:xfrm>
            <a:off x="0" y="762000"/>
            <a:ext cx="8154988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An NFA rejects a string:</a:t>
            </a:r>
          </a:p>
          <a:p>
            <a:r>
              <a:rPr lang="en-US"/>
              <a:t>when there  is no computation of the NFA</a:t>
            </a:r>
          </a:p>
          <a:p>
            <a:r>
              <a:rPr lang="en-US"/>
              <a:t>that accepts the string: </a:t>
            </a:r>
          </a:p>
        </p:txBody>
      </p:sp>
      <p:sp>
        <p:nvSpPr>
          <p:cNvPr id="198659" name="Text Box 1027"/>
          <p:cNvSpPr txBox="1">
            <a:spLocks noChangeArrowheads="1"/>
          </p:cNvSpPr>
          <p:nvPr/>
        </p:nvSpPr>
        <p:spPr bwMode="auto">
          <a:xfrm>
            <a:off x="576263" y="3048000"/>
            <a:ext cx="6878637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All the input is consumed and the </a:t>
            </a:r>
          </a:p>
          <a:p>
            <a:r>
              <a:rPr lang="en-US"/>
              <a:t>  automaton is in a non final state</a:t>
            </a:r>
          </a:p>
        </p:txBody>
      </p:sp>
      <p:sp>
        <p:nvSpPr>
          <p:cNvPr id="198660" name="Text Box 1028"/>
          <p:cNvSpPr txBox="1">
            <a:spLocks noChangeArrowheads="1"/>
          </p:cNvSpPr>
          <p:nvPr/>
        </p:nvSpPr>
        <p:spPr bwMode="auto">
          <a:xfrm>
            <a:off x="609600" y="5638800"/>
            <a:ext cx="61690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The input cannot be consumed</a:t>
            </a:r>
          </a:p>
        </p:txBody>
      </p:sp>
      <p:sp>
        <p:nvSpPr>
          <p:cNvPr id="198661" name="Text Box 1029"/>
          <p:cNvSpPr txBox="1">
            <a:spLocks noChangeArrowheads="1"/>
          </p:cNvSpPr>
          <p:nvPr/>
        </p:nvSpPr>
        <p:spPr bwMode="auto">
          <a:xfrm>
            <a:off x="3124200" y="4495800"/>
            <a:ext cx="836613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/>
              <a:t>OR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BEF0896-C9AA-420C-A534-41D6E8E03D01}" type="slidenum">
              <a:rPr lang="en-US"/>
              <a:pPr/>
              <a:t>22</a:t>
            </a:fld>
            <a:endParaRPr lang="en-US"/>
          </a:p>
        </p:txBody>
      </p:sp>
      <p:sp>
        <p:nvSpPr>
          <p:cNvPr id="199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graphicFrame>
        <p:nvGraphicFramePr>
          <p:cNvPr id="199683" name="Object 3"/>
          <p:cNvGraphicFramePr>
            <a:graphicFrameLocks noChangeAspect="1"/>
          </p:cNvGraphicFramePr>
          <p:nvPr/>
        </p:nvGraphicFramePr>
        <p:xfrm>
          <a:off x="990600" y="1371600"/>
          <a:ext cx="292100" cy="330200"/>
        </p:xfrm>
        <a:graphic>
          <a:graphicData uri="http://schemas.openxmlformats.org/presentationml/2006/ole">
            <p:oleObj spid="_x0000_s199683" name="Equation" r:id="rId3" imgW="291960" imgH="330120" progId="Equation.3">
              <p:embed/>
            </p:oleObj>
          </a:graphicData>
        </a:graphic>
      </p:graphicFrame>
      <p:sp>
        <p:nvSpPr>
          <p:cNvPr id="199684" name="Text Box 4"/>
          <p:cNvSpPr txBox="1">
            <a:spLocks noChangeArrowheads="1"/>
          </p:cNvSpPr>
          <p:nvPr/>
        </p:nvSpPr>
        <p:spPr bwMode="auto">
          <a:xfrm>
            <a:off x="1447800" y="1219200"/>
            <a:ext cx="47418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is rejected by the NFA:</a:t>
            </a:r>
          </a:p>
        </p:txBody>
      </p:sp>
      <p:sp>
        <p:nvSpPr>
          <p:cNvPr id="199701" name="Oval 21"/>
          <p:cNvSpPr>
            <a:spLocks noChangeArrowheads="1"/>
          </p:cNvSpPr>
          <p:nvPr/>
        </p:nvSpPr>
        <p:spPr bwMode="auto">
          <a:xfrm>
            <a:off x="1819275" y="3221038"/>
            <a:ext cx="427038" cy="4365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9702" name="Oval 22"/>
          <p:cNvSpPr>
            <a:spLocks noChangeArrowheads="1"/>
          </p:cNvSpPr>
          <p:nvPr/>
        </p:nvSpPr>
        <p:spPr bwMode="auto">
          <a:xfrm>
            <a:off x="636588" y="3997325"/>
            <a:ext cx="425450" cy="436563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9703" name="Oval 23"/>
          <p:cNvSpPr>
            <a:spLocks noChangeArrowheads="1"/>
          </p:cNvSpPr>
          <p:nvPr/>
        </p:nvSpPr>
        <p:spPr bwMode="auto">
          <a:xfrm>
            <a:off x="1819275" y="4578350"/>
            <a:ext cx="427038" cy="436563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9704" name="Line 24"/>
          <p:cNvSpPr>
            <a:spLocks noChangeShapeType="1"/>
          </p:cNvSpPr>
          <p:nvPr/>
        </p:nvSpPr>
        <p:spPr bwMode="auto">
          <a:xfrm flipV="1">
            <a:off x="1014413" y="3511550"/>
            <a:ext cx="804862" cy="582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9705" name="Line 25"/>
          <p:cNvSpPr>
            <a:spLocks noChangeShapeType="1"/>
          </p:cNvSpPr>
          <p:nvPr/>
        </p:nvSpPr>
        <p:spPr bwMode="auto">
          <a:xfrm>
            <a:off x="1016000" y="4333875"/>
            <a:ext cx="806450" cy="4349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9706" name="Line 26"/>
          <p:cNvSpPr>
            <a:spLocks noChangeShapeType="1"/>
          </p:cNvSpPr>
          <p:nvPr/>
        </p:nvSpPr>
        <p:spPr bwMode="auto">
          <a:xfrm flipV="1">
            <a:off x="228600" y="4238625"/>
            <a:ext cx="407988" cy="285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9707" name="Oval 27"/>
          <p:cNvSpPr>
            <a:spLocks noChangeArrowheads="1"/>
          </p:cNvSpPr>
          <p:nvPr/>
        </p:nvSpPr>
        <p:spPr bwMode="auto">
          <a:xfrm>
            <a:off x="3003550" y="3221038"/>
            <a:ext cx="425450" cy="4365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9708" name="Line 28"/>
          <p:cNvSpPr>
            <a:spLocks noChangeShapeType="1"/>
          </p:cNvSpPr>
          <p:nvPr/>
        </p:nvSpPr>
        <p:spPr bwMode="auto">
          <a:xfrm>
            <a:off x="2246313" y="3463925"/>
            <a:ext cx="661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99709" name="Object 29"/>
          <p:cNvGraphicFramePr>
            <a:graphicFrameLocks noChangeAspect="1"/>
          </p:cNvGraphicFramePr>
          <p:nvPr/>
        </p:nvGraphicFramePr>
        <p:xfrm>
          <a:off x="684213" y="3997325"/>
          <a:ext cx="298450" cy="371475"/>
        </p:xfrm>
        <a:graphic>
          <a:graphicData uri="http://schemas.openxmlformats.org/presentationml/2006/ole">
            <p:oleObj spid="_x0000_s199709" name="Equation" r:id="rId4" imgW="482400" imgH="583920" progId="Equation.3">
              <p:embed/>
            </p:oleObj>
          </a:graphicData>
        </a:graphic>
      </p:graphicFrame>
      <p:graphicFrame>
        <p:nvGraphicFramePr>
          <p:cNvPr id="199710" name="Object 30"/>
          <p:cNvGraphicFramePr>
            <a:graphicFrameLocks noChangeAspect="1"/>
          </p:cNvGraphicFramePr>
          <p:nvPr/>
        </p:nvGraphicFramePr>
        <p:xfrm>
          <a:off x="1914525" y="3221038"/>
          <a:ext cx="252413" cy="363537"/>
        </p:xfrm>
        <a:graphic>
          <a:graphicData uri="http://schemas.openxmlformats.org/presentationml/2006/ole">
            <p:oleObj spid="_x0000_s199710" name="Equation" r:id="rId5" imgW="406080" imgH="571320" progId="Equation.3">
              <p:embed/>
            </p:oleObj>
          </a:graphicData>
        </a:graphic>
      </p:graphicFrame>
      <p:sp>
        <p:nvSpPr>
          <p:cNvPr id="199711" name="Oval 31"/>
          <p:cNvSpPr>
            <a:spLocks noChangeArrowheads="1"/>
          </p:cNvSpPr>
          <p:nvPr/>
        </p:nvSpPr>
        <p:spPr bwMode="auto">
          <a:xfrm>
            <a:off x="2908300" y="3124200"/>
            <a:ext cx="615950" cy="6302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99712" name="Object 32"/>
          <p:cNvGraphicFramePr>
            <a:graphicFrameLocks noChangeAspect="1"/>
          </p:cNvGraphicFramePr>
          <p:nvPr/>
        </p:nvGraphicFramePr>
        <p:xfrm>
          <a:off x="3049588" y="3221038"/>
          <a:ext cx="300037" cy="363537"/>
        </p:xfrm>
        <a:graphic>
          <a:graphicData uri="http://schemas.openxmlformats.org/presentationml/2006/ole">
            <p:oleObj spid="_x0000_s199712" name="Equation" r:id="rId6" imgW="482400" imgH="571320" progId="Equation.3">
              <p:embed/>
            </p:oleObj>
          </a:graphicData>
        </a:graphic>
      </p:graphicFrame>
      <p:graphicFrame>
        <p:nvGraphicFramePr>
          <p:cNvPr id="199713" name="Object 33"/>
          <p:cNvGraphicFramePr>
            <a:graphicFrameLocks noChangeAspect="1"/>
          </p:cNvGraphicFramePr>
          <p:nvPr/>
        </p:nvGraphicFramePr>
        <p:xfrm>
          <a:off x="1298575" y="3608388"/>
          <a:ext cx="165100" cy="177800"/>
        </p:xfrm>
        <a:graphic>
          <a:graphicData uri="http://schemas.openxmlformats.org/presentationml/2006/ole">
            <p:oleObj spid="_x0000_s199713" name="Equation" r:id="rId7" imgW="266400" imgH="279360" progId="Equation.3">
              <p:embed/>
            </p:oleObj>
          </a:graphicData>
        </a:graphic>
      </p:graphicFrame>
      <p:graphicFrame>
        <p:nvGraphicFramePr>
          <p:cNvPr id="199714" name="Object 34"/>
          <p:cNvGraphicFramePr>
            <a:graphicFrameLocks noChangeAspect="1"/>
          </p:cNvGraphicFramePr>
          <p:nvPr/>
        </p:nvGraphicFramePr>
        <p:xfrm>
          <a:off x="1298575" y="4287838"/>
          <a:ext cx="165100" cy="177800"/>
        </p:xfrm>
        <a:graphic>
          <a:graphicData uri="http://schemas.openxmlformats.org/presentationml/2006/ole">
            <p:oleObj spid="_x0000_s199714" name="Equation" r:id="rId8" imgW="266400" imgH="279360" progId="Equation.3">
              <p:embed/>
            </p:oleObj>
          </a:graphicData>
        </a:graphic>
      </p:graphicFrame>
      <p:graphicFrame>
        <p:nvGraphicFramePr>
          <p:cNvPr id="199715" name="Object 35"/>
          <p:cNvGraphicFramePr>
            <a:graphicFrameLocks noChangeAspect="1"/>
          </p:cNvGraphicFramePr>
          <p:nvPr/>
        </p:nvGraphicFramePr>
        <p:xfrm>
          <a:off x="2482850" y="3270250"/>
          <a:ext cx="163513" cy="177800"/>
        </p:xfrm>
        <a:graphic>
          <a:graphicData uri="http://schemas.openxmlformats.org/presentationml/2006/ole">
            <p:oleObj spid="_x0000_s199715" name="Equation" r:id="rId9" imgW="266400" imgH="279360" progId="Equation.3">
              <p:embed/>
            </p:oleObj>
          </a:graphicData>
        </a:graphic>
      </p:graphicFrame>
      <p:graphicFrame>
        <p:nvGraphicFramePr>
          <p:cNvPr id="199717" name="Object 37"/>
          <p:cNvGraphicFramePr>
            <a:graphicFrameLocks noChangeAspect="1"/>
          </p:cNvGraphicFramePr>
          <p:nvPr/>
        </p:nvGraphicFramePr>
        <p:xfrm>
          <a:off x="1914525" y="4578350"/>
          <a:ext cx="284163" cy="371475"/>
        </p:xfrm>
        <a:graphic>
          <a:graphicData uri="http://schemas.openxmlformats.org/presentationml/2006/ole">
            <p:oleObj spid="_x0000_s199717" name="Equation" r:id="rId10" imgW="457200" imgH="583920" progId="Equation.3">
              <p:embed/>
            </p:oleObj>
          </a:graphicData>
        </a:graphic>
      </p:graphicFrame>
      <p:sp>
        <p:nvSpPr>
          <p:cNvPr id="199718" name="Text Box 38"/>
          <p:cNvSpPr txBox="1">
            <a:spLocks noChangeArrowheads="1"/>
          </p:cNvSpPr>
          <p:nvPr/>
        </p:nvSpPr>
        <p:spPr bwMode="auto">
          <a:xfrm>
            <a:off x="2286000" y="4572000"/>
            <a:ext cx="17097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“reject”</a:t>
            </a:r>
          </a:p>
        </p:txBody>
      </p:sp>
      <p:sp>
        <p:nvSpPr>
          <p:cNvPr id="199721" name="Oval 41"/>
          <p:cNvSpPr>
            <a:spLocks noChangeArrowheads="1"/>
          </p:cNvSpPr>
          <p:nvPr/>
        </p:nvSpPr>
        <p:spPr bwMode="auto">
          <a:xfrm>
            <a:off x="6467475" y="3297238"/>
            <a:ext cx="427038" cy="436562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9722" name="Oval 42"/>
          <p:cNvSpPr>
            <a:spLocks noChangeArrowheads="1"/>
          </p:cNvSpPr>
          <p:nvPr/>
        </p:nvSpPr>
        <p:spPr bwMode="auto">
          <a:xfrm>
            <a:off x="5284788" y="4073525"/>
            <a:ext cx="425450" cy="436563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9723" name="Oval 43"/>
          <p:cNvSpPr>
            <a:spLocks noChangeArrowheads="1"/>
          </p:cNvSpPr>
          <p:nvPr/>
        </p:nvSpPr>
        <p:spPr bwMode="auto">
          <a:xfrm>
            <a:off x="6467475" y="4654550"/>
            <a:ext cx="427038" cy="4365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9724" name="Line 44"/>
          <p:cNvSpPr>
            <a:spLocks noChangeShapeType="1"/>
          </p:cNvSpPr>
          <p:nvPr/>
        </p:nvSpPr>
        <p:spPr bwMode="auto">
          <a:xfrm flipV="1">
            <a:off x="5662613" y="3587750"/>
            <a:ext cx="804862" cy="58261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9725" name="Line 45"/>
          <p:cNvSpPr>
            <a:spLocks noChangeShapeType="1"/>
          </p:cNvSpPr>
          <p:nvPr/>
        </p:nvSpPr>
        <p:spPr bwMode="auto">
          <a:xfrm>
            <a:off x="5664200" y="4410075"/>
            <a:ext cx="806450" cy="434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9726" name="Line 46"/>
          <p:cNvSpPr>
            <a:spLocks noChangeShapeType="1"/>
          </p:cNvSpPr>
          <p:nvPr/>
        </p:nvSpPr>
        <p:spPr bwMode="auto">
          <a:xfrm>
            <a:off x="4876800" y="4267200"/>
            <a:ext cx="407988" cy="476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99727" name="Oval 47"/>
          <p:cNvSpPr>
            <a:spLocks noChangeArrowheads="1"/>
          </p:cNvSpPr>
          <p:nvPr/>
        </p:nvSpPr>
        <p:spPr bwMode="auto">
          <a:xfrm>
            <a:off x="7651750" y="3297238"/>
            <a:ext cx="425450" cy="4365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9728" name="Line 48"/>
          <p:cNvSpPr>
            <a:spLocks noChangeShapeType="1"/>
          </p:cNvSpPr>
          <p:nvPr/>
        </p:nvSpPr>
        <p:spPr bwMode="auto">
          <a:xfrm>
            <a:off x="6894513" y="3540125"/>
            <a:ext cx="661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99729" name="Object 49"/>
          <p:cNvGraphicFramePr>
            <a:graphicFrameLocks noChangeAspect="1"/>
          </p:cNvGraphicFramePr>
          <p:nvPr/>
        </p:nvGraphicFramePr>
        <p:xfrm>
          <a:off x="5332413" y="4073525"/>
          <a:ext cx="298450" cy="371475"/>
        </p:xfrm>
        <a:graphic>
          <a:graphicData uri="http://schemas.openxmlformats.org/presentationml/2006/ole">
            <p:oleObj spid="_x0000_s199729" name="Equation" r:id="rId11" imgW="482400" imgH="583920" progId="Equation.3">
              <p:embed/>
            </p:oleObj>
          </a:graphicData>
        </a:graphic>
      </p:graphicFrame>
      <p:graphicFrame>
        <p:nvGraphicFramePr>
          <p:cNvPr id="199730" name="Object 50"/>
          <p:cNvGraphicFramePr>
            <a:graphicFrameLocks noChangeAspect="1"/>
          </p:cNvGraphicFramePr>
          <p:nvPr/>
        </p:nvGraphicFramePr>
        <p:xfrm>
          <a:off x="6562725" y="3297238"/>
          <a:ext cx="252413" cy="363537"/>
        </p:xfrm>
        <a:graphic>
          <a:graphicData uri="http://schemas.openxmlformats.org/presentationml/2006/ole">
            <p:oleObj spid="_x0000_s199730" name="Equation" r:id="rId12" imgW="406080" imgH="571320" progId="Equation.3">
              <p:embed/>
            </p:oleObj>
          </a:graphicData>
        </a:graphic>
      </p:graphicFrame>
      <p:sp>
        <p:nvSpPr>
          <p:cNvPr id="199731" name="Oval 51"/>
          <p:cNvSpPr>
            <a:spLocks noChangeArrowheads="1"/>
          </p:cNvSpPr>
          <p:nvPr/>
        </p:nvSpPr>
        <p:spPr bwMode="auto">
          <a:xfrm>
            <a:off x="7556500" y="3200400"/>
            <a:ext cx="615950" cy="6302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99732" name="Object 52"/>
          <p:cNvGraphicFramePr>
            <a:graphicFrameLocks noChangeAspect="1"/>
          </p:cNvGraphicFramePr>
          <p:nvPr/>
        </p:nvGraphicFramePr>
        <p:xfrm>
          <a:off x="7697788" y="3297238"/>
          <a:ext cx="300037" cy="363537"/>
        </p:xfrm>
        <a:graphic>
          <a:graphicData uri="http://schemas.openxmlformats.org/presentationml/2006/ole">
            <p:oleObj spid="_x0000_s199732" name="Equation" r:id="rId13" imgW="482400" imgH="571320" progId="Equation.3">
              <p:embed/>
            </p:oleObj>
          </a:graphicData>
        </a:graphic>
      </p:graphicFrame>
      <p:graphicFrame>
        <p:nvGraphicFramePr>
          <p:cNvPr id="199733" name="Object 53"/>
          <p:cNvGraphicFramePr>
            <a:graphicFrameLocks noChangeAspect="1"/>
          </p:cNvGraphicFramePr>
          <p:nvPr/>
        </p:nvGraphicFramePr>
        <p:xfrm>
          <a:off x="5946775" y="3684588"/>
          <a:ext cx="165100" cy="177800"/>
        </p:xfrm>
        <a:graphic>
          <a:graphicData uri="http://schemas.openxmlformats.org/presentationml/2006/ole">
            <p:oleObj spid="_x0000_s199733" name="Equation" r:id="rId14" imgW="266400" imgH="279360" progId="Equation.3">
              <p:embed/>
            </p:oleObj>
          </a:graphicData>
        </a:graphic>
      </p:graphicFrame>
      <p:graphicFrame>
        <p:nvGraphicFramePr>
          <p:cNvPr id="199734" name="Object 54"/>
          <p:cNvGraphicFramePr>
            <a:graphicFrameLocks noChangeAspect="1"/>
          </p:cNvGraphicFramePr>
          <p:nvPr/>
        </p:nvGraphicFramePr>
        <p:xfrm>
          <a:off x="5946775" y="4364038"/>
          <a:ext cx="165100" cy="177800"/>
        </p:xfrm>
        <a:graphic>
          <a:graphicData uri="http://schemas.openxmlformats.org/presentationml/2006/ole">
            <p:oleObj spid="_x0000_s199734" name="Equation" r:id="rId15" imgW="266400" imgH="279360" progId="Equation.3">
              <p:embed/>
            </p:oleObj>
          </a:graphicData>
        </a:graphic>
      </p:graphicFrame>
      <p:graphicFrame>
        <p:nvGraphicFramePr>
          <p:cNvPr id="199735" name="Object 55"/>
          <p:cNvGraphicFramePr>
            <a:graphicFrameLocks noChangeAspect="1"/>
          </p:cNvGraphicFramePr>
          <p:nvPr/>
        </p:nvGraphicFramePr>
        <p:xfrm>
          <a:off x="7131050" y="3346450"/>
          <a:ext cx="163513" cy="177800"/>
        </p:xfrm>
        <a:graphic>
          <a:graphicData uri="http://schemas.openxmlformats.org/presentationml/2006/ole">
            <p:oleObj spid="_x0000_s199735" name="Equation" r:id="rId16" imgW="266400" imgH="279360" progId="Equation.3">
              <p:embed/>
            </p:oleObj>
          </a:graphicData>
        </a:graphic>
      </p:graphicFrame>
      <p:graphicFrame>
        <p:nvGraphicFramePr>
          <p:cNvPr id="199737" name="Object 57"/>
          <p:cNvGraphicFramePr>
            <a:graphicFrameLocks noChangeAspect="1"/>
          </p:cNvGraphicFramePr>
          <p:nvPr/>
        </p:nvGraphicFramePr>
        <p:xfrm>
          <a:off x="6562725" y="4654550"/>
          <a:ext cx="284163" cy="371475"/>
        </p:xfrm>
        <a:graphic>
          <a:graphicData uri="http://schemas.openxmlformats.org/presentationml/2006/ole">
            <p:oleObj spid="_x0000_s199737" name="Equation" r:id="rId17" imgW="457200" imgH="583920" progId="Equation.3">
              <p:embed/>
            </p:oleObj>
          </a:graphicData>
        </a:graphic>
      </p:graphicFrame>
      <p:sp>
        <p:nvSpPr>
          <p:cNvPr id="199738" name="Text Box 58"/>
          <p:cNvSpPr txBox="1">
            <a:spLocks noChangeArrowheads="1"/>
          </p:cNvSpPr>
          <p:nvPr/>
        </p:nvSpPr>
        <p:spPr bwMode="auto">
          <a:xfrm>
            <a:off x="5715000" y="2514600"/>
            <a:ext cx="17097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“reject”</a:t>
            </a:r>
          </a:p>
        </p:txBody>
      </p:sp>
      <p:sp>
        <p:nvSpPr>
          <p:cNvPr id="199739" name="Text Box 59"/>
          <p:cNvSpPr txBox="1">
            <a:spLocks noChangeArrowheads="1"/>
          </p:cNvSpPr>
          <p:nvPr/>
        </p:nvSpPr>
        <p:spPr bwMode="auto">
          <a:xfrm>
            <a:off x="669925" y="5969000"/>
            <a:ext cx="82645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All possible computations lead to rejection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162B7C-FB90-4AD7-9CB2-B4671C6244DB}" type="slidenum">
              <a:rPr lang="en-US"/>
              <a:pPr/>
              <a:t>23</a:t>
            </a:fld>
            <a:endParaRPr lang="en-US"/>
          </a:p>
        </p:txBody>
      </p:sp>
      <p:sp>
        <p:nvSpPr>
          <p:cNvPr id="212994" name="Text Box 1026"/>
          <p:cNvSpPr txBox="1">
            <a:spLocks noChangeArrowheads="1"/>
          </p:cNvSpPr>
          <p:nvPr/>
        </p:nvSpPr>
        <p:spPr bwMode="auto">
          <a:xfrm>
            <a:off x="2362200" y="0"/>
            <a:ext cx="4083050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chemeClr val="tx1"/>
                </a:solidFill>
              </a:rPr>
              <a:t>Rejection example</a:t>
            </a:r>
          </a:p>
        </p:txBody>
      </p:sp>
      <p:sp>
        <p:nvSpPr>
          <p:cNvPr id="212995" name="Rectangle 1027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2996" name="Line 1028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2997" name="Line 1029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2998" name="Object 1030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212998" name="Equation" r:id="rId3" imgW="266400" imgH="279360" progId="Equation.3">
              <p:embed/>
            </p:oleObj>
          </a:graphicData>
        </a:graphic>
      </p:graphicFrame>
      <p:sp>
        <p:nvSpPr>
          <p:cNvPr id="212999" name="Line 1031"/>
          <p:cNvSpPr>
            <a:spLocks noChangeShapeType="1"/>
          </p:cNvSpPr>
          <p:nvPr/>
        </p:nvSpPr>
        <p:spPr bwMode="auto">
          <a:xfrm>
            <a:off x="609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3000" name="Oval 1032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3001" name="Oval 1033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3002" name="Oval 1034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3003" name="Line 1035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3004" name="Line 1036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3005" name="Line 1037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13006" name="Object 1038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213006" name="Equation" r:id="rId4" imgW="266400" imgH="279360" progId="Equation.3">
              <p:embed/>
            </p:oleObj>
          </a:graphicData>
        </a:graphic>
      </p:graphicFrame>
      <p:sp>
        <p:nvSpPr>
          <p:cNvPr id="213007" name="Oval 1039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3008" name="Line 1040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13009" name="Object 1041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p:oleObj spid="_x0000_s213009" name="Equation" r:id="rId5" imgW="482400" imgH="583920" progId="Equation.3">
              <p:embed/>
            </p:oleObj>
          </a:graphicData>
        </a:graphic>
      </p:graphicFrame>
      <p:graphicFrame>
        <p:nvGraphicFramePr>
          <p:cNvPr id="213010" name="Object 1042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p:oleObj spid="_x0000_s213010" name="Equation" r:id="rId6" imgW="406080" imgH="571320" progId="Equation.3">
              <p:embed/>
            </p:oleObj>
          </a:graphicData>
        </a:graphic>
      </p:graphicFrame>
      <p:sp>
        <p:nvSpPr>
          <p:cNvPr id="213011" name="Oval 1043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3012" name="Object 1044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p:oleObj spid="_x0000_s213012" name="Equation" r:id="rId7" imgW="482400" imgH="571320" progId="Equation.3">
              <p:embed/>
            </p:oleObj>
          </a:graphicData>
        </a:graphic>
      </p:graphicFrame>
      <p:graphicFrame>
        <p:nvGraphicFramePr>
          <p:cNvPr id="213013" name="Object 1045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p:oleObj spid="_x0000_s213013" name="Equation" r:id="rId8" imgW="457200" imgH="583920" progId="Equation.3">
              <p:embed/>
            </p:oleObj>
          </a:graphicData>
        </a:graphic>
      </p:graphicFrame>
      <p:graphicFrame>
        <p:nvGraphicFramePr>
          <p:cNvPr id="213014" name="Object 1046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p:oleObj spid="_x0000_s213014" name="Equation" r:id="rId9" imgW="266400" imgH="279360" progId="Equation.3">
              <p:embed/>
            </p:oleObj>
          </a:graphicData>
        </a:graphic>
      </p:graphicFrame>
      <p:graphicFrame>
        <p:nvGraphicFramePr>
          <p:cNvPr id="213015" name="Object 1047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p:oleObj spid="_x0000_s213015" name="Equation" r:id="rId10" imgW="266400" imgH="279360" progId="Equation.3">
              <p:embed/>
            </p:oleObj>
          </a:graphicData>
        </a:graphic>
      </p:graphicFrame>
      <p:graphicFrame>
        <p:nvGraphicFramePr>
          <p:cNvPr id="213016" name="Object 1048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p:oleObj spid="_x0000_s213016" name="Equation" r:id="rId11" imgW="266400" imgH="279360" progId="Equation.3">
              <p:embed/>
            </p:oleObj>
          </a:graphicData>
        </a:graphic>
      </p:graphicFrame>
      <p:sp>
        <p:nvSpPr>
          <p:cNvPr id="213017" name="Line 1049"/>
          <p:cNvSpPr>
            <a:spLocks noChangeShapeType="1"/>
          </p:cNvSpPr>
          <p:nvPr/>
        </p:nvSpPr>
        <p:spPr bwMode="auto">
          <a:xfrm>
            <a:off x="1524000" y="48768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3018" name="Line 1050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3019" name="Object 1051"/>
          <p:cNvGraphicFramePr>
            <a:graphicFrameLocks noChangeAspect="1"/>
          </p:cNvGraphicFramePr>
          <p:nvPr/>
        </p:nvGraphicFramePr>
        <p:xfrm>
          <a:off x="1905000" y="1524000"/>
          <a:ext cx="265113" cy="279400"/>
        </p:xfrm>
        <a:graphic>
          <a:graphicData uri="http://schemas.openxmlformats.org/presentationml/2006/ole">
            <p:oleObj spid="_x0000_s213019" name="Equation" r:id="rId12" imgW="266400" imgH="279360" progId="Equation.3">
              <p:embed/>
            </p:oleObj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1472EB3-1FDB-4DEC-8A90-DB37924A1E7C}" type="slidenum">
              <a:rPr lang="en-US"/>
              <a:pPr/>
              <a:t>24</a:t>
            </a:fld>
            <a:endParaRPr lang="en-US"/>
          </a:p>
        </p:txBody>
      </p:sp>
      <p:sp>
        <p:nvSpPr>
          <p:cNvPr id="215042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043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044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5045" name="Object 5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215045" name="Equation" r:id="rId3" imgW="266400" imgH="279360" progId="Equation.3">
              <p:embed/>
            </p:oleObj>
          </a:graphicData>
        </a:graphic>
      </p:graphicFrame>
      <p:sp>
        <p:nvSpPr>
          <p:cNvPr id="215046" name="Line 6"/>
          <p:cNvSpPr>
            <a:spLocks noChangeShapeType="1"/>
          </p:cNvSpPr>
          <p:nvPr/>
        </p:nvSpPr>
        <p:spPr bwMode="auto">
          <a:xfrm>
            <a:off x="990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047" name="Oval 7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048" name="Oval 8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049" name="Oval 9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050" name="Line 10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051" name="Line 11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5052" name="Line 12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15053" name="Object 13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215053" name="Equation" r:id="rId4" imgW="266400" imgH="279360" progId="Equation.3">
              <p:embed/>
            </p:oleObj>
          </a:graphicData>
        </a:graphic>
      </p:graphicFrame>
      <p:sp>
        <p:nvSpPr>
          <p:cNvPr id="215054" name="Oval 14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055" name="Line 15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15056" name="Object 16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p:oleObj spid="_x0000_s215056" name="Equation" r:id="rId5" imgW="482400" imgH="583920" progId="Equation.3">
              <p:embed/>
            </p:oleObj>
          </a:graphicData>
        </a:graphic>
      </p:graphicFrame>
      <p:graphicFrame>
        <p:nvGraphicFramePr>
          <p:cNvPr id="215057" name="Object 17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p:oleObj spid="_x0000_s215057" name="Equation" r:id="rId6" imgW="406080" imgH="571320" progId="Equation.3">
              <p:embed/>
            </p:oleObj>
          </a:graphicData>
        </a:graphic>
      </p:graphicFrame>
      <p:sp>
        <p:nvSpPr>
          <p:cNvPr id="215058" name="Oval 18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5059" name="Object 19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p:oleObj spid="_x0000_s215059" name="Equation" r:id="rId7" imgW="482400" imgH="571320" progId="Equation.3">
              <p:embed/>
            </p:oleObj>
          </a:graphicData>
        </a:graphic>
      </p:graphicFrame>
      <p:graphicFrame>
        <p:nvGraphicFramePr>
          <p:cNvPr id="215060" name="Object 20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p:oleObj spid="_x0000_s215060" name="Equation" r:id="rId8" imgW="457200" imgH="583920" progId="Equation.3">
              <p:embed/>
            </p:oleObj>
          </a:graphicData>
        </a:graphic>
      </p:graphicFrame>
      <p:graphicFrame>
        <p:nvGraphicFramePr>
          <p:cNvPr id="215061" name="Object 21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p:oleObj spid="_x0000_s215061" name="Equation" r:id="rId9" imgW="266400" imgH="279360" progId="Equation.3">
              <p:embed/>
            </p:oleObj>
          </a:graphicData>
        </a:graphic>
      </p:graphicFrame>
      <p:graphicFrame>
        <p:nvGraphicFramePr>
          <p:cNvPr id="215062" name="Object 22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p:oleObj spid="_x0000_s215062" name="Equation" r:id="rId10" imgW="266400" imgH="279360" progId="Equation.3">
              <p:embed/>
            </p:oleObj>
          </a:graphicData>
        </a:graphic>
      </p:graphicFrame>
      <p:graphicFrame>
        <p:nvGraphicFramePr>
          <p:cNvPr id="215063" name="Object 23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p:oleObj spid="_x0000_s215063" name="Equation" r:id="rId11" imgW="266400" imgH="279360" progId="Equation.3">
              <p:embed/>
            </p:oleObj>
          </a:graphicData>
        </a:graphic>
      </p:graphicFrame>
      <p:sp>
        <p:nvSpPr>
          <p:cNvPr id="215064" name="Line 24"/>
          <p:cNvSpPr>
            <a:spLocks noChangeShapeType="1"/>
          </p:cNvSpPr>
          <p:nvPr/>
        </p:nvSpPr>
        <p:spPr bwMode="auto">
          <a:xfrm>
            <a:off x="3429000" y="3657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5065" name="Text Box 25"/>
          <p:cNvSpPr txBox="1">
            <a:spLocks noChangeArrowheads="1"/>
          </p:cNvSpPr>
          <p:nvPr/>
        </p:nvSpPr>
        <p:spPr bwMode="auto">
          <a:xfrm>
            <a:off x="3048000" y="152400"/>
            <a:ext cx="2778125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First Choice</a:t>
            </a:r>
          </a:p>
        </p:txBody>
      </p:sp>
      <p:sp>
        <p:nvSpPr>
          <p:cNvPr id="215066" name="Line 26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5067" name="Object 27"/>
          <p:cNvGraphicFramePr>
            <a:graphicFrameLocks noChangeAspect="1"/>
          </p:cNvGraphicFramePr>
          <p:nvPr/>
        </p:nvGraphicFramePr>
        <p:xfrm>
          <a:off x="1905000" y="1524000"/>
          <a:ext cx="265113" cy="279400"/>
        </p:xfrm>
        <a:graphic>
          <a:graphicData uri="http://schemas.openxmlformats.org/presentationml/2006/ole">
            <p:oleObj spid="_x0000_s215067" name="Equation" r:id="rId12" imgW="266400" imgH="279360" progId="Equation.3">
              <p:embed/>
            </p:oleObj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781A90-73AE-43B0-BDF5-96C10458E861}" type="slidenum">
              <a:rPr lang="en-US"/>
              <a:pPr/>
              <a:t>25</a:t>
            </a:fld>
            <a:endParaRPr lang="en-US"/>
          </a:p>
        </p:txBody>
      </p:sp>
      <p:sp>
        <p:nvSpPr>
          <p:cNvPr id="216066" name="Rectangle 1026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6067" name="Line 1027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6068" name="Line 1028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6069" name="Object 1029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216069" name="Equation" r:id="rId3" imgW="266400" imgH="279360" progId="Equation.3">
              <p:embed/>
            </p:oleObj>
          </a:graphicData>
        </a:graphic>
      </p:graphicFrame>
      <p:sp>
        <p:nvSpPr>
          <p:cNvPr id="216070" name="Line 1030"/>
          <p:cNvSpPr>
            <a:spLocks noChangeShapeType="1"/>
          </p:cNvSpPr>
          <p:nvPr/>
        </p:nvSpPr>
        <p:spPr bwMode="auto">
          <a:xfrm>
            <a:off x="14478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6071" name="Oval 1031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6072" name="Oval 1032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6073" name="Oval 1033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6074" name="Line 1034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6075" name="Line 1035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6076" name="Line 1036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16077" name="Object 1037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216077" name="Equation" r:id="rId4" imgW="266400" imgH="279360" progId="Equation.3">
              <p:embed/>
            </p:oleObj>
          </a:graphicData>
        </a:graphic>
      </p:graphicFrame>
      <p:sp>
        <p:nvSpPr>
          <p:cNvPr id="216078" name="Oval 1038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6079" name="Line 1039"/>
          <p:cNvSpPr>
            <a:spLocks noChangeShapeType="1"/>
          </p:cNvSpPr>
          <p:nvPr/>
        </p:nvSpPr>
        <p:spPr bwMode="auto">
          <a:xfrm>
            <a:off x="4191000" y="3200400"/>
            <a:ext cx="990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16080" name="Object 1040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p:oleObj spid="_x0000_s216080" name="Equation" r:id="rId5" imgW="482400" imgH="583920" progId="Equation.3">
              <p:embed/>
            </p:oleObj>
          </a:graphicData>
        </a:graphic>
      </p:graphicFrame>
      <p:graphicFrame>
        <p:nvGraphicFramePr>
          <p:cNvPr id="216081" name="Object 1041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p:oleObj spid="_x0000_s216081" name="Equation" r:id="rId6" imgW="406080" imgH="571320" progId="Equation.3">
              <p:embed/>
            </p:oleObj>
          </a:graphicData>
        </a:graphic>
      </p:graphicFrame>
      <p:sp>
        <p:nvSpPr>
          <p:cNvPr id="216082" name="Oval 1042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6083" name="Object 1043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p:oleObj spid="_x0000_s216083" name="Equation" r:id="rId7" imgW="482400" imgH="571320" progId="Equation.3">
              <p:embed/>
            </p:oleObj>
          </a:graphicData>
        </a:graphic>
      </p:graphicFrame>
      <p:graphicFrame>
        <p:nvGraphicFramePr>
          <p:cNvPr id="216084" name="Object 1044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p:oleObj spid="_x0000_s216084" name="Equation" r:id="rId8" imgW="457200" imgH="583920" progId="Equation.3">
              <p:embed/>
            </p:oleObj>
          </a:graphicData>
        </a:graphic>
      </p:graphicFrame>
      <p:graphicFrame>
        <p:nvGraphicFramePr>
          <p:cNvPr id="216085" name="Object 1045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p:oleObj spid="_x0000_s216085" name="Equation" r:id="rId9" imgW="266400" imgH="279360" progId="Equation.3">
              <p:embed/>
            </p:oleObj>
          </a:graphicData>
        </a:graphic>
      </p:graphicFrame>
      <p:graphicFrame>
        <p:nvGraphicFramePr>
          <p:cNvPr id="216086" name="Object 1046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p:oleObj spid="_x0000_s216086" name="Equation" r:id="rId10" imgW="266400" imgH="279360" progId="Equation.3">
              <p:embed/>
            </p:oleObj>
          </a:graphicData>
        </a:graphic>
      </p:graphicFrame>
      <p:sp>
        <p:nvSpPr>
          <p:cNvPr id="216087" name="Text Box 1047"/>
          <p:cNvSpPr txBox="1">
            <a:spLocks noChangeArrowheads="1"/>
          </p:cNvSpPr>
          <p:nvPr/>
        </p:nvSpPr>
        <p:spPr bwMode="auto">
          <a:xfrm>
            <a:off x="3048000" y="152400"/>
            <a:ext cx="2778125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First Choice</a:t>
            </a:r>
          </a:p>
        </p:txBody>
      </p:sp>
      <p:graphicFrame>
        <p:nvGraphicFramePr>
          <p:cNvPr id="216088" name="Object 1048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p:oleObj spid="_x0000_s216088" name="Equation" r:id="rId11" imgW="266400" imgH="279360" progId="Equation.3">
              <p:embed/>
            </p:oleObj>
          </a:graphicData>
        </a:graphic>
      </p:graphicFrame>
      <p:sp>
        <p:nvSpPr>
          <p:cNvPr id="216089" name="Line 1049"/>
          <p:cNvSpPr>
            <a:spLocks noChangeShapeType="1"/>
          </p:cNvSpPr>
          <p:nvPr/>
        </p:nvSpPr>
        <p:spPr bwMode="auto">
          <a:xfrm>
            <a:off x="5334000" y="3810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6090" name="Line 1050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6091" name="Object 1051"/>
          <p:cNvGraphicFramePr>
            <a:graphicFrameLocks noChangeAspect="1"/>
          </p:cNvGraphicFramePr>
          <p:nvPr/>
        </p:nvGraphicFramePr>
        <p:xfrm>
          <a:off x="1905000" y="1524000"/>
          <a:ext cx="265113" cy="279400"/>
        </p:xfrm>
        <a:graphic>
          <a:graphicData uri="http://schemas.openxmlformats.org/presentationml/2006/ole">
            <p:oleObj spid="_x0000_s216091" name="Equation" r:id="rId12" imgW="266400" imgH="279360" progId="Equation.3">
              <p:embed/>
            </p:oleObj>
          </a:graphicData>
        </a:graphic>
      </p:graphicFrame>
      <p:sp>
        <p:nvSpPr>
          <p:cNvPr id="216092" name="Text Box 1052"/>
          <p:cNvSpPr txBox="1">
            <a:spLocks noChangeArrowheads="1"/>
          </p:cNvSpPr>
          <p:nvPr/>
        </p:nvSpPr>
        <p:spPr bwMode="auto">
          <a:xfrm>
            <a:off x="5027613" y="4114800"/>
            <a:ext cx="4116387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No transition:</a:t>
            </a:r>
          </a:p>
          <a:p>
            <a:r>
              <a:rPr lang="en-US"/>
              <a:t>the automaton hangs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2052746-1B5B-4681-99E3-4AAAF0F6FB93}" type="slidenum">
              <a:rPr lang="en-US"/>
              <a:pPr/>
              <a:t>26</a:t>
            </a:fld>
            <a:endParaRPr lang="en-US"/>
          </a:p>
        </p:txBody>
      </p:sp>
      <p:sp>
        <p:nvSpPr>
          <p:cNvPr id="217090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7091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7092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7093" name="Object 5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217093" name="Equation" r:id="rId3" imgW="266400" imgH="279360" progId="Equation.3">
              <p:embed/>
            </p:oleObj>
          </a:graphicData>
        </a:graphic>
      </p:graphicFrame>
      <p:sp>
        <p:nvSpPr>
          <p:cNvPr id="217094" name="Line 6"/>
          <p:cNvSpPr>
            <a:spLocks noChangeShapeType="1"/>
          </p:cNvSpPr>
          <p:nvPr/>
        </p:nvSpPr>
        <p:spPr bwMode="auto">
          <a:xfrm>
            <a:off x="14478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7095" name="Oval 7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7096" name="Oval 8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7097" name="Oval 9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7098" name="Line 10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7099" name="Line 11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7100" name="Line 12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17101" name="Object 13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217101" name="Equation" r:id="rId4" imgW="266400" imgH="279360" progId="Equation.3">
              <p:embed/>
            </p:oleObj>
          </a:graphicData>
        </a:graphic>
      </p:graphicFrame>
      <p:sp>
        <p:nvSpPr>
          <p:cNvPr id="217102" name="Oval 14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7103" name="Line 15"/>
          <p:cNvSpPr>
            <a:spLocks noChangeShapeType="1"/>
          </p:cNvSpPr>
          <p:nvPr/>
        </p:nvSpPr>
        <p:spPr bwMode="auto">
          <a:xfrm>
            <a:off x="4191000" y="3200400"/>
            <a:ext cx="990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17104" name="Object 16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p:oleObj spid="_x0000_s217104" name="Equation" r:id="rId5" imgW="482400" imgH="583920" progId="Equation.3">
              <p:embed/>
            </p:oleObj>
          </a:graphicData>
        </a:graphic>
      </p:graphicFrame>
      <p:graphicFrame>
        <p:nvGraphicFramePr>
          <p:cNvPr id="217105" name="Object 17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p:oleObj spid="_x0000_s217105" name="Equation" r:id="rId6" imgW="406080" imgH="571320" progId="Equation.3">
              <p:embed/>
            </p:oleObj>
          </a:graphicData>
        </a:graphic>
      </p:graphicFrame>
      <p:sp>
        <p:nvSpPr>
          <p:cNvPr id="217106" name="Oval 18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7107" name="Object 19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p:oleObj spid="_x0000_s217107" name="Equation" r:id="rId7" imgW="482400" imgH="571320" progId="Equation.3">
              <p:embed/>
            </p:oleObj>
          </a:graphicData>
        </a:graphic>
      </p:graphicFrame>
      <p:graphicFrame>
        <p:nvGraphicFramePr>
          <p:cNvPr id="217108" name="Object 20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p:oleObj spid="_x0000_s217108" name="Equation" r:id="rId8" imgW="457200" imgH="583920" progId="Equation.3">
              <p:embed/>
            </p:oleObj>
          </a:graphicData>
        </a:graphic>
      </p:graphicFrame>
      <p:graphicFrame>
        <p:nvGraphicFramePr>
          <p:cNvPr id="217109" name="Object 21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p:oleObj spid="_x0000_s217109" name="Equation" r:id="rId9" imgW="266400" imgH="279360" progId="Equation.3">
              <p:embed/>
            </p:oleObj>
          </a:graphicData>
        </a:graphic>
      </p:graphicFrame>
      <p:graphicFrame>
        <p:nvGraphicFramePr>
          <p:cNvPr id="217110" name="Object 22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p:oleObj spid="_x0000_s217110" name="Equation" r:id="rId10" imgW="266400" imgH="279360" progId="Equation.3">
              <p:embed/>
            </p:oleObj>
          </a:graphicData>
        </a:graphic>
      </p:graphicFrame>
      <p:graphicFrame>
        <p:nvGraphicFramePr>
          <p:cNvPr id="217111" name="Object 23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p:oleObj spid="_x0000_s217111" name="Equation" r:id="rId11" imgW="266400" imgH="279360" progId="Equation.3">
              <p:embed/>
            </p:oleObj>
          </a:graphicData>
        </a:graphic>
      </p:graphicFrame>
      <p:sp>
        <p:nvSpPr>
          <p:cNvPr id="217112" name="Text Box 24"/>
          <p:cNvSpPr txBox="1">
            <a:spLocks noChangeArrowheads="1"/>
          </p:cNvSpPr>
          <p:nvPr/>
        </p:nvSpPr>
        <p:spPr bwMode="auto">
          <a:xfrm>
            <a:off x="6477000" y="2819400"/>
            <a:ext cx="17097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“reject”</a:t>
            </a:r>
          </a:p>
        </p:txBody>
      </p:sp>
      <p:sp>
        <p:nvSpPr>
          <p:cNvPr id="217113" name="Text Box 25"/>
          <p:cNvSpPr txBox="1">
            <a:spLocks noChangeArrowheads="1"/>
          </p:cNvSpPr>
          <p:nvPr/>
        </p:nvSpPr>
        <p:spPr bwMode="auto">
          <a:xfrm>
            <a:off x="3048000" y="152400"/>
            <a:ext cx="2778125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First Choice</a:t>
            </a:r>
          </a:p>
        </p:txBody>
      </p:sp>
      <p:sp>
        <p:nvSpPr>
          <p:cNvPr id="217114" name="Line 26"/>
          <p:cNvSpPr>
            <a:spLocks noChangeShapeType="1"/>
          </p:cNvSpPr>
          <p:nvPr/>
        </p:nvSpPr>
        <p:spPr bwMode="auto">
          <a:xfrm>
            <a:off x="5334000" y="38100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7115" name="Line 27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7116" name="Object 28"/>
          <p:cNvGraphicFramePr>
            <a:graphicFrameLocks noChangeAspect="1"/>
          </p:cNvGraphicFramePr>
          <p:nvPr/>
        </p:nvGraphicFramePr>
        <p:xfrm>
          <a:off x="1905000" y="1524000"/>
          <a:ext cx="265113" cy="279400"/>
        </p:xfrm>
        <a:graphic>
          <a:graphicData uri="http://schemas.openxmlformats.org/presentationml/2006/ole">
            <p:oleObj spid="_x0000_s217116" name="Equation" r:id="rId12" imgW="266400" imgH="279360" progId="Equation.3">
              <p:embed/>
            </p:oleObj>
          </a:graphicData>
        </a:graphic>
      </p:graphicFrame>
      <p:sp>
        <p:nvSpPr>
          <p:cNvPr id="217117" name="Text Box 29"/>
          <p:cNvSpPr txBox="1">
            <a:spLocks noChangeArrowheads="1"/>
          </p:cNvSpPr>
          <p:nvPr/>
        </p:nvSpPr>
        <p:spPr bwMode="auto">
          <a:xfrm>
            <a:off x="457200" y="1981200"/>
            <a:ext cx="51419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Input cannot be consumed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96F1DF-6771-4903-B018-A0C03DBC1BF5}" type="slidenum">
              <a:rPr lang="en-US"/>
              <a:pPr/>
              <a:t>27</a:t>
            </a:fld>
            <a:endParaRPr lang="en-US"/>
          </a:p>
        </p:txBody>
      </p:sp>
      <p:sp>
        <p:nvSpPr>
          <p:cNvPr id="218114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8115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8116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8117" name="Object 5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218117" name="Equation" r:id="rId3" imgW="266400" imgH="279360" progId="Equation.3">
              <p:embed/>
            </p:oleObj>
          </a:graphicData>
        </a:graphic>
      </p:graphicFrame>
      <p:sp>
        <p:nvSpPr>
          <p:cNvPr id="218118" name="Line 6"/>
          <p:cNvSpPr>
            <a:spLocks noChangeShapeType="1"/>
          </p:cNvSpPr>
          <p:nvPr/>
        </p:nvSpPr>
        <p:spPr bwMode="auto">
          <a:xfrm>
            <a:off x="609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8119" name="Oval 7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8120" name="Oval 8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8121" name="Oval 9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8122" name="Line 10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8123" name="Line 11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8124" name="Line 12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18125" name="Object 13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218125" name="Equation" r:id="rId4" imgW="266400" imgH="279360" progId="Equation.3">
              <p:embed/>
            </p:oleObj>
          </a:graphicData>
        </a:graphic>
      </p:graphicFrame>
      <p:sp>
        <p:nvSpPr>
          <p:cNvPr id="218126" name="Oval 14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8127" name="Line 15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18128" name="Object 16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p:oleObj spid="_x0000_s218128" name="Equation" r:id="rId5" imgW="482400" imgH="583920" progId="Equation.3">
              <p:embed/>
            </p:oleObj>
          </a:graphicData>
        </a:graphic>
      </p:graphicFrame>
      <p:graphicFrame>
        <p:nvGraphicFramePr>
          <p:cNvPr id="218129" name="Object 17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p:oleObj spid="_x0000_s218129" name="Equation" r:id="rId6" imgW="406080" imgH="571320" progId="Equation.3">
              <p:embed/>
            </p:oleObj>
          </a:graphicData>
        </a:graphic>
      </p:graphicFrame>
      <p:sp>
        <p:nvSpPr>
          <p:cNvPr id="218130" name="Oval 18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8131" name="Object 19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p:oleObj spid="_x0000_s218131" name="Equation" r:id="rId7" imgW="482400" imgH="571320" progId="Equation.3">
              <p:embed/>
            </p:oleObj>
          </a:graphicData>
        </a:graphic>
      </p:graphicFrame>
      <p:graphicFrame>
        <p:nvGraphicFramePr>
          <p:cNvPr id="218132" name="Object 20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p:oleObj spid="_x0000_s218132" name="Equation" r:id="rId8" imgW="457200" imgH="583920" progId="Equation.3">
              <p:embed/>
            </p:oleObj>
          </a:graphicData>
        </a:graphic>
      </p:graphicFrame>
      <p:graphicFrame>
        <p:nvGraphicFramePr>
          <p:cNvPr id="218133" name="Object 21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p:oleObj spid="_x0000_s218133" name="Equation" r:id="rId9" imgW="266400" imgH="279360" progId="Equation.3">
              <p:embed/>
            </p:oleObj>
          </a:graphicData>
        </a:graphic>
      </p:graphicFrame>
      <p:graphicFrame>
        <p:nvGraphicFramePr>
          <p:cNvPr id="218134" name="Object 22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p:oleObj spid="_x0000_s218134" name="Equation" r:id="rId10" imgW="266400" imgH="279360" progId="Equation.3">
              <p:embed/>
            </p:oleObj>
          </a:graphicData>
        </a:graphic>
      </p:graphicFrame>
      <p:sp>
        <p:nvSpPr>
          <p:cNvPr id="218135" name="Text Box 23"/>
          <p:cNvSpPr txBox="1">
            <a:spLocks noChangeArrowheads="1"/>
          </p:cNvSpPr>
          <p:nvPr/>
        </p:nvSpPr>
        <p:spPr bwMode="auto">
          <a:xfrm>
            <a:off x="3048000" y="152400"/>
            <a:ext cx="3265488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Second Choice</a:t>
            </a:r>
          </a:p>
        </p:txBody>
      </p:sp>
      <p:graphicFrame>
        <p:nvGraphicFramePr>
          <p:cNvPr id="218136" name="Object 24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p:oleObj spid="_x0000_s218136" name="Equation" r:id="rId11" imgW="266400" imgH="279360" progId="Equation.3">
              <p:embed/>
            </p:oleObj>
          </a:graphicData>
        </a:graphic>
      </p:graphicFrame>
      <p:sp>
        <p:nvSpPr>
          <p:cNvPr id="218137" name="Line 25"/>
          <p:cNvSpPr>
            <a:spLocks noChangeShapeType="1"/>
          </p:cNvSpPr>
          <p:nvPr/>
        </p:nvSpPr>
        <p:spPr bwMode="auto">
          <a:xfrm>
            <a:off x="1524000" y="48768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8138" name="Line 26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8139" name="Object 27"/>
          <p:cNvGraphicFramePr>
            <a:graphicFrameLocks noChangeAspect="1"/>
          </p:cNvGraphicFramePr>
          <p:nvPr/>
        </p:nvGraphicFramePr>
        <p:xfrm>
          <a:off x="1905000" y="1524000"/>
          <a:ext cx="265113" cy="279400"/>
        </p:xfrm>
        <a:graphic>
          <a:graphicData uri="http://schemas.openxmlformats.org/presentationml/2006/ole">
            <p:oleObj spid="_x0000_s218139" name="Equation" r:id="rId12" imgW="266400" imgH="279360" progId="Equation.3">
              <p:embed/>
            </p:oleObj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8E821E4-B837-4B37-902C-33829A781EEA}" type="slidenum">
              <a:rPr lang="en-US"/>
              <a:pPr/>
              <a:t>28</a:t>
            </a:fld>
            <a:endParaRPr lang="en-US"/>
          </a:p>
        </p:txBody>
      </p:sp>
      <p:sp>
        <p:nvSpPr>
          <p:cNvPr id="219138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9139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9140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9141" name="Object 5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219141" name="Equation" r:id="rId3" imgW="266400" imgH="279360" progId="Equation.3">
              <p:embed/>
            </p:oleObj>
          </a:graphicData>
        </a:graphic>
      </p:graphicFrame>
      <p:sp>
        <p:nvSpPr>
          <p:cNvPr id="219142" name="Line 6"/>
          <p:cNvSpPr>
            <a:spLocks noChangeShapeType="1"/>
          </p:cNvSpPr>
          <p:nvPr/>
        </p:nvSpPr>
        <p:spPr bwMode="auto">
          <a:xfrm>
            <a:off x="914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9143" name="Oval 7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9144" name="Oval 8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9145" name="Oval 9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9146" name="Line 10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9147" name="Line 11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19148" name="Line 12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19149" name="Object 13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219149" name="Equation" r:id="rId4" imgW="266400" imgH="279360" progId="Equation.3">
              <p:embed/>
            </p:oleObj>
          </a:graphicData>
        </a:graphic>
      </p:graphicFrame>
      <p:sp>
        <p:nvSpPr>
          <p:cNvPr id="219150" name="Oval 14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19151" name="Line 15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19152" name="Object 16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p:oleObj spid="_x0000_s219152" name="Equation" r:id="rId5" imgW="482400" imgH="583920" progId="Equation.3">
              <p:embed/>
            </p:oleObj>
          </a:graphicData>
        </a:graphic>
      </p:graphicFrame>
      <p:graphicFrame>
        <p:nvGraphicFramePr>
          <p:cNvPr id="219153" name="Object 17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p:oleObj spid="_x0000_s219153" name="Equation" r:id="rId6" imgW="406080" imgH="571320" progId="Equation.3">
              <p:embed/>
            </p:oleObj>
          </a:graphicData>
        </a:graphic>
      </p:graphicFrame>
      <p:sp>
        <p:nvSpPr>
          <p:cNvPr id="219154" name="Oval 18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9155" name="Object 19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p:oleObj spid="_x0000_s219155" name="Equation" r:id="rId7" imgW="482400" imgH="571320" progId="Equation.3">
              <p:embed/>
            </p:oleObj>
          </a:graphicData>
        </a:graphic>
      </p:graphicFrame>
      <p:graphicFrame>
        <p:nvGraphicFramePr>
          <p:cNvPr id="219156" name="Object 20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p:oleObj spid="_x0000_s219156" name="Equation" r:id="rId8" imgW="266400" imgH="279360" progId="Equation.3">
              <p:embed/>
            </p:oleObj>
          </a:graphicData>
        </a:graphic>
      </p:graphicFrame>
      <p:graphicFrame>
        <p:nvGraphicFramePr>
          <p:cNvPr id="219157" name="Object 21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p:oleObj spid="_x0000_s219157" name="Equation" r:id="rId9" imgW="266400" imgH="279360" progId="Equation.3">
              <p:embed/>
            </p:oleObj>
          </a:graphicData>
        </a:graphic>
      </p:graphicFrame>
      <p:sp>
        <p:nvSpPr>
          <p:cNvPr id="219158" name="Text Box 22"/>
          <p:cNvSpPr txBox="1">
            <a:spLocks noChangeArrowheads="1"/>
          </p:cNvSpPr>
          <p:nvPr/>
        </p:nvSpPr>
        <p:spPr bwMode="auto">
          <a:xfrm>
            <a:off x="3048000" y="152400"/>
            <a:ext cx="3265488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Second Choice</a:t>
            </a:r>
          </a:p>
        </p:txBody>
      </p:sp>
      <p:graphicFrame>
        <p:nvGraphicFramePr>
          <p:cNvPr id="219159" name="Object 23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p:oleObj spid="_x0000_s219159" name="Equation" r:id="rId10" imgW="266400" imgH="279360" progId="Equation.3">
              <p:embed/>
            </p:oleObj>
          </a:graphicData>
        </a:graphic>
      </p:graphicFrame>
      <p:sp>
        <p:nvSpPr>
          <p:cNvPr id="219160" name="Line 24"/>
          <p:cNvSpPr>
            <a:spLocks noChangeShapeType="1"/>
          </p:cNvSpPr>
          <p:nvPr/>
        </p:nvSpPr>
        <p:spPr bwMode="auto">
          <a:xfrm>
            <a:off x="3429000" y="5791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9161" name="Object 25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p:oleObj spid="_x0000_s219161" name="Equation" r:id="rId11" imgW="457200" imgH="583920" progId="Equation.3">
              <p:embed/>
            </p:oleObj>
          </a:graphicData>
        </a:graphic>
      </p:graphicFrame>
      <p:sp>
        <p:nvSpPr>
          <p:cNvPr id="219162" name="Line 26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19163" name="Object 27"/>
          <p:cNvGraphicFramePr>
            <a:graphicFrameLocks noChangeAspect="1"/>
          </p:cNvGraphicFramePr>
          <p:nvPr/>
        </p:nvGraphicFramePr>
        <p:xfrm>
          <a:off x="1905000" y="1524000"/>
          <a:ext cx="265113" cy="279400"/>
        </p:xfrm>
        <a:graphic>
          <a:graphicData uri="http://schemas.openxmlformats.org/presentationml/2006/ole">
            <p:oleObj spid="_x0000_s219163" name="Equation" r:id="rId12" imgW="266400" imgH="279360" progId="Equation.3">
              <p:embed/>
            </p:oleObj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647E18A-A24B-4D9C-86E5-E71B7E7B2F1A}" type="slidenum">
              <a:rPr lang="en-US"/>
              <a:pPr/>
              <a:t>29</a:t>
            </a:fld>
            <a:endParaRPr lang="en-US"/>
          </a:p>
        </p:txBody>
      </p:sp>
      <p:sp>
        <p:nvSpPr>
          <p:cNvPr id="220162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0163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0164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20165" name="Object 5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220165" name="Equation" r:id="rId3" imgW="266400" imgH="279360" progId="Equation.3">
              <p:embed/>
            </p:oleObj>
          </a:graphicData>
        </a:graphic>
      </p:graphicFrame>
      <p:sp>
        <p:nvSpPr>
          <p:cNvPr id="220166" name="Line 6"/>
          <p:cNvSpPr>
            <a:spLocks noChangeShapeType="1"/>
          </p:cNvSpPr>
          <p:nvPr/>
        </p:nvSpPr>
        <p:spPr bwMode="auto">
          <a:xfrm>
            <a:off x="914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0167" name="Oval 7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0168" name="Oval 8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0169" name="Oval 9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0170" name="Line 10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0171" name="Line 11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0172" name="Line 12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20173" name="Object 13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220173" name="Equation" r:id="rId4" imgW="266400" imgH="279360" progId="Equation.3">
              <p:embed/>
            </p:oleObj>
          </a:graphicData>
        </a:graphic>
      </p:graphicFrame>
      <p:sp>
        <p:nvSpPr>
          <p:cNvPr id="220174" name="Oval 14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0175" name="Line 15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20176" name="Object 16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p:oleObj spid="_x0000_s220176" name="Equation" r:id="rId5" imgW="482400" imgH="583920" progId="Equation.3">
              <p:embed/>
            </p:oleObj>
          </a:graphicData>
        </a:graphic>
      </p:graphicFrame>
      <p:graphicFrame>
        <p:nvGraphicFramePr>
          <p:cNvPr id="220177" name="Object 17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p:oleObj spid="_x0000_s220177" name="Equation" r:id="rId6" imgW="406080" imgH="571320" progId="Equation.3">
              <p:embed/>
            </p:oleObj>
          </a:graphicData>
        </a:graphic>
      </p:graphicFrame>
      <p:sp>
        <p:nvSpPr>
          <p:cNvPr id="220178" name="Oval 18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20179" name="Object 19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p:oleObj spid="_x0000_s220179" name="Equation" r:id="rId7" imgW="482400" imgH="571320" progId="Equation.3">
              <p:embed/>
            </p:oleObj>
          </a:graphicData>
        </a:graphic>
      </p:graphicFrame>
      <p:graphicFrame>
        <p:nvGraphicFramePr>
          <p:cNvPr id="220180" name="Object 20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p:oleObj spid="_x0000_s220180" name="Equation" r:id="rId8" imgW="266400" imgH="279360" progId="Equation.3">
              <p:embed/>
            </p:oleObj>
          </a:graphicData>
        </a:graphic>
      </p:graphicFrame>
      <p:graphicFrame>
        <p:nvGraphicFramePr>
          <p:cNvPr id="220181" name="Object 21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p:oleObj spid="_x0000_s220181" name="Equation" r:id="rId9" imgW="266400" imgH="279360" progId="Equation.3">
              <p:embed/>
            </p:oleObj>
          </a:graphicData>
        </a:graphic>
      </p:graphicFrame>
      <p:graphicFrame>
        <p:nvGraphicFramePr>
          <p:cNvPr id="220182" name="Object 22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p:oleObj spid="_x0000_s220182" name="Equation" r:id="rId10" imgW="266400" imgH="279360" progId="Equation.3">
              <p:embed/>
            </p:oleObj>
          </a:graphicData>
        </a:graphic>
      </p:graphicFrame>
      <p:sp>
        <p:nvSpPr>
          <p:cNvPr id="220183" name="Line 23"/>
          <p:cNvSpPr>
            <a:spLocks noChangeShapeType="1"/>
          </p:cNvSpPr>
          <p:nvPr/>
        </p:nvSpPr>
        <p:spPr bwMode="auto">
          <a:xfrm>
            <a:off x="3429000" y="5791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20184" name="Object 24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p:oleObj spid="_x0000_s220184" name="Equation" r:id="rId11" imgW="457200" imgH="583920" progId="Equation.3">
              <p:embed/>
            </p:oleObj>
          </a:graphicData>
        </a:graphic>
      </p:graphicFrame>
      <p:sp>
        <p:nvSpPr>
          <p:cNvPr id="220185" name="Text Box 25"/>
          <p:cNvSpPr txBox="1">
            <a:spLocks noChangeArrowheads="1"/>
          </p:cNvSpPr>
          <p:nvPr/>
        </p:nvSpPr>
        <p:spPr bwMode="auto">
          <a:xfrm>
            <a:off x="3048000" y="152400"/>
            <a:ext cx="3265488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Second Choice</a:t>
            </a:r>
          </a:p>
        </p:txBody>
      </p:sp>
      <p:sp>
        <p:nvSpPr>
          <p:cNvPr id="220186" name="Text Box 26"/>
          <p:cNvSpPr txBox="1">
            <a:spLocks noChangeArrowheads="1"/>
          </p:cNvSpPr>
          <p:nvPr/>
        </p:nvSpPr>
        <p:spPr bwMode="auto">
          <a:xfrm>
            <a:off x="4632325" y="4673600"/>
            <a:ext cx="411638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No transition:</a:t>
            </a:r>
          </a:p>
          <a:p>
            <a:r>
              <a:rPr lang="en-US"/>
              <a:t>the automaton hangs</a:t>
            </a:r>
          </a:p>
        </p:txBody>
      </p:sp>
      <p:sp>
        <p:nvSpPr>
          <p:cNvPr id="220187" name="Line 27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20188" name="Object 28"/>
          <p:cNvGraphicFramePr>
            <a:graphicFrameLocks noChangeAspect="1"/>
          </p:cNvGraphicFramePr>
          <p:nvPr/>
        </p:nvGraphicFramePr>
        <p:xfrm>
          <a:off x="1905000" y="1524000"/>
          <a:ext cx="265113" cy="279400"/>
        </p:xfrm>
        <a:graphic>
          <a:graphicData uri="http://schemas.openxmlformats.org/presentationml/2006/ole">
            <p:oleObj spid="_x0000_s220188" name="Equation" r:id="rId12" imgW="266400" imgH="279360" progId="Equation.3">
              <p:embed/>
            </p:oleObj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4226BEE-BD28-4704-B08A-B2D57159FCEF}" type="slidenum">
              <a:rPr lang="en-US"/>
              <a:pPr/>
              <a:t>30</a:t>
            </a:fld>
            <a:endParaRPr lang="en-US"/>
          </a:p>
        </p:txBody>
      </p:sp>
      <p:sp>
        <p:nvSpPr>
          <p:cNvPr id="221186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1187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1188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21189" name="Object 5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221189" name="Equation" r:id="rId3" imgW="266400" imgH="279360" progId="Equation.3">
              <p:embed/>
            </p:oleObj>
          </a:graphicData>
        </a:graphic>
      </p:graphicFrame>
      <p:sp>
        <p:nvSpPr>
          <p:cNvPr id="221190" name="Line 6"/>
          <p:cNvSpPr>
            <a:spLocks noChangeShapeType="1"/>
          </p:cNvSpPr>
          <p:nvPr/>
        </p:nvSpPr>
        <p:spPr bwMode="auto">
          <a:xfrm>
            <a:off x="914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1191" name="Oval 7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1192" name="Oval 8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1193" name="Oval 9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1194" name="Line 10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1195" name="Line 11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1196" name="Line 12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21197" name="Object 13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221197" name="Equation" r:id="rId4" imgW="266400" imgH="279360" progId="Equation.3">
              <p:embed/>
            </p:oleObj>
          </a:graphicData>
        </a:graphic>
      </p:graphicFrame>
      <p:sp>
        <p:nvSpPr>
          <p:cNvPr id="221198" name="Oval 14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1199" name="Line 15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21200" name="Object 16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p:oleObj spid="_x0000_s221200" name="Equation" r:id="rId5" imgW="482400" imgH="583920" progId="Equation.3">
              <p:embed/>
            </p:oleObj>
          </a:graphicData>
        </a:graphic>
      </p:graphicFrame>
      <p:graphicFrame>
        <p:nvGraphicFramePr>
          <p:cNvPr id="221201" name="Object 17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p:oleObj spid="_x0000_s221201" name="Equation" r:id="rId6" imgW="406080" imgH="571320" progId="Equation.3">
              <p:embed/>
            </p:oleObj>
          </a:graphicData>
        </a:graphic>
      </p:graphicFrame>
      <p:sp>
        <p:nvSpPr>
          <p:cNvPr id="221202" name="Oval 18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21203" name="Object 19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p:oleObj spid="_x0000_s221203" name="Equation" r:id="rId7" imgW="482400" imgH="571320" progId="Equation.3">
              <p:embed/>
            </p:oleObj>
          </a:graphicData>
        </a:graphic>
      </p:graphicFrame>
      <p:graphicFrame>
        <p:nvGraphicFramePr>
          <p:cNvPr id="221204" name="Object 20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p:oleObj spid="_x0000_s221204" name="Equation" r:id="rId8" imgW="266400" imgH="279360" progId="Equation.3">
              <p:embed/>
            </p:oleObj>
          </a:graphicData>
        </a:graphic>
      </p:graphicFrame>
      <p:graphicFrame>
        <p:nvGraphicFramePr>
          <p:cNvPr id="221205" name="Object 21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p:oleObj spid="_x0000_s221205" name="Equation" r:id="rId9" imgW="266400" imgH="279360" progId="Equation.3">
              <p:embed/>
            </p:oleObj>
          </a:graphicData>
        </a:graphic>
      </p:graphicFrame>
      <p:graphicFrame>
        <p:nvGraphicFramePr>
          <p:cNvPr id="221206" name="Object 22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p:oleObj spid="_x0000_s221206" name="Equation" r:id="rId10" imgW="266400" imgH="279360" progId="Equation.3">
              <p:embed/>
            </p:oleObj>
          </a:graphicData>
        </a:graphic>
      </p:graphicFrame>
      <p:sp>
        <p:nvSpPr>
          <p:cNvPr id="221207" name="Line 23"/>
          <p:cNvSpPr>
            <a:spLocks noChangeShapeType="1"/>
          </p:cNvSpPr>
          <p:nvPr/>
        </p:nvSpPr>
        <p:spPr bwMode="auto">
          <a:xfrm>
            <a:off x="3429000" y="5791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21208" name="Object 24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p:oleObj spid="_x0000_s221208" name="Equation" r:id="rId11" imgW="457200" imgH="583920" progId="Equation.3">
              <p:embed/>
            </p:oleObj>
          </a:graphicData>
        </a:graphic>
      </p:graphicFrame>
      <p:sp>
        <p:nvSpPr>
          <p:cNvPr id="221209" name="Text Box 25"/>
          <p:cNvSpPr txBox="1">
            <a:spLocks noChangeArrowheads="1"/>
          </p:cNvSpPr>
          <p:nvPr/>
        </p:nvSpPr>
        <p:spPr bwMode="auto">
          <a:xfrm>
            <a:off x="3048000" y="152400"/>
            <a:ext cx="3265488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FF0000"/>
                </a:solidFill>
              </a:rPr>
              <a:t>Second Choice</a:t>
            </a:r>
          </a:p>
        </p:txBody>
      </p:sp>
      <p:sp>
        <p:nvSpPr>
          <p:cNvPr id="221210" name="Text Box 26"/>
          <p:cNvSpPr txBox="1">
            <a:spLocks noChangeArrowheads="1"/>
          </p:cNvSpPr>
          <p:nvPr/>
        </p:nvSpPr>
        <p:spPr bwMode="auto">
          <a:xfrm>
            <a:off x="4648200" y="5029200"/>
            <a:ext cx="17097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“reject”</a:t>
            </a:r>
          </a:p>
        </p:txBody>
      </p:sp>
      <p:sp>
        <p:nvSpPr>
          <p:cNvPr id="221211" name="Line 27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21212" name="Object 28"/>
          <p:cNvGraphicFramePr>
            <a:graphicFrameLocks noChangeAspect="1"/>
          </p:cNvGraphicFramePr>
          <p:nvPr/>
        </p:nvGraphicFramePr>
        <p:xfrm>
          <a:off x="1905000" y="1524000"/>
          <a:ext cx="265113" cy="279400"/>
        </p:xfrm>
        <a:graphic>
          <a:graphicData uri="http://schemas.openxmlformats.org/presentationml/2006/ole">
            <p:oleObj spid="_x0000_s221212" name="Equation" r:id="rId12" imgW="266400" imgH="279360" progId="Equation.3">
              <p:embed/>
            </p:oleObj>
          </a:graphicData>
        </a:graphic>
      </p:graphicFrame>
      <p:sp>
        <p:nvSpPr>
          <p:cNvPr id="221213" name="Text Box 29"/>
          <p:cNvSpPr txBox="1">
            <a:spLocks noChangeArrowheads="1"/>
          </p:cNvSpPr>
          <p:nvPr/>
        </p:nvSpPr>
        <p:spPr bwMode="auto">
          <a:xfrm>
            <a:off x="457200" y="1981200"/>
            <a:ext cx="51419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Input cannot be consumed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C396CD3-B9D6-4E0D-B73D-A921EA840DB2}" type="slidenum">
              <a:rPr lang="en-US"/>
              <a:pPr/>
              <a:t>31</a:t>
            </a:fld>
            <a:endParaRPr lang="en-US"/>
          </a:p>
        </p:txBody>
      </p:sp>
      <p:graphicFrame>
        <p:nvGraphicFramePr>
          <p:cNvPr id="222211" name="Object 3"/>
          <p:cNvGraphicFramePr>
            <a:graphicFrameLocks noChangeAspect="1"/>
          </p:cNvGraphicFramePr>
          <p:nvPr/>
        </p:nvGraphicFramePr>
        <p:xfrm>
          <a:off x="552450" y="1358900"/>
          <a:ext cx="812800" cy="330200"/>
        </p:xfrm>
        <a:graphic>
          <a:graphicData uri="http://schemas.openxmlformats.org/presentationml/2006/ole">
            <p:oleObj spid="_x0000_s222211" name="Equation" r:id="rId3" imgW="812520" imgH="330120" progId="Equation.3">
              <p:embed/>
            </p:oleObj>
          </a:graphicData>
        </a:graphic>
      </p:graphicFrame>
      <p:sp>
        <p:nvSpPr>
          <p:cNvPr id="222212" name="Text Box 4"/>
          <p:cNvSpPr txBox="1">
            <a:spLocks noChangeArrowheads="1"/>
          </p:cNvSpPr>
          <p:nvPr/>
        </p:nvSpPr>
        <p:spPr bwMode="auto">
          <a:xfrm>
            <a:off x="1447800" y="1219200"/>
            <a:ext cx="47418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is rejected by the NFA:</a:t>
            </a:r>
          </a:p>
        </p:txBody>
      </p:sp>
      <p:grpSp>
        <p:nvGrpSpPr>
          <p:cNvPr id="222213" name="Group 5"/>
          <p:cNvGrpSpPr>
            <a:grpSpLocks/>
          </p:cNvGrpSpPr>
          <p:nvPr/>
        </p:nvGrpSpPr>
        <p:grpSpPr bwMode="auto">
          <a:xfrm>
            <a:off x="457200" y="3200400"/>
            <a:ext cx="3200400" cy="1752600"/>
            <a:chOff x="672" y="1680"/>
            <a:chExt cx="3264" cy="1872"/>
          </a:xfrm>
        </p:grpSpPr>
        <p:sp>
          <p:nvSpPr>
            <p:cNvPr id="222214" name="Oval 6"/>
            <p:cNvSpPr>
              <a:spLocks noChangeArrowheads="1"/>
            </p:cNvSpPr>
            <p:nvPr/>
          </p:nvSpPr>
          <p:spPr bwMode="auto">
            <a:xfrm>
              <a:off x="2208" y="1776"/>
              <a:ext cx="432" cy="432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215" name="Oval 7"/>
            <p:cNvSpPr>
              <a:spLocks noChangeArrowheads="1"/>
            </p:cNvSpPr>
            <p:nvPr/>
          </p:nvSpPr>
          <p:spPr bwMode="auto">
            <a:xfrm>
              <a:off x="1008" y="2544"/>
              <a:ext cx="432" cy="432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216" name="Oval 8"/>
            <p:cNvSpPr>
              <a:spLocks noChangeArrowheads="1"/>
            </p:cNvSpPr>
            <p:nvPr/>
          </p:nvSpPr>
          <p:spPr bwMode="auto">
            <a:xfrm>
              <a:off x="2208" y="3120"/>
              <a:ext cx="432" cy="4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217" name="Line 9"/>
            <p:cNvSpPr>
              <a:spLocks noChangeShapeType="1"/>
            </p:cNvSpPr>
            <p:nvPr/>
          </p:nvSpPr>
          <p:spPr bwMode="auto">
            <a:xfrm flipV="1">
              <a:off x="1392" y="2064"/>
              <a:ext cx="816" cy="57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2218" name="Line 10"/>
            <p:cNvSpPr>
              <a:spLocks noChangeShapeType="1"/>
            </p:cNvSpPr>
            <p:nvPr/>
          </p:nvSpPr>
          <p:spPr bwMode="auto">
            <a:xfrm>
              <a:off x="1393" y="2877"/>
              <a:ext cx="818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2219" name="Line 11"/>
            <p:cNvSpPr>
              <a:spLocks noChangeShapeType="1"/>
            </p:cNvSpPr>
            <p:nvPr/>
          </p:nvSpPr>
          <p:spPr bwMode="auto">
            <a:xfrm>
              <a:off x="672" y="2784"/>
              <a:ext cx="33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2220" name="Oval 12"/>
            <p:cNvSpPr>
              <a:spLocks noChangeArrowheads="1"/>
            </p:cNvSpPr>
            <p:nvPr/>
          </p:nvSpPr>
          <p:spPr bwMode="auto">
            <a:xfrm>
              <a:off x="3408" y="1776"/>
              <a:ext cx="432" cy="432"/>
            </a:xfrm>
            <a:prstGeom prst="ellipse">
              <a:avLst/>
            </a:prstGeom>
            <a:solidFill>
              <a:srgbClr val="FF0000">
                <a:alpha val="50000"/>
              </a:srgbClr>
            </a:solidFill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221" name="Line 13"/>
            <p:cNvSpPr>
              <a:spLocks noChangeShapeType="1"/>
            </p:cNvSpPr>
            <p:nvPr/>
          </p:nvSpPr>
          <p:spPr bwMode="auto">
            <a:xfrm>
              <a:off x="2640" y="2016"/>
              <a:ext cx="62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lg" len="lg"/>
            </a:ln>
            <a:effectLst/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222222" name="Object 14"/>
            <p:cNvGraphicFramePr>
              <a:graphicFrameLocks noChangeAspect="1"/>
            </p:cNvGraphicFramePr>
            <p:nvPr/>
          </p:nvGraphicFramePr>
          <p:xfrm>
            <a:off x="1056" y="2544"/>
            <a:ext cx="304" cy="368"/>
          </p:xfrm>
          <a:graphic>
            <a:graphicData uri="http://schemas.openxmlformats.org/presentationml/2006/ole">
              <p:oleObj spid="_x0000_s222222" name="Equation" r:id="rId4" imgW="482400" imgH="583920" progId="Equation.3">
                <p:embed/>
              </p:oleObj>
            </a:graphicData>
          </a:graphic>
        </p:graphicFrame>
        <p:graphicFrame>
          <p:nvGraphicFramePr>
            <p:cNvPr id="222223" name="Object 15"/>
            <p:cNvGraphicFramePr>
              <a:graphicFrameLocks noChangeAspect="1"/>
            </p:cNvGraphicFramePr>
            <p:nvPr/>
          </p:nvGraphicFramePr>
          <p:xfrm>
            <a:off x="2304" y="1776"/>
            <a:ext cx="256" cy="360"/>
          </p:xfrm>
          <a:graphic>
            <a:graphicData uri="http://schemas.openxmlformats.org/presentationml/2006/ole">
              <p:oleObj spid="_x0000_s222223" name="Equation" r:id="rId5" imgW="406080" imgH="571320" progId="Equation.3">
                <p:embed/>
              </p:oleObj>
            </a:graphicData>
          </a:graphic>
        </p:graphicFrame>
        <p:sp>
          <p:nvSpPr>
            <p:cNvPr id="222224" name="Oval 16"/>
            <p:cNvSpPr>
              <a:spLocks noChangeArrowheads="1"/>
            </p:cNvSpPr>
            <p:nvPr/>
          </p:nvSpPr>
          <p:spPr bwMode="auto">
            <a:xfrm>
              <a:off x="3312" y="1680"/>
              <a:ext cx="624" cy="624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22225" name="Object 17"/>
            <p:cNvGraphicFramePr>
              <a:graphicFrameLocks noChangeAspect="1"/>
            </p:cNvGraphicFramePr>
            <p:nvPr/>
          </p:nvGraphicFramePr>
          <p:xfrm>
            <a:off x="3456" y="1776"/>
            <a:ext cx="304" cy="360"/>
          </p:xfrm>
          <a:graphic>
            <a:graphicData uri="http://schemas.openxmlformats.org/presentationml/2006/ole">
              <p:oleObj spid="_x0000_s222225" name="Equation" r:id="rId6" imgW="482400" imgH="571320" progId="Equation.3">
                <p:embed/>
              </p:oleObj>
            </a:graphicData>
          </a:graphic>
        </p:graphicFrame>
        <p:graphicFrame>
          <p:nvGraphicFramePr>
            <p:cNvPr id="222226" name="Object 18"/>
            <p:cNvGraphicFramePr>
              <a:graphicFrameLocks noChangeAspect="1"/>
            </p:cNvGraphicFramePr>
            <p:nvPr/>
          </p:nvGraphicFramePr>
          <p:xfrm>
            <a:off x="2304" y="3120"/>
            <a:ext cx="288" cy="368"/>
          </p:xfrm>
          <a:graphic>
            <a:graphicData uri="http://schemas.openxmlformats.org/presentationml/2006/ole">
              <p:oleObj spid="_x0000_s222226" name="Equation" r:id="rId7" imgW="457200" imgH="583920" progId="Equation.3">
                <p:embed/>
              </p:oleObj>
            </a:graphicData>
          </a:graphic>
        </p:graphicFrame>
        <p:graphicFrame>
          <p:nvGraphicFramePr>
            <p:cNvPr id="222227" name="Object 19"/>
            <p:cNvGraphicFramePr>
              <a:graphicFrameLocks noChangeAspect="1"/>
            </p:cNvGraphicFramePr>
            <p:nvPr/>
          </p:nvGraphicFramePr>
          <p:xfrm>
            <a:off x="1680" y="2160"/>
            <a:ext cx="167" cy="176"/>
          </p:xfrm>
          <a:graphic>
            <a:graphicData uri="http://schemas.openxmlformats.org/presentationml/2006/ole">
              <p:oleObj spid="_x0000_s222227" name="Equation" r:id="rId8" imgW="266400" imgH="279360" progId="Equation.3">
                <p:embed/>
              </p:oleObj>
            </a:graphicData>
          </a:graphic>
        </p:graphicFrame>
        <p:graphicFrame>
          <p:nvGraphicFramePr>
            <p:cNvPr id="222228" name="Object 20"/>
            <p:cNvGraphicFramePr>
              <a:graphicFrameLocks noChangeAspect="1"/>
            </p:cNvGraphicFramePr>
            <p:nvPr/>
          </p:nvGraphicFramePr>
          <p:xfrm>
            <a:off x="1680" y="2832"/>
            <a:ext cx="167" cy="176"/>
          </p:xfrm>
          <a:graphic>
            <a:graphicData uri="http://schemas.openxmlformats.org/presentationml/2006/ole">
              <p:oleObj spid="_x0000_s222228" name="Equation" r:id="rId9" imgW="266400" imgH="279360" progId="Equation.3">
                <p:embed/>
              </p:oleObj>
            </a:graphicData>
          </a:graphic>
        </p:graphicFrame>
        <p:graphicFrame>
          <p:nvGraphicFramePr>
            <p:cNvPr id="222229" name="Object 21"/>
            <p:cNvGraphicFramePr>
              <a:graphicFrameLocks noChangeAspect="1"/>
            </p:cNvGraphicFramePr>
            <p:nvPr/>
          </p:nvGraphicFramePr>
          <p:xfrm>
            <a:off x="2880" y="1824"/>
            <a:ext cx="167" cy="176"/>
          </p:xfrm>
          <a:graphic>
            <a:graphicData uri="http://schemas.openxmlformats.org/presentationml/2006/ole">
              <p:oleObj spid="_x0000_s222229" name="Equation" r:id="rId10" imgW="266400" imgH="279360" progId="Equation.3">
                <p:embed/>
              </p:oleObj>
            </a:graphicData>
          </a:graphic>
        </p:graphicFrame>
      </p:grpSp>
      <p:sp>
        <p:nvSpPr>
          <p:cNvPr id="222230" name="Text Box 22"/>
          <p:cNvSpPr txBox="1">
            <a:spLocks noChangeArrowheads="1"/>
          </p:cNvSpPr>
          <p:nvPr/>
        </p:nvSpPr>
        <p:spPr bwMode="auto">
          <a:xfrm>
            <a:off x="2590800" y="2590800"/>
            <a:ext cx="17097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“reject”</a:t>
            </a:r>
          </a:p>
        </p:txBody>
      </p:sp>
      <p:sp>
        <p:nvSpPr>
          <p:cNvPr id="222231" name="Oval 23"/>
          <p:cNvSpPr>
            <a:spLocks noChangeArrowheads="1"/>
          </p:cNvSpPr>
          <p:nvPr/>
        </p:nvSpPr>
        <p:spPr bwMode="auto">
          <a:xfrm>
            <a:off x="6738938" y="3230563"/>
            <a:ext cx="427037" cy="4365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2232" name="Oval 24"/>
          <p:cNvSpPr>
            <a:spLocks noChangeArrowheads="1"/>
          </p:cNvSpPr>
          <p:nvPr/>
        </p:nvSpPr>
        <p:spPr bwMode="auto">
          <a:xfrm>
            <a:off x="5556250" y="4006850"/>
            <a:ext cx="425450" cy="436563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2233" name="Oval 25"/>
          <p:cNvSpPr>
            <a:spLocks noChangeArrowheads="1"/>
          </p:cNvSpPr>
          <p:nvPr/>
        </p:nvSpPr>
        <p:spPr bwMode="auto">
          <a:xfrm>
            <a:off x="6738938" y="4587875"/>
            <a:ext cx="427037" cy="436563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2234" name="Line 26"/>
          <p:cNvSpPr>
            <a:spLocks noChangeShapeType="1"/>
          </p:cNvSpPr>
          <p:nvPr/>
        </p:nvSpPr>
        <p:spPr bwMode="auto">
          <a:xfrm flipV="1">
            <a:off x="5934075" y="3521075"/>
            <a:ext cx="804863" cy="5826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2235" name="Line 27"/>
          <p:cNvSpPr>
            <a:spLocks noChangeShapeType="1"/>
          </p:cNvSpPr>
          <p:nvPr/>
        </p:nvSpPr>
        <p:spPr bwMode="auto">
          <a:xfrm>
            <a:off x="5935663" y="4343400"/>
            <a:ext cx="806450" cy="4349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2236" name="Line 28"/>
          <p:cNvSpPr>
            <a:spLocks noChangeShapeType="1"/>
          </p:cNvSpPr>
          <p:nvPr/>
        </p:nvSpPr>
        <p:spPr bwMode="auto">
          <a:xfrm flipV="1">
            <a:off x="5148263" y="4248150"/>
            <a:ext cx="407987" cy="285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2237" name="Oval 29"/>
          <p:cNvSpPr>
            <a:spLocks noChangeArrowheads="1"/>
          </p:cNvSpPr>
          <p:nvPr/>
        </p:nvSpPr>
        <p:spPr bwMode="auto">
          <a:xfrm>
            <a:off x="7923213" y="3230563"/>
            <a:ext cx="425450" cy="4365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2238" name="Line 30"/>
          <p:cNvSpPr>
            <a:spLocks noChangeShapeType="1"/>
          </p:cNvSpPr>
          <p:nvPr/>
        </p:nvSpPr>
        <p:spPr bwMode="auto">
          <a:xfrm>
            <a:off x="7165975" y="3473450"/>
            <a:ext cx="6619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22239" name="Object 31"/>
          <p:cNvGraphicFramePr>
            <a:graphicFrameLocks noChangeAspect="1"/>
          </p:cNvGraphicFramePr>
          <p:nvPr/>
        </p:nvGraphicFramePr>
        <p:xfrm>
          <a:off x="5603875" y="4006850"/>
          <a:ext cx="298450" cy="371475"/>
        </p:xfrm>
        <a:graphic>
          <a:graphicData uri="http://schemas.openxmlformats.org/presentationml/2006/ole">
            <p:oleObj spid="_x0000_s222239" name="Equation" r:id="rId11" imgW="482400" imgH="583920" progId="Equation.3">
              <p:embed/>
            </p:oleObj>
          </a:graphicData>
        </a:graphic>
      </p:graphicFrame>
      <p:graphicFrame>
        <p:nvGraphicFramePr>
          <p:cNvPr id="222240" name="Object 32"/>
          <p:cNvGraphicFramePr>
            <a:graphicFrameLocks noChangeAspect="1"/>
          </p:cNvGraphicFramePr>
          <p:nvPr/>
        </p:nvGraphicFramePr>
        <p:xfrm>
          <a:off x="6834188" y="3230563"/>
          <a:ext cx="252412" cy="363537"/>
        </p:xfrm>
        <a:graphic>
          <a:graphicData uri="http://schemas.openxmlformats.org/presentationml/2006/ole">
            <p:oleObj spid="_x0000_s222240" name="Equation" r:id="rId12" imgW="406080" imgH="571320" progId="Equation.3">
              <p:embed/>
            </p:oleObj>
          </a:graphicData>
        </a:graphic>
      </p:graphicFrame>
      <p:sp>
        <p:nvSpPr>
          <p:cNvPr id="222241" name="Oval 33"/>
          <p:cNvSpPr>
            <a:spLocks noChangeArrowheads="1"/>
          </p:cNvSpPr>
          <p:nvPr/>
        </p:nvSpPr>
        <p:spPr bwMode="auto">
          <a:xfrm>
            <a:off x="7827963" y="3133725"/>
            <a:ext cx="615950" cy="6302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22242" name="Object 34"/>
          <p:cNvGraphicFramePr>
            <a:graphicFrameLocks noChangeAspect="1"/>
          </p:cNvGraphicFramePr>
          <p:nvPr/>
        </p:nvGraphicFramePr>
        <p:xfrm>
          <a:off x="7969250" y="3230563"/>
          <a:ext cx="300038" cy="363537"/>
        </p:xfrm>
        <a:graphic>
          <a:graphicData uri="http://schemas.openxmlformats.org/presentationml/2006/ole">
            <p:oleObj spid="_x0000_s222242" name="Equation" r:id="rId13" imgW="482400" imgH="571320" progId="Equation.3">
              <p:embed/>
            </p:oleObj>
          </a:graphicData>
        </a:graphic>
      </p:graphicFrame>
      <p:graphicFrame>
        <p:nvGraphicFramePr>
          <p:cNvPr id="222243" name="Object 35"/>
          <p:cNvGraphicFramePr>
            <a:graphicFrameLocks noChangeAspect="1"/>
          </p:cNvGraphicFramePr>
          <p:nvPr/>
        </p:nvGraphicFramePr>
        <p:xfrm>
          <a:off x="6218238" y="3617913"/>
          <a:ext cx="165100" cy="177800"/>
        </p:xfrm>
        <a:graphic>
          <a:graphicData uri="http://schemas.openxmlformats.org/presentationml/2006/ole">
            <p:oleObj spid="_x0000_s222243" name="Equation" r:id="rId14" imgW="266400" imgH="279360" progId="Equation.3">
              <p:embed/>
            </p:oleObj>
          </a:graphicData>
        </a:graphic>
      </p:graphicFrame>
      <p:graphicFrame>
        <p:nvGraphicFramePr>
          <p:cNvPr id="222244" name="Object 36"/>
          <p:cNvGraphicFramePr>
            <a:graphicFrameLocks noChangeAspect="1"/>
          </p:cNvGraphicFramePr>
          <p:nvPr/>
        </p:nvGraphicFramePr>
        <p:xfrm>
          <a:off x="6218238" y="4297363"/>
          <a:ext cx="165100" cy="177800"/>
        </p:xfrm>
        <a:graphic>
          <a:graphicData uri="http://schemas.openxmlformats.org/presentationml/2006/ole">
            <p:oleObj spid="_x0000_s222244" name="Equation" r:id="rId15" imgW="266400" imgH="279360" progId="Equation.3">
              <p:embed/>
            </p:oleObj>
          </a:graphicData>
        </a:graphic>
      </p:graphicFrame>
      <p:graphicFrame>
        <p:nvGraphicFramePr>
          <p:cNvPr id="222245" name="Object 37"/>
          <p:cNvGraphicFramePr>
            <a:graphicFrameLocks noChangeAspect="1"/>
          </p:cNvGraphicFramePr>
          <p:nvPr/>
        </p:nvGraphicFramePr>
        <p:xfrm>
          <a:off x="7402513" y="3279775"/>
          <a:ext cx="163512" cy="177800"/>
        </p:xfrm>
        <a:graphic>
          <a:graphicData uri="http://schemas.openxmlformats.org/presentationml/2006/ole">
            <p:oleObj spid="_x0000_s222245" name="Equation" r:id="rId16" imgW="266400" imgH="279360" progId="Equation.3">
              <p:embed/>
            </p:oleObj>
          </a:graphicData>
        </a:graphic>
      </p:graphicFrame>
      <p:graphicFrame>
        <p:nvGraphicFramePr>
          <p:cNvPr id="222246" name="Object 38"/>
          <p:cNvGraphicFramePr>
            <a:graphicFrameLocks noChangeAspect="1"/>
          </p:cNvGraphicFramePr>
          <p:nvPr/>
        </p:nvGraphicFramePr>
        <p:xfrm>
          <a:off x="6834188" y="4587875"/>
          <a:ext cx="284162" cy="371475"/>
        </p:xfrm>
        <a:graphic>
          <a:graphicData uri="http://schemas.openxmlformats.org/presentationml/2006/ole">
            <p:oleObj spid="_x0000_s222246" name="Equation" r:id="rId17" imgW="457200" imgH="583920" progId="Equation.3">
              <p:embed/>
            </p:oleObj>
          </a:graphicData>
        </a:graphic>
      </p:graphicFrame>
      <p:sp>
        <p:nvSpPr>
          <p:cNvPr id="222247" name="Text Box 39"/>
          <p:cNvSpPr txBox="1">
            <a:spLocks noChangeArrowheads="1"/>
          </p:cNvSpPr>
          <p:nvPr/>
        </p:nvSpPr>
        <p:spPr bwMode="auto">
          <a:xfrm>
            <a:off x="7434263" y="4505325"/>
            <a:ext cx="170973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“reject”</a:t>
            </a:r>
          </a:p>
        </p:txBody>
      </p:sp>
      <p:sp>
        <p:nvSpPr>
          <p:cNvPr id="222251" name="Text Box 43"/>
          <p:cNvSpPr txBox="1">
            <a:spLocks noChangeArrowheads="1"/>
          </p:cNvSpPr>
          <p:nvPr/>
        </p:nvSpPr>
        <p:spPr bwMode="auto">
          <a:xfrm>
            <a:off x="669925" y="5969000"/>
            <a:ext cx="82645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All possible computations lead to rejection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D301E26-A082-495C-92A5-1D79491B3B93}" type="slidenum">
              <a:rPr lang="en-US"/>
              <a:pPr/>
              <a:t>32</a:t>
            </a:fld>
            <a:endParaRPr lang="en-US"/>
          </a:p>
        </p:txBody>
      </p:sp>
      <p:sp>
        <p:nvSpPr>
          <p:cNvPr id="223234" name="Oval 2"/>
          <p:cNvSpPr>
            <a:spLocks noChangeArrowheads="1"/>
          </p:cNvSpPr>
          <p:nvPr/>
        </p:nvSpPr>
        <p:spPr bwMode="auto">
          <a:xfrm>
            <a:off x="3505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3235" name="Oval 3"/>
          <p:cNvSpPr>
            <a:spLocks noChangeArrowheads="1"/>
          </p:cNvSpPr>
          <p:nvPr/>
        </p:nvSpPr>
        <p:spPr bwMode="auto">
          <a:xfrm>
            <a:off x="16002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3236" name="Oval 4"/>
          <p:cNvSpPr>
            <a:spLocks noChangeArrowheads="1"/>
          </p:cNvSpPr>
          <p:nvPr/>
        </p:nvSpPr>
        <p:spPr bwMode="auto">
          <a:xfrm>
            <a:off x="3505200" y="4953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3237" name="Line 5"/>
          <p:cNvSpPr>
            <a:spLocks noChangeShapeType="1"/>
          </p:cNvSpPr>
          <p:nvPr/>
        </p:nvSpPr>
        <p:spPr bwMode="auto">
          <a:xfrm flipV="1">
            <a:off x="2209800" y="3276600"/>
            <a:ext cx="1295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3238" name="Line 6"/>
          <p:cNvSpPr>
            <a:spLocks noChangeShapeType="1"/>
          </p:cNvSpPr>
          <p:nvPr/>
        </p:nvSpPr>
        <p:spPr bwMode="auto">
          <a:xfrm>
            <a:off x="2211388" y="4567238"/>
            <a:ext cx="12985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3239" name="Line 7"/>
          <p:cNvSpPr>
            <a:spLocks noChangeShapeType="1"/>
          </p:cNvSpPr>
          <p:nvPr/>
        </p:nvSpPr>
        <p:spPr bwMode="auto">
          <a:xfrm>
            <a:off x="10668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3240" name="Oval 8"/>
          <p:cNvSpPr>
            <a:spLocks noChangeArrowheads="1"/>
          </p:cNvSpPr>
          <p:nvPr/>
        </p:nvSpPr>
        <p:spPr bwMode="auto">
          <a:xfrm>
            <a:off x="54102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3241" name="Line 9"/>
          <p:cNvSpPr>
            <a:spLocks noChangeShapeType="1"/>
          </p:cNvSpPr>
          <p:nvPr/>
        </p:nvSpPr>
        <p:spPr bwMode="auto">
          <a:xfrm>
            <a:off x="4191000" y="32004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23242" name="Object 10"/>
          <p:cNvGraphicFramePr>
            <a:graphicFrameLocks noChangeAspect="1"/>
          </p:cNvGraphicFramePr>
          <p:nvPr/>
        </p:nvGraphicFramePr>
        <p:xfrm>
          <a:off x="3657600" y="2819400"/>
          <a:ext cx="406400" cy="571500"/>
        </p:xfrm>
        <a:graphic>
          <a:graphicData uri="http://schemas.openxmlformats.org/presentationml/2006/ole">
            <p:oleObj spid="_x0000_s223242" name="Equation" r:id="rId3" imgW="406080" imgH="571320" progId="Equation.3">
              <p:embed/>
            </p:oleObj>
          </a:graphicData>
        </a:graphic>
      </p:graphicFrame>
      <p:sp>
        <p:nvSpPr>
          <p:cNvPr id="223243" name="Oval 11"/>
          <p:cNvSpPr>
            <a:spLocks noChangeArrowheads="1"/>
          </p:cNvSpPr>
          <p:nvPr/>
        </p:nvSpPr>
        <p:spPr bwMode="auto">
          <a:xfrm>
            <a:off x="5257800" y="2667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23244" name="Object 12"/>
          <p:cNvGraphicFramePr>
            <a:graphicFrameLocks noChangeAspect="1"/>
          </p:cNvGraphicFramePr>
          <p:nvPr/>
        </p:nvGraphicFramePr>
        <p:xfrm>
          <a:off x="5486400" y="2819400"/>
          <a:ext cx="482600" cy="571500"/>
        </p:xfrm>
        <a:graphic>
          <a:graphicData uri="http://schemas.openxmlformats.org/presentationml/2006/ole">
            <p:oleObj spid="_x0000_s223244" name="Equation" r:id="rId4" imgW="482400" imgH="571320" progId="Equation.3">
              <p:embed/>
            </p:oleObj>
          </a:graphicData>
        </a:graphic>
      </p:graphicFrame>
      <p:graphicFrame>
        <p:nvGraphicFramePr>
          <p:cNvPr id="223245" name="Object 13"/>
          <p:cNvGraphicFramePr>
            <a:graphicFrameLocks noChangeAspect="1"/>
          </p:cNvGraphicFramePr>
          <p:nvPr/>
        </p:nvGraphicFramePr>
        <p:xfrm>
          <a:off x="3657600" y="4953000"/>
          <a:ext cx="457200" cy="584200"/>
        </p:xfrm>
        <a:graphic>
          <a:graphicData uri="http://schemas.openxmlformats.org/presentationml/2006/ole">
            <p:oleObj spid="_x0000_s223245" name="Equation" r:id="rId5" imgW="457200" imgH="583920" progId="Equation.3">
              <p:embed/>
            </p:oleObj>
          </a:graphicData>
        </a:graphic>
      </p:graphicFrame>
      <p:graphicFrame>
        <p:nvGraphicFramePr>
          <p:cNvPr id="223246" name="Object 14"/>
          <p:cNvGraphicFramePr>
            <a:graphicFrameLocks noChangeAspect="1"/>
          </p:cNvGraphicFramePr>
          <p:nvPr/>
        </p:nvGraphicFramePr>
        <p:xfrm>
          <a:off x="2667000" y="3429000"/>
          <a:ext cx="265113" cy="279400"/>
        </p:xfrm>
        <a:graphic>
          <a:graphicData uri="http://schemas.openxmlformats.org/presentationml/2006/ole">
            <p:oleObj spid="_x0000_s223246" name="Equation" r:id="rId6" imgW="266400" imgH="279360" progId="Equation.3">
              <p:embed/>
            </p:oleObj>
          </a:graphicData>
        </a:graphic>
      </p:graphicFrame>
      <p:graphicFrame>
        <p:nvGraphicFramePr>
          <p:cNvPr id="223247" name="Object 15"/>
          <p:cNvGraphicFramePr>
            <a:graphicFrameLocks noChangeAspect="1"/>
          </p:cNvGraphicFramePr>
          <p:nvPr/>
        </p:nvGraphicFramePr>
        <p:xfrm>
          <a:off x="2667000" y="4495800"/>
          <a:ext cx="265113" cy="279400"/>
        </p:xfrm>
        <a:graphic>
          <a:graphicData uri="http://schemas.openxmlformats.org/presentationml/2006/ole">
            <p:oleObj spid="_x0000_s223247" name="Equation" r:id="rId7" imgW="266400" imgH="279360" progId="Equation.3">
              <p:embed/>
            </p:oleObj>
          </a:graphicData>
        </a:graphic>
      </p:graphicFrame>
      <p:graphicFrame>
        <p:nvGraphicFramePr>
          <p:cNvPr id="223248" name="Object 16"/>
          <p:cNvGraphicFramePr>
            <a:graphicFrameLocks noChangeAspect="1"/>
          </p:cNvGraphicFramePr>
          <p:nvPr/>
        </p:nvGraphicFramePr>
        <p:xfrm>
          <a:off x="4572000" y="2895600"/>
          <a:ext cx="265113" cy="279400"/>
        </p:xfrm>
        <a:graphic>
          <a:graphicData uri="http://schemas.openxmlformats.org/presentationml/2006/ole">
            <p:oleObj spid="_x0000_s223248" name="Equation" r:id="rId8" imgW="266400" imgH="279360" progId="Equation.3">
              <p:embed/>
            </p:oleObj>
          </a:graphicData>
        </a:graphic>
      </p:graphicFrame>
      <p:graphicFrame>
        <p:nvGraphicFramePr>
          <p:cNvPr id="223249" name="Object 17"/>
          <p:cNvGraphicFramePr>
            <a:graphicFrameLocks noChangeAspect="1"/>
          </p:cNvGraphicFramePr>
          <p:nvPr/>
        </p:nvGraphicFramePr>
        <p:xfrm>
          <a:off x="1676400" y="4038600"/>
          <a:ext cx="482600" cy="584200"/>
        </p:xfrm>
        <a:graphic>
          <a:graphicData uri="http://schemas.openxmlformats.org/presentationml/2006/ole">
            <p:oleObj spid="_x0000_s223249" name="Equation" r:id="rId9" imgW="482400" imgH="583920" progId="Equation.3">
              <p:embed/>
            </p:oleObj>
          </a:graphicData>
        </a:graphic>
      </p:graphicFrame>
      <p:sp>
        <p:nvSpPr>
          <p:cNvPr id="223250" name="Text Box 18"/>
          <p:cNvSpPr txBox="1">
            <a:spLocks noChangeArrowheads="1"/>
          </p:cNvSpPr>
          <p:nvPr/>
        </p:nvSpPr>
        <p:spPr bwMode="auto">
          <a:xfrm>
            <a:off x="1143000" y="1219200"/>
            <a:ext cx="38655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Language accepted:</a:t>
            </a:r>
          </a:p>
        </p:txBody>
      </p:sp>
      <p:graphicFrame>
        <p:nvGraphicFramePr>
          <p:cNvPr id="223251" name="Object 19"/>
          <p:cNvGraphicFramePr>
            <a:graphicFrameLocks noChangeAspect="1"/>
          </p:cNvGraphicFramePr>
          <p:nvPr/>
        </p:nvGraphicFramePr>
        <p:xfrm>
          <a:off x="5197475" y="1193800"/>
          <a:ext cx="1727200" cy="533400"/>
        </p:xfrm>
        <a:graphic>
          <a:graphicData uri="http://schemas.openxmlformats.org/presentationml/2006/ole">
            <p:oleObj spid="_x0000_s223251" name="Equation" r:id="rId10" imgW="1726920" imgH="533160" progId="Equation.3">
              <p:embed/>
            </p:oleObj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C751EF3-858A-42EF-9A5C-5B8F127F97B0}" type="slidenum">
              <a:rPr lang="en-US"/>
              <a:pPr/>
              <a:t>33</a:t>
            </a:fld>
            <a:endParaRPr lang="en-US"/>
          </a:p>
        </p:txBody>
      </p:sp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Lambda Transitions</a:t>
            </a:r>
          </a:p>
        </p:txBody>
      </p:sp>
      <p:sp>
        <p:nvSpPr>
          <p:cNvPr id="141332" name="Oval 20"/>
          <p:cNvSpPr>
            <a:spLocks noChangeArrowheads="1"/>
          </p:cNvSpPr>
          <p:nvPr/>
        </p:nvSpPr>
        <p:spPr bwMode="auto">
          <a:xfrm>
            <a:off x="32766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1333" name="Oval 21"/>
          <p:cNvSpPr>
            <a:spLocks noChangeArrowheads="1"/>
          </p:cNvSpPr>
          <p:nvPr/>
        </p:nvSpPr>
        <p:spPr bwMode="auto">
          <a:xfrm>
            <a:off x="15240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1337" name="Line 25"/>
          <p:cNvSpPr>
            <a:spLocks noChangeShapeType="1"/>
          </p:cNvSpPr>
          <p:nvPr/>
        </p:nvSpPr>
        <p:spPr bwMode="auto">
          <a:xfrm>
            <a:off x="990600" y="4572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1338" name="Oval 26"/>
          <p:cNvSpPr>
            <a:spLocks noChangeArrowheads="1"/>
          </p:cNvSpPr>
          <p:nvPr/>
        </p:nvSpPr>
        <p:spPr bwMode="auto">
          <a:xfrm>
            <a:off x="6934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1339" name="Line 27"/>
          <p:cNvSpPr>
            <a:spLocks noChangeShapeType="1"/>
          </p:cNvSpPr>
          <p:nvPr/>
        </p:nvSpPr>
        <p:spPr bwMode="auto">
          <a:xfrm>
            <a:off x="39624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41340" name="Object 28"/>
          <p:cNvGraphicFramePr>
            <a:graphicFrameLocks noChangeAspect="1"/>
          </p:cNvGraphicFramePr>
          <p:nvPr/>
        </p:nvGraphicFramePr>
        <p:xfrm>
          <a:off x="3429000" y="4191000"/>
          <a:ext cx="406400" cy="571500"/>
        </p:xfrm>
        <a:graphic>
          <a:graphicData uri="http://schemas.openxmlformats.org/presentationml/2006/ole">
            <p:oleObj spid="_x0000_s141340" name="Equation" r:id="rId3" imgW="406080" imgH="571320" progId="Equation.3">
              <p:embed/>
            </p:oleObj>
          </a:graphicData>
        </a:graphic>
      </p:graphicFrame>
      <p:sp>
        <p:nvSpPr>
          <p:cNvPr id="141341" name="Oval 29"/>
          <p:cNvSpPr>
            <a:spLocks noChangeArrowheads="1"/>
          </p:cNvSpPr>
          <p:nvPr/>
        </p:nvSpPr>
        <p:spPr bwMode="auto">
          <a:xfrm>
            <a:off x="6781800" y="40386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41342" name="Object 30"/>
          <p:cNvGraphicFramePr>
            <a:graphicFrameLocks noChangeAspect="1"/>
          </p:cNvGraphicFramePr>
          <p:nvPr/>
        </p:nvGraphicFramePr>
        <p:xfrm>
          <a:off x="7023100" y="4184650"/>
          <a:ext cx="457200" cy="584200"/>
        </p:xfrm>
        <a:graphic>
          <a:graphicData uri="http://schemas.openxmlformats.org/presentationml/2006/ole">
            <p:oleObj spid="_x0000_s141342" name="Equation" r:id="rId4" imgW="457200" imgH="583920" progId="Equation.3">
              <p:embed/>
            </p:oleObj>
          </a:graphicData>
        </a:graphic>
      </p:graphicFrame>
      <p:graphicFrame>
        <p:nvGraphicFramePr>
          <p:cNvPr id="141344" name="Object 32"/>
          <p:cNvGraphicFramePr>
            <a:graphicFrameLocks noChangeAspect="1"/>
          </p:cNvGraphicFramePr>
          <p:nvPr/>
        </p:nvGraphicFramePr>
        <p:xfrm>
          <a:off x="2514600" y="4267200"/>
          <a:ext cx="265113" cy="279400"/>
        </p:xfrm>
        <a:graphic>
          <a:graphicData uri="http://schemas.openxmlformats.org/presentationml/2006/ole">
            <p:oleObj spid="_x0000_s141344" name="Equation" r:id="rId5" imgW="266400" imgH="279360" progId="Equation.3">
              <p:embed/>
            </p:oleObj>
          </a:graphicData>
        </a:graphic>
      </p:graphicFrame>
      <p:graphicFrame>
        <p:nvGraphicFramePr>
          <p:cNvPr id="141347" name="Object 35"/>
          <p:cNvGraphicFramePr>
            <a:graphicFrameLocks noChangeAspect="1"/>
          </p:cNvGraphicFramePr>
          <p:nvPr/>
        </p:nvGraphicFramePr>
        <p:xfrm>
          <a:off x="1600200" y="4191000"/>
          <a:ext cx="482600" cy="584200"/>
        </p:xfrm>
        <a:graphic>
          <a:graphicData uri="http://schemas.openxmlformats.org/presentationml/2006/ole">
            <p:oleObj spid="_x0000_s141347" name="Equation" r:id="rId6" imgW="482400" imgH="583920" progId="Equation.3">
              <p:embed/>
            </p:oleObj>
          </a:graphicData>
        </a:graphic>
      </p:graphicFrame>
      <p:graphicFrame>
        <p:nvGraphicFramePr>
          <p:cNvPr id="141351" name="Object 39"/>
          <p:cNvGraphicFramePr>
            <a:graphicFrameLocks noChangeAspect="1"/>
          </p:cNvGraphicFramePr>
          <p:nvPr/>
        </p:nvGraphicFramePr>
        <p:xfrm>
          <a:off x="4267200" y="4114800"/>
          <a:ext cx="330200" cy="419100"/>
        </p:xfrm>
        <a:graphic>
          <a:graphicData uri="http://schemas.openxmlformats.org/presentationml/2006/ole">
            <p:oleObj spid="_x0000_s141351" name="Equation" r:id="rId7" imgW="330120" imgH="419040" progId="Equation.3">
              <p:embed/>
            </p:oleObj>
          </a:graphicData>
        </a:graphic>
      </p:graphicFrame>
      <p:sp>
        <p:nvSpPr>
          <p:cNvPr id="141352" name="Line 40"/>
          <p:cNvSpPr>
            <a:spLocks noChangeShapeType="1"/>
          </p:cNvSpPr>
          <p:nvPr/>
        </p:nvSpPr>
        <p:spPr bwMode="auto">
          <a:xfrm>
            <a:off x="22098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1359" name="Oval 47"/>
          <p:cNvSpPr>
            <a:spLocks noChangeArrowheads="1"/>
          </p:cNvSpPr>
          <p:nvPr/>
        </p:nvSpPr>
        <p:spPr bwMode="auto">
          <a:xfrm>
            <a:off x="5029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41360" name="Object 48"/>
          <p:cNvGraphicFramePr>
            <a:graphicFrameLocks noChangeAspect="1"/>
          </p:cNvGraphicFramePr>
          <p:nvPr/>
        </p:nvGraphicFramePr>
        <p:xfrm>
          <a:off x="5137150" y="4191000"/>
          <a:ext cx="495300" cy="571500"/>
        </p:xfrm>
        <a:graphic>
          <a:graphicData uri="http://schemas.openxmlformats.org/presentationml/2006/ole">
            <p:oleObj spid="_x0000_s141360" name="Equation" r:id="rId8" imgW="495000" imgH="571320" progId="Equation.3">
              <p:embed/>
            </p:oleObj>
          </a:graphicData>
        </a:graphic>
      </p:graphicFrame>
      <p:sp>
        <p:nvSpPr>
          <p:cNvPr id="141361" name="Line 49"/>
          <p:cNvSpPr>
            <a:spLocks noChangeShapeType="1"/>
          </p:cNvSpPr>
          <p:nvPr/>
        </p:nvSpPr>
        <p:spPr bwMode="auto">
          <a:xfrm>
            <a:off x="57150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41362" name="Object 50"/>
          <p:cNvGraphicFramePr>
            <a:graphicFrameLocks noChangeAspect="1"/>
          </p:cNvGraphicFramePr>
          <p:nvPr/>
        </p:nvGraphicFramePr>
        <p:xfrm>
          <a:off x="6096000" y="4267200"/>
          <a:ext cx="265113" cy="279400"/>
        </p:xfrm>
        <a:graphic>
          <a:graphicData uri="http://schemas.openxmlformats.org/presentationml/2006/ole">
            <p:oleObj spid="_x0000_s141362" name="Equation" r:id="rId9" imgW="266400" imgH="279360" progId="Equation.3">
              <p:embed/>
            </p:oleObj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45C0C10-98DF-4223-824F-97110182979C}" type="slidenum">
              <a:rPr lang="en-US"/>
              <a:pPr/>
              <a:t>34</a:t>
            </a:fld>
            <a:endParaRPr lang="en-US"/>
          </a:p>
        </p:txBody>
      </p:sp>
      <p:sp>
        <p:nvSpPr>
          <p:cNvPr id="142339" name="Rectangle 3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2340" name="Line 4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2341" name="Line 5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42342" name="Object 6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142342" name="Equation" r:id="rId3" imgW="266400" imgH="279360" progId="Equation.3">
              <p:embed/>
            </p:oleObj>
          </a:graphicData>
        </a:graphic>
      </p:graphicFrame>
      <p:sp>
        <p:nvSpPr>
          <p:cNvPr id="142343" name="Line 7"/>
          <p:cNvSpPr>
            <a:spLocks noChangeShapeType="1"/>
          </p:cNvSpPr>
          <p:nvPr/>
        </p:nvSpPr>
        <p:spPr bwMode="auto">
          <a:xfrm>
            <a:off x="609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42344" name="Object 8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142344" name="Equation" r:id="rId4" imgW="266400" imgH="279360" progId="Equation.3">
              <p:embed/>
            </p:oleObj>
          </a:graphicData>
        </a:graphic>
      </p:graphicFrame>
      <p:sp>
        <p:nvSpPr>
          <p:cNvPr id="142345" name="Oval 9"/>
          <p:cNvSpPr>
            <a:spLocks noChangeArrowheads="1"/>
          </p:cNvSpPr>
          <p:nvPr/>
        </p:nvSpPr>
        <p:spPr bwMode="auto">
          <a:xfrm>
            <a:off x="32766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2346" name="Oval 10"/>
          <p:cNvSpPr>
            <a:spLocks noChangeArrowheads="1"/>
          </p:cNvSpPr>
          <p:nvPr/>
        </p:nvSpPr>
        <p:spPr bwMode="auto">
          <a:xfrm>
            <a:off x="1524000" y="41910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2347" name="Line 11"/>
          <p:cNvSpPr>
            <a:spLocks noChangeShapeType="1"/>
          </p:cNvSpPr>
          <p:nvPr/>
        </p:nvSpPr>
        <p:spPr bwMode="auto">
          <a:xfrm>
            <a:off x="990600" y="4572000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2348" name="Oval 12"/>
          <p:cNvSpPr>
            <a:spLocks noChangeArrowheads="1"/>
          </p:cNvSpPr>
          <p:nvPr/>
        </p:nvSpPr>
        <p:spPr bwMode="auto">
          <a:xfrm>
            <a:off x="6934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2349" name="Line 13"/>
          <p:cNvSpPr>
            <a:spLocks noChangeShapeType="1"/>
          </p:cNvSpPr>
          <p:nvPr/>
        </p:nvSpPr>
        <p:spPr bwMode="auto">
          <a:xfrm>
            <a:off x="39624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42350" name="Object 14"/>
          <p:cNvGraphicFramePr>
            <a:graphicFrameLocks noChangeAspect="1"/>
          </p:cNvGraphicFramePr>
          <p:nvPr/>
        </p:nvGraphicFramePr>
        <p:xfrm>
          <a:off x="3429000" y="4191000"/>
          <a:ext cx="406400" cy="571500"/>
        </p:xfrm>
        <a:graphic>
          <a:graphicData uri="http://schemas.openxmlformats.org/presentationml/2006/ole">
            <p:oleObj spid="_x0000_s142350" name="Equation" r:id="rId5" imgW="406080" imgH="571320" progId="Equation.3">
              <p:embed/>
            </p:oleObj>
          </a:graphicData>
        </a:graphic>
      </p:graphicFrame>
      <p:sp>
        <p:nvSpPr>
          <p:cNvPr id="142351" name="Oval 15"/>
          <p:cNvSpPr>
            <a:spLocks noChangeArrowheads="1"/>
          </p:cNvSpPr>
          <p:nvPr/>
        </p:nvSpPr>
        <p:spPr bwMode="auto">
          <a:xfrm>
            <a:off x="6781800" y="40386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42352" name="Object 16"/>
          <p:cNvGraphicFramePr>
            <a:graphicFrameLocks noChangeAspect="1"/>
          </p:cNvGraphicFramePr>
          <p:nvPr/>
        </p:nvGraphicFramePr>
        <p:xfrm>
          <a:off x="7023100" y="4184650"/>
          <a:ext cx="457200" cy="584200"/>
        </p:xfrm>
        <a:graphic>
          <a:graphicData uri="http://schemas.openxmlformats.org/presentationml/2006/ole">
            <p:oleObj spid="_x0000_s142352" name="Equation" r:id="rId6" imgW="457200" imgH="583920" progId="Equation.3">
              <p:embed/>
            </p:oleObj>
          </a:graphicData>
        </a:graphic>
      </p:graphicFrame>
      <p:graphicFrame>
        <p:nvGraphicFramePr>
          <p:cNvPr id="142353" name="Object 17"/>
          <p:cNvGraphicFramePr>
            <a:graphicFrameLocks noChangeAspect="1"/>
          </p:cNvGraphicFramePr>
          <p:nvPr/>
        </p:nvGraphicFramePr>
        <p:xfrm>
          <a:off x="2514600" y="4267200"/>
          <a:ext cx="265113" cy="279400"/>
        </p:xfrm>
        <a:graphic>
          <a:graphicData uri="http://schemas.openxmlformats.org/presentationml/2006/ole">
            <p:oleObj spid="_x0000_s142353" name="Equation" r:id="rId7" imgW="266400" imgH="279360" progId="Equation.3">
              <p:embed/>
            </p:oleObj>
          </a:graphicData>
        </a:graphic>
      </p:graphicFrame>
      <p:graphicFrame>
        <p:nvGraphicFramePr>
          <p:cNvPr id="142354" name="Object 18"/>
          <p:cNvGraphicFramePr>
            <a:graphicFrameLocks noChangeAspect="1"/>
          </p:cNvGraphicFramePr>
          <p:nvPr/>
        </p:nvGraphicFramePr>
        <p:xfrm>
          <a:off x="1600200" y="4191000"/>
          <a:ext cx="482600" cy="584200"/>
        </p:xfrm>
        <a:graphic>
          <a:graphicData uri="http://schemas.openxmlformats.org/presentationml/2006/ole">
            <p:oleObj spid="_x0000_s142354" name="Equation" r:id="rId8" imgW="482400" imgH="583920" progId="Equation.3">
              <p:embed/>
            </p:oleObj>
          </a:graphicData>
        </a:graphic>
      </p:graphicFrame>
      <p:graphicFrame>
        <p:nvGraphicFramePr>
          <p:cNvPr id="142355" name="Object 19"/>
          <p:cNvGraphicFramePr>
            <a:graphicFrameLocks noChangeAspect="1"/>
          </p:cNvGraphicFramePr>
          <p:nvPr/>
        </p:nvGraphicFramePr>
        <p:xfrm>
          <a:off x="4267200" y="4114800"/>
          <a:ext cx="330200" cy="419100"/>
        </p:xfrm>
        <a:graphic>
          <a:graphicData uri="http://schemas.openxmlformats.org/presentationml/2006/ole">
            <p:oleObj spid="_x0000_s142355" name="Equation" r:id="rId9" imgW="330120" imgH="419040" progId="Equation.3">
              <p:embed/>
            </p:oleObj>
          </a:graphicData>
        </a:graphic>
      </p:graphicFrame>
      <p:sp>
        <p:nvSpPr>
          <p:cNvPr id="142356" name="Line 20"/>
          <p:cNvSpPr>
            <a:spLocks noChangeShapeType="1"/>
          </p:cNvSpPr>
          <p:nvPr/>
        </p:nvSpPr>
        <p:spPr bwMode="auto">
          <a:xfrm>
            <a:off x="22098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2357" name="Oval 21"/>
          <p:cNvSpPr>
            <a:spLocks noChangeArrowheads="1"/>
          </p:cNvSpPr>
          <p:nvPr/>
        </p:nvSpPr>
        <p:spPr bwMode="auto">
          <a:xfrm>
            <a:off x="5029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42358" name="Object 22"/>
          <p:cNvGraphicFramePr>
            <a:graphicFrameLocks noChangeAspect="1"/>
          </p:cNvGraphicFramePr>
          <p:nvPr/>
        </p:nvGraphicFramePr>
        <p:xfrm>
          <a:off x="5143500" y="4191000"/>
          <a:ext cx="482600" cy="571500"/>
        </p:xfrm>
        <a:graphic>
          <a:graphicData uri="http://schemas.openxmlformats.org/presentationml/2006/ole">
            <p:oleObj spid="_x0000_s142358" name="Equation" r:id="rId10" imgW="482400" imgH="571320" progId="Equation.3">
              <p:embed/>
            </p:oleObj>
          </a:graphicData>
        </a:graphic>
      </p:graphicFrame>
      <p:sp>
        <p:nvSpPr>
          <p:cNvPr id="142359" name="Line 23"/>
          <p:cNvSpPr>
            <a:spLocks noChangeShapeType="1"/>
          </p:cNvSpPr>
          <p:nvPr/>
        </p:nvSpPr>
        <p:spPr bwMode="auto">
          <a:xfrm>
            <a:off x="57150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42360" name="Object 24"/>
          <p:cNvGraphicFramePr>
            <a:graphicFrameLocks noChangeAspect="1"/>
          </p:cNvGraphicFramePr>
          <p:nvPr/>
        </p:nvGraphicFramePr>
        <p:xfrm>
          <a:off x="6096000" y="4267200"/>
          <a:ext cx="265113" cy="279400"/>
        </p:xfrm>
        <a:graphic>
          <a:graphicData uri="http://schemas.openxmlformats.org/presentationml/2006/ole">
            <p:oleObj spid="_x0000_s142360" name="Equation" r:id="rId11" imgW="266400" imgH="279360" progId="Equation.3">
              <p:embed/>
            </p:oleObj>
          </a:graphicData>
        </a:graphic>
      </p:graphicFrame>
      <p:sp>
        <p:nvSpPr>
          <p:cNvPr id="142362" name="Line 26"/>
          <p:cNvSpPr>
            <a:spLocks noChangeShapeType="1"/>
          </p:cNvSpPr>
          <p:nvPr/>
        </p:nvSpPr>
        <p:spPr bwMode="auto">
          <a:xfrm>
            <a:off x="1447800" y="5029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6F69FF-B903-41A6-9DFB-95396681D4F8}" type="slidenum">
              <a:rPr lang="en-US"/>
              <a:pPr/>
              <a:t>35</a:t>
            </a:fld>
            <a:endParaRPr lang="en-US"/>
          </a:p>
        </p:txBody>
      </p:sp>
      <p:sp>
        <p:nvSpPr>
          <p:cNvPr id="143362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363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364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43365" name="Object 5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143365" name="Equation" r:id="rId3" imgW="266400" imgH="279360" progId="Equation.3">
              <p:embed/>
            </p:oleObj>
          </a:graphicData>
        </a:graphic>
      </p:graphicFrame>
      <p:sp>
        <p:nvSpPr>
          <p:cNvPr id="143366" name="Line 6"/>
          <p:cNvSpPr>
            <a:spLocks noChangeShapeType="1"/>
          </p:cNvSpPr>
          <p:nvPr/>
        </p:nvSpPr>
        <p:spPr bwMode="auto">
          <a:xfrm>
            <a:off x="914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43367" name="Object 7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143367" name="Equation" r:id="rId4" imgW="266400" imgH="279360" progId="Equation.3">
              <p:embed/>
            </p:oleObj>
          </a:graphicData>
        </a:graphic>
      </p:graphicFrame>
      <p:sp>
        <p:nvSpPr>
          <p:cNvPr id="143384" name="Oval 24"/>
          <p:cNvSpPr>
            <a:spLocks noChangeArrowheads="1"/>
          </p:cNvSpPr>
          <p:nvPr/>
        </p:nvSpPr>
        <p:spPr bwMode="auto">
          <a:xfrm>
            <a:off x="3276600" y="41910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385" name="Oval 25"/>
          <p:cNvSpPr>
            <a:spLocks noChangeArrowheads="1"/>
          </p:cNvSpPr>
          <p:nvPr/>
        </p:nvSpPr>
        <p:spPr bwMode="auto">
          <a:xfrm>
            <a:off x="15240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386" name="Line 26"/>
          <p:cNvSpPr>
            <a:spLocks noChangeShapeType="1"/>
          </p:cNvSpPr>
          <p:nvPr/>
        </p:nvSpPr>
        <p:spPr bwMode="auto">
          <a:xfrm>
            <a:off x="990600" y="4572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387" name="Oval 27"/>
          <p:cNvSpPr>
            <a:spLocks noChangeArrowheads="1"/>
          </p:cNvSpPr>
          <p:nvPr/>
        </p:nvSpPr>
        <p:spPr bwMode="auto">
          <a:xfrm>
            <a:off x="6934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3388" name="Line 28"/>
          <p:cNvSpPr>
            <a:spLocks noChangeShapeType="1"/>
          </p:cNvSpPr>
          <p:nvPr/>
        </p:nvSpPr>
        <p:spPr bwMode="auto">
          <a:xfrm>
            <a:off x="39624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43389" name="Object 29"/>
          <p:cNvGraphicFramePr>
            <a:graphicFrameLocks noChangeAspect="1"/>
          </p:cNvGraphicFramePr>
          <p:nvPr/>
        </p:nvGraphicFramePr>
        <p:xfrm>
          <a:off x="3429000" y="4191000"/>
          <a:ext cx="406400" cy="571500"/>
        </p:xfrm>
        <a:graphic>
          <a:graphicData uri="http://schemas.openxmlformats.org/presentationml/2006/ole">
            <p:oleObj spid="_x0000_s143389" name="Equation" r:id="rId5" imgW="406080" imgH="571320" progId="Equation.3">
              <p:embed/>
            </p:oleObj>
          </a:graphicData>
        </a:graphic>
      </p:graphicFrame>
      <p:sp>
        <p:nvSpPr>
          <p:cNvPr id="143390" name="Oval 30"/>
          <p:cNvSpPr>
            <a:spLocks noChangeArrowheads="1"/>
          </p:cNvSpPr>
          <p:nvPr/>
        </p:nvSpPr>
        <p:spPr bwMode="auto">
          <a:xfrm>
            <a:off x="6781800" y="40386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43391" name="Object 31"/>
          <p:cNvGraphicFramePr>
            <a:graphicFrameLocks noChangeAspect="1"/>
          </p:cNvGraphicFramePr>
          <p:nvPr/>
        </p:nvGraphicFramePr>
        <p:xfrm>
          <a:off x="7023100" y="4184650"/>
          <a:ext cx="457200" cy="584200"/>
        </p:xfrm>
        <a:graphic>
          <a:graphicData uri="http://schemas.openxmlformats.org/presentationml/2006/ole">
            <p:oleObj spid="_x0000_s143391" name="Equation" r:id="rId6" imgW="457200" imgH="583920" progId="Equation.3">
              <p:embed/>
            </p:oleObj>
          </a:graphicData>
        </a:graphic>
      </p:graphicFrame>
      <p:graphicFrame>
        <p:nvGraphicFramePr>
          <p:cNvPr id="143392" name="Object 32"/>
          <p:cNvGraphicFramePr>
            <a:graphicFrameLocks noChangeAspect="1"/>
          </p:cNvGraphicFramePr>
          <p:nvPr/>
        </p:nvGraphicFramePr>
        <p:xfrm>
          <a:off x="2514600" y="4267200"/>
          <a:ext cx="265113" cy="279400"/>
        </p:xfrm>
        <a:graphic>
          <a:graphicData uri="http://schemas.openxmlformats.org/presentationml/2006/ole">
            <p:oleObj spid="_x0000_s143392" name="Equation" r:id="rId7" imgW="266400" imgH="279360" progId="Equation.3">
              <p:embed/>
            </p:oleObj>
          </a:graphicData>
        </a:graphic>
      </p:graphicFrame>
      <p:graphicFrame>
        <p:nvGraphicFramePr>
          <p:cNvPr id="143393" name="Object 33"/>
          <p:cNvGraphicFramePr>
            <a:graphicFrameLocks noChangeAspect="1"/>
          </p:cNvGraphicFramePr>
          <p:nvPr/>
        </p:nvGraphicFramePr>
        <p:xfrm>
          <a:off x="1600200" y="4191000"/>
          <a:ext cx="482600" cy="584200"/>
        </p:xfrm>
        <a:graphic>
          <a:graphicData uri="http://schemas.openxmlformats.org/presentationml/2006/ole">
            <p:oleObj spid="_x0000_s143393" name="Equation" r:id="rId8" imgW="482400" imgH="583920" progId="Equation.3">
              <p:embed/>
            </p:oleObj>
          </a:graphicData>
        </a:graphic>
      </p:graphicFrame>
      <p:graphicFrame>
        <p:nvGraphicFramePr>
          <p:cNvPr id="143394" name="Object 34"/>
          <p:cNvGraphicFramePr>
            <a:graphicFrameLocks noChangeAspect="1"/>
          </p:cNvGraphicFramePr>
          <p:nvPr/>
        </p:nvGraphicFramePr>
        <p:xfrm>
          <a:off x="4267200" y="4114800"/>
          <a:ext cx="330200" cy="419100"/>
        </p:xfrm>
        <a:graphic>
          <a:graphicData uri="http://schemas.openxmlformats.org/presentationml/2006/ole">
            <p:oleObj spid="_x0000_s143394" name="Equation" r:id="rId9" imgW="330120" imgH="419040" progId="Equation.3">
              <p:embed/>
            </p:oleObj>
          </a:graphicData>
        </a:graphic>
      </p:graphicFrame>
      <p:sp>
        <p:nvSpPr>
          <p:cNvPr id="143395" name="Line 35"/>
          <p:cNvSpPr>
            <a:spLocks noChangeShapeType="1"/>
          </p:cNvSpPr>
          <p:nvPr/>
        </p:nvSpPr>
        <p:spPr bwMode="auto">
          <a:xfrm>
            <a:off x="2209800" y="4572000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3396" name="Oval 36"/>
          <p:cNvSpPr>
            <a:spLocks noChangeArrowheads="1"/>
          </p:cNvSpPr>
          <p:nvPr/>
        </p:nvSpPr>
        <p:spPr bwMode="auto">
          <a:xfrm>
            <a:off x="5029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43397" name="Object 37"/>
          <p:cNvGraphicFramePr>
            <a:graphicFrameLocks noChangeAspect="1"/>
          </p:cNvGraphicFramePr>
          <p:nvPr/>
        </p:nvGraphicFramePr>
        <p:xfrm>
          <a:off x="5143500" y="4191000"/>
          <a:ext cx="482600" cy="571500"/>
        </p:xfrm>
        <a:graphic>
          <a:graphicData uri="http://schemas.openxmlformats.org/presentationml/2006/ole">
            <p:oleObj spid="_x0000_s143397" name="Equation" r:id="rId10" imgW="482400" imgH="571320" progId="Equation.3">
              <p:embed/>
            </p:oleObj>
          </a:graphicData>
        </a:graphic>
      </p:graphicFrame>
      <p:sp>
        <p:nvSpPr>
          <p:cNvPr id="143398" name="Line 38"/>
          <p:cNvSpPr>
            <a:spLocks noChangeShapeType="1"/>
          </p:cNvSpPr>
          <p:nvPr/>
        </p:nvSpPr>
        <p:spPr bwMode="auto">
          <a:xfrm>
            <a:off x="57150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43399" name="Object 39"/>
          <p:cNvGraphicFramePr>
            <a:graphicFrameLocks noChangeAspect="1"/>
          </p:cNvGraphicFramePr>
          <p:nvPr/>
        </p:nvGraphicFramePr>
        <p:xfrm>
          <a:off x="6096000" y="4267200"/>
          <a:ext cx="265113" cy="279400"/>
        </p:xfrm>
        <a:graphic>
          <a:graphicData uri="http://schemas.openxmlformats.org/presentationml/2006/ole">
            <p:oleObj spid="_x0000_s143399" name="Equation" r:id="rId11" imgW="266400" imgH="279360" progId="Equation.3">
              <p:embed/>
            </p:oleObj>
          </a:graphicData>
        </a:graphic>
      </p:graphicFrame>
      <p:sp>
        <p:nvSpPr>
          <p:cNvPr id="143400" name="Line 40"/>
          <p:cNvSpPr>
            <a:spLocks noChangeShapeType="1"/>
          </p:cNvSpPr>
          <p:nvPr/>
        </p:nvSpPr>
        <p:spPr bwMode="auto">
          <a:xfrm>
            <a:off x="3200400" y="5029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33A0E53-5846-4AD6-A22E-52EBF78D77C9}" type="slidenum">
              <a:rPr lang="en-US"/>
              <a:pPr/>
              <a:t>36</a:t>
            </a:fld>
            <a:endParaRPr lang="en-US"/>
          </a:p>
        </p:txBody>
      </p:sp>
      <p:sp>
        <p:nvSpPr>
          <p:cNvPr id="144386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4387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4388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44389" name="Object 5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144389" name="Equation" r:id="rId3" imgW="266400" imgH="279360" progId="Equation.3">
              <p:embed/>
            </p:oleObj>
          </a:graphicData>
        </a:graphic>
      </p:graphicFrame>
      <p:sp>
        <p:nvSpPr>
          <p:cNvPr id="144390" name="Line 6"/>
          <p:cNvSpPr>
            <a:spLocks noChangeShapeType="1"/>
          </p:cNvSpPr>
          <p:nvPr/>
        </p:nvSpPr>
        <p:spPr bwMode="auto">
          <a:xfrm>
            <a:off x="914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44391" name="Object 7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144391" name="Equation" r:id="rId4" imgW="266400" imgH="279360" progId="Equation.3">
              <p:embed/>
            </p:oleObj>
          </a:graphicData>
        </a:graphic>
      </p:graphicFrame>
      <p:sp>
        <p:nvSpPr>
          <p:cNvPr id="144392" name="Oval 8"/>
          <p:cNvSpPr>
            <a:spLocks noChangeArrowheads="1"/>
          </p:cNvSpPr>
          <p:nvPr/>
        </p:nvSpPr>
        <p:spPr bwMode="auto">
          <a:xfrm>
            <a:off x="32766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4393" name="Oval 9"/>
          <p:cNvSpPr>
            <a:spLocks noChangeArrowheads="1"/>
          </p:cNvSpPr>
          <p:nvPr/>
        </p:nvSpPr>
        <p:spPr bwMode="auto">
          <a:xfrm>
            <a:off x="15240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4394" name="Line 10"/>
          <p:cNvSpPr>
            <a:spLocks noChangeShapeType="1"/>
          </p:cNvSpPr>
          <p:nvPr/>
        </p:nvSpPr>
        <p:spPr bwMode="auto">
          <a:xfrm>
            <a:off x="990600" y="4572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4395" name="Oval 11"/>
          <p:cNvSpPr>
            <a:spLocks noChangeArrowheads="1"/>
          </p:cNvSpPr>
          <p:nvPr/>
        </p:nvSpPr>
        <p:spPr bwMode="auto">
          <a:xfrm>
            <a:off x="6934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4396" name="Line 12"/>
          <p:cNvSpPr>
            <a:spLocks noChangeShapeType="1"/>
          </p:cNvSpPr>
          <p:nvPr/>
        </p:nvSpPr>
        <p:spPr bwMode="auto">
          <a:xfrm>
            <a:off x="3962400" y="4572000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44397" name="Object 13"/>
          <p:cNvGraphicFramePr>
            <a:graphicFrameLocks noChangeAspect="1"/>
          </p:cNvGraphicFramePr>
          <p:nvPr/>
        </p:nvGraphicFramePr>
        <p:xfrm>
          <a:off x="3429000" y="4191000"/>
          <a:ext cx="406400" cy="571500"/>
        </p:xfrm>
        <a:graphic>
          <a:graphicData uri="http://schemas.openxmlformats.org/presentationml/2006/ole">
            <p:oleObj spid="_x0000_s144397" name="Equation" r:id="rId5" imgW="406080" imgH="571320" progId="Equation.3">
              <p:embed/>
            </p:oleObj>
          </a:graphicData>
        </a:graphic>
      </p:graphicFrame>
      <p:sp>
        <p:nvSpPr>
          <p:cNvPr id="144398" name="Oval 14"/>
          <p:cNvSpPr>
            <a:spLocks noChangeArrowheads="1"/>
          </p:cNvSpPr>
          <p:nvPr/>
        </p:nvSpPr>
        <p:spPr bwMode="auto">
          <a:xfrm>
            <a:off x="6781800" y="40386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44399" name="Object 15"/>
          <p:cNvGraphicFramePr>
            <a:graphicFrameLocks noChangeAspect="1"/>
          </p:cNvGraphicFramePr>
          <p:nvPr/>
        </p:nvGraphicFramePr>
        <p:xfrm>
          <a:off x="7023100" y="4184650"/>
          <a:ext cx="457200" cy="584200"/>
        </p:xfrm>
        <a:graphic>
          <a:graphicData uri="http://schemas.openxmlformats.org/presentationml/2006/ole">
            <p:oleObj spid="_x0000_s144399" name="Equation" r:id="rId6" imgW="457200" imgH="583920" progId="Equation.3">
              <p:embed/>
            </p:oleObj>
          </a:graphicData>
        </a:graphic>
      </p:graphicFrame>
      <p:graphicFrame>
        <p:nvGraphicFramePr>
          <p:cNvPr id="144400" name="Object 16"/>
          <p:cNvGraphicFramePr>
            <a:graphicFrameLocks noChangeAspect="1"/>
          </p:cNvGraphicFramePr>
          <p:nvPr/>
        </p:nvGraphicFramePr>
        <p:xfrm>
          <a:off x="2514600" y="4267200"/>
          <a:ext cx="265113" cy="279400"/>
        </p:xfrm>
        <a:graphic>
          <a:graphicData uri="http://schemas.openxmlformats.org/presentationml/2006/ole">
            <p:oleObj spid="_x0000_s144400" name="Equation" r:id="rId7" imgW="266400" imgH="279360" progId="Equation.3">
              <p:embed/>
            </p:oleObj>
          </a:graphicData>
        </a:graphic>
      </p:graphicFrame>
      <p:graphicFrame>
        <p:nvGraphicFramePr>
          <p:cNvPr id="144401" name="Object 17"/>
          <p:cNvGraphicFramePr>
            <a:graphicFrameLocks noChangeAspect="1"/>
          </p:cNvGraphicFramePr>
          <p:nvPr/>
        </p:nvGraphicFramePr>
        <p:xfrm>
          <a:off x="1600200" y="4191000"/>
          <a:ext cx="482600" cy="584200"/>
        </p:xfrm>
        <a:graphic>
          <a:graphicData uri="http://schemas.openxmlformats.org/presentationml/2006/ole">
            <p:oleObj spid="_x0000_s144401" name="Equation" r:id="rId8" imgW="482400" imgH="583920" progId="Equation.3">
              <p:embed/>
            </p:oleObj>
          </a:graphicData>
        </a:graphic>
      </p:graphicFrame>
      <p:graphicFrame>
        <p:nvGraphicFramePr>
          <p:cNvPr id="144402" name="Object 18"/>
          <p:cNvGraphicFramePr>
            <a:graphicFrameLocks noChangeAspect="1"/>
          </p:cNvGraphicFramePr>
          <p:nvPr/>
        </p:nvGraphicFramePr>
        <p:xfrm>
          <a:off x="4267200" y="4114800"/>
          <a:ext cx="330200" cy="419100"/>
        </p:xfrm>
        <a:graphic>
          <a:graphicData uri="http://schemas.openxmlformats.org/presentationml/2006/ole">
            <p:oleObj spid="_x0000_s144402" name="Equation" r:id="rId9" imgW="330120" imgH="419040" progId="Equation.3">
              <p:embed/>
            </p:oleObj>
          </a:graphicData>
        </a:graphic>
      </p:graphicFrame>
      <p:sp>
        <p:nvSpPr>
          <p:cNvPr id="144403" name="Line 19"/>
          <p:cNvSpPr>
            <a:spLocks noChangeShapeType="1"/>
          </p:cNvSpPr>
          <p:nvPr/>
        </p:nvSpPr>
        <p:spPr bwMode="auto">
          <a:xfrm>
            <a:off x="22098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4404" name="Oval 20"/>
          <p:cNvSpPr>
            <a:spLocks noChangeArrowheads="1"/>
          </p:cNvSpPr>
          <p:nvPr/>
        </p:nvSpPr>
        <p:spPr bwMode="auto">
          <a:xfrm>
            <a:off x="5029200" y="41910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44405" name="Object 21"/>
          <p:cNvGraphicFramePr>
            <a:graphicFrameLocks noChangeAspect="1"/>
          </p:cNvGraphicFramePr>
          <p:nvPr/>
        </p:nvGraphicFramePr>
        <p:xfrm>
          <a:off x="5143500" y="4191000"/>
          <a:ext cx="482600" cy="571500"/>
        </p:xfrm>
        <a:graphic>
          <a:graphicData uri="http://schemas.openxmlformats.org/presentationml/2006/ole">
            <p:oleObj spid="_x0000_s144405" name="Equation" r:id="rId10" imgW="482400" imgH="571320" progId="Equation.3">
              <p:embed/>
            </p:oleObj>
          </a:graphicData>
        </a:graphic>
      </p:graphicFrame>
      <p:sp>
        <p:nvSpPr>
          <p:cNvPr id="144406" name="Line 22"/>
          <p:cNvSpPr>
            <a:spLocks noChangeShapeType="1"/>
          </p:cNvSpPr>
          <p:nvPr/>
        </p:nvSpPr>
        <p:spPr bwMode="auto">
          <a:xfrm>
            <a:off x="57150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44407" name="Object 23"/>
          <p:cNvGraphicFramePr>
            <a:graphicFrameLocks noChangeAspect="1"/>
          </p:cNvGraphicFramePr>
          <p:nvPr/>
        </p:nvGraphicFramePr>
        <p:xfrm>
          <a:off x="6096000" y="4267200"/>
          <a:ext cx="265113" cy="279400"/>
        </p:xfrm>
        <a:graphic>
          <a:graphicData uri="http://schemas.openxmlformats.org/presentationml/2006/ole">
            <p:oleObj spid="_x0000_s144407" name="Equation" r:id="rId11" imgW="266400" imgH="279360" progId="Equation.3">
              <p:embed/>
            </p:oleObj>
          </a:graphicData>
        </a:graphic>
      </p:graphicFrame>
      <p:sp>
        <p:nvSpPr>
          <p:cNvPr id="144408" name="Line 24"/>
          <p:cNvSpPr>
            <a:spLocks noChangeShapeType="1"/>
          </p:cNvSpPr>
          <p:nvPr/>
        </p:nvSpPr>
        <p:spPr bwMode="auto">
          <a:xfrm>
            <a:off x="4953000" y="5029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4409" name="Text Box 25"/>
          <p:cNvSpPr txBox="1">
            <a:spLocks noChangeArrowheads="1"/>
          </p:cNvSpPr>
          <p:nvPr/>
        </p:nvSpPr>
        <p:spPr bwMode="auto">
          <a:xfrm>
            <a:off x="2133600" y="228600"/>
            <a:ext cx="51816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(read head does not move)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B2C058-37F4-42C4-9158-41F13F727ABC}" type="slidenum">
              <a:rPr lang="en-US"/>
              <a:pPr/>
              <a:t>37</a:t>
            </a:fld>
            <a:endParaRPr lang="en-US"/>
          </a:p>
        </p:txBody>
      </p:sp>
      <p:sp>
        <p:nvSpPr>
          <p:cNvPr id="145410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5411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5412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45413" name="Object 5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145413" name="Equation" r:id="rId3" imgW="266400" imgH="279360" progId="Equation.3">
              <p:embed/>
            </p:oleObj>
          </a:graphicData>
        </a:graphic>
      </p:graphicFrame>
      <p:sp>
        <p:nvSpPr>
          <p:cNvPr id="145414" name="Line 6"/>
          <p:cNvSpPr>
            <a:spLocks noChangeShapeType="1"/>
          </p:cNvSpPr>
          <p:nvPr/>
        </p:nvSpPr>
        <p:spPr bwMode="auto">
          <a:xfrm>
            <a:off x="14478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45415" name="Object 7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145415" name="Equation" r:id="rId4" imgW="266400" imgH="279360" progId="Equation.3">
              <p:embed/>
            </p:oleObj>
          </a:graphicData>
        </a:graphic>
      </p:graphicFrame>
      <p:sp>
        <p:nvSpPr>
          <p:cNvPr id="145416" name="Oval 8"/>
          <p:cNvSpPr>
            <a:spLocks noChangeArrowheads="1"/>
          </p:cNvSpPr>
          <p:nvPr/>
        </p:nvSpPr>
        <p:spPr bwMode="auto">
          <a:xfrm>
            <a:off x="32766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5417" name="Oval 9"/>
          <p:cNvSpPr>
            <a:spLocks noChangeArrowheads="1"/>
          </p:cNvSpPr>
          <p:nvPr/>
        </p:nvSpPr>
        <p:spPr bwMode="auto">
          <a:xfrm>
            <a:off x="15240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5418" name="Line 10"/>
          <p:cNvSpPr>
            <a:spLocks noChangeShapeType="1"/>
          </p:cNvSpPr>
          <p:nvPr/>
        </p:nvSpPr>
        <p:spPr bwMode="auto">
          <a:xfrm>
            <a:off x="990600" y="4572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5419" name="Oval 11"/>
          <p:cNvSpPr>
            <a:spLocks noChangeArrowheads="1"/>
          </p:cNvSpPr>
          <p:nvPr/>
        </p:nvSpPr>
        <p:spPr bwMode="auto">
          <a:xfrm>
            <a:off x="6934200" y="41910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5420" name="Line 12"/>
          <p:cNvSpPr>
            <a:spLocks noChangeShapeType="1"/>
          </p:cNvSpPr>
          <p:nvPr/>
        </p:nvSpPr>
        <p:spPr bwMode="auto">
          <a:xfrm>
            <a:off x="39624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45421" name="Object 13"/>
          <p:cNvGraphicFramePr>
            <a:graphicFrameLocks noChangeAspect="1"/>
          </p:cNvGraphicFramePr>
          <p:nvPr/>
        </p:nvGraphicFramePr>
        <p:xfrm>
          <a:off x="3429000" y="4191000"/>
          <a:ext cx="406400" cy="571500"/>
        </p:xfrm>
        <a:graphic>
          <a:graphicData uri="http://schemas.openxmlformats.org/presentationml/2006/ole">
            <p:oleObj spid="_x0000_s145421" name="Equation" r:id="rId5" imgW="406080" imgH="571320" progId="Equation.3">
              <p:embed/>
            </p:oleObj>
          </a:graphicData>
        </a:graphic>
      </p:graphicFrame>
      <p:sp>
        <p:nvSpPr>
          <p:cNvPr id="145422" name="Oval 14"/>
          <p:cNvSpPr>
            <a:spLocks noChangeArrowheads="1"/>
          </p:cNvSpPr>
          <p:nvPr/>
        </p:nvSpPr>
        <p:spPr bwMode="auto">
          <a:xfrm>
            <a:off x="6781800" y="4038600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45423" name="Object 15"/>
          <p:cNvGraphicFramePr>
            <a:graphicFrameLocks noChangeAspect="1"/>
          </p:cNvGraphicFramePr>
          <p:nvPr/>
        </p:nvGraphicFramePr>
        <p:xfrm>
          <a:off x="7023100" y="4184650"/>
          <a:ext cx="457200" cy="584200"/>
        </p:xfrm>
        <a:graphic>
          <a:graphicData uri="http://schemas.openxmlformats.org/presentationml/2006/ole">
            <p:oleObj spid="_x0000_s145423" name="Equation" r:id="rId6" imgW="457200" imgH="583920" progId="Equation.3">
              <p:embed/>
            </p:oleObj>
          </a:graphicData>
        </a:graphic>
      </p:graphicFrame>
      <p:graphicFrame>
        <p:nvGraphicFramePr>
          <p:cNvPr id="145424" name="Object 16"/>
          <p:cNvGraphicFramePr>
            <a:graphicFrameLocks noChangeAspect="1"/>
          </p:cNvGraphicFramePr>
          <p:nvPr/>
        </p:nvGraphicFramePr>
        <p:xfrm>
          <a:off x="2514600" y="4267200"/>
          <a:ext cx="265113" cy="279400"/>
        </p:xfrm>
        <a:graphic>
          <a:graphicData uri="http://schemas.openxmlformats.org/presentationml/2006/ole">
            <p:oleObj spid="_x0000_s145424" name="Equation" r:id="rId7" imgW="266400" imgH="279360" progId="Equation.3">
              <p:embed/>
            </p:oleObj>
          </a:graphicData>
        </a:graphic>
      </p:graphicFrame>
      <p:graphicFrame>
        <p:nvGraphicFramePr>
          <p:cNvPr id="145425" name="Object 17"/>
          <p:cNvGraphicFramePr>
            <a:graphicFrameLocks noChangeAspect="1"/>
          </p:cNvGraphicFramePr>
          <p:nvPr/>
        </p:nvGraphicFramePr>
        <p:xfrm>
          <a:off x="1600200" y="4191000"/>
          <a:ext cx="482600" cy="584200"/>
        </p:xfrm>
        <a:graphic>
          <a:graphicData uri="http://schemas.openxmlformats.org/presentationml/2006/ole">
            <p:oleObj spid="_x0000_s145425" name="Equation" r:id="rId8" imgW="482400" imgH="583920" progId="Equation.3">
              <p:embed/>
            </p:oleObj>
          </a:graphicData>
        </a:graphic>
      </p:graphicFrame>
      <p:graphicFrame>
        <p:nvGraphicFramePr>
          <p:cNvPr id="145426" name="Object 18"/>
          <p:cNvGraphicFramePr>
            <a:graphicFrameLocks noChangeAspect="1"/>
          </p:cNvGraphicFramePr>
          <p:nvPr/>
        </p:nvGraphicFramePr>
        <p:xfrm>
          <a:off x="4267200" y="4114800"/>
          <a:ext cx="330200" cy="419100"/>
        </p:xfrm>
        <a:graphic>
          <a:graphicData uri="http://schemas.openxmlformats.org/presentationml/2006/ole">
            <p:oleObj spid="_x0000_s145426" name="Equation" r:id="rId9" imgW="330120" imgH="419040" progId="Equation.3">
              <p:embed/>
            </p:oleObj>
          </a:graphicData>
        </a:graphic>
      </p:graphicFrame>
      <p:sp>
        <p:nvSpPr>
          <p:cNvPr id="145427" name="Line 19"/>
          <p:cNvSpPr>
            <a:spLocks noChangeShapeType="1"/>
          </p:cNvSpPr>
          <p:nvPr/>
        </p:nvSpPr>
        <p:spPr bwMode="auto">
          <a:xfrm>
            <a:off x="22098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5428" name="Oval 20"/>
          <p:cNvSpPr>
            <a:spLocks noChangeArrowheads="1"/>
          </p:cNvSpPr>
          <p:nvPr/>
        </p:nvSpPr>
        <p:spPr bwMode="auto">
          <a:xfrm>
            <a:off x="5029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45429" name="Object 21"/>
          <p:cNvGraphicFramePr>
            <a:graphicFrameLocks noChangeAspect="1"/>
          </p:cNvGraphicFramePr>
          <p:nvPr/>
        </p:nvGraphicFramePr>
        <p:xfrm>
          <a:off x="5143500" y="4191000"/>
          <a:ext cx="482600" cy="571500"/>
        </p:xfrm>
        <a:graphic>
          <a:graphicData uri="http://schemas.openxmlformats.org/presentationml/2006/ole">
            <p:oleObj spid="_x0000_s145429" name="Equation" r:id="rId10" imgW="482400" imgH="571320" progId="Equation.3">
              <p:embed/>
            </p:oleObj>
          </a:graphicData>
        </a:graphic>
      </p:graphicFrame>
      <p:sp>
        <p:nvSpPr>
          <p:cNvPr id="145430" name="Line 22"/>
          <p:cNvSpPr>
            <a:spLocks noChangeShapeType="1"/>
          </p:cNvSpPr>
          <p:nvPr/>
        </p:nvSpPr>
        <p:spPr bwMode="auto">
          <a:xfrm>
            <a:off x="5715000" y="4572000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45431" name="Object 23"/>
          <p:cNvGraphicFramePr>
            <a:graphicFrameLocks noChangeAspect="1"/>
          </p:cNvGraphicFramePr>
          <p:nvPr/>
        </p:nvGraphicFramePr>
        <p:xfrm>
          <a:off x="6096000" y="4267200"/>
          <a:ext cx="265113" cy="279400"/>
        </p:xfrm>
        <a:graphic>
          <a:graphicData uri="http://schemas.openxmlformats.org/presentationml/2006/ole">
            <p:oleObj spid="_x0000_s145431" name="Equation" r:id="rId11" imgW="266400" imgH="279360" progId="Equation.3">
              <p:embed/>
            </p:oleObj>
          </a:graphicData>
        </a:graphic>
      </p:graphicFrame>
      <p:sp>
        <p:nvSpPr>
          <p:cNvPr id="145432" name="Line 24"/>
          <p:cNvSpPr>
            <a:spLocks noChangeShapeType="1"/>
          </p:cNvSpPr>
          <p:nvPr/>
        </p:nvSpPr>
        <p:spPr bwMode="auto">
          <a:xfrm>
            <a:off x="6858000" y="5181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0DE08B-20D7-41C0-9265-DE89D98B48C8}" type="slidenum">
              <a:rPr lang="en-US"/>
              <a:pPr/>
              <a:t>38</a:t>
            </a:fld>
            <a:endParaRPr lang="en-US"/>
          </a:p>
        </p:txBody>
      </p:sp>
      <p:sp>
        <p:nvSpPr>
          <p:cNvPr id="149506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9507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9508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49509" name="Object 5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149509" name="Equation" r:id="rId3" imgW="266400" imgH="279360" progId="Equation.3">
              <p:embed/>
            </p:oleObj>
          </a:graphicData>
        </a:graphic>
      </p:graphicFrame>
      <p:sp>
        <p:nvSpPr>
          <p:cNvPr id="149510" name="Line 6"/>
          <p:cNvSpPr>
            <a:spLocks noChangeShapeType="1"/>
          </p:cNvSpPr>
          <p:nvPr/>
        </p:nvSpPr>
        <p:spPr bwMode="auto">
          <a:xfrm>
            <a:off x="19050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49511" name="Object 7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149511" name="Equation" r:id="rId4" imgW="266400" imgH="279360" progId="Equation.3">
              <p:embed/>
            </p:oleObj>
          </a:graphicData>
        </a:graphic>
      </p:graphicFrame>
      <p:sp>
        <p:nvSpPr>
          <p:cNvPr id="149512" name="Oval 8"/>
          <p:cNvSpPr>
            <a:spLocks noChangeArrowheads="1"/>
          </p:cNvSpPr>
          <p:nvPr/>
        </p:nvSpPr>
        <p:spPr bwMode="auto">
          <a:xfrm>
            <a:off x="32766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9513" name="Oval 9"/>
          <p:cNvSpPr>
            <a:spLocks noChangeArrowheads="1"/>
          </p:cNvSpPr>
          <p:nvPr/>
        </p:nvSpPr>
        <p:spPr bwMode="auto">
          <a:xfrm>
            <a:off x="15240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9514" name="Line 10"/>
          <p:cNvSpPr>
            <a:spLocks noChangeShapeType="1"/>
          </p:cNvSpPr>
          <p:nvPr/>
        </p:nvSpPr>
        <p:spPr bwMode="auto">
          <a:xfrm>
            <a:off x="990600" y="4572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9515" name="Oval 11"/>
          <p:cNvSpPr>
            <a:spLocks noChangeArrowheads="1"/>
          </p:cNvSpPr>
          <p:nvPr/>
        </p:nvSpPr>
        <p:spPr bwMode="auto">
          <a:xfrm>
            <a:off x="6934200" y="41910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9516" name="Line 12"/>
          <p:cNvSpPr>
            <a:spLocks noChangeShapeType="1"/>
          </p:cNvSpPr>
          <p:nvPr/>
        </p:nvSpPr>
        <p:spPr bwMode="auto">
          <a:xfrm>
            <a:off x="39624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49517" name="Object 13"/>
          <p:cNvGraphicFramePr>
            <a:graphicFrameLocks noChangeAspect="1"/>
          </p:cNvGraphicFramePr>
          <p:nvPr/>
        </p:nvGraphicFramePr>
        <p:xfrm>
          <a:off x="3429000" y="4191000"/>
          <a:ext cx="406400" cy="571500"/>
        </p:xfrm>
        <a:graphic>
          <a:graphicData uri="http://schemas.openxmlformats.org/presentationml/2006/ole">
            <p:oleObj spid="_x0000_s149517" name="Equation" r:id="rId5" imgW="406080" imgH="571320" progId="Equation.3">
              <p:embed/>
            </p:oleObj>
          </a:graphicData>
        </a:graphic>
      </p:graphicFrame>
      <p:sp>
        <p:nvSpPr>
          <p:cNvPr id="149518" name="Oval 14"/>
          <p:cNvSpPr>
            <a:spLocks noChangeArrowheads="1"/>
          </p:cNvSpPr>
          <p:nvPr/>
        </p:nvSpPr>
        <p:spPr bwMode="auto">
          <a:xfrm>
            <a:off x="6781800" y="4038600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49519" name="Object 15"/>
          <p:cNvGraphicFramePr>
            <a:graphicFrameLocks noChangeAspect="1"/>
          </p:cNvGraphicFramePr>
          <p:nvPr/>
        </p:nvGraphicFramePr>
        <p:xfrm>
          <a:off x="7023100" y="4184650"/>
          <a:ext cx="457200" cy="584200"/>
        </p:xfrm>
        <a:graphic>
          <a:graphicData uri="http://schemas.openxmlformats.org/presentationml/2006/ole">
            <p:oleObj spid="_x0000_s149519" name="Equation" r:id="rId6" imgW="457200" imgH="583920" progId="Equation.3">
              <p:embed/>
            </p:oleObj>
          </a:graphicData>
        </a:graphic>
      </p:graphicFrame>
      <p:graphicFrame>
        <p:nvGraphicFramePr>
          <p:cNvPr id="149520" name="Object 16"/>
          <p:cNvGraphicFramePr>
            <a:graphicFrameLocks noChangeAspect="1"/>
          </p:cNvGraphicFramePr>
          <p:nvPr/>
        </p:nvGraphicFramePr>
        <p:xfrm>
          <a:off x="2514600" y="4267200"/>
          <a:ext cx="265113" cy="279400"/>
        </p:xfrm>
        <a:graphic>
          <a:graphicData uri="http://schemas.openxmlformats.org/presentationml/2006/ole">
            <p:oleObj spid="_x0000_s149520" name="Equation" r:id="rId7" imgW="266400" imgH="279360" progId="Equation.3">
              <p:embed/>
            </p:oleObj>
          </a:graphicData>
        </a:graphic>
      </p:graphicFrame>
      <p:graphicFrame>
        <p:nvGraphicFramePr>
          <p:cNvPr id="149521" name="Object 17"/>
          <p:cNvGraphicFramePr>
            <a:graphicFrameLocks noChangeAspect="1"/>
          </p:cNvGraphicFramePr>
          <p:nvPr/>
        </p:nvGraphicFramePr>
        <p:xfrm>
          <a:off x="1600200" y="4191000"/>
          <a:ext cx="482600" cy="584200"/>
        </p:xfrm>
        <a:graphic>
          <a:graphicData uri="http://schemas.openxmlformats.org/presentationml/2006/ole">
            <p:oleObj spid="_x0000_s149521" name="Equation" r:id="rId8" imgW="482400" imgH="583920" progId="Equation.3">
              <p:embed/>
            </p:oleObj>
          </a:graphicData>
        </a:graphic>
      </p:graphicFrame>
      <p:graphicFrame>
        <p:nvGraphicFramePr>
          <p:cNvPr id="149522" name="Object 18"/>
          <p:cNvGraphicFramePr>
            <a:graphicFrameLocks noChangeAspect="1"/>
          </p:cNvGraphicFramePr>
          <p:nvPr/>
        </p:nvGraphicFramePr>
        <p:xfrm>
          <a:off x="4267200" y="4114800"/>
          <a:ext cx="330200" cy="419100"/>
        </p:xfrm>
        <a:graphic>
          <a:graphicData uri="http://schemas.openxmlformats.org/presentationml/2006/ole">
            <p:oleObj spid="_x0000_s149522" name="Equation" r:id="rId9" imgW="330120" imgH="419040" progId="Equation.3">
              <p:embed/>
            </p:oleObj>
          </a:graphicData>
        </a:graphic>
      </p:graphicFrame>
      <p:sp>
        <p:nvSpPr>
          <p:cNvPr id="149523" name="Line 19"/>
          <p:cNvSpPr>
            <a:spLocks noChangeShapeType="1"/>
          </p:cNvSpPr>
          <p:nvPr/>
        </p:nvSpPr>
        <p:spPr bwMode="auto">
          <a:xfrm>
            <a:off x="22098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9524" name="Oval 20"/>
          <p:cNvSpPr>
            <a:spLocks noChangeArrowheads="1"/>
          </p:cNvSpPr>
          <p:nvPr/>
        </p:nvSpPr>
        <p:spPr bwMode="auto">
          <a:xfrm>
            <a:off x="5029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49525" name="Object 21"/>
          <p:cNvGraphicFramePr>
            <a:graphicFrameLocks noChangeAspect="1"/>
          </p:cNvGraphicFramePr>
          <p:nvPr/>
        </p:nvGraphicFramePr>
        <p:xfrm>
          <a:off x="5143500" y="4191000"/>
          <a:ext cx="482600" cy="571500"/>
        </p:xfrm>
        <a:graphic>
          <a:graphicData uri="http://schemas.openxmlformats.org/presentationml/2006/ole">
            <p:oleObj spid="_x0000_s149525" name="Equation" r:id="rId10" imgW="482400" imgH="571320" progId="Equation.3">
              <p:embed/>
            </p:oleObj>
          </a:graphicData>
        </a:graphic>
      </p:graphicFrame>
      <p:sp>
        <p:nvSpPr>
          <p:cNvPr id="149526" name="Line 22"/>
          <p:cNvSpPr>
            <a:spLocks noChangeShapeType="1"/>
          </p:cNvSpPr>
          <p:nvPr/>
        </p:nvSpPr>
        <p:spPr bwMode="auto">
          <a:xfrm>
            <a:off x="5715000" y="4572000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49527" name="Object 23"/>
          <p:cNvGraphicFramePr>
            <a:graphicFrameLocks noChangeAspect="1"/>
          </p:cNvGraphicFramePr>
          <p:nvPr/>
        </p:nvGraphicFramePr>
        <p:xfrm>
          <a:off x="6096000" y="4267200"/>
          <a:ext cx="265113" cy="279400"/>
        </p:xfrm>
        <a:graphic>
          <a:graphicData uri="http://schemas.openxmlformats.org/presentationml/2006/ole">
            <p:oleObj spid="_x0000_s149527" name="Equation" r:id="rId11" imgW="266400" imgH="279360" progId="Equation.3">
              <p:embed/>
            </p:oleObj>
          </a:graphicData>
        </a:graphic>
      </p:graphicFrame>
      <p:sp>
        <p:nvSpPr>
          <p:cNvPr id="149528" name="Line 24"/>
          <p:cNvSpPr>
            <a:spLocks noChangeShapeType="1"/>
          </p:cNvSpPr>
          <p:nvPr/>
        </p:nvSpPr>
        <p:spPr bwMode="auto">
          <a:xfrm>
            <a:off x="6858000" y="5181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9529" name="Text Box 25"/>
          <p:cNvSpPr txBox="1">
            <a:spLocks noChangeArrowheads="1"/>
          </p:cNvSpPr>
          <p:nvPr/>
        </p:nvSpPr>
        <p:spPr bwMode="auto">
          <a:xfrm>
            <a:off x="6400800" y="3276600"/>
            <a:ext cx="17637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“accept”</a:t>
            </a:r>
          </a:p>
        </p:txBody>
      </p:sp>
      <p:sp>
        <p:nvSpPr>
          <p:cNvPr id="149530" name="Text Box 26"/>
          <p:cNvSpPr txBox="1">
            <a:spLocks noChangeArrowheads="1"/>
          </p:cNvSpPr>
          <p:nvPr/>
        </p:nvSpPr>
        <p:spPr bwMode="auto">
          <a:xfrm>
            <a:off x="441325" y="5892800"/>
            <a:ext cx="45291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String        is accepted</a:t>
            </a:r>
          </a:p>
        </p:txBody>
      </p:sp>
      <p:graphicFrame>
        <p:nvGraphicFramePr>
          <p:cNvPr id="149531" name="Object 27"/>
          <p:cNvGraphicFramePr>
            <a:graphicFrameLocks noChangeAspect="1"/>
          </p:cNvGraphicFramePr>
          <p:nvPr/>
        </p:nvGraphicFramePr>
        <p:xfrm>
          <a:off x="1981200" y="6096000"/>
          <a:ext cx="546100" cy="304800"/>
        </p:xfrm>
        <a:graphic>
          <a:graphicData uri="http://schemas.openxmlformats.org/presentationml/2006/ole">
            <p:oleObj spid="_x0000_s149531" name="Equation" r:id="rId12" imgW="545760" imgH="304560" progId="Equation.3">
              <p:embed/>
            </p:oleObj>
          </a:graphicData>
        </a:graphic>
      </p:graphicFrame>
      <p:sp>
        <p:nvSpPr>
          <p:cNvPr id="149532" name="Text Box 28"/>
          <p:cNvSpPr txBox="1">
            <a:spLocks noChangeArrowheads="1"/>
          </p:cNvSpPr>
          <p:nvPr/>
        </p:nvSpPr>
        <p:spPr bwMode="auto">
          <a:xfrm>
            <a:off x="669925" y="254000"/>
            <a:ext cx="40640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all input is consumed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84F0AEC-B739-48C4-BC24-E469B44B9CCD}" type="slidenum">
              <a:rPr lang="en-US"/>
              <a:pPr/>
              <a:t>39</a:t>
            </a:fld>
            <a:endParaRPr lang="en-US"/>
          </a:p>
        </p:txBody>
      </p:sp>
      <p:sp>
        <p:nvSpPr>
          <p:cNvPr id="201730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731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732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1733" name="Object 5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201733" name="Equation" r:id="rId3" imgW="266400" imgH="279360" progId="Equation.3">
              <p:embed/>
            </p:oleObj>
          </a:graphicData>
        </a:graphic>
      </p:graphicFrame>
      <p:sp>
        <p:nvSpPr>
          <p:cNvPr id="201734" name="Line 6"/>
          <p:cNvSpPr>
            <a:spLocks noChangeShapeType="1"/>
          </p:cNvSpPr>
          <p:nvPr/>
        </p:nvSpPr>
        <p:spPr bwMode="auto">
          <a:xfrm>
            <a:off x="609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1735" name="Object 7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201735" name="Equation" r:id="rId4" imgW="266400" imgH="279360" progId="Equation.3">
              <p:embed/>
            </p:oleObj>
          </a:graphicData>
        </a:graphic>
      </p:graphicFrame>
      <p:sp>
        <p:nvSpPr>
          <p:cNvPr id="201736" name="Oval 8"/>
          <p:cNvSpPr>
            <a:spLocks noChangeArrowheads="1"/>
          </p:cNvSpPr>
          <p:nvPr/>
        </p:nvSpPr>
        <p:spPr bwMode="auto">
          <a:xfrm>
            <a:off x="32766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737" name="Oval 9"/>
          <p:cNvSpPr>
            <a:spLocks noChangeArrowheads="1"/>
          </p:cNvSpPr>
          <p:nvPr/>
        </p:nvSpPr>
        <p:spPr bwMode="auto">
          <a:xfrm>
            <a:off x="1524000" y="41910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738" name="Line 10"/>
          <p:cNvSpPr>
            <a:spLocks noChangeShapeType="1"/>
          </p:cNvSpPr>
          <p:nvPr/>
        </p:nvSpPr>
        <p:spPr bwMode="auto">
          <a:xfrm>
            <a:off x="990600" y="4572000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1739" name="Oval 11"/>
          <p:cNvSpPr>
            <a:spLocks noChangeArrowheads="1"/>
          </p:cNvSpPr>
          <p:nvPr/>
        </p:nvSpPr>
        <p:spPr bwMode="auto">
          <a:xfrm>
            <a:off x="6934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740" name="Line 12"/>
          <p:cNvSpPr>
            <a:spLocks noChangeShapeType="1"/>
          </p:cNvSpPr>
          <p:nvPr/>
        </p:nvSpPr>
        <p:spPr bwMode="auto">
          <a:xfrm>
            <a:off x="39624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01741" name="Object 13"/>
          <p:cNvGraphicFramePr>
            <a:graphicFrameLocks noChangeAspect="1"/>
          </p:cNvGraphicFramePr>
          <p:nvPr/>
        </p:nvGraphicFramePr>
        <p:xfrm>
          <a:off x="3429000" y="4191000"/>
          <a:ext cx="406400" cy="571500"/>
        </p:xfrm>
        <a:graphic>
          <a:graphicData uri="http://schemas.openxmlformats.org/presentationml/2006/ole">
            <p:oleObj spid="_x0000_s201741" name="Equation" r:id="rId5" imgW="406080" imgH="571320" progId="Equation.3">
              <p:embed/>
            </p:oleObj>
          </a:graphicData>
        </a:graphic>
      </p:graphicFrame>
      <p:sp>
        <p:nvSpPr>
          <p:cNvPr id="201742" name="Oval 14"/>
          <p:cNvSpPr>
            <a:spLocks noChangeArrowheads="1"/>
          </p:cNvSpPr>
          <p:nvPr/>
        </p:nvSpPr>
        <p:spPr bwMode="auto">
          <a:xfrm>
            <a:off x="6781800" y="40386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1743" name="Object 15"/>
          <p:cNvGraphicFramePr>
            <a:graphicFrameLocks noChangeAspect="1"/>
          </p:cNvGraphicFramePr>
          <p:nvPr/>
        </p:nvGraphicFramePr>
        <p:xfrm>
          <a:off x="7023100" y="4184650"/>
          <a:ext cx="457200" cy="584200"/>
        </p:xfrm>
        <a:graphic>
          <a:graphicData uri="http://schemas.openxmlformats.org/presentationml/2006/ole">
            <p:oleObj spid="_x0000_s201743" name="Equation" r:id="rId6" imgW="457200" imgH="583920" progId="Equation.3">
              <p:embed/>
            </p:oleObj>
          </a:graphicData>
        </a:graphic>
      </p:graphicFrame>
      <p:graphicFrame>
        <p:nvGraphicFramePr>
          <p:cNvPr id="201744" name="Object 16"/>
          <p:cNvGraphicFramePr>
            <a:graphicFrameLocks noChangeAspect="1"/>
          </p:cNvGraphicFramePr>
          <p:nvPr/>
        </p:nvGraphicFramePr>
        <p:xfrm>
          <a:off x="2514600" y="4267200"/>
          <a:ext cx="265113" cy="279400"/>
        </p:xfrm>
        <a:graphic>
          <a:graphicData uri="http://schemas.openxmlformats.org/presentationml/2006/ole">
            <p:oleObj spid="_x0000_s201744" name="Equation" r:id="rId7" imgW="266400" imgH="279360" progId="Equation.3">
              <p:embed/>
            </p:oleObj>
          </a:graphicData>
        </a:graphic>
      </p:graphicFrame>
      <p:graphicFrame>
        <p:nvGraphicFramePr>
          <p:cNvPr id="201745" name="Object 17"/>
          <p:cNvGraphicFramePr>
            <a:graphicFrameLocks noChangeAspect="1"/>
          </p:cNvGraphicFramePr>
          <p:nvPr/>
        </p:nvGraphicFramePr>
        <p:xfrm>
          <a:off x="1600200" y="4191000"/>
          <a:ext cx="482600" cy="584200"/>
        </p:xfrm>
        <a:graphic>
          <a:graphicData uri="http://schemas.openxmlformats.org/presentationml/2006/ole">
            <p:oleObj spid="_x0000_s201745" name="Equation" r:id="rId8" imgW="482400" imgH="583920" progId="Equation.3">
              <p:embed/>
            </p:oleObj>
          </a:graphicData>
        </a:graphic>
      </p:graphicFrame>
      <p:graphicFrame>
        <p:nvGraphicFramePr>
          <p:cNvPr id="201746" name="Object 18"/>
          <p:cNvGraphicFramePr>
            <a:graphicFrameLocks noChangeAspect="1"/>
          </p:cNvGraphicFramePr>
          <p:nvPr/>
        </p:nvGraphicFramePr>
        <p:xfrm>
          <a:off x="4267200" y="4114800"/>
          <a:ext cx="330200" cy="419100"/>
        </p:xfrm>
        <a:graphic>
          <a:graphicData uri="http://schemas.openxmlformats.org/presentationml/2006/ole">
            <p:oleObj spid="_x0000_s201746" name="Equation" r:id="rId9" imgW="330120" imgH="419040" progId="Equation.3">
              <p:embed/>
            </p:oleObj>
          </a:graphicData>
        </a:graphic>
      </p:graphicFrame>
      <p:sp>
        <p:nvSpPr>
          <p:cNvPr id="201747" name="Line 19"/>
          <p:cNvSpPr>
            <a:spLocks noChangeShapeType="1"/>
          </p:cNvSpPr>
          <p:nvPr/>
        </p:nvSpPr>
        <p:spPr bwMode="auto">
          <a:xfrm>
            <a:off x="22098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1748" name="Oval 20"/>
          <p:cNvSpPr>
            <a:spLocks noChangeArrowheads="1"/>
          </p:cNvSpPr>
          <p:nvPr/>
        </p:nvSpPr>
        <p:spPr bwMode="auto">
          <a:xfrm>
            <a:off x="5029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1749" name="Object 21"/>
          <p:cNvGraphicFramePr>
            <a:graphicFrameLocks noChangeAspect="1"/>
          </p:cNvGraphicFramePr>
          <p:nvPr/>
        </p:nvGraphicFramePr>
        <p:xfrm>
          <a:off x="5143500" y="4191000"/>
          <a:ext cx="482600" cy="571500"/>
        </p:xfrm>
        <a:graphic>
          <a:graphicData uri="http://schemas.openxmlformats.org/presentationml/2006/ole">
            <p:oleObj spid="_x0000_s201749" name="Equation" r:id="rId10" imgW="482400" imgH="571320" progId="Equation.3">
              <p:embed/>
            </p:oleObj>
          </a:graphicData>
        </a:graphic>
      </p:graphicFrame>
      <p:sp>
        <p:nvSpPr>
          <p:cNvPr id="201750" name="Line 22"/>
          <p:cNvSpPr>
            <a:spLocks noChangeShapeType="1"/>
          </p:cNvSpPr>
          <p:nvPr/>
        </p:nvSpPr>
        <p:spPr bwMode="auto">
          <a:xfrm>
            <a:off x="57150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01751" name="Object 23"/>
          <p:cNvGraphicFramePr>
            <a:graphicFrameLocks noChangeAspect="1"/>
          </p:cNvGraphicFramePr>
          <p:nvPr/>
        </p:nvGraphicFramePr>
        <p:xfrm>
          <a:off x="6096000" y="4267200"/>
          <a:ext cx="265113" cy="279400"/>
        </p:xfrm>
        <a:graphic>
          <a:graphicData uri="http://schemas.openxmlformats.org/presentationml/2006/ole">
            <p:oleObj spid="_x0000_s201751" name="Equation" r:id="rId11" imgW="266400" imgH="279360" progId="Equation.3">
              <p:embed/>
            </p:oleObj>
          </a:graphicData>
        </a:graphic>
      </p:graphicFrame>
      <p:sp>
        <p:nvSpPr>
          <p:cNvPr id="201752" name="Line 24"/>
          <p:cNvSpPr>
            <a:spLocks noChangeShapeType="1"/>
          </p:cNvSpPr>
          <p:nvPr/>
        </p:nvSpPr>
        <p:spPr bwMode="auto">
          <a:xfrm>
            <a:off x="1447800" y="5029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753" name="Text Box 25"/>
          <p:cNvSpPr txBox="1">
            <a:spLocks noChangeArrowheads="1"/>
          </p:cNvSpPr>
          <p:nvPr/>
        </p:nvSpPr>
        <p:spPr bwMode="auto">
          <a:xfrm>
            <a:off x="2514600" y="0"/>
            <a:ext cx="36814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Rejection Example</a:t>
            </a:r>
          </a:p>
        </p:txBody>
      </p:sp>
      <p:sp>
        <p:nvSpPr>
          <p:cNvPr id="201754" name="Line 26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1755" name="Object 27"/>
          <p:cNvGraphicFramePr>
            <a:graphicFrameLocks noChangeAspect="1"/>
          </p:cNvGraphicFramePr>
          <p:nvPr/>
        </p:nvGraphicFramePr>
        <p:xfrm>
          <a:off x="1905000" y="1524000"/>
          <a:ext cx="265113" cy="279400"/>
        </p:xfrm>
        <a:graphic>
          <a:graphicData uri="http://schemas.openxmlformats.org/presentationml/2006/ole">
            <p:oleObj spid="_x0000_s201755" name="Equation" r:id="rId12" imgW="266400" imgH="279360" progId="Equation.3">
              <p:embed/>
            </p:oleObj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DDFAEDC-FDE8-49E7-ABD2-83B208C7309F}" type="slidenum">
              <a:rPr lang="en-US"/>
              <a:pPr/>
              <a:t>40</a:t>
            </a:fld>
            <a:endParaRPr lang="en-US"/>
          </a:p>
        </p:txBody>
      </p:sp>
      <p:sp>
        <p:nvSpPr>
          <p:cNvPr id="202754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2755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2756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2757" name="Object 5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202757" name="Equation" r:id="rId3" imgW="266400" imgH="279360" progId="Equation.3">
              <p:embed/>
            </p:oleObj>
          </a:graphicData>
        </a:graphic>
      </p:graphicFrame>
      <p:sp>
        <p:nvSpPr>
          <p:cNvPr id="202758" name="Line 6"/>
          <p:cNvSpPr>
            <a:spLocks noChangeShapeType="1"/>
          </p:cNvSpPr>
          <p:nvPr/>
        </p:nvSpPr>
        <p:spPr bwMode="auto">
          <a:xfrm>
            <a:off x="914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2759" name="Object 7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202759" name="Equation" r:id="rId4" imgW="266400" imgH="279360" progId="Equation.3">
              <p:embed/>
            </p:oleObj>
          </a:graphicData>
        </a:graphic>
      </p:graphicFrame>
      <p:sp>
        <p:nvSpPr>
          <p:cNvPr id="202760" name="Oval 8"/>
          <p:cNvSpPr>
            <a:spLocks noChangeArrowheads="1"/>
          </p:cNvSpPr>
          <p:nvPr/>
        </p:nvSpPr>
        <p:spPr bwMode="auto">
          <a:xfrm>
            <a:off x="3276600" y="41910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2761" name="Oval 9"/>
          <p:cNvSpPr>
            <a:spLocks noChangeArrowheads="1"/>
          </p:cNvSpPr>
          <p:nvPr/>
        </p:nvSpPr>
        <p:spPr bwMode="auto">
          <a:xfrm>
            <a:off x="15240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2762" name="Line 10"/>
          <p:cNvSpPr>
            <a:spLocks noChangeShapeType="1"/>
          </p:cNvSpPr>
          <p:nvPr/>
        </p:nvSpPr>
        <p:spPr bwMode="auto">
          <a:xfrm>
            <a:off x="990600" y="4572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2763" name="Oval 11"/>
          <p:cNvSpPr>
            <a:spLocks noChangeArrowheads="1"/>
          </p:cNvSpPr>
          <p:nvPr/>
        </p:nvSpPr>
        <p:spPr bwMode="auto">
          <a:xfrm>
            <a:off x="6934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2764" name="Line 12"/>
          <p:cNvSpPr>
            <a:spLocks noChangeShapeType="1"/>
          </p:cNvSpPr>
          <p:nvPr/>
        </p:nvSpPr>
        <p:spPr bwMode="auto">
          <a:xfrm>
            <a:off x="39624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02765" name="Object 13"/>
          <p:cNvGraphicFramePr>
            <a:graphicFrameLocks noChangeAspect="1"/>
          </p:cNvGraphicFramePr>
          <p:nvPr/>
        </p:nvGraphicFramePr>
        <p:xfrm>
          <a:off x="3429000" y="4191000"/>
          <a:ext cx="406400" cy="571500"/>
        </p:xfrm>
        <a:graphic>
          <a:graphicData uri="http://schemas.openxmlformats.org/presentationml/2006/ole">
            <p:oleObj spid="_x0000_s202765" name="Equation" r:id="rId5" imgW="406080" imgH="571320" progId="Equation.3">
              <p:embed/>
            </p:oleObj>
          </a:graphicData>
        </a:graphic>
      </p:graphicFrame>
      <p:sp>
        <p:nvSpPr>
          <p:cNvPr id="202766" name="Oval 14"/>
          <p:cNvSpPr>
            <a:spLocks noChangeArrowheads="1"/>
          </p:cNvSpPr>
          <p:nvPr/>
        </p:nvSpPr>
        <p:spPr bwMode="auto">
          <a:xfrm>
            <a:off x="6781800" y="40386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2767" name="Object 15"/>
          <p:cNvGraphicFramePr>
            <a:graphicFrameLocks noChangeAspect="1"/>
          </p:cNvGraphicFramePr>
          <p:nvPr/>
        </p:nvGraphicFramePr>
        <p:xfrm>
          <a:off x="7023100" y="4184650"/>
          <a:ext cx="457200" cy="584200"/>
        </p:xfrm>
        <a:graphic>
          <a:graphicData uri="http://schemas.openxmlformats.org/presentationml/2006/ole">
            <p:oleObj spid="_x0000_s202767" name="Equation" r:id="rId6" imgW="457200" imgH="583920" progId="Equation.3">
              <p:embed/>
            </p:oleObj>
          </a:graphicData>
        </a:graphic>
      </p:graphicFrame>
      <p:graphicFrame>
        <p:nvGraphicFramePr>
          <p:cNvPr id="202768" name="Object 16"/>
          <p:cNvGraphicFramePr>
            <a:graphicFrameLocks noChangeAspect="1"/>
          </p:cNvGraphicFramePr>
          <p:nvPr/>
        </p:nvGraphicFramePr>
        <p:xfrm>
          <a:off x="2514600" y="4267200"/>
          <a:ext cx="265113" cy="279400"/>
        </p:xfrm>
        <a:graphic>
          <a:graphicData uri="http://schemas.openxmlformats.org/presentationml/2006/ole">
            <p:oleObj spid="_x0000_s202768" name="Equation" r:id="rId7" imgW="266400" imgH="279360" progId="Equation.3">
              <p:embed/>
            </p:oleObj>
          </a:graphicData>
        </a:graphic>
      </p:graphicFrame>
      <p:graphicFrame>
        <p:nvGraphicFramePr>
          <p:cNvPr id="202769" name="Object 17"/>
          <p:cNvGraphicFramePr>
            <a:graphicFrameLocks noChangeAspect="1"/>
          </p:cNvGraphicFramePr>
          <p:nvPr/>
        </p:nvGraphicFramePr>
        <p:xfrm>
          <a:off x="1600200" y="4191000"/>
          <a:ext cx="482600" cy="584200"/>
        </p:xfrm>
        <a:graphic>
          <a:graphicData uri="http://schemas.openxmlformats.org/presentationml/2006/ole">
            <p:oleObj spid="_x0000_s202769" name="Equation" r:id="rId8" imgW="482400" imgH="583920" progId="Equation.3">
              <p:embed/>
            </p:oleObj>
          </a:graphicData>
        </a:graphic>
      </p:graphicFrame>
      <p:graphicFrame>
        <p:nvGraphicFramePr>
          <p:cNvPr id="202770" name="Object 18"/>
          <p:cNvGraphicFramePr>
            <a:graphicFrameLocks noChangeAspect="1"/>
          </p:cNvGraphicFramePr>
          <p:nvPr/>
        </p:nvGraphicFramePr>
        <p:xfrm>
          <a:off x="4267200" y="4114800"/>
          <a:ext cx="330200" cy="419100"/>
        </p:xfrm>
        <a:graphic>
          <a:graphicData uri="http://schemas.openxmlformats.org/presentationml/2006/ole">
            <p:oleObj spid="_x0000_s202770" name="Equation" r:id="rId9" imgW="330120" imgH="419040" progId="Equation.3">
              <p:embed/>
            </p:oleObj>
          </a:graphicData>
        </a:graphic>
      </p:graphicFrame>
      <p:sp>
        <p:nvSpPr>
          <p:cNvPr id="202771" name="Line 19"/>
          <p:cNvSpPr>
            <a:spLocks noChangeShapeType="1"/>
          </p:cNvSpPr>
          <p:nvPr/>
        </p:nvSpPr>
        <p:spPr bwMode="auto">
          <a:xfrm>
            <a:off x="2209800" y="4572000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2772" name="Oval 20"/>
          <p:cNvSpPr>
            <a:spLocks noChangeArrowheads="1"/>
          </p:cNvSpPr>
          <p:nvPr/>
        </p:nvSpPr>
        <p:spPr bwMode="auto">
          <a:xfrm>
            <a:off x="5029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2773" name="Object 21"/>
          <p:cNvGraphicFramePr>
            <a:graphicFrameLocks noChangeAspect="1"/>
          </p:cNvGraphicFramePr>
          <p:nvPr/>
        </p:nvGraphicFramePr>
        <p:xfrm>
          <a:off x="5143500" y="4191000"/>
          <a:ext cx="482600" cy="571500"/>
        </p:xfrm>
        <a:graphic>
          <a:graphicData uri="http://schemas.openxmlformats.org/presentationml/2006/ole">
            <p:oleObj spid="_x0000_s202773" name="Equation" r:id="rId10" imgW="482400" imgH="571320" progId="Equation.3">
              <p:embed/>
            </p:oleObj>
          </a:graphicData>
        </a:graphic>
      </p:graphicFrame>
      <p:sp>
        <p:nvSpPr>
          <p:cNvPr id="202774" name="Line 22"/>
          <p:cNvSpPr>
            <a:spLocks noChangeShapeType="1"/>
          </p:cNvSpPr>
          <p:nvPr/>
        </p:nvSpPr>
        <p:spPr bwMode="auto">
          <a:xfrm>
            <a:off x="57150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02775" name="Object 23"/>
          <p:cNvGraphicFramePr>
            <a:graphicFrameLocks noChangeAspect="1"/>
          </p:cNvGraphicFramePr>
          <p:nvPr/>
        </p:nvGraphicFramePr>
        <p:xfrm>
          <a:off x="6096000" y="4267200"/>
          <a:ext cx="265113" cy="279400"/>
        </p:xfrm>
        <a:graphic>
          <a:graphicData uri="http://schemas.openxmlformats.org/presentationml/2006/ole">
            <p:oleObj spid="_x0000_s202775" name="Equation" r:id="rId11" imgW="266400" imgH="279360" progId="Equation.3">
              <p:embed/>
            </p:oleObj>
          </a:graphicData>
        </a:graphic>
      </p:graphicFrame>
      <p:sp>
        <p:nvSpPr>
          <p:cNvPr id="202776" name="Line 24"/>
          <p:cNvSpPr>
            <a:spLocks noChangeShapeType="1"/>
          </p:cNvSpPr>
          <p:nvPr/>
        </p:nvSpPr>
        <p:spPr bwMode="auto">
          <a:xfrm>
            <a:off x="3200400" y="5029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2777" name="Line 25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2778" name="Object 26"/>
          <p:cNvGraphicFramePr>
            <a:graphicFrameLocks noChangeAspect="1"/>
          </p:cNvGraphicFramePr>
          <p:nvPr/>
        </p:nvGraphicFramePr>
        <p:xfrm>
          <a:off x="1905000" y="1524000"/>
          <a:ext cx="265113" cy="279400"/>
        </p:xfrm>
        <a:graphic>
          <a:graphicData uri="http://schemas.openxmlformats.org/presentationml/2006/ole">
            <p:oleObj spid="_x0000_s202778" name="Equation" r:id="rId12" imgW="266400" imgH="279360" progId="Equation.3">
              <p:embed/>
            </p:oleObj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7BFE6D-B57C-4DA4-9D45-0DD61D418F03}" type="slidenum">
              <a:rPr lang="en-US"/>
              <a:pPr/>
              <a:t>41</a:t>
            </a:fld>
            <a:endParaRPr lang="en-US"/>
          </a:p>
        </p:txBody>
      </p:sp>
      <p:sp>
        <p:nvSpPr>
          <p:cNvPr id="203778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3779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3780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3781" name="Object 5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203781" name="Equation" r:id="rId3" imgW="266400" imgH="279360" progId="Equation.3">
              <p:embed/>
            </p:oleObj>
          </a:graphicData>
        </a:graphic>
      </p:graphicFrame>
      <p:sp>
        <p:nvSpPr>
          <p:cNvPr id="203782" name="Line 6"/>
          <p:cNvSpPr>
            <a:spLocks noChangeShapeType="1"/>
          </p:cNvSpPr>
          <p:nvPr/>
        </p:nvSpPr>
        <p:spPr bwMode="auto">
          <a:xfrm>
            <a:off x="914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3783" name="Object 7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203783" name="Equation" r:id="rId4" imgW="266400" imgH="279360" progId="Equation.3">
              <p:embed/>
            </p:oleObj>
          </a:graphicData>
        </a:graphic>
      </p:graphicFrame>
      <p:sp>
        <p:nvSpPr>
          <p:cNvPr id="203784" name="Oval 8"/>
          <p:cNvSpPr>
            <a:spLocks noChangeArrowheads="1"/>
          </p:cNvSpPr>
          <p:nvPr/>
        </p:nvSpPr>
        <p:spPr bwMode="auto">
          <a:xfrm>
            <a:off x="32766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3785" name="Oval 9"/>
          <p:cNvSpPr>
            <a:spLocks noChangeArrowheads="1"/>
          </p:cNvSpPr>
          <p:nvPr/>
        </p:nvSpPr>
        <p:spPr bwMode="auto">
          <a:xfrm>
            <a:off x="15240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3786" name="Line 10"/>
          <p:cNvSpPr>
            <a:spLocks noChangeShapeType="1"/>
          </p:cNvSpPr>
          <p:nvPr/>
        </p:nvSpPr>
        <p:spPr bwMode="auto">
          <a:xfrm>
            <a:off x="990600" y="4572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3787" name="Oval 11"/>
          <p:cNvSpPr>
            <a:spLocks noChangeArrowheads="1"/>
          </p:cNvSpPr>
          <p:nvPr/>
        </p:nvSpPr>
        <p:spPr bwMode="auto">
          <a:xfrm>
            <a:off x="6934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3788" name="Line 12"/>
          <p:cNvSpPr>
            <a:spLocks noChangeShapeType="1"/>
          </p:cNvSpPr>
          <p:nvPr/>
        </p:nvSpPr>
        <p:spPr bwMode="auto">
          <a:xfrm>
            <a:off x="3962400" y="4572000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03789" name="Object 13"/>
          <p:cNvGraphicFramePr>
            <a:graphicFrameLocks noChangeAspect="1"/>
          </p:cNvGraphicFramePr>
          <p:nvPr/>
        </p:nvGraphicFramePr>
        <p:xfrm>
          <a:off x="3429000" y="4191000"/>
          <a:ext cx="406400" cy="571500"/>
        </p:xfrm>
        <a:graphic>
          <a:graphicData uri="http://schemas.openxmlformats.org/presentationml/2006/ole">
            <p:oleObj spid="_x0000_s203789" name="Equation" r:id="rId5" imgW="406080" imgH="571320" progId="Equation.3">
              <p:embed/>
            </p:oleObj>
          </a:graphicData>
        </a:graphic>
      </p:graphicFrame>
      <p:sp>
        <p:nvSpPr>
          <p:cNvPr id="203790" name="Oval 14"/>
          <p:cNvSpPr>
            <a:spLocks noChangeArrowheads="1"/>
          </p:cNvSpPr>
          <p:nvPr/>
        </p:nvSpPr>
        <p:spPr bwMode="auto">
          <a:xfrm>
            <a:off x="6781800" y="40386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3791" name="Object 15"/>
          <p:cNvGraphicFramePr>
            <a:graphicFrameLocks noChangeAspect="1"/>
          </p:cNvGraphicFramePr>
          <p:nvPr/>
        </p:nvGraphicFramePr>
        <p:xfrm>
          <a:off x="7023100" y="4184650"/>
          <a:ext cx="457200" cy="584200"/>
        </p:xfrm>
        <a:graphic>
          <a:graphicData uri="http://schemas.openxmlformats.org/presentationml/2006/ole">
            <p:oleObj spid="_x0000_s203791" name="Equation" r:id="rId6" imgW="457200" imgH="583920" progId="Equation.3">
              <p:embed/>
            </p:oleObj>
          </a:graphicData>
        </a:graphic>
      </p:graphicFrame>
      <p:graphicFrame>
        <p:nvGraphicFramePr>
          <p:cNvPr id="203792" name="Object 16"/>
          <p:cNvGraphicFramePr>
            <a:graphicFrameLocks noChangeAspect="1"/>
          </p:cNvGraphicFramePr>
          <p:nvPr/>
        </p:nvGraphicFramePr>
        <p:xfrm>
          <a:off x="2514600" y="4267200"/>
          <a:ext cx="265113" cy="279400"/>
        </p:xfrm>
        <a:graphic>
          <a:graphicData uri="http://schemas.openxmlformats.org/presentationml/2006/ole">
            <p:oleObj spid="_x0000_s203792" name="Equation" r:id="rId7" imgW="266400" imgH="279360" progId="Equation.3">
              <p:embed/>
            </p:oleObj>
          </a:graphicData>
        </a:graphic>
      </p:graphicFrame>
      <p:graphicFrame>
        <p:nvGraphicFramePr>
          <p:cNvPr id="203793" name="Object 17"/>
          <p:cNvGraphicFramePr>
            <a:graphicFrameLocks noChangeAspect="1"/>
          </p:cNvGraphicFramePr>
          <p:nvPr/>
        </p:nvGraphicFramePr>
        <p:xfrm>
          <a:off x="1600200" y="4191000"/>
          <a:ext cx="482600" cy="584200"/>
        </p:xfrm>
        <a:graphic>
          <a:graphicData uri="http://schemas.openxmlformats.org/presentationml/2006/ole">
            <p:oleObj spid="_x0000_s203793" name="Equation" r:id="rId8" imgW="482400" imgH="583920" progId="Equation.3">
              <p:embed/>
            </p:oleObj>
          </a:graphicData>
        </a:graphic>
      </p:graphicFrame>
      <p:graphicFrame>
        <p:nvGraphicFramePr>
          <p:cNvPr id="203794" name="Object 18"/>
          <p:cNvGraphicFramePr>
            <a:graphicFrameLocks noChangeAspect="1"/>
          </p:cNvGraphicFramePr>
          <p:nvPr/>
        </p:nvGraphicFramePr>
        <p:xfrm>
          <a:off x="4267200" y="4114800"/>
          <a:ext cx="330200" cy="419100"/>
        </p:xfrm>
        <a:graphic>
          <a:graphicData uri="http://schemas.openxmlformats.org/presentationml/2006/ole">
            <p:oleObj spid="_x0000_s203794" name="Equation" r:id="rId9" imgW="330120" imgH="419040" progId="Equation.3">
              <p:embed/>
            </p:oleObj>
          </a:graphicData>
        </a:graphic>
      </p:graphicFrame>
      <p:sp>
        <p:nvSpPr>
          <p:cNvPr id="203795" name="Line 19"/>
          <p:cNvSpPr>
            <a:spLocks noChangeShapeType="1"/>
          </p:cNvSpPr>
          <p:nvPr/>
        </p:nvSpPr>
        <p:spPr bwMode="auto">
          <a:xfrm>
            <a:off x="22098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3796" name="Oval 20"/>
          <p:cNvSpPr>
            <a:spLocks noChangeArrowheads="1"/>
          </p:cNvSpPr>
          <p:nvPr/>
        </p:nvSpPr>
        <p:spPr bwMode="auto">
          <a:xfrm>
            <a:off x="5029200" y="41910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3797" name="Object 21"/>
          <p:cNvGraphicFramePr>
            <a:graphicFrameLocks noChangeAspect="1"/>
          </p:cNvGraphicFramePr>
          <p:nvPr/>
        </p:nvGraphicFramePr>
        <p:xfrm>
          <a:off x="5143500" y="4191000"/>
          <a:ext cx="482600" cy="571500"/>
        </p:xfrm>
        <a:graphic>
          <a:graphicData uri="http://schemas.openxmlformats.org/presentationml/2006/ole">
            <p:oleObj spid="_x0000_s203797" name="Equation" r:id="rId10" imgW="482400" imgH="571320" progId="Equation.3">
              <p:embed/>
            </p:oleObj>
          </a:graphicData>
        </a:graphic>
      </p:graphicFrame>
      <p:sp>
        <p:nvSpPr>
          <p:cNvPr id="203798" name="Line 22"/>
          <p:cNvSpPr>
            <a:spLocks noChangeShapeType="1"/>
          </p:cNvSpPr>
          <p:nvPr/>
        </p:nvSpPr>
        <p:spPr bwMode="auto">
          <a:xfrm>
            <a:off x="57150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03799" name="Object 23"/>
          <p:cNvGraphicFramePr>
            <a:graphicFrameLocks noChangeAspect="1"/>
          </p:cNvGraphicFramePr>
          <p:nvPr/>
        </p:nvGraphicFramePr>
        <p:xfrm>
          <a:off x="6096000" y="4267200"/>
          <a:ext cx="265113" cy="279400"/>
        </p:xfrm>
        <a:graphic>
          <a:graphicData uri="http://schemas.openxmlformats.org/presentationml/2006/ole">
            <p:oleObj spid="_x0000_s203799" name="Equation" r:id="rId11" imgW="266400" imgH="279360" progId="Equation.3">
              <p:embed/>
            </p:oleObj>
          </a:graphicData>
        </a:graphic>
      </p:graphicFrame>
      <p:sp>
        <p:nvSpPr>
          <p:cNvPr id="203800" name="Line 24"/>
          <p:cNvSpPr>
            <a:spLocks noChangeShapeType="1"/>
          </p:cNvSpPr>
          <p:nvPr/>
        </p:nvSpPr>
        <p:spPr bwMode="auto">
          <a:xfrm>
            <a:off x="4953000" y="5029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3801" name="Text Box 25"/>
          <p:cNvSpPr txBox="1">
            <a:spLocks noChangeArrowheads="1"/>
          </p:cNvSpPr>
          <p:nvPr/>
        </p:nvSpPr>
        <p:spPr bwMode="auto">
          <a:xfrm>
            <a:off x="2133600" y="228600"/>
            <a:ext cx="49180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(read head doesn’t move)</a:t>
            </a:r>
          </a:p>
        </p:txBody>
      </p:sp>
      <p:sp>
        <p:nvSpPr>
          <p:cNvPr id="203802" name="Line 26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3803" name="Object 27"/>
          <p:cNvGraphicFramePr>
            <a:graphicFrameLocks noChangeAspect="1"/>
          </p:cNvGraphicFramePr>
          <p:nvPr/>
        </p:nvGraphicFramePr>
        <p:xfrm>
          <a:off x="1905000" y="1524000"/>
          <a:ext cx="265113" cy="279400"/>
        </p:xfrm>
        <a:graphic>
          <a:graphicData uri="http://schemas.openxmlformats.org/presentationml/2006/ole">
            <p:oleObj spid="_x0000_s203803" name="Equation" r:id="rId12" imgW="266400" imgH="279360" progId="Equation.3">
              <p:embed/>
            </p:oleObj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DA3090C-430C-4486-B801-6D588FD88015}" type="slidenum">
              <a:rPr lang="en-US"/>
              <a:pPr/>
              <a:t>42</a:t>
            </a:fld>
            <a:endParaRPr lang="en-US"/>
          </a:p>
        </p:txBody>
      </p:sp>
      <p:sp>
        <p:nvSpPr>
          <p:cNvPr id="204802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03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04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4805" name="Object 5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204805" name="Equation" r:id="rId3" imgW="266400" imgH="279360" progId="Equation.3">
              <p:embed/>
            </p:oleObj>
          </a:graphicData>
        </a:graphic>
      </p:graphicFrame>
      <p:sp>
        <p:nvSpPr>
          <p:cNvPr id="204806" name="Line 6"/>
          <p:cNvSpPr>
            <a:spLocks noChangeShapeType="1"/>
          </p:cNvSpPr>
          <p:nvPr/>
        </p:nvSpPr>
        <p:spPr bwMode="auto">
          <a:xfrm>
            <a:off x="15240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4807" name="Object 7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204807" name="Equation" r:id="rId4" imgW="266400" imgH="279360" progId="Equation.3">
              <p:embed/>
            </p:oleObj>
          </a:graphicData>
        </a:graphic>
      </p:graphicFrame>
      <p:sp>
        <p:nvSpPr>
          <p:cNvPr id="204808" name="Oval 8"/>
          <p:cNvSpPr>
            <a:spLocks noChangeArrowheads="1"/>
          </p:cNvSpPr>
          <p:nvPr/>
        </p:nvSpPr>
        <p:spPr bwMode="auto">
          <a:xfrm>
            <a:off x="32766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09" name="Oval 9"/>
          <p:cNvSpPr>
            <a:spLocks noChangeArrowheads="1"/>
          </p:cNvSpPr>
          <p:nvPr/>
        </p:nvSpPr>
        <p:spPr bwMode="auto">
          <a:xfrm>
            <a:off x="15240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10" name="Line 10"/>
          <p:cNvSpPr>
            <a:spLocks noChangeShapeType="1"/>
          </p:cNvSpPr>
          <p:nvPr/>
        </p:nvSpPr>
        <p:spPr bwMode="auto">
          <a:xfrm>
            <a:off x="990600" y="4572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11" name="Oval 11"/>
          <p:cNvSpPr>
            <a:spLocks noChangeArrowheads="1"/>
          </p:cNvSpPr>
          <p:nvPr/>
        </p:nvSpPr>
        <p:spPr bwMode="auto">
          <a:xfrm>
            <a:off x="6934200" y="41910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4812" name="Line 12"/>
          <p:cNvSpPr>
            <a:spLocks noChangeShapeType="1"/>
          </p:cNvSpPr>
          <p:nvPr/>
        </p:nvSpPr>
        <p:spPr bwMode="auto">
          <a:xfrm>
            <a:off x="39624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04813" name="Object 13"/>
          <p:cNvGraphicFramePr>
            <a:graphicFrameLocks noChangeAspect="1"/>
          </p:cNvGraphicFramePr>
          <p:nvPr/>
        </p:nvGraphicFramePr>
        <p:xfrm>
          <a:off x="3429000" y="4191000"/>
          <a:ext cx="406400" cy="571500"/>
        </p:xfrm>
        <a:graphic>
          <a:graphicData uri="http://schemas.openxmlformats.org/presentationml/2006/ole">
            <p:oleObj spid="_x0000_s204813" name="Equation" r:id="rId5" imgW="406080" imgH="571320" progId="Equation.3">
              <p:embed/>
            </p:oleObj>
          </a:graphicData>
        </a:graphic>
      </p:graphicFrame>
      <p:sp>
        <p:nvSpPr>
          <p:cNvPr id="204814" name="Oval 14"/>
          <p:cNvSpPr>
            <a:spLocks noChangeArrowheads="1"/>
          </p:cNvSpPr>
          <p:nvPr/>
        </p:nvSpPr>
        <p:spPr bwMode="auto">
          <a:xfrm>
            <a:off x="6781800" y="4038600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4815" name="Object 15"/>
          <p:cNvGraphicFramePr>
            <a:graphicFrameLocks noChangeAspect="1"/>
          </p:cNvGraphicFramePr>
          <p:nvPr/>
        </p:nvGraphicFramePr>
        <p:xfrm>
          <a:off x="7023100" y="4184650"/>
          <a:ext cx="457200" cy="584200"/>
        </p:xfrm>
        <a:graphic>
          <a:graphicData uri="http://schemas.openxmlformats.org/presentationml/2006/ole">
            <p:oleObj spid="_x0000_s204815" name="Equation" r:id="rId6" imgW="457200" imgH="583920" progId="Equation.3">
              <p:embed/>
            </p:oleObj>
          </a:graphicData>
        </a:graphic>
      </p:graphicFrame>
      <p:graphicFrame>
        <p:nvGraphicFramePr>
          <p:cNvPr id="204816" name="Object 16"/>
          <p:cNvGraphicFramePr>
            <a:graphicFrameLocks noChangeAspect="1"/>
          </p:cNvGraphicFramePr>
          <p:nvPr/>
        </p:nvGraphicFramePr>
        <p:xfrm>
          <a:off x="2514600" y="4267200"/>
          <a:ext cx="265113" cy="279400"/>
        </p:xfrm>
        <a:graphic>
          <a:graphicData uri="http://schemas.openxmlformats.org/presentationml/2006/ole">
            <p:oleObj spid="_x0000_s204816" name="Equation" r:id="rId7" imgW="266400" imgH="279360" progId="Equation.3">
              <p:embed/>
            </p:oleObj>
          </a:graphicData>
        </a:graphic>
      </p:graphicFrame>
      <p:graphicFrame>
        <p:nvGraphicFramePr>
          <p:cNvPr id="204817" name="Object 17"/>
          <p:cNvGraphicFramePr>
            <a:graphicFrameLocks noChangeAspect="1"/>
          </p:cNvGraphicFramePr>
          <p:nvPr/>
        </p:nvGraphicFramePr>
        <p:xfrm>
          <a:off x="1600200" y="4191000"/>
          <a:ext cx="482600" cy="584200"/>
        </p:xfrm>
        <a:graphic>
          <a:graphicData uri="http://schemas.openxmlformats.org/presentationml/2006/ole">
            <p:oleObj spid="_x0000_s204817" name="Equation" r:id="rId8" imgW="482400" imgH="583920" progId="Equation.3">
              <p:embed/>
            </p:oleObj>
          </a:graphicData>
        </a:graphic>
      </p:graphicFrame>
      <p:graphicFrame>
        <p:nvGraphicFramePr>
          <p:cNvPr id="204818" name="Object 18"/>
          <p:cNvGraphicFramePr>
            <a:graphicFrameLocks noChangeAspect="1"/>
          </p:cNvGraphicFramePr>
          <p:nvPr/>
        </p:nvGraphicFramePr>
        <p:xfrm>
          <a:off x="4267200" y="4114800"/>
          <a:ext cx="330200" cy="419100"/>
        </p:xfrm>
        <a:graphic>
          <a:graphicData uri="http://schemas.openxmlformats.org/presentationml/2006/ole">
            <p:oleObj spid="_x0000_s204818" name="Equation" r:id="rId9" imgW="330120" imgH="419040" progId="Equation.3">
              <p:embed/>
            </p:oleObj>
          </a:graphicData>
        </a:graphic>
      </p:graphicFrame>
      <p:sp>
        <p:nvSpPr>
          <p:cNvPr id="204819" name="Line 19"/>
          <p:cNvSpPr>
            <a:spLocks noChangeShapeType="1"/>
          </p:cNvSpPr>
          <p:nvPr/>
        </p:nvSpPr>
        <p:spPr bwMode="auto">
          <a:xfrm>
            <a:off x="22098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20" name="Oval 20"/>
          <p:cNvSpPr>
            <a:spLocks noChangeArrowheads="1"/>
          </p:cNvSpPr>
          <p:nvPr/>
        </p:nvSpPr>
        <p:spPr bwMode="auto">
          <a:xfrm>
            <a:off x="5029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4821" name="Object 21"/>
          <p:cNvGraphicFramePr>
            <a:graphicFrameLocks noChangeAspect="1"/>
          </p:cNvGraphicFramePr>
          <p:nvPr/>
        </p:nvGraphicFramePr>
        <p:xfrm>
          <a:off x="5143500" y="4191000"/>
          <a:ext cx="482600" cy="571500"/>
        </p:xfrm>
        <a:graphic>
          <a:graphicData uri="http://schemas.openxmlformats.org/presentationml/2006/ole">
            <p:oleObj spid="_x0000_s204821" name="Equation" r:id="rId10" imgW="482400" imgH="571320" progId="Equation.3">
              <p:embed/>
            </p:oleObj>
          </a:graphicData>
        </a:graphic>
      </p:graphicFrame>
      <p:sp>
        <p:nvSpPr>
          <p:cNvPr id="204822" name="Line 22"/>
          <p:cNvSpPr>
            <a:spLocks noChangeShapeType="1"/>
          </p:cNvSpPr>
          <p:nvPr/>
        </p:nvSpPr>
        <p:spPr bwMode="auto">
          <a:xfrm>
            <a:off x="5715000" y="4572000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04823" name="Object 23"/>
          <p:cNvGraphicFramePr>
            <a:graphicFrameLocks noChangeAspect="1"/>
          </p:cNvGraphicFramePr>
          <p:nvPr/>
        </p:nvGraphicFramePr>
        <p:xfrm>
          <a:off x="6096000" y="4267200"/>
          <a:ext cx="265113" cy="279400"/>
        </p:xfrm>
        <a:graphic>
          <a:graphicData uri="http://schemas.openxmlformats.org/presentationml/2006/ole">
            <p:oleObj spid="_x0000_s204823" name="Equation" r:id="rId11" imgW="266400" imgH="279360" progId="Equation.3">
              <p:embed/>
            </p:oleObj>
          </a:graphicData>
        </a:graphic>
      </p:graphicFrame>
      <p:sp>
        <p:nvSpPr>
          <p:cNvPr id="204825" name="Line 25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4826" name="Object 26"/>
          <p:cNvGraphicFramePr>
            <a:graphicFrameLocks noChangeAspect="1"/>
          </p:cNvGraphicFramePr>
          <p:nvPr/>
        </p:nvGraphicFramePr>
        <p:xfrm>
          <a:off x="1905000" y="1524000"/>
          <a:ext cx="265113" cy="279400"/>
        </p:xfrm>
        <a:graphic>
          <a:graphicData uri="http://schemas.openxmlformats.org/presentationml/2006/ole">
            <p:oleObj spid="_x0000_s204826" name="Equation" r:id="rId12" imgW="266400" imgH="279360" progId="Equation.3">
              <p:embed/>
            </p:oleObj>
          </a:graphicData>
        </a:graphic>
      </p:graphicFrame>
      <p:sp>
        <p:nvSpPr>
          <p:cNvPr id="204827" name="Text Box 27"/>
          <p:cNvSpPr txBox="1">
            <a:spLocks noChangeArrowheads="1"/>
          </p:cNvSpPr>
          <p:nvPr/>
        </p:nvSpPr>
        <p:spPr bwMode="auto">
          <a:xfrm>
            <a:off x="4572000" y="5257800"/>
            <a:ext cx="411638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No transition:</a:t>
            </a:r>
          </a:p>
          <a:p>
            <a:r>
              <a:rPr lang="en-US"/>
              <a:t>the automaton hangs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A1EB59-CB2C-4566-A42A-BC89C1E93CA3}" type="slidenum">
              <a:rPr lang="en-US"/>
              <a:pPr/>
              <a:t>43</a:t>
            </a:fld>
            <a:endParaRPr lang="en-US"/>
          </a:p>
        </p:txBody>
      </p:sp>
      <p:sp>
        <p:nvSpPr>
          <p:cNvPr id="205826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5827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5828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5829" name="Object 5"/>
          <p:cNvGraphicFramePr>
            <a:graphicFrameLocks noChangeAspect="1"/>
          </p:cNvGraphicFramePr>
          <p:nvPr/>
        </p:nvGraphicFramePr>
        <p:xfrm>
          <a:off x="838200" y="1524000"/>
          <a:ext cx="265113" cy="279400"/>
        </p:xfrm>
        <a:graphic>
          <a:graphicData uri="http://schemas.openxmlformats.org/presentationml/2006/ole">
            <p:oleObj spid="_x0000_s205829" name="Equation" r:id="rId3" imgW="266400" imgH="279360" progId="Equation.3">
              <p:embed/>
            </p:oleObj>
          </a:graphicData>
        </a:graphic>
      </p:graphicFrame>
      <p:sp>
        <p:nvSpPr>
          <p:cNvPr id="205830" name="Line 6"/>
          <p:cNvSpPr>
            <a:spLocks noChangeShapeType="1"/>
          </p:cNvSpPr>
          <p:nvPr/>
        </p:nvSpPr>
        <p:spPr bwMode="auto">
          <a:xfrm>
            <a:off x="15240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5831" name="Object 7"/>
          <p:cNvGraphicFramePr>
            <a:graphicFrameLocks noChangeAspect="1"/>
          </p:cNvGraphicFramePr>
          <p:nvPr/>
        </p:nvGraphicFramePr>
        <p:xfrm>
          <a:off x="1371600" y="1524000"/>
          <a:ext cx="265113" cy="279400"/>
        </p:xfrm>
        <a:graphic>
          <a:graphicData uri="http://schemas.openxmlformats.org/presentationml/2006/ole">
            <p:oleObj spid="_x0000_s205831" name="Equation" r:id="rId4" imgW="266400" imgH="279360" progId="Equation.3">
              <p:embed/>
            </p:oleObj>
          </a:graphicData>
        </a:graphic>
      </p:graphicFrame>
      <p:sp>
        <p:nvSpPr>
          <p:cNvPr id="205832" name="Oval 8"/>
          <p:cNvSpPr>
            <a:spLocks noChangeArrowheads="1"/>
          </p:cNvSpPr>
          <p:nvPr/>
        </p:nvSpPr>
        <p:spPr bwMode="auto">
          <a:xfrm>
            <a:off x="32766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5833" name="Oval 9"/>
          <p:cNvSpPr>
            <a:spLocks noChangeArrowheads="1"/>
          </p:cNvSpPr>
          <p:nvPr/>
        </p:nvSpPr>
        <p:spPr bwMode="auto">
          <a:xfrm>
            <a:off x="15240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5834" name="Line 10"/>
          <p:cNvSpPr>
            <a:spLocks noChangeShapeType="1"/>
          </p:cNvSpPr>
          <p:nvPr/>
        </p:nvSpPr>
        <p:spPr bwMode="auto">
          <a:xfrm>
            <a:off x="990600" y="4572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5835" name="Oval 11"/>
          <p:cNvSpPr>
            <a:spLocks noChangeArrowheads="1"/>
          </p:cNvSpPr>
          <p:nvPr/>
        </p:nvSpPr>
        <p:spPr bwMode="auto">
          <a:xfrm>
            <a:off x="6934200" y="41910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5836" name="Line 12"/>
          <p:cNvSpPr>
            <a:spLocks noChangeShapeType="1"/>
          </p:cNvSpPr>
          <p:nvPr/>
        </p:nvSpPr>
        <p:spPr bwMode="auto">
          <a:xfrm>
            <a:off x="39624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05837" name="Object 13"/>
          <p:cNvGraphicFramePr>
            <a:graphicFrameLocks noChangeAspect="1"/>
          </p:cNvGraphicFramePr>
          <p:nvPr/>
        </p:nvGraphicFramePr>
        <p:xfrm>
          <a:off x="3429000" y="4191000"/>
          <a:ext cx="406400" cy="571500"/>
        </p:xfrm>
        <a:graphic>
          <a:graphicData uri="http://schemas.openxmlformats.org/presentationml/2006/ole">
            <p:oleObj spid="_x0000_s205837" name="Equation" r:id="rId5" imgW="406080" imgH="571320" progId="Equation.3">
              <p:embed/>
            </p:oleObj>
          </a:graphicData>
        </a:graphic>
      </p:graphicFrame>
      <p:sp>
        <p:nvSpPr>
          <p:cNvPr id="205838" name="Oval 14"/>
          <p:cNvSpPr>
            <a:spLocks noChangeArrowheads="1"/>
          </p:cNvSpPr>
          <p:nvPr/>
        </p:nvSpPr>
        <p:spPr bwMode="auto">
          <a:xfrm>
            <a:off x="6781800" y="4038600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5839" name="Object 15"/>
          <p:cNvGraphicFramePr>
            <a:graphicFrameLocks noChangeAspect="1"/>
          </p:cNvGraphicFramePr>
          <p:nvPr/>
        </p:nvGraphicFramePr>
        <p:xfrm>
          <a:off x="7023100" y="4184650"/>
          <a:ext cx="457200" cy="584200"/>
        </p:xfrm>
        <a:graphic>
          <a:graphicData uri="http://schemas.openxmlformats.org/presentationml/2006/ole">
            <p:oleObj spid="_x0000_s205839" name="Equation" r:id="rId6" imgW="457200" imgH="583920" progId="Equation.3">
              <p:embed/>
            </p:oleObj>
          </a:graphicData>
        </a:graphic>
      </p:graphicFrame>
      <p:graphicFrame>
        <p:nvGraphicFramePr>
          <p:cNvPr id="205840" name="Object 16"/>
          <p:cNvGraphicFramePr>
            <a:graphicFrameLocks noChangeAspect="1"/>
          </p:cNvGraphicFramePr>
          <p:nvPr/>
        </p:nvGraphicFramePr>
        <p:xfrm>
          <a:off x="2514600" y="4267200"/>
          <a:ext cx="265113" cy="279400"/>
        </p:xfrm>
        <a:graphic>
          <a:graphicData uri="http://schemas.openxmlformats.org/presentationml/2006/ole">
            <p:oleObj spid="_x0000_s205840" name="Equation" r:id="rId7" imgW="266400" imgH="279360" progId="Equation.3">
              <p:embed/>
            </p:oleObj>
          </a:graphicData>
        </a:graphic>
      </p:graphicFrame>
      <p:graphicFrame>
        <p:nvGraphicFramePr>
          <p:cNvPr id="205841" name="Object 17"/>
          <p:cNvGraphicFramePr>
            <a:graphicFrameLocks noChangeAspect="1"/>
          </p:cNvGraphicFramePr>
          <p:nvPr/>
        </p:nvGraphicFramePr>
        <p:xfrm>
          <a:off x="1600200" y="4191000"/>
          <a:ext cx="482600" cy="584200"/>
        </p:xfrm>
        <a:graphic>
          <a:graphicData uri="http://schemas.openxmlformats.org/presentationml/2006/ole">
            <p:oleObj spid="_x0000_s205841" name="Equation" r:id="rId8" imgW="482400" imgH="583920" progId="Equation.3">
              <p:embed/>
            </p:oleObj>
          </a:graphicData>
        </a:graphic>
      </p:graphicFrame>
      <p:graphicFrame>
        <p:nvGraphicFramePr>
          <p:cNvPr id="205842" name="Object 18"/>
          <p:cNvGraphicFramePr>
            <a:graphicFrameLocks noChangeAspect="1"/>
          </p:cNvGraphicFramePr>
          <p:nvPr/>
        </p:nvGraphicFramePr>
        <p:xfrm>
          <a:off x="4267200" y="4114800"/>
          <a:ext cx="330200" cy="419100"/>
        </p:xfrm>
        <a:graphic>
          <a:graphicData uri="http://schemas.openxmlformats.org/presentationml/2006/ole">
            <p:oleObj spid="_x0000_s205842" name="Equation" r:id="rId9" imgW="330120" imgH="419040" progId="Equation.3">
              <p:embed/>
            </p:oleObj>
          </a:graphicData>
        </a:graphic>
      </p:graphicFrame>
      <p:sp>
        <p:nvSpPr>
          <p:cNvPr id="205843" name="Line 19"/>
          <p:cNvSpPr>
            <a:spLocks noChangeShapeType="1"/>
          </p:cNvSpPr>
          <p:nvPr/>
        </p:nvSpPr>
        <p:spPr bwMode="auto">
          <a:xfrm>
            <a:off x="22098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5844" name="Oval 20"/>
          <p:cNvSpPr>
            <a:spLocks noChangeArrowheads="1"/>
          </p:cNvSpPr>
          <p:nvPr/>
        </p:nvSpPr>
        <p:spPr bwMode="auto">
          <a:xfrm>
            <a:off x="5029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5845" name="Object 21"/>
          <p:cNvGraphicFramePr>
            <a:graphicFrameLocks noChangeAspect="1"/>
          </p:cNvGraphicFramePr>
          <p:nvPr/>
        </p:nvGraphicFramePr>
        <p:xfrm>
          <a:off x="5143500" y="4191000"/>
          <a:ext cx="482600" cy="571500"/>
        </p:xfrm>
        <a:graphic>
          <a:graphicData uri="http://schemas.openxmlformats.org/presentationml/2006/ole">
            <p:oleObj spid="_x0000_s205845" name="Equation" r:id="rId10" imgW="482400" imgH="571320" progId="Equation.3">
              <p:embed/>
            </p:oleObj>
          </a:graphicData>
        </a:graphic>
      </p:graphicFrame>
      <p:sp>
        <p:nvSpPr>
          <p:cNvPr id="205846" name="Line 22"/>
          <p:cNvSpPr>
            <a:spLocks noChangeShapeType="1"/>
          </p:cNvSpPr>
          <p:nvPr/>
        </p:nvSpPr>
        <p:spPr bwMode="auto">
          <a:xfrm>
            <a:off x="5715000" y="4572000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05847" name="Object 23"/>
          <p:cNvGraphicFramePr>
            <a:graphicFrameLocks noChangeAspect="1"/>
          </p:cNvGraphicFramePr>
          <p:nvPr/>
        </p:nvGraphicFramePr>
        <p:xfrm>
          <a:off x="6096000" y="4267200"/>
          <a:ext cx="265113" cy="279400"/>
        </p:xfrm>
        <a:graphic>
          <a:graphicData uri="http://schemas.openxmlformats.org/presentationml/2006/ole">
            <p:oleObj spid="_x0000_s205847" name="Equation" r:id="rId11" imgW="266400" imgH="279360" progId="Equation.3">
              <p:embed/>
            </p:oleObj>
          </a:graphicData>
        </a:graphic>
      </p:graphicFrame>
      <p:sp>
        <p:nvSpPr>
          <p:cNvPr id="205849" name="Text Box 25"/>
          <p:cNvSpPr txBox="1">
            <a:spLocks noChangeArrowheads="1"/>
          </p:cNvSpPr>
          <p:nvPr/>
        </p:nvSpPr>
        <p:spPr bwMode="auto">
          <a:xfrm>
            <a:off x="6400800" y="3276600"/>
            <a:ext cx="17097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“reject”</a:t>
            </a:r>
          </a:p>
        </p:txBody>
      </p:sp>
      <p:sp>
        <p:nvSpPr>
          <p:cNvPr id="205850" name="Text Box 26"/>
          <p:cNvSpPr txBox="1">
            <a:spLocks noChangeArrowheads="1"/>
          </p:cNvSpPr>
          <p:nvPr/>
        </p:nvSpPr>
        <p:spPr bwMode="auto">
          <a:xfrm>
            <a:off x="441325" y="5892800"/>
            <a:ext cx="48418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String           is rejected</a:t>
            </a:r>
          </a:p>
        </p:txBody>
      </p:sp>
      <p:graphicFrame>
        <p:nvGraphicFramePr>
          <p:cNvPr id="205851" name="Object 27"/>
          <p:cNvGraphicFramePr>
            <a:graphicFrameLocks noChangeAspect="1"/>
          </p:cNvGraphicFramePr>
          <p:nvPr/>
        </p:nvGraphicFramePr>
        <p:xfrm>
          <a:off x="1981200" y="6019800"/>
          <a:ext cx="812800" cy="330200"/>
        </p:xfrm>
        <a:graphic>
          <a:graphicData uri="http://schemas.openxmlformats.org/presentationml/2006/ole">
            <p:oleObj spid="_x0000_s205851" name="Equation" r:id="rId12" imgW="812520" imgH="330120" progId="Equation.3">
              <p:embed/>
            </p:oleObj>
          </a:graphicData>
        </a:graphic>
      </p:graphicFrame>
      <p:sp>
        <p:nvSpPr>
          <p:cNvPr id="205853" name="Line 29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5854" name="Object 30"/>
          <p:cNvGraphicFramePr>
            <a:graphicFrameLocks noChangeAspect="1"/>
          </p:cNvGraphicFramePr>
          <p:nvPr/>
        </p:nvGraphicFramePr>
        <p:xfrm>
          <a:off x="1905000" y="1524000"/>
          <a:ext cx="265113" cy="279400"/>
        </p:xfrm>
        <a:graphic>
          <a:graphicData uri="http://schemas.openxmlformats.org/presentationml/2006/ole">
            <p:oleObj spid="_x0000_s205854" name="Equation" r:id="rId13" imgW="266400" imgH="279360" progId="Equation.3">
              <p:embed/>
            </p:oleObj>
          </a:graphicData>
        </a:graphic>
      </p:graphicFrame>
      <p:sp>
        <p:nvSpPr>
          <p:cNvPr id="205855" name="Text Box 31"/>
          <p:cNvSpPr txBox="1">
            <a:spLocks noChangeArrowheads="1"/>
          </p:cNvSpPr>
          <p:nvPr/>
        </p:nvSpPr>
        <p:spPr bwMode="auto">
          <a:xfrm>
            <a:off x="441325" y="254000"/>
            <a:ext cx="51419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Input cannot be consumed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E24ED4-32F7-436D-AE1B-D383E8C48FBF}" type="slidenum">
              <a:rPr lang="en-US"/>
              <a:pPr/>
              <a:t>44</a:t>
            </a:fld>
            <a:endParaRPr lang="en-US"/>
          </a:p>
        </p:txBody>
      </p:sp>
      <p:sp>
        <p:nvSpPr>
          <p:cNvPr id="150530" name="Text Box 2"/>
          <p:cNvSpPr txBox="1">
            <a:spLocks noChangeArrowheads="1"/>
          </p:cNvSpPr>
          <p:nvPr/>
        </p:nvSpPr>
        <p:spPr bwMode="auto">
          <a:xfrm>
            <a:off x="1127125" y="2082800"/>
            <a:ext cx="38655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Language accepted:</a:t>
            </a:r>
          </a:p>
        </p:txBody>
      </p:sp>
      <p:graphicFrame>
        <p:nvGraphicFramePr>
          <p:cNvPr id="150531" name="Object 3"/>
          <p:cNvGraphicFramePr>
            <a:graphicFrameLocks noChangeAspect="1"/>
          </p:cNvGraphicFramePr>
          <p:nvPr/>
        </p:nvGraphicFramePr>
        <p:xfrm>
          <a:off x="5181600" y="2057400"/>
          <a:ext cx="1727200" cy="533400"/>
        </p:xfrm>
        <a:graphic>
          <a:graphicData uri="http://schemas.openxmlformats.org/presentationml/2006/ole">
            <p:oleObj spid="_x0000_s150531" name="Equation" r:id="rId3" imgW="1726920" imgH="533160" progId="Equation.3">
              <p:embed/>
            </p:oleObj>
          </a:graphicData>
        </a:graphic>
      </p:graphicFrame>
      <p:sp>
        <p:nvSpPr>
          <p:cNvPr id="150532" name="Oval 4"/>
          <p:cNvSpPr>
            <a:spLocks noChangeArrowheads="1"/>
          </p:cNvSpPr>
          <p:nvPr/>
        </p:nvSpPr>
        <p:spPr bwMode="auto">
          <a:xfrm>
            <a:off x="32766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0533" name="Oval 5"/>
          <p:cNvSpPr>
            <a:spLocks noChangeArrowheads="1"/>
          </p:cNvSpPr>
          <p:nvPr/>
        </p:nvSpPr>
        <p:spPr bwMode="auto">
          <a:xfrm>
            <a:off x="15240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0534" name="Line 6"/>
          <p:cNvSpPr>
            <a:spLocks noChangeShapeType="1"/>
          </p:cNvSpPr>
          <p:nvPr/>
        </p:nvSpPr>
        <p:spPr bwMode="auto">
          <a:xfrm>
            <a:off x="990600" y="4572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0535" name="Oval 7"/>
          <p:cNvSpPr>
            <a:spLocks noChangeArrowheads="1"/>
          </p:cNvSpPr>
          <p:nvPr/>
        </p:nvSpPr>
        <p:spPr bwMode="auto">
          <a:xfrm>
            <a:off x="6934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0536" name="Line 8"/>
          <p:cNvSpPr>
            <a:spLocks noChangeShapeType="1"/>
          </p:cNvSpPr>
          <p:nvPr/>
        </p:nvSpPr>
        <p:spPr bwMode="auto">
          <a:xfrm>
            <a:off x="39624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50537" name="Object 9"/>
          <p:cNvGraphicFramePr>
            <a:graphicFrameLocks noChangeAspect="1"/>
          </p:cNvGraphicFramePr>
          <p:nvPr/>
        </p:nvGraphicFramePr>
        <p:xfrm>
          <a:off x="3429000" y="4191000"/>
          <a:ext cx="406400" cy="571500"/>
        </p:xfrm>
        <a:graphic>
          <a:graphicData uri="http://schemas.openxmlformats.org/presentationml/2006/ole">
            <p:oleObj spid="_x0000_s150537" name="Equation" r:id="rId4" imgW="406080" imgH="571320" progId="Equation.3">
              <p:embed/>
            </p:oleObj>
          </a:graphicData>
        </a:graphic>
      </p:graphicFrame>
      <p:sp>
        <p:nvSpPr>
          <p:cNvPr id="150538" name="Oval 10"/>
          <p:cNvSpPr>
            <a:spLocks noChangeArrowheads="1"/>
          </p:cNvSpPr>
          <p:nvPr/>
        </p:nvSpPr>
        <p:spPr bwMode="auto">
          <a:xfrm>
            <a:off x="6781800" y="40386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0539" name="Object 11"/>
          <p:cNvGraphicFramePr>
            <a:graphicFrameLocks noChangeAspect="1"/>
          </p:cNvGraphicFramePr>
          <p:nvPr/>
        </p:nvGraphicFramePr>
        <p:xfrm>
          <a:off x="7023100" y="4184650"/>
          <a:ext cx="457200" cy="584200"/>
        </p:xfrm>
        <a:graphic>
          <a:graphicData uri="http://schemas.openxmlformats.org/presentationml/2006/ole">
            <p:oleObj spid="_x0000_s150539" name="Equation" r:id="rId5" imgW="457200" imgH="583920" progId="Equation.3">
              <p:embed/>
            </p:oleObj>
          </a:graphicData>
        </a:graphic>
      </p:graphicFrame>
      <p:graphicFrame>
        <p:nvGraphicFramePr>
          <p:cNvPr id="150540" name="Object 12"/>
          <p:cNvGraphicFramePr>
            <a:graphicFrameLocks noChangeAspect="1"/>
          </p:cNvGraphicFramePr>
          <p:nvPr/>
        </p:nvGraphicFramePr>
        <p:xfrm>
          <a:off x="2514600" y="4267200"/>
          <a:ext cx="265113" cy="279400"/>
        </p:xfrm>
        <a:graphic>
          <a:graphicData uri="http://schemas.openxmlformats.org/presentationml/2006/ole">
            <p:oleObj spid="_x0000_s150540" name="Equation" r:id="rId6" imgW="266400" imgH="279360" progId="Equation.3">
              <p:embed/>
            </p:oleObj>
          </a:graphicData>
        </a:graphic>
      </p:graphicFrame>
      <p:graphicFrame>
        <p:nvGraphicFramePr>
          <p:cNvPr id="150541" name="Object 13"/>
          <p:cNvGraphicFramePr>
            <a:graphicFrameLocks noChangeAspect="1"/>
          </p:cNvGraphicFramePr>
          <p:nvPr/>
        </p:nvGraphicFramePr>
        <p:xfrm>
          <a:off x="1600200" y="4191000"/>
          <a:ext cx="482600" cy="584200"/>
        </p:xfrm>
        <a:graphic>
          <a:graphicData uri="http://schemas.openxmlformats.org/presentationml/2006/ole">
            <p:oleObj spid="_x0000_s150541" name="Equation" r:id="rId7" imgW="482400" imgH="583920" progId="Equation.3">
              <p:embed/>
            </p:oleObj>
          </a:graphicData>
        </a:graphic>
      </p:graphicFrame>
      <p:graphicFrame>
        <p:nvGraphicFramePr>
          <p:cNvPr id="150542" name="Object 14"/>
          <p:cNvGraphicFramePr>
            <a:graphicFrameLocks noChangeAspect="1"/>
          </p:cNvGraphicFramePr>
          <p:nvPr/>
        </p:nvGraphicFramePr>
        <p:xfrm>
          <a:off x="4267200" y="4114800"/>
          <a:ext cx="330200" cy="419100"/>
        </p:xfrm>
        <a:graphic>
          <a:graphicData uri="http://schemas.openxmlformats.org/presentationml/2006/ole">
            <p:oleObj spid="_x0000_s150542" name="Equation" r:id="rId8" imgW="330120" imgH="419040" progId="Equation.3">
              <p:embed/>
            </p:oleObj>
          </a:graphicData>
        </a:graphic>
      </p:graphicFrame>
      <p:sp>
        <p:nvSpPr>
          <p:cNvPr id="150543" name="Line 15"/>
          <p:cNvSpPr>
            <a:spLocks noChangeShapeType="1"/>
          </p:cNvSpPr>
          <p:nvPr/>
        </p:nvSpPr>
        <p:spPr bwMode="auto">
          <a:xfrm>
            <a:off x="22098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50544" name="Oval 16"/>
          <p:cNvSpPr>
            <a:spLocks noChangeArrowheads="1"/>
          </p:cNvSpPr>
          <p:nvPr/>
        </p:nvSpPr>
        <p:spPr bwMode="auto">
          <a:xfrm>
            <a:off x="5029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0545" name="Object 17"/>
          <p:cNvGraphicFramePr>
            <a:graphicFrameLocks noChangeAspect="1"/>
          </p:cNvGraphicFramePr>
          <p:nvPr/>
        </p:nvGraphicFramePr>
        <p:xfrm>
          <a:off x="5143500" y="4191000"/>
          <a:ext cx="482600" cy="571500"/>
        </p:xfrm>
        <a:graphic>
          <a:graphicData uri="http://schemas.openxmlformats.org/presentationml/2006/ole">
            <p:oleObj spid="_x0000_s150545" name="Equation" r:id="rId9" imgW="482400" imgH="571320" progId="Equation.3">
              <p:embed/>
            </p:oleObj>
          </a:graphicData>
        </a:graphic>
      </p:graphicFrame>
      <p:sp>
        <p:nvSpPr>
          <p:cNvPr id="150546" name="Line 18"/>
          <p:cNvSpPr>
            <a:spLocks noChangeShapeType="1"/>
          </p:cNvSpPr>
          <p:nvPr/>
        </p:nvSpPr>
        <p:spPr bwMode="auto">
          <a:xfrm>
            <a:off x="5715000" y="4572000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50547" name="Object 19"/>
          <p:cNvGraphicFramePr>
            <a:graphicFrameLocks noChangeAspect="1"/>
          </p:cNvGraphicFramePr>
          <p:nvPr/>
        </p:nvGraphicFramePr>
        <p:xfrm>
          <a:off x="6096000" y="4267200"/>
          <a:ext cx="265113" cy="279400"/>
        </p:xfrm>
        <a:graphic>
          <a:graphicData uri="http://schemas.openxmlformats.org/presentationml/2006/ole">
            <p:oleObj spid="_x0000_s150547" name="Equation" r:id="rId10" imgW="266400" imgH="279360" progId="Equation.3">
              <p:embed/>
            </p:oleObj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D8E8851-A55D-46FE-9B47-A12B88E6CD3E}" type="slidenum">
              <a:rPr lang="en-US"/>
              <a:pPr/>
              <a:t>45</a:t>
            </a:fld>
            <a:endParaRPr lang="en-US"/>
          </a:p>
        </p:txBody>
      </p:sp>
      <p:sp>
        <p:nvSpPr>
          <p:cNvPr id="151554" name="Rectangle 2"/>
          <p:cNvSpPr>
            <a:spLocks noChangeArrowheads="1"/>
          </p:cNvSpPr>
          <p:nvPr/>
        </p:nvSpPr>
        <p:spPr bwMode="auto">
          <a:xfrm>
            <a:off x="152400" y="152400"/>
            <a:ext cx="883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3600">
                <a:solidFill>
                  <a:schemeClr val="tx2"/>
                </a:solidFill>
              </a:rPr>
              <a:t>Another NFA Example</a:t>
            </a:r>
          </a:p>
        </p:txBody>
      </p:sp>
      <p:sp>
        <p:nvSpPr>
          <p:cNvPr id="151555" name="Oval 3"/>
          <p:cNvSpPr>
            <a:spLocks noChangeArrowheads="1"/>
          </p:cNvSpPr>
          <p:nvPr/>
        </p:nvSpPr>
        <p:spPr bwMode="auto">
          <a:xfrm>
            <a:off x="11509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1556" name="Object 4"/>
          <p:cNvGraphicFramePr>
            <a:graphicFrameLocks noChangeAspect="1"/>
          </p:cNvGraphicFramePr>
          <p:nvPr/>
        </p:nvGraphicFramePr>
        <p:xfrm>
          <a:off x="1277938" y="4270375"/>
          <a:ext cx="481012" cy="582613"/>
        </p:xfrm>
        <a:graphic>
          <a:graphicData uri="http://schemas.openxmlformats.org/presentationml/2006/ole">
            <p:oleObj spid="_x0000_s151556" name="Equation" r:id="rId3" imgW="482400" imgH="583920" progId="Equation.3">
              <p:embed/>
            </p:oleObj>
          </a:graphicData>
        </a:graphic>
      </p:graphicFrame>
      <p:graphicFrame>
        <p:nvGraphicFramePr>
          <p:cNvPr id="151557" name="Object 5"/>
          <p:cNvGraphicFramePr>
            <a:graphicFrameLocks noChangeAspect="1"/>
          </p:cNvGraphicFramePr>
          <p:nvPr/>
        </p:nvGraphicFramePr>
        <p:xfrm>
          <a:off x="3417888" y="4194175"/>
          <a:ext cx="406400" cy="571500"/>
        </p:xfrm>
        <a:graphic>
          <a:graphicData uri="http://schemas.openxmlformats.org/presentationml/2006/ole">
            <p:oleObj spid="_x0000_s151557" name="Equation" r:id="rId4" imgW="406080" imgH="571320" progId="Equation.3">
              <p:embed/>
            </p:oleObj>
          </a:graphicData>
        </a:graphic>
      </p:graphicFrame>
      <p:graphicFrame>
        <p:nvGraphicFramePr>
          <p:cNvPr id="151558" name="Object 6"/>
          <p:cNvGraphicFramePr>
            <a:graphicFrameLocks noChangeAspect="1"/>
          </p:cNvGraphicFramePr>
          <p:nvPr/>
        </p:nvGraphicFramePr>
        <p:xfrm>
          <a:off x="5551488" y="4194175"/>
          <a:ext cx="481012" cy="571500"/>
        </p:xfrm>
        <a:graphic>
          <a:graphicData uri="http://schemas.openxmlformats.org/presentationml/2006/ole">
            <p:oleObj spid="_x0000_s151558" name="Equation" r:id="rId5" imgW="482400" imgH="571320" progId="Equation.3">
              <p:embed/>
            </p:oleObj>
          </a:graphicData>
        </a:graphic>
      </p:graphicFrame>
      <p:sp>
        <p:nvSpPr>
          <p:cNvPr id="151559" name="Oval 7"/>
          <p:cNvSpPr>
            <a:spLocks noChangeArrowheads="1"/>
          </p:cNvSpPr>
          <p:nvPr/>
        </p:nvSpPr>
        <p:spPr bwMode="auto">
          <a:xfrm>
            <a:off x="54181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1560" name="Oval 8"/>
          <p:cNvSpPr>
            <a:spLocks noChangeArrowheads="1"/>
          </p:cNvSpPr>
          <p:nvPr/>
        </p:nvSpPr>
        <p:spPr bwMode="auto">
          <a:xfrm>
            <a:off x="32845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1561" name="Line 9"/>
          <p:cNvSpPr>
            <a:spLocks noChangeShapeType="1"/>
          </p:cNvSpPr>
          <p:nvPr/>
        </p:nvSpPr>
        <p:spPr bwMode="auto">
          <a:xfrm>
            <a:off x="1836738" y="460057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1562" name="Line 10"/>
          <p:cNvSpPr>
            <a:spLocks noChangeShapeType="1"/>
          </p:cNvSpPr>
          <p:nvPr/>
        </p:nvSpPr>
        <p:spPr bwMode="auto">
          <a:xfrm>
            <a:off x="3970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1563" name="Line 11"/>
          <p:cNvSpPr>
            <a:spLocks noChangeShapeType="1"/>
          </p:cNvSpPr>
          <p:nvPr/>
        </p:nvSpPr>
        <p:spPr bwMode="auto">
          <a:xfrm>
            <a:off x="617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1564" name="Oval 12"/>
          <p:cNvSpPr>
            <a:spLocks noChangeArrowheads="1"/>
          </p:cNvSpPr>
          <p:nvPr/>
        </p:nvSpPr>
        <p:spPr bwMode="auto">
          <a:xfrm>
            <a:off x="7551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1565" name="Line 13"/>
          <p:cNvSpPr>
            <a:spLocks noChangeShapeType="1"/>
          </p:cNvSpPr>
          <p:nvPr/>
        </p:nvSpPr>
        <p:spPr bwMode="auto">
          <a:xfrm>
            <a:off x="6256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1566" name="Object 14"/>
          <p:cNvGraphicFramePr>
            <a:graphicFrameLocks noChangeAspect="1"/>
          </p:cNvGraphicFramePr>
          <p:nvPr/>
        </p:nvGraphicFramePr>
        <p:xfrm>
          <a:off x="2446338" y="4219575"/>
          <a:ext cx="290512" cy="304800"/>
        </p:xfrm>
        <a:graphic>
          <a:graphicData uri="http://schemas.openxmlformats.org/presentationml/2006/ole">
            <p:oleObj spid="_x0000_s151566" name="Equation" r:id="rId6" imgW="291960" imgH="304560" progId="Equation.3">
              <p:embed/>
            </p:oleObj>
          </a:graphicData>
        </a:graphic>
      </p:graphicFrame>
      <p:graphicFrame>
        <p:nvGraphicFramePr>
          <p:cNvPr id="151567" name="Object 15"/>
          <p:cNvGraphicFramePr>
            <a:graphicFrameLocks noChangeAspect="1"/>
          </p:cNvGraphicFramePr>
          <p:nvPr/>
        </p:nvGraphicFramePr>
        <p:xfrm>
          <a:off x="4503738" y="4143375"/>
          <a:ext cx="265112" cy="430213"/>
        </p:xfrm>
        <a:graphic>
          <a:graphicData uri="http://schemas.openxmlformats.org/presentationml/2006/ole">
            <p:oleObj spid="_x0000_s151567" name="Equation" r:id="rId7" imgW="266400" imgH="431640" progId="Equation.3">
              <p:embed/>
            </p:oleObj>
          </a:graphicData>
        </a:graphic>
      </p:graphicFrame>
      <p:graphicFrame>
        <p:nvGraphicFramePr>
          <p:cNvPr id="151568" name="Object 16"/>
          <p:cNvGraphicFramePr>
            <a:graphicFrameLocks noChangeAspect="1"/>
          </p:cNvGraphicFramePr>
          <p:nvPr/>
        </p:nvGraphicFramePr>
        <p:xfrm>
          <a:off x="6713538" y="4143375"/>
          <a:ext cx="328612" cy="419100"/>
        </p:xfrm>
        <a:graphic>
          <a:graphicData uri="http://schemas.openxmlformats.org/presentationml/2006/ole">
            <p:oleObj spid="_x0000_s151568" name="Equation" r:id="rId8" imgW="330120" imgH="419040" progId="Equation.3">
              <p:embed/>
            </p:oleObj>
          </a:graphicData>
        </a:graphic>
      </p:graphicFrame>
      <p:graphicFrame>
        <p:nvGraphicFramePr>
          <p:cNvPr id="151569" name="Object 17"/>
          <p:cNvGraphicFramePr>
            <a:graphicFrameLocks noChangeAspect="1"/>
          </p:cNvGraphicFramePr>
          <p:nvPr/>
        </p:nvGraphicFramePr>
        <p:xfrm>
          <a:off x="3970338" y="5667375"/>
          <a:ext cx="328612" cy="419100"/>
        </p:xfrm>
        <a:graphic>
          <a:graphicData uri="http://schemas.openxmlformats.org/presentationml/2006/ole">
            <p:oleObj spid="_x0000_s151569" name="Equation" r:id="rId9" imgW="330120" imgH="419040" progId="Equation.3">
              <p:embed/>
            </p:oleObj>
          </a:graphicData>
        </a:graphic>
      </p:graphicFrame>
      <p:sp>
        <p:nvSpPr>
          <p:cNvPr id="151570" name="Oval 18"/>
          <p:cNvSpPr>
            <a:spLocks noChangeArrowheads="1"/>
          </p:cNvSpPr>
          <p:nvPr/>
        </p:nvSpPr>
        <p:spPr bwMode="auto">
          <a:xfrm>
            <a:off x="5265738" y="4067175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1571" name="Object 19"/>
          <p:cNvGraphicFramePr>
            <a:graphicFrameLocks noChangeAspect="1"/>
          </p:cNvGraphicFramePr>
          <p:nvPr/>
        </p:nvGraphicFramePr>
        <p:xfrm>
          <a:off x="7620000" y="4191000"/>
          <a:ext cx="457200" cy="581025"/>
        </p:xfrm>
        <a:graphic>
          <a:graphicData uri="http://schemas.openxmlformats.org/presentationml/2006/ole">
            <p:oleObj spid="_x0000_s151571" name="Equation" r:id="rId10" imgW="457200" imgH="583920" progId="Equation.3">
              <p:embed/>
            </p:oleObj>
          </a:graphicData>
        </a:graphic>
      </p:graphicFrame>
      <p:sp>
        <p:nvSpPr>
          <p:cNvPr id="151573" name="Freeform 21"/>
          <p:cNvSpPr>
            <a:spLocks/>
          </p:cNvSpPr>
          <p:nvPr/>
        </p:nvSpPr>
        <p:spPr bwMode="auto">
          <a:xfrm>
            <a:off x="1455738" y="4905375"/>
            <a:ext cx="6324600" cy="1231900"/>
          </a:xfrm>
          <a:custGeom>
            <a:avLst/>
            <a:gdLst/>
            <a:ahLst/>
            <a:cxnLst>
              <a:cxn ang="0">
                <a:pos x="3984" y="0"/>
              </a:cxn>
              <a:cxn ang="0">
                <a:pos x="3120" y="624"/>
              </a:cxn>
              <a:cxn ang="0">
                <a:pos x="768" y="672"/>
              </a:cxn>
              <a:cxn ang="0">
                <a:pos x="0" y="0"/>
              </a:cxn>
            </a:cxnLst>
            <a:rect l="0" t="0" r="r" b="b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3CB0DD5-D9AE-4E11-A630-A0A9CA8ACABB}" type="slidenum">
              <a:rPr lang="en-US"/>
              <a:pPr/>
              <a:t>46</a:t>
            </a:fld>
            <a:endParaRPr lang="en-US"/>
          </a:p>
        </p:txBody>
      </p:sp>
      <p:sp>
        <p:nvSpPr>
          <p:cNvPr id="153602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603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604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3605" name="Object 5"/>
          <p:cNvGraphicFramePr>
            <a:graphicFrameLocks noChangeAspect="1"/>
          </p:cNvGraphicFramePr>
          <p:nvPr/>
        </p:nvGraphicFramePr>
        <p:xfrm>
          <a:off x="825500" y="1511300"/>
          <a:ext cx="290513" cy="304800"/>
        </p:xfrm>
        <a:graphic>
          <a:graphicData uri="http://schemas.openxmlformats.org/presentationml/2006/ole">
            <p:oleObj spid="_x0000_s153605" name="Equation" r:id="rId3" imgW="291960" imgH="304560" progId="Equation.3">
              <p:embed/>
            </p:oleObj>
          </a:graphicData>
        </a:graphic>
      </p:graphicFrame>
      <p:sp>
        <p:nvSpPr>
          <p:cNvPr id="153606" name="Line 6"/>
          <p:cNvSpPr>
            <a:spLocks noChangeShapeType="1"/>
          </p:cNvSpPr>
          <p:nvPr/>
        </p:nvSpPr>
        <p:spPr bwMode="auto">
          <a:xfrm>
            <a:off x="609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3607" name="Object 7"/>
          <p:cNvGraphicFramePr>
            <a:graphicFrameLocks noChangeAspect="1"/>
          </p:cNvGraphicFramePr>
          <p:nvPr/>
        </p:nvGraphicFramePr>
        <p:xfrm>
          <a:off x="1371600" y="1447800"/>
          <a:ext cx="265113" cy="431800"/>
        </p:xfrm>
        <a:graphic>
          <a:graphicData uri="http://schemas.openxmlformats.org/presentationml/2006/ole">
            <p:oleObj spid="_x0000_s153607" name="Equation" r:id="rId4" imgW="266400" imgH="431640" progId="Equation.3">
              <p:embed/>
            </p:oleObj>
          </a:graphicData>
        </a:graphic>
      </p:graphicFrame>
      <p:sp>
        <p:nvSpPr>
          <p:cNvPr id="153608" name="Oval 8"/>
          <p:cNvSpPr>
            <a:spLocks noChangeArrowheads="1"/>
          </p:cNvSpPr>
          <p:nvPr/>
        </p:nvSpPr>
        <p:spPr bwMode="auto">
          <a:xfrm>
            <a:off x="1150938" y="4219575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3609" name="Object 9"/>
          <p:cNvGraphicFramePr>
            <a:graphicFrameLocks noChangeAspect="1"/>
          </p:cNvGraphicFramePr>
          <p:nvPr/>
        </p:nvGraphicFramePr>
        <p:xfrm>
          <a:off x="1277938" y="4270375"/>
          <a:ext cx="481012" cy="582613"/>
        </p:xfrm>
        <a:graphic>
          <a:graphicData uri="http://schemas.openxmlformats.org/presentationml/2006/ole">
            <p:oleObj spid="_x0000_s153609" name="Equation" r:id="rId5" imgW="482400" imgH="583920" progId="Equation.3">
              <p:embed/>
            </p:oleObj>
          </a:graphicData>
        </a:graphic>
      </p:graphicFrame>
      <p:graphicFrame>
        <p:nvGraphicFramePr>
          <p:cNvPr id="153610" name="Object 10"/>
          <p:cNvGraphicFramePr>
            <a:graphicFrameLocks noChangeAspect="1"/>
          </p:cNvGraphicFramePr>
          <p:nvPr/>
        </p:nvGraphicFramePr>
        <p:xfrm>
          <a:off x="3417888" y="4194175"/>
          <a:ext cx="406400" cy="571500"/>
        </p:xfrm>
        <a:graphic>
          <a:graphicData uri="http://schemas.openxmlformats.org/presentationml/2006/ole">
            <p:oleObj spid="_x0000_s153610" name="Equation" r:id="rId6" imgW="406080" imgH="571320" progId="Equation.3">
              <p:embed/>
            </p:oleObj>
          </a:graphicData>
        </a:graphic>
      </p:graphicFrame>
      <p:graphicFrame>
        <p:nvGraphicFramePr>
          <p:cNvPr id="153611" name="Object 11"/>
          <p:cNvGraphicFramePr>
            <a:graphicFrameLocks noChangeAspect="1"/>
          </p:cNvGraphicFramePr>
          <p:nvPr/>
        </p:nvGraphicFramePr>
        <p:xfrm>
          <a:off x="5551488" y="4194175"/>
          <a:ext cx="481012" cy="571500"/>
        </p:xfrm>
        <a:graphic>
          <a:graphicData uri="http://schemas.openxmlformats.org/presentationml/2006/ole">
            <p:oleObj spid="_x0000_s153611" name="Equation" r:id="rId7" imgW="482400" imgH="571320" progId="Equation.3">
              <p:embed/>
            </p:oleObj>
          </a:graphicData>
        </a:graphic>
      </p:graphicFrame>
      <p:sp>
        <p:nvSpPr>
          <p:cNvPr id="153612" name="Oval 12"/>
          <p:cNvSpPr>
            <a:spLocks noChangeArrowheads="1"/>
          </p:cNvSpPr>
          <p:nvPr/>
        </p:nvSpPr>
        <p:spPr bwMode="auto">
          <a:xfrm>
            <a:off x="54181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613" name="Oval 13"/>
          <p:cNvSpPr>
            <a:spLocks noChangeArrowheads="1"/>
          </p:cNvSpPr>
          <p:nvPr/>
        </p:nvSpPr>
        <p:spPr bwMode="auto">
          <a:xfrm>
            <a:off x="32845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614" name="Line 14"/>
          <p:cNvSpPr>
            <a:spLocks noChangeShapeType="1"/>
          </p:cNvSpPr>
          <p:nvPr/>
        </p:nvSpPr>
        <p:spPr bwMode="auto">
          <a:xfrm>
            <a:off x="1836738" y="460057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615" name="Line 15"/>
          <p:cNvSpPr>
            <a:spLocks noChangeShapeType="1"/>
          </p:cNvSpPr>
          <p:nvPr/>
        </p:nvSpPr>
        <p:spPr bwMode="auto">
          <a:xfrm>
            <a:off x="3970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616" name="Line 16"/>
          <p:cNvSpPr>
            <a:spLocks noChangeShapeType="1"/>
          </p:cNvSpPr>
          <p:nvPr/>
        </p:nvSpPr>
        <p:spPr bwMode="auto">
          <a:xfrm>
            <a:off x="617538" y="4600575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617" name="Oval 17"/>
          <p:cNvSpPr>
            <a:spLocks noChangeArrowheads="1"/>
          </p:cNvSpPr>
          <p:nvPr/>
        </p:nvSpPr>
        <p:spPr bwMode="auto">
          <a:xfrm>
            <a:off x="7551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618" name="Line 18"/>
          <p:cNvSpPr>
            <a:spLocks noChangeShapeType="1"/>
          </p:cNvSpPr>
          <p:nvPr/>
        </p:nvSpPr>
        <p:spPr bwMode="auto">
          <a:xfrm>
            <a:off x="6256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3619" name="Object 19"/>
          <p:cNvGraphicFramePr>
            <a:graphicFrameLocks noChangeAspect="1"/>
          </p:cNvGraphicFramePr>
          <p:nvPr/>
        </p:nvGraphicFramePr>
        <p:xfrm>
          <a:off x="2446338" y="4219575"/>
          <a:ext cx="290512" cy="304800"/>
        </p:xfrm>
        <a:graphic>
          <a:graphicData uri="http://schemas.openxmlformats.org/presentationml/2006/ole">
            <p:oleObj spid="_x0000_s153619" name="Equation" r:id="rId8" imgW="291960" imgH="304560" progId="Equation.3">
              <p:embed/>
            </p:oleObj>
          </a:graphicData>
        </a:graphic>
      </p:graphicFrame>
      <p:graphicFrame>
        <p:nvGraphicFramePr>
          <p:cNvPr id="153620" name="Object 20"/>
          <p:cNvGraphicFramePr>
            <a:graphicFrameLocks noChangeAspect="1"/>
          </p:cNvGraphicFramePr>
          <p:nvPr/>
        </p:nvGraphicFramePr>
        <p:xfrm>
          <a:off x="4503738" y="4143375"/>
          <a:ext cx="265112" cy="430213"/>
        </p:xfrm>
        <a:graphic>
          <a:graphicData uri="http://schemas.openxmlformats.org/presentationml/2006/ole">
            <p:oleObj spid="_x0000_s153620" name="Equation" r:id="rId9" imgW="266400" imgH="431640" progId="Equation.3">
              <p:embed/>
            </p:oleObj>
          </a:graphicData>
        </a:graphic>
      </p:graphicFrame>
      <p:graphicFrame>
        <p:nvGraphicFramePr>
          <p:cNvPr id="153621" name="Object 21"/>
          <p:cNvGraphicFramePr>
            <a:graphicFrameLocks noChangeAspect="1"/>
          </p:cNvGraphicFramePr>
          <p:nvPr/>
        </p:nvGraphicFramePr>
        <p:xfrm>
          <a:off x="6713538" y="4143375"/>
          <a:ext cx="328612" cy="419100"/>
        </p:xfrm>
        <a:graphic>
          <a:graphicData uri="http://schemas.openxmlformats.org/presentationml/2006/ole">
            <p:oleObj spid="_x0000_s153621" name="Equation" r:id="rId10" imgW="330120" imgH="419040" progId="Equation.3">
              <p:embed/>
            </p:oleObj>
          </a:graphicData>
        </a:graphic>
      </p:graphicFrame>
      <p:graphicFrame>
        <p:nvGraphicFramePr>
          <p:cNvPr id="153622" name="Object 22"/>
          <p:cNvGraphicFramePr>
            <a:graphicFrameLocks noChangeAspect="1"/>
          </p:cNvGraphicFramePr>
          <p:nvPr/>
        </p:nvGraphicFramePr>
        <p:xfrm>
          <a:off x="3970338" y="5667375"/>
          <a:ext cx="328612" cy="419100"/>
        </p:xfrm>
        <a:graphic>
          <a:graphicData uri="http://schemas.openxmlformats.org/presentationml/2006/ole">
            <p:oleObj spid="_x0000_s153622" name="Equation" r:id="rId11" imgW="330120" imgH="419040" progId="Equation.3">
              <p:embed/>
            </p:oleObj>
          </a:graphicData>
        </a:graphic>
      </p:graphicFrame>
      <p:sp>
        <p:nvSpPr>
          <p:cNvPr id="153623" name="Oval 23"/>
          <p:cNvSpPr>
            <a:spLocks noChangeArrowheads="1"/>
          </p:cNvSpPr>
          <p:nvPr/>
        </p:nvSpPr>
        <p:spPr bwMode="auto">
          <a:xfrm>
            <a:off x="5265738" y="4067175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3624" name="Object 24"/>
          <p:cNvGraphicFramePr>
            <a:graphicFrameLocks noChangeAspect="1"/>
          </p:cNvGraphicFramePr>
          <p:nvPr/>
        </p:nvGraphicFramePr>
        <p:xfrm>
          <a:off x="7620000" y="4191000"/>
          <a:ext cx="457200" cy="581025"/>
        </p:xfrm>
        <a:graphic>
          <a:graphicData uri="http://schemas.openxmlformats.org/presentationml/2006/ole">
            <p:oleObj spid="_x0000_s153624" name="Equation" r:id="rId12" imgW="457200" imgH="583920" progId="Equation.3">
              <p:embed/>
            </p:oleObj>
          </a:graphicData>
        </a:graphic>
      </p:graphicFrame>
      <p:sp>
        <p:nvSpPr>
          <p:cNvPr id="153625" name="Freeform 25"/>
          <p:cNvSpPr>
            <a:spLocks/>
          </p:cNvSpPr>
          <p:nvPr/>
        </p:nvSpPr>
        <p:spPr bwMode="auto">
          <a:xfrm>
            <a:off x="1455738" y="4905375"/>
            <a:ext cx="6324600" cy="1231900"/>
          </a:xfrm>
          <a:custGeom>
            <a:avLst/>
            <a:gdLst/>
            <a:ahLst/>
            <a:cxnLst>
              <a:cxn ang="0">
                <a:pos x="3984" y="0"/>
              </a:cxn>
              <a:cxn ang="0">
                <a:pos x="3120" y="624"/>
              </a:cxn>
              <a:cxn ang="0">
                <a:pos x="768" y="672"/>
              </a:cxn>
              <a:cxn ang="0">
                <a:pos x="0" y="0"/>
              </a:cxn>
            </a:cxnLst>
            <a:rect l="0" t="0" r="r" b="b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3626" name="Line 26"/>
          <p:cNvSpPr>
            <a:spLocks noChangeShapeType="1"/>
          </p:cNvSpPr>
          <p:nvPr/>
        </p:nvSpPr>
        <p:spPr bwMode="auto">
          <a:xfrm>
            <a:off x="1143000" y="51054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8756A65-5E80-408A-83DA-03863172C0EA}" type="slidenum">
              <a:rPr lang="en-US"/>
              <a:pPr/>
              <a:t>47</a:t>
            </a:fld>
            <a:endParaRPr lang="en-US"/>
          </a:p>
        </p:txBody>
      </p:sp>
      <p:sp>
        <p:nvSpPr>
          <p:cNvPr id="154626" name="Oval 2"/>
          <p:cNvSpPr>
            <a:spLocks noChangeArrowheads="1"/>
          </p:cNvSpPr>
          <p:nvPr/>
        </p:nvSpPr>
        <p:spPr bwMode="auto">
          <a:xfrm>
            <a:off x="11509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4627" name="Object 3"/>
          <p:cNvGraphicFramePr>
            <a:graphicFrameLocks noChangeAspect="1"/>
          </p:cNvGraphicFramePr>
          <p:nvPr/>
        </p:nvGraphicFramePr>
        <p:xfrm>
          <a:off x="1277938" y="4270375"/>
          <a:ext cx="481012" cy="582613"/>
        </p:xfrm>
        <a:graphic>
          <a:graphicData uri="http://schemas.openxmlformats.org/presentationml/2006/ole">
            <p:oleObj spid="_x0000_s154627" name="Equation" r:id="rId3" imgW="482400" imgH="583920" progId="Equation.3">
              <p:embed/>
            </p:oleObj>
          </a:graphicData>
        </a:graphic>
      </p:graphicFrame>
      <p:graphicFrame>
        <p:nvGraphicFramePr>
          <p:cNvPr id="154629" name="Object 5"/>
          <p:cNvGraphicFramePr>
            <a:graphicFrameLocks noChangeAspect="1"/>
          </p:cNvGraphicFramePr>
          <p:nvPr/>
        </p:nvGraphicFramePr>
        <p:xfrm>
          <a:off x="5551488" y="4194175"/>
          <a:ext cx="481012" cy="571500"/>
        </p:xfrm>
        <a:graphic>
          <a:graphicData uri="http://schemas.openxmlformats.org/presentationml/2006/ole">
            <p:oleObj spid="_x0000_s154629" name="Equation" r:id="rId4" imgW="482400" imgH="571320" progId="Equation.3">
              <p:embed/>
            </p:oleObj>
          </a:graphicData>
        </a:graphic>
      </p:graphicFrame>
      <p:sp>
        <p:nvSpPr>
          <p:cNvPr id="154630" name="Oval 6"/>
          <p:cNvSpPr>
            <a:spLocks noChangeArrowheads="1"/>
          </p:cNvSpPr>
          <p:nvPr/>
        </p:nvSpPr>
        <p:spPr bwMode="auto">
          <a:xfrm>
            <a:off x="54181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632" name="Line 8"/>
          <p:cNvSpPr>
            <a:spLocks noChangeShapeType="1"/>
          </p:cNvSpPr>
          <p:nvPr/>
        </p:nvSpPr>
        <p:spPr bwMode="auto">
          <a:xfrm>
            <a:off x="1836738" y="4600575"/>
            <a:ext cx="1447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633" name="Line 9"/>
          <p:cNvSpPr>
            <a:spLocks noChangeShapeType="1"/>
          </p:cNvSpPr>
          <p:nvPr/>
        </p:nvSpPr>
        <p:spPr bwMode="auto">
          <a:xfrm>
            <a:off x="3970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634" name="Line 10"/>
          <p:cNvSpPr>
            <a:spLocks noChangeShapeType="1"/>
          </p:cNvSpPr>
          <p:nvPr/>
        </p:nvSpPr>
        <p:spPr bwMode="auto">
          <a:xfrm>
            <a:off x="617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635" name="Oval 11"/>
          <p:cNvSpPr>
            <a:spLocks noChangeArrowheads="1"/>
          </p:cNvSpPr>
          <p:nvPr/>
        </p:nvSpPr>
        <p:spPr bwMode="auto">
          <a:xfrm>
            <a:off x="7551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636" name="Line 12"/>
          <p:cNvSpPr>
            <a:spLocks noChangeShapeType="1"/>
          </p:cNvSpPr>
          <p:nvPr/>
        </p:nvSpPr>
        <p:spPr bwMode="auto">
          <a:xfrm>
            <a:off x="6256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4637" name="Object 13"/>
          <p:cNvGraphicFramePr>
            <a:graphicFrameLocks noChangeAspect="1"/>
          </p:cNvGraphicFramePr>
          <p:nvPr/>
        </p:nvGraphicFramePr>
        <p:xfrm>
          <a:off x="2446338" y="4219575"/>
          <a:ext cx="290512" cy="304800"/>
        </p:xfrm>
        <a:graphic>
          <a:graphicData uri="http://schemas.openxmlformats.org/presentationml/2006/ole">
            <p:oleObj spid="_x0000_s154637" name="Equation" r:id="rId5" imgW="291960" imgH="304560" progId="Equation.3">
              <p:embed/>
            </p:oleObj>
          </a:graphicData>
        </a:graphic>
      </p:graphicFrame>
      <p:graphicFrame>
        <p:nvGraphicFramePr>
          <p:cNvPr id="154638" name="Object 14"/>
          <p:cNvGraphicFramePr>
            <a:graphicFrameLocks noChangeAspect="1"/>
          </p:cNvGraphicFramePr>
          <p:nvPr/>
        </p:nvGraphicFramePr>
        <p:xfrm>
          <a:off x="4503738" y="4143375"/>
          <a:ext cx="265112" cy="430213"/>
        </p:xfrm>
        <a:graphic>
          <a:graphicData uri="http://schemas.openxmlformats.org/presentationml/2006/ole">
            <p:oleObj spid="_x0000_s154638" name="Equation" r:id="rId6" imgW="266400" imgH="431640" progId="Equation.3">
              <p:embed/>
            </p:oleObj>
          </a:graphicData>
        </a:graphic>
      </p:graphicFrame>
      <p:graphicFrame>
        <p:nvGraphicFramePr>
          <p:cNvPr id="154639" name="Object 15"/>
          <p:cNvGraphicFramePr>
            <a:graphicFrameLocks noChangeAspect="1"/>
          </p:cNvGraphicFramePr>
          <p:nvPr/>
        </p:nvGraphicFramePr>
        <p:xfrm>
          <a:off x="6713538" y="4143375"/>
          <a:ext cx="328612" cy="419100"/>
        </p:xfrm>
        <a:graphic>
          <a:graphicData uri="http://schemas.openxmlformats.org/presentationml/2006/ole">
            <p:oleObj spid="_x0000_s154639" name="Equation" r:id="rId7" imgW="330120" imgH="419040" progId="Equation.3">
              <p:embed/>
            </p:oleObj>
          </a:graphicData>
        </a:graphic>
      </p:graphicFrame>
      <p:graphicFrame>
        <p:nvGraphicFramePr>
          <p:cNvPr id="154640" name="Object 16"/>
          <p:cNvGraphicFramePr>
            <a:graphicFrameLocks noChangeAspect="1"/>
          </p:cNvGraphicFramePr>
          <p:nvPr/>
        </p:nvGraphicFramePr>
        <p:xfrm>
          <a:off x="3970338" y="5667375"/>
          <a:ext cx="328612" cy="419100"/>
        </p:xfrm>
        <a:graphic>
          <a:graphicData uri="http://schemas.openxmlformats.org/presentationml/2006/ole">
            <p:oleObj spid="_x0000_s154640" name="Equation" r:id="rId8" imgW="330120" imgH="419040" progId="Equation.3">
              <p:embed/>
            </p:oleObj>
          </a:graphicData>
        </a:graphic>
      </p:graphicFrame>
      <p:sp>
        <p:nvSpPr>
          <p:cNvPr id="154641" name="Oval 17"/>
          <p:cNvSpPr>
            <a:spLocks noChangeArrowheads="1"/>
          </p:cNvSpPr>
          <p:nvPr/>
        </p:nvSpPr>
        <p:spPr bwMode="auto">
          <a:xfrm>
            <a:off x="5265738" y="4067175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4642" name="Object 18"/>
          <p:cNvGraphicFramePr>
            <a:graphicFrameLocks noChangeAspect="1"/>
          </p:cNvGraphicFramePr>
          <p:nvPr/>
        </p:nvGraphicFramePr>
        <p:xfrm>
          <a:off x="7620000" y="4191000"/>
          <a:ext cx="457200" cy="581025"/>
        </p:xfrm>
        <a:graphic>
          <a:graphicData uri="http://schemas.openxmlformats.org/presentationml/2006/ole">
            <p:oleObj spid="_x0000_s154642" name="Equation" r:id="rId9" imgW="457200" imgH="583920" progId="Equation.3">
              <p:embed/>
            </p:oleObj>
          </a:graphicData>
        </a:graphic>
      </p:graphicFrame>
      <p:sp>
        <p:nvSpPr>
          <p:cNvPr id="154643" name="Freeform 19"/>
          <p:cNvSpPr>
            <a:spLocks/>
          </p:cNvSpPr>
          <p:nvPr/>
        </p:nvSpPr>
        <p:spPr bwMode="auto">
          <a:xfrm>
            <a:off x="1455738" y="4905375"/>
            <a:ext cx="6324600" cy="1231900"/>
          </a:xfrm>
          <a:custGeom>
            <a:avLst/>
            <a:gdLst/>
            <a:ahLst/>
            <a:cxnLst>
              <a:cxn ang="0">
                <a:pos x="3984" y="0"/>
              </a:cxn>
              <a:cxn ang="0">
                <a:pos x="3120" y="624"/>
              </a:cxn>
              <a:cxn ang="0">
                <a:pos x="768" y="672"/>
              </a:cxn>
              <a:cxn ang="0">
                <a:pos x="0" y="0"/>
              </a:cxn>
            </a:cxnLst>
            <a:rect l="0" t="0" r="r" b="b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644" name="Rectangle 20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645" name="Line 21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4646" name="Line 22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4647" name="Object 23"/>
          <p:cNvGraphicFramePr>
            <a:graphicFrameLocks noChangeAspect="1"/>
          </p:cNvGraphicFramePr>
          <p:nvPr/>
        </p:nvGraphicFramePr>
        <p:xfrm>
          <a:off x="825500" y="1511300"/>
          <a:ext cx="290513" cy="304800"/>
        </p:xfrm>
        <a:graphic>
          <a:graphicData uri="http://schemas.openxmlformats.org/presentationml/2006/ole">
            <p:oleObj spid="_x0000_s154647" name="Equation" r:id="rId10" imgW="291960" imgH="304560" progId="Equation.3">
              <p:embed/>
            </p:oleObj>
          </a:graphicData>
        </a:graphic>
      </p:graphicFrame>
      <p:sp>
        <p:nvSpPr>
          <p:cNvPr id="154648" name="Line 24"/>
          <p:cNvSpPr>
            <a:spLocks noChangeShapeType="1"/>
          </p:cNvSpPr>
          <p:nvPr/>
        </p:nvSpPr>
        <p:spPr bwMode="auto">
          <a:xfrm>
            <a:off x="914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4649" name="Object 25"/>
          <p:cNvGraphicFramePr>
            <a:graphicFrameLocks noChangeAspect="1"/>
          </p:cNvGraphicFramePr>
          <p:nvPr/>
        </p:nvGraphicFramePr>
        <p:xfrm>
          <a:off x="1371600" y="1447800"/>
          <a:ext cx="265113" cy="431800"/>
        </p:xfrm>
        <a:graphic>
          <a:graphicData uri="http://schemas.openxmlformats.org/presentationml/2006/ole">
            <p:oleObj spid="_x0000_s154649" name="Equation" r:id="rId11" imgW="266400" imgH="431640" progId="Equation.3">
              <p:embed/>
            </p:oleObj>
          </a:graphicData>
        </a:graphic>
      </p:graphicFrame>
      <p:sp>
        <p:nvSpPr>
          <p:cNvPr id="154650" name="Oval 26"/>
          <p:cNvSpPr>
            <a:spLocks noChangeArrowheads="1"/>
          </p:cNvSpPr>
          <p:nvPr/>
        </p:nvSpPr>
        <p:spPr bwMode="auto">
          <a:xfrm>
            <a:off x="3276600" y="41910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4651" name="Object 27"/>
          <p:cNvGraphicFramePr>
            <a:graphicFrameLocks noChangeAspect="1"/>
          </p:cNvGraphicFramePr>
          <p:nvPr/>
        </p:nvGraphicFramePr>
        <p:xfrm>
          <a:off x="3390900" y="4197350"/>
          <a:ext cx="404813" cy="569913"/>
        </p:xfrm>
        <a:graphic>
          <a:graphicData uri="http://schemas.openxmlformats.org/presentationml/2006/ole">
            <p:oleObj spid="_x0000_s154651" name="Equation" r:id="rId12" imgW="406080" imgH="571320" progId="Equation.3">
              <p:embed/>
            </p:oleObj>
          </a:graphicData>
        </a:graphic>
      </p:graphicFrame>
      <p:sp>
        <p:nvSpPr>
          <p:cNvPr id="154652" name="Line 28"/>
          <p:cNvSpPr>
            <a:spLocks noChangeShapeType="1"/>
          </p:cNvSpPr>
          <p:nvPr/>
        </p:nvSpPr>
        <p:spPr bwMode="auto">
          <a:xfrm>
            <a:off x="3200400" y="5029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154751F-23F4-4957-9D9F-10B076ABAD68}" type="slidenum">
              <a:rPr lang="en-US"/>
              <a:pPr/>
              <a:t>48</a:t>
            </a:fld>
            <a:endParaRPr lang="en-US"/>
          </a:p>
        </p:txBody>
      </p:sp>
      <p:sp>
        <p:nvSpPr>
          <p:cNvPr id="155650" name="Rectangle 2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5651" name="Line 3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5652" name="Line 4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5653" name="Object 5"/>
          <p:cNvGraphicFramePr>
            <a:graphicFrameLocks noChangeAspect="1"/>
          </p:cNvGraphicFramePr>
          <p:nvPr/>
        </p:nvGraphicFramePr>
        <p:xfrm>
          <a:off x="825500" y="1511300"/>
          <a:ext cx="290513" cy="304800"/>
        </p:xfrm>
        <a:graphic>
          <a:graphicData uri="http://schemas.openxmlformats.org/presentationml/2006/ole">
            <p:oleObj spid="_x0000_s155653" name="Equation" r:id="rId3" imgW="291960" imgH="304560" progId="Equation.3">
              <p:embed/>
            </p:oleObj>
          </a:graphicData>
        </a:graphic>
      </p:graphicFrame>
      <p:sp>
        <p:nvSpPr>
          <p:cNvPr id="155654" name="Line 6"/>
          <p:cNvSpPr>
            <a:spLocks noChangeShapeType="1"/>
          </p:cNvSpPr>
          <p:nvPr/>
        </p:nvSpPr>
        <p:spPr bwMode="auto">
          <a:xfrm>
            <a:off x="14478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5655" name="Object 7"/>
          <p:cNvGraphicFramePr>
            <a:graphicFrameLocks noChangeAspect="1"/>
          </p:cNvGraphicFramePr>
          <p:nvPr/>
        </p:nvGraphicFramePr>
        <p:xfrm>
          <a:off x="1371600" y="1447800"/>
          <a:ext cx="265113" cy="431800"/>
        </p:xfrm>
        <a:graphic>
          <a:graphicData uri="http://schemas.openxmlformats.org/presentationml/2006/ole">
            <p:oleObj spid="_x0000_s155655" name="Equation" r:id="rId4" imgW="266400" imgH="431640" progId="Equation.3">
              <p:embed/>
            </p:oleObj>
          </a:graphicData>
        </a:graphic>
      </p:graphicFrame>
      <p:sp>
        <p:nvSpPr>
          <p:cNvPr id="155656" name="Oval 8"/>
          <p:cNvSpPr>
            <a:spLocks noChangeArrowheads="1"/>
          </p:cNvSpPr>
          <p:nvPr/>
        </p:nvSpPr>
        <p:spPr bwMode="auto">
          <a:xfrm>
            <a:off x="11509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5657" name="Object 9"/>
          <p:cNvGraphicFramePr>
            <a:graphicFrameLocks noChangeAspect="1"/>
          </p:cNvGraphicFramePr>
          <p:nvPr/>
        </p:nvGraphicFramePr>
        <p:xfrm>
          <a:off x="1277938" y="4270375"/>
          <a:ext cx="481012" cy="582613"/>
        </p:xfrm>
        <a:graphic>
          <a:graphicData uri="http://schemas.openxmlformats.org/presentationml/2006/ole">
            <p:oleObj spid="_x0000_s155657" name="Equation" r:id="rId5" imgW="482400" imgH="583920" progId="Equation.3">
              <p:embed/>
            </p:oleObj>
          </a:graphicData>
        </a:graphic>
      </p:graphicFrame>
      <p:graphicFrame>
        <p:nvGraphicFramePr>
          <p:cNvPr id="155658" name="Object 10"/>
          <p:cNvGraphicFramePr>
            <a:graphicFrameLocks noChangeAspect="1"/>
          </p:cNvGraphicFramePr>
          <p:nvPr/>
        </p:nvGraphicFramePr>
        <p:xfrm>
          <a:off x="3417888" y="4194175"/>
          <a:ext cx="406400" cy="571500"/>
        </p:xfrm>
        <a:graphic>
          <a:graphicData uri="http://schemas.openxmlformats.org/presentationml/2006/ole">
            <p:oleObj spid="_x0000_s155658" name="Equation" r:id="rId6" imgW="406080" imgH="571320" progId="Equation.3">
              <p:embed/>
            </p:oleObj>
          </a:graphicData>
        </a:graphic>
      </p:graphicFrame>
      <p:sp>
        <p:nvSpPr>
          <p:cNvPr id="155660" name="Oval 12"/>
          <p:cNvSpPr>
            <a:spLocks noChangeArrowheads="1"/>
          </p:cNvSpPr>
          <p:nvPr/>
        </p:nvSpPr>
        <p:spPr bwMode="auto">
          <a:xfrm>
            <a:off x="5410200" y="41910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5661" name="Oval 13"/>
          <p:cNvSpPr>
            <a:spLocks noChangeArrowheads="1"/>
          </p:cNvSpPr>
          <p:nvPr/>
        </p:nvSpPr>
        <p:spPr bwMode="auto">
          <a:xfrm>
            <a:off x="32845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5662" name="Line 14"/>
          <p:cNvSpPr>
            <a:spLocks noChangeShapeType="1"/>
          </p:cNvSpPr>
          <p:nvPr/>
        </p:nvSpPr>
        <p:spPr bwMode="auto">
          <a:xfrm>
            <a:off x="1836738" y="460057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5663" name="Line 15"/>
          <p:cNvSpPr>
            <a:spLocks noChangeShapeType="1"/>
          </p:cNvSpPr>
          <p:nvPr/>
        </p:nvSpPr>
        <p:spPr bwMode="auto">
          <a:xfrm>
            <a:off x="3970338" y="4600575"/>
            <a:ext cx="1295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5664" name="Line 16"/>
          <p:cNvSpPr>
            <a:spLocks noChangeShapeType="1"/>
          </p:cNvSpPr>
          <p:nvPr/>
        </p:nvSpPr>
        <p:spPr bwMode="auto">
          <a:xfrm>
            <a:off x="617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5665" name="Oval 17"/>
          <p:cNvSpPr>
            <a:spLocks noChangeArrowheads="1"/>
          </p:cNvSpPr>
          <p:nvPr/>
        </p:nvSpPr>
        <p:spPr bwMode="auto">
          <a:xfrm>
            <a:off x="7551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5666" name="Line 18"/>
          <p:cNvSpPr>
            <a:spLocks noChangeShapeType="1"/>
          </p:cNvSpPr>
          <p:nvPr/>
        </p:nvSpPr>
        <p:spPr bwMode="auto">
          <a:xfrm>
            <a:off x="6256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5667" name="Object 19"/>
          <p:cNvGraphicFramePr>
            <a:graphicFrameLocks noChangeAspect="1"/>
          </p:cNvGraphicFramePr>
          <p:nvPr/>
        </p:nvGraphicFramePr>
        <p:xfrm>
          <a:off x="2446338" y="4219575"/>
          <a:ext cx="290512" cy="304800"/>
        </p:xfrm>
        <a:graphic>
          <a:graphicData uri="http://schemas.openxmlformats.org/presentationml/2006/ole">
            <p:oleObj spid="_x0000_s155667" name="Equation" r:id="rId7" imgW="291960" imgH="304560" progId="Equation.3">
              <p:embed/>
            </p:oleObj>
          </a:graphicData>
        </a:graphic>
      </p:graphicFrame>
      <p:graphicFrame>
        <p:nvGraphicFramePr>
          <p:cNvPr id="155668" name="Object 20"/>
          <p:cNvGraphicFramePr>
            <a:graphicFrameLocks noChangeAspect="1"/>
          </p:cNvGraphicFramePr>
          <p:nvPr/>
        </p:nvGraphicFramePr>
        <p:xfrm>
          <a:off x="4503738" y="4143375"/>
          <a:ext cx="265112" cy="430213"/>
        </p:xfrm>
        <a:graphic>
          <a:graphicData uri="http://schemas.openxmlformats.org/presentationml/2006/ole">
            <p:oleObj spid="_x0000_s155668" name="Equation" r:id="rId8" imgW="266400" imgH="431640" progId="Equation.3">
              <p:embed/>
            </p:oleObj>
          </a:graphicData>
        </a:graphic>
      </p:graphicFrame>
      <p:graphicFrame>
        <p:nvGraphicFramePr>
          <p:cNvPr id="155669" name="Object 21"/>
          <p:cNvGraphicFramePr>
            <a:graphicFrameLocks noChangeAspect="1"/>
          </p:cNvGraphicFramePr>
          <p:nvPr/>
        </p:nvGraphicFramePr>
        <p:xfrm>
          <a:off x="6713538" y="4143375"/>
          <a:ext cx="328612" cy="419100"/>
        </p:xfrm>
        <a:graphic>
          <a:graphicData uri="http://schemas.openxmlformats.org/presentationml/2006/ole">
            <p:oleObj spid="_x0000_s155669" name="Equation" r:id="rId9" imgW="330120" imgH="419040" progId="Equation.3">
              <p:embed/>
            </p:oleObj>
          </a:graphicData>
        </a:graphic>
      </p:graphicFrame>
      <p:graphicFrame>
        <p:nvGraphicFramePr>
          <p:cNvPr id="155670" name="Object 22"/>
          <p:cNvGraphicFramePr>
            <a:graphicFrameLocks noChangeAspect="1"/>
          </p:cNvGraphicFramePr>
          <p:nvPr/>
        </p:nvGraphicFramePr>
        <p:xfrm>
          <a:off x="3970338" y="5667375"/>
          <a:ext cx="328612" cy="419100"/>
        </p:xfrm>
        <a:graphic>
          <a:graphicData uri="http://schemas.openxmlformats.org/presentationml/2006/ole">
            <p:oleObj spid="_x0000_s155670" name="Equation" r:id="rId10" imgW="330120" imgH="419040" progId="Equation.3">
              <p:embed/>
            </p:oleObj>
          </a:graphicData>
        </a:graphic>
      </p:graphicFrame>
      <p:sp>
        <p:nvSpPr>
          <p:cNvPr id="155671" name="Oval 23"/>
          <p:cNvSpPr>
            <a:spLocks noChangeArrowheads="1"/>
          </p:cNvSpPr>
          <p:nvPr/>
        </p:nvSpPr>
        <p:spPr bwMode="auto">
          <a:xfrm>
            <a:off x="5265738" y="4067175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5672" name="Object 24"/>
          <p:cNvGraphicFramePr>
            <a:graphicFrameLocks noChangeAspect="1"/>
          </p:cNvGraphicFramePr>
          <p:nvPr/>
        </p:nvGraphicFramePr>
        <p:xfrm>
          <a:off x="7620000" y="4191000"/>
          <a:ext cx="457200" cy="581025"/>
        </p:xfrm>
        <a:graphic>
          <a:graphicData uri="http://schemas.openxmlformats.org/presentationml/2006/ole">
            <p:oleObj spid="_x0000_s155672" name="Equation" r:id="rId11" imgW="457200" imgH="583920" progId="Equation.3">
              <p:embed/>
            </p:oleObj>
          </a:graphicData>
        </a:graphic>
      </p:graphicFrame>
      <p:sp>
        <p:nvSpPr>
          <p:cNvPr id="155673" name="Freeform 25"/>
          <p:cNvSpPr>
            <a:spLocks/>
          </p:cNvSpPr>
          <p:nvPr/>
        </p:nvSpPr>
        <p:spPr bwMode="auto">
          <a:xfrm>
            <a:off x="1455738" y="4905375"/>
            <a:ext cx="6324600" cy="1231900"/>
          </a:xfrm>
          <a:custGeom>
            <a:avLst/>
            <a:gdLst/>
            <a:ahLst/>
            <a:cxnLst>
              <a:cxn ang="0">
                <a:pos x="3984" y="0"/>
              </a:cxn>
              <a:cxn ang="0">
                <a:pos x="3120" y="624"/>
              </a:cxn>
              <a:cxn ang="0">
                <a:pos x="768" y="672"/>
              </a:cxn>
              <a:cxn ang="0">
                <a:pos x="0" y="0"/>
              </a:cxn>
            </a:cxnLst>
            <a:rect l="0" t="0" r="r" b="b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5674" name="Object 26"/>
          <p:cNvGraphicFramePr>
            <a:graphicFrameLocks noChangeAspect="1"/>
          </p:cNvGraphicFramePr>
          <p:nvPr/>
        </p:nvGraphicFramePr>
        <p:xfrm>
          <a:off x="5562600" y="4197350"/>
          <a:ext cx="481013" cy="569913"/>
        </p:xfrm>
        <a:graphic>
          <a:graphicData uri="http://schemas.openxmlformats.org/presentationml/2006/ole">
            <p:oleObj spid="_x0000_s155674" name="Equation" r:id="rId12" imgW="482400" imgH="571320" progId="Equation.3">
              <p:embed/>
            </p:oleObj>
          </a:graphicData>
        </a:graphic>
      </p:graphicFrame>
      <p:sp>
        <p:nvSpPr>
          <p:cNvPr id="155675" name="Line 27"/>
          <p:cNvSpPr>
            <a:spLocks noChangeShapeType="1"/>
          </p:cNvSpPr>
          <p:nvPr/>
        </p:nvSpPr>
        <p:spPr bwMode="auto">
          <a:xfrm>
            <a:off x="5334000" y="5181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3D6897-8931-4DD8-B9A5-C3E7661E5070}" type="slidenum">
              <a:rPr lang="en-US"/>
              <a:pPr/>
              <a:t>49</a:t>
            </a:fld>
            <a:endParaRPr lang="en-US"/>
          </a:p>
        </p:txBody>
      </p:sp>
      <p:sp>
        <p:nvSpPr>
          <p:cNvPr id="156692" name="Rectangle 20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6693" name="Line 21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6694" name="Line 22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6695" name="Object 23"/>
          <p:cNvGraphicFramePr>
            <a:graphicFrameLocks noChangeAspect="1"/>
          </p:cNvGraphicFramePr>
          <p:nvPr/>
        </p:nvGraphicFramePr>
        <p:xfrm>
          <a:off x="825500" y="1511300"/>
          <a:ext cx="290513" cy="304800"/>
        </p:xfrm>
        <a:graphic>
          <a:graphicData uri="http://schemas.openxmlformats.org/presentationml/2006/ole">
            <p:oleObj spid="_x0000_s156695" name="Equation" r:id="rId3" imgW="291960" imgH="304560" progId="Equation.3">
              <p:embed/>
            </p:oleObj>
          </a:graphicData>
        </a:graphic>
      </p:graphicFrame>
      <p:sp>
        <p:nvSpPr>
          <p:cNvPr id="156696" name="Line 24"/>
          <p:cNvSpPr>
            <a:spLocks noChangeShapeType="1"/>
          </p:cNvSpPr>
          <p:nvPr/>
        </p:nvSpPr>
        <p:spPr bwMode="auto">
          <a:xfrm>
            <a:off x="19050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6697" name="Object 25"/>
          <p:cNvGraphicFramePr>
            <a:graphicFrameLocks noChangeAspect="1"/>
          </p:cNvGraphicFramePr>
          <p:nvPr/>
        </p:nvGraphicFramePr>
        <p:xfrm>
          <a:off x="1371600" y="1447800"/>
          <a:ext cx="265113" cy="431800"/>
        </p:xfrm>
        <a:graphic>
          <a:graphicData uri="http://schemas.openxmlformats.org/presentationml/2006/ole">
            <p:oleObj spid="_x0000_s156697" name="Equation" r:id="rId4" imgW="266400" imgH="431640" progId="Equation.3">
              <p:embed/>
            </p:oleObj>
          </a:graphicData>
        </a:graphic>
      </p:graphicFrame>
      <p:sp>
        <p:nvSpPr>
          <p:cNvPr id="156698" name="Oval 26"/>
          <p:cNvSpPr>
            <a:spLocks noChangeArrowheads="1"/>
          </p:cNvSpPr>
          <p:nvPr/>
        </p:nvSpPr>
        <p:spPr bwMode="auto">
          <a:xfrm>
            <a:off x="11509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6699" name="Object 27"/>
          <p:cNvGraphicFramePr>
            <a:graphicFrameLocks noChangeAspect="1"/>
          </p:cNvGraphicFramePr>
          <p:nvPr/>
        </p:nvGraphicFramePr>
        <p:xfrm>
          <a:off x="1277938" y="4270375"/>
          <a:ext cx="481012" cy="582613"/>
        </p:xfrm>
        <a:graphic>
          <a:graphicData uri="http://schemas.openxmlformats.org/presentationml/2006/ole">
            <p:oleObj spid="_x0000_s156699" name="Equation" r:id="rId5" imgW="482400" imgH="583920" progId="Equation.3">
              <p:embed/>
            </p:oleObj>
          </a:graphicData>
        </a:graphic>
      </p:graphicFrame>
      <p:graphicFrame>
        <p:nvGraphicFramePr>
          <p:cNvPr id="156700" name="Object 28"/>
          <p:cNvGraphicFramePr>
            <a:graphicFrameLocks noChangeAspect="1"/>
          </p:cNvGraphicFramePr>
          <p:nvPr/>
        </p:nvGraphicFramePr>
        <p:xfrm>
          <a:off x="3417888" y="4194175"/>
          <a:ext cx="406400" cy="571500"/>
        </p:xfrm>
        <a:graphic>
          <a:graphicData uri="http://schemas.openxmlformats.org/presentationml/2006/ole">
            <p:oleObj spid="_x0000_s156700" name="Equation" r:id="rId6" imgW="406080" imgH="571320" progId="Equation.3">
              <p:embed/>
            </p:oleObj>
          </a:graphicData>
        </a:graphic>
      </p:graphicFrame>
      <p:sp>
        <p:nvSpPr>
          <p:cNvPr id="156701" name="Oval 29"/>
          <p:cNvSpPr>
            <a:spLocks noChangeArrowheads="1"/>
          </p:cNvSpPr>
          <p:nvPr/>
        </p:nvSpPr>
        <p:spPr bwMode="auto">
          <a:xfrm>
            <a:off x="5410200" y="41910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6702" name="Oval 30"/>
          <p:cNvSpPr>
            <a:spLocks noChangeArrowheads="1"/>
          </p:cNvSpPr>
          <p:nvPr/>
        </p:nvSpPr>
        <p:spPr bwMode="auto">
          <a:xfrm>
            <a:off x="32845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6703" name="Line 31"/>
          <p:cNvSpPr>
            <a:spLocks noChangeShapeType="1"/>
          </p:cNvSpPr>
          <p:nvPr/>
        </p:nvSpPr>
        <p:spPr bwMode="auto">
          <a:xfrm>
            <a:off x="1836738" y="460057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6704" name="Line 32"/>
          <p:cNvSpPr>
            <a:spLocks noChangeShapeType="1"/>
          </p:cNvSpPr>
          <p:nvPr/>
        </p:nvSpPr>
        <p:spPr bwMode="auto">
          <a:xfrm>
            <a:off x="3970338" y="4600575"/>
            <a:ext cx="1295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6705" name="Line 33"/>
          <p:cNvSpPr>
            <a:spLocks noChangeShapeType="1"/>
          </p:cNvSpPr>
          <p:nvPr/>
        </p:nvSpPr>
        <p:spPr bwMode="auto">
          <a:xfrm>
            <a:off x="617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6706" name="Oval 34"/>
          <p:cNvSpPr>
            <a:spLocks noChangeArrowheads="1"/>
          </p:cNvSpPr>
          <p:nvPr/>
        </p:nvSpPr>
        <p:spPr bwMode="auto">
          <a:xfrm>
            <a:off x="7551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6707" name="Line 35"/>
          <p:cNvSpPr>
            <a:spLocks noChangeShapeType="1"/>
          </p:cNvSpPr>
          <p:nvPr/>
        </p:nvSpPr>
        <p:spPr bwMode="auto">
          <a:xfrm>
            <a:off x="6256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6708" name="Object 36"/>
          <p:cNvGraphicFramePr>
            <a:graphicFrameLocks noChangeAspect="1"/>
          </p:cNvGraphicFramePr>
          <p:nvPr/>
        </p:nvGraphicFramePr>
        <p:xfrm>
          <a:off x="2446338" y="4219575"/>
          <a:ext cx="290512" cy="304800"/>
        </p:xfrm>
        <a:graphic>
          <a:graphicData uri="http://schemas.openxmlformats.org/presentationml/2006/ole">
            <p:oleObj spid="_x0000_s156708" name="Equation" r:id="rId7" imgW="291960" imgH="304560" progId="Equation.3">
              <p:embed/>
            </p:oleObj>
          </a:graphicData>
        </a:graphic>
      </p:graphicFrame>
      <p:graphicFrame>
        <p:nvGraphicFramePr>
          <p:cNvPr id="156709" name="Object 37"/>
          <p:cNvGraphicFramePr>
            <a:graphicFrameLocks noChangeAspect="1"/>
          </p:cNvGraphicFramePr>
          <p:nvPr/>
        </p:nvGraphicFramePr>
        <p:xfrm>
          <a:off x="4503738" y="4143375"/>
          <a:ext cx="265112" cy="430213"/>
        </p:xfrm>
        <a:graphic>
          <a:graphicData uri="http://schemas.openxmlformats.org/presentationml/2006/ole">
            <p:oleObj spid="_x0000_s156709" name="Equation" r:id="rId8" imgW="266400" imgH="431640" progId="Equation.3">
              <p:embed/>
            </p:oleObj>
          </a:graphicData>
        </a:graphic>
      </p:graphicFrame>
      <p:graphicFrame>
        <p:nvGraphicFramePr>
          <p:cNvPr id="156710" name="Object 38"/>
          <p:cNvGraphicFramePr>
            <a:graphicFrameLocks noChangeAspect="1"/>
          </p:cNvGraphicFramePr>
          <p:nvPr/>
        </p:nvGraphicFramePr>
        <p:xfrm>
          <a:off x="6713538" y="4143375"/>
          <a:ext cx="328612" cy="419100"/>
        </p:xfrm>
        <a:graphic>
          <a:graphicData uri="http://schemas.openxmlformats.org/presentationml/2006/ole">
            <p:oleObj spid="_x0000_s156710" name="Equation" r:id="rId9" imgW="330120" imgH="419040" progId="Equation.3">
              <p:embed/>
            </p:oleObj>
          </a:graphicData>
        </a:graphic>
      </p:graphicFrame>
      <p:graphicFrame>
        <p:nvGraphicFramePr>
          <p:cNvPr id="156711" name="Object 39"/>
          <p:cNvGraphicFramePr>
            <a:graphicFrameLocks noChangeAspect="1"/>
          </p:cNvGraphicFramePr>
          <p:nvPr/>
        </p:nvGraphicFramePr>
        <p:xfrm>
          <a:off x="3970338" y="5667375"/>
          <a:ext cx="328612" cy="419100"/>
        </p:xfrm>
        <a:graphic>
          <a:graphicData uri="http://schemas.openxmlformats.org/presentationml/2006/ole">
            <p:oleObj spid="_x0000_s156711" name="Equation" r:id="rId10" imgW="330120" imgH="419040" progId="Equation.3">
              <p:embed/>
            </p:oleObj>
          </a:graphicData>
        </a:graphic>
      </p:graphicFrame>
      <p:sp>
        <p:nvSpPr>
          <p:cNvPr id="156712" name="Oval 40"/>
          <p:cNvSpPr>
            <a:spLocks noChangeArrowheads="1"/>
          </p:cNvSpPr>
          <p:nvPr/>
        </p:nvSpPr>
        <p:spPr bwMode="auto">
          <a:xfrm>
            <a:off x="5265738" y="4067175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6713" name="Object 41"/>
          <p:cNvGraphicFramePr>
            <a:graphicFrameLocks noChangeAspect="1"/>
          </p:cNvGraphicFramePr>
          <p:nvPr/>
        </p:nvGraphicFramePr>
        <p:xfrm>
          <a:off x="7620000" y="4191000"/>
          <a:ext cx="457200" cy="581025"/>
        </p:xfrm>
        <a:graphic>
          <a:graphicData uri="http://schemas.openxmlformats.org/presentationml/2006/ole">
            <p:oleObj spid="_x0000_s156713" name="Equation" r:id="rId11" imgW="457200" imgH="583920" progId="Equation.3">
              <p:embed/>
            </p:oleObj>
          </a:graphicData>
        </a:graphic>
      </p:graphicFrame>
      <p:sp>
        <p:nvSpPr>
          <p:cNvPr id="156714" name="Freeform 42"/>
          <p:cNvSpPr>
            <a:spLocks/>
          </p:cNvSpPr>
          <p:nvPr/>
        </p:nvSpPr>
        <p:spPr bwMode="auto">
          <a:xfrm>
            <a:off x="1455738" y="4905375"/>
            <a:ext cx="6324600" cy="1231900"/>
          </a:xfrm>
          <a:custGeom>
            <a:avLst/>
            <a:gdLst/>
            <a:ahLst/>
            <a:cxnLst>
              <a:cxn ang="0">
                <a:pos x="3984" y="0"/>
              </a:cxn>
              <a:cxn ang="0">
                <a:pos x="3120" y="624"/>
              </a:cxn>
              <a:cxn ang="0">
                <a:pos x="768" y="672"/>
              </a:cxn>
              <a:cxn ang="0">
                <a:pos x="0" y="0"/>
              </a:cxn>
            </a:cxnLst>
            <a:rect l="0" t="0" r="r" b="b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6715" name="Object 43"/>
          <p:cNvGraphicFramePr>
            <a:graphicFrameLocks noChangeAspect="1"/>
          </p:cNvGraphicFramePr>
          <p:nvPr/>
        </p:nvGraphicFramePr>
        <p:xfrm>
          <a:off x="5562600" y="4197350"/>
          <a:ext cx="481013" cy="569913"/>
        </p:xfrm>
        <a:graphic>
          <a:graphicData uri="http://schemas.openxmlformats.org/presentationml/2006/ole">
            <p:oleObj spid="_x0000_s156715" name="Equation" r:id="rId12" imgW="482400" imgH="571320" progId="Equation.3">
              <p:embed/>
            </p:oleObj>
          </a:graphicData>
        </a:graphic>
      </p:graphicFrame>
      <p:sp>
        <p:nvSpPr>
          <p:cNvPr id="156716" name="Line 44"/>
          <p:cNvSpPr>
            <a:spLocks noChangeShapeType="1"/>
          </p:cNvSpPr>
          <p:nvPr/>
        </p:nvSpPr>
        <p:spPr bwMode="auto">
          <a:xfrm>
            <a:off x="5334000" y="5181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6717" name="Text Box 45"/>
          <p:cNvSpPr txBox="1">
            <a:spLocks noChangeArrowheads="1"/>
          </p:cNvSpPr>
          <p:nvPr/>
        </p:nvSpPr>
        <p:spPr bwMode="auto">
          <a:xfrm>
            <a:off x="4876800" y="3429000"/>
            <a:ext cx="17637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“accept”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24EAC6C-78F4-4206-BAD9-0A32950CEEAA}" type="slidenum">
              <a:rPr lang="en-US"/>
              <a:pPr/>
              <a:t>50</a:t>
            </a:fld>
            <a:endParaRPr lang="en-US"/>
          </a:p>
        </p:txBody>
      </p:sp>
      <p:sp>
        <p:nvSpPr>
          <p:cNvPr id="157698" name="Oval 2"/>
          <p:cNvSpPr>
            <a:spLocks noChangeArrowheads="1"/>
          </p:cNvSpPr>
          <p:nvPr/>
        </p:nvSpPr>
        <p:spPr bwMode="auto">
          <a:xfrm>
            <a:off x="1150938" y="4219575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7699" name="Object 3"/>
          <p:cNvGraphicFramePr>
            <a:graphicFrameLocks noChangeAspect="1"/>
          </p:cNvGraphicFramePr>
          <p:nvPr/>
        </p:nvGraphicFramePr>
        <p:xfrm>
          <a:off x="1277938" y="4270375"/>
          <a:ext cx="481012" cy="582613"/>
        </p:xfrm>
        <a:graphic>
          <a:graphicData uri="http://schemas.openxmlformats.org/presentationml/2006/ole">
            <p:oleObj spid="_x0000_s157699" name="Equation" r:id="rId3" imgW="482400" imgH="583920" progId="Equation.3">
              <p:embed/>
            </p:oleObj>
          </a:graphicData>
        </a:graphic>
      </p:graphicFrame>
      <p:sp>
        <p:nvSpPr>
          <p:cNvPr id="157702" name="Oval 6"/>
          <p:cNvSpPr>
            <a:spLocks noChangeArrowheads="1"/>
          </p:cNvSpPr>
          <p:nvPr/>
        </p:nvSpPr>
        <p:spPr bwMode="auto">
          <a:xfrm>
            <a:off x="54181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7703" name="Oval 7"/>
          <p:cNvSpPr>
            <a:spLocks noChangeArrowheads="1"/>
          </p:cNvSpPr>
          <p:nvPr/>
        </p:nvSpPr>
        <p:spPr bwMode="auto">
          <a:xfrm>
            <a:off x="32845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7704" name="Line 8"/>
          <p:cNvSpPr>
            <a:spLocks noChangeShapeType="1"/>
          </p:cNvSpPr>
          <p:nvPr/>
        </p:nvSpPr>
        <p:spPr bwMode="auto">
          <a:xfrm>
            <a:off x="1836738" y="460057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7705" name="Line 9"/>
          <p:cNvSpPr>
            <a:spLocks noChangeShapeType="1"/>
          </p:cNvSpPr>
          <p:nvPr/>
        </p:nvSpPr>
        <p:spPr bwMode="auto">
          <a:xfrm>
            <a:off x="3970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7706" name="Line 10"/>
          <p:cNvSpPr>
            <a:spLocks noChangeShapeType="1"/>
          </p:cNvSpPr>
          <p:nvPr/>
        </p:nvSpPr>
        <p:spPr bwMode="auto">
          <a:xfrm>
            <a:off x="617538" y="4600575"/>
            <a:ext cx="533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7707" name="Oval 11"/>
          <p:cNvSpPr>
            <a:spLocks noChangeArrowheads="1"/>
          </p:cNvSpPr>
          <p:nvPr/>
        </p:nvSpPr>
        <p:spPr bwMode="auto">
          <a:xfrm>
            <a:off x="7551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7708" name="Line 12"/>
          <p:cNvSpPr>
            <a:spLocks noChangeShapeType="1"/>
          </p:cNvSpPr>
          <p:nvPr/>
        </p:nvSpPr>
        <p:spPr bwMode="auto">
          <a:xfrm>
            <a:off x="6256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7709" name="Object 13"/>
          <p:cNvGraphicFramePr>
            <a:graphicFrameLocks noChangeAspect="1"/>
          </p:cNvGraphicFramePr>
          <p:nvPr/>
        </p:nvGraphicFramePr>
        <p:xfrm>
          <a:off x="2446338" y="4219575"/>
          <a:ext cx="290512" cy="304800"/>
        </p:xfrm>
        <a:graphic>
          <a:graphicData uri="http://schemas.openxmlformats.org/presentationml/2006/ole">
            <p:oleObj spid="_x0000_s157709" name="Equation" r:id="rId4" imgW="291960" imgH="304560" progId="Equation.3">
              <p:embed/>
            </p:oleObj>
          </a:graphicData>
        </a:graphic>
      </p:graphicFrame>
      <p:graphicFrame>
        <p:nvGraphicFramePr>
          <p:cNvPr id="157710" name="Object 14"/>
          <p:cNvGraphicFramePr>
            <a:graphicFrameLocks noChangeAspect="1"/>
          </p:cNvGraphicFramePr>
          <p:nvPr/>
        </p:nvGraphicFramePr>
        <p:xfrm>
          <a:off x="4503738" y="4143375"/>
          <a:ext cx="265112" cy="430213"/>
        </p:xfrm>
        <a:graphic>
          <a:graphicData uri="http://schemas.openxmlformats.org/presentationml/2006/ole">
            <p:oleObj spid="_x0000_s157710" name="Equation" r:id="rId5" imgW="266400" imgH="431640" progId="Equation.3">
              <p:embed/>
            </p:oleObj>
          </a:graphicData>
        </a:graphic>
      </p:graphicFrame>
      <p:graphicFrame>
        <p:nvGraphicFramePr>
          <p:cNvPr id="157711" name="Object 15"/>
          <p:cNvGraphicFramePr>
            <a:graphicFrameLocks noChangeAspect="1"/>
          </p:cNvGraphicFramePr>
          <p:nvPr/>
        </p:nvGraphicFramePr>
        <p:xfrm>
          <a:off x="6713538" y="4143375"/>
          <a:ext cx="328612" cy="419100"/>
        </p:xfrm>
        <a:graphic>
          <a:graphicData uri="http://schemas.openxmlformats.org/presentationml/2006/ole">
            <p:oleObj spid="_x0000_s157711" name="Equation" r:id="rId6" imgW="330120" imgH="419040" progId="Equation.3">
              <p:embed/>
            </p:oleObj>
          </a:graphicData>
        </a:graphic>
      </p:graphicFrame>
      <p:graphicFrame>
        <p:nvGraphicFramePr>
          <p:cNvPr id="157712" name="Object 16"/>
          <p:cNvGraphicFramePr>
            <a:graphicFrameLocks noChangeAspect="1"/>
          </p:cNvGraphicFramePr>
          <p:nvPr/>
        </p:nvGraphicFramePr>
        <p:xfrm>
          <a:off x="3970338" y="5667375"/>
          <a:ext cx="328612" cy="419100"/>
        </p:xfrm>
        <a:graphic>
          <a:graphicData uri="http://schemas.openxmlformats.org/presentationml/2006/ole">
            <p:oleObj spid="_x0000_s157712" name="Equation" r:id="rId7" imgW="330120" imgH="419040" progId="Equation.3">
              <p:embed/>
            </p:oleObj>
          </a:graphicData>
        </a:graphic>
      </p:graphicFrame>
      <p:sp>
        <p:nvSpPr>
          <p:cNvPr id="157713" name="Oval 17"/>
          <p:cNvSpPr>
            <a:spLocks noChangeArrowheads="1"/>
          </p:cNvSpPr>
          <p:nvPr/>
        </p:nvSpPr>
        <p:spPr bwMode="auto">
          <a:xfrm>
            <a:off x="5265738" y="4067175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7715" name="Freeform 19"/>
          <p:cNvSpPr>
            <a:spLocks/>
          </p:cNvSpPr>
          <p:nvPr/>
        </p:nvSpPr>
        <p:spPr bwMode="auto">
          <a:xfrm>
            <a:off x="1455738" y="4905375"/>
            <a:ext cx="6324600" cy="1231900"/>
          </a:xfrm>
          <a:custGeom>
            <a:avLst/>
            <a:gdLst/>
            <a:ahLst/>
            <a:cxnLst>
              <a:cxn ang="0">
                <a:pos x="3984" y="0"/>
              </a:cxn>
              <a:cxn ang="0">
                <a:pos x="3120" y="624"/>
              </a:cxn>
              <a:cxn ang="0">
                <a:pos x="768" y="672"/>
              </a:cxn>
              <a:cxn ang="0">
                <a:pos x="0" y="0"/>
              </a:cxn>
            </a:cxnLst>
            <a:rect l="0" t="0" r="r" b="b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7716" name="Rectangle 20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7717" name="Line 21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7718" name="Line 22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7719" name="Object 23"/>
          <p:cNvGraphicFramePr>
            <a:graphicFrameLocks noChangeAspect="1"/>
          </p:cNvGraphicFramePr>
          <p:nvPr/>
        </p:nvGraphicFramePr>
        <p:xfrm>
          <a:off x="825500" y="1511300"/>
          <a:ext cx="290513" cy="304800"/>
        </p:xfrm>
        <a:graphic>
          <a:graphicData uri="http://schemas.openxmlformats.org/presentationml/2006/ole">
            <p:oleObj spid="_x0000_s157719" name="Equation" r:id="rId8" imgW="291960" imgH="304560" progId="Equation.3">
              <p:embed/>
            </p:oleObj>
          </a:graphicData>
        </a:graphic>
      </p:graphicFrame>
      <p:sp>
        <p:nvSpPr>
          <p:cNvPr id="157720" name="Line 24"/>
          <p:cNvSpPr>
            <a:spLocks noChangeShapeType="1"/>
          </p:cNvSpPr>
          <p:nvPr/>
        </p:nvSpPr>
        <p:spPr bwMode="auto">
          <a:xfrm>
            <a:off x="609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7721" name="Object 25"/>
          <p:cNvGraphicFramePr>
            <a:graphicFrameLocks noChangeAspect="1"/>
          </p:cNvGraphicFramePr>
          <p:nvPr/>
        </p:nvGraphicFramePr>
        <p:xfrm>
          <a:off x="1371600" y="1447800"/>
          <a:ext cx="265113" cy="431800"/>
        </p:xfrm>
        <a:graphic>
          <a:graphicData uri="http://schemas.openxmlformats.org/presentationml/2006/ole">
            <p:oleObj spid="_x0000_s157721" name="Equation" r:id="rId9" imgW="266400" imgH="431640" progId="Equation.3">
              <p:embed/>
            </p:oleObj>
          </a:graphicData>
        </a:graphic>
      </p:graphicFrame>
      <p:sp>
        <p:nvSpPr>
          <p:cNvPr id="157722" name="Text Box 26"/>
          <p:cNvSpPr txBox="1">
            <a:spLocks noChangeArrowheads="1"/>
          </p:cNvSpPr>
          <p:nvPr/>
        </p:nvSpPr>
        <p:spPr bwMode="auto">
          <a:xfrm>
            <a:off x="2971800" y="381000"/>
            <a:ext cx="30876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Another String</a:t>
            </a:r>
          </a:p>
        </p:txBody>
      </p:sp>
      <p:sp>
        <p:nvSpPr>
          <p:cNvPr id="157723" name="Line 27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7724" name="Line 28"/>
          <p:cNvSpPr>
            <a:spLocks noChangeShapeType="1"/>
          </p:cNvSpPr>
          <p:nvPr/>
        </p:nvSpPr>
        <p:spPr bwMode="auto">
          <a:xfrm>
            <a:off x="2819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7725" name="Object 29"/>
          <p:cNvGraphicFramePr>
            <a:graphicFrameLocks noChangeAspect="1"/>
          </p:cNvGraphicFramePr>
          <p:nvPr/>
        </p:nvGraphicFramePr>
        <p:xfrm>
          <a:off x="1892300" y="1511300"/>
          <a:ext cx="290513" cy="304800"/>
        </p:xfrm>
        <a:graphic>
          <a:graphicData uri="http://schemas.openxmlformats.org/presentationml/2006/ole">
            <p:oleObj spid="_x0000_s157725" name="Equation" r:id="rId10" imgW="291960" imgH="304560" progId="Equation.3">
              <p:embed/>
            </p:oleObj>
          </a:graphicData>
        </a:graphic>
      </p:graphicFrame>
      <p:graphicFrame>
        <p:nvGraphicFramePr>
          <p:cNvPr id="157726" name="Object 30"/>
          <p:cNvGraphicFramePr>
            <a:graphicFrameLocks noChangeAspect="1"/>
          </p:cNvGraphicFramePr>
          <p:nvPr/>
        </p:nvGraphicFramePr>
        <p:xfrm>
          <a:off x="2438400" y="1447800"/>
          <a:ext cx="265113" cy="431800"/>
        </p:xfrm>
        <a:graphic>
          <a:graphicData uri="http://schemas.openxmlformats.org/presentationml/2006/ole">
            <p:oleObj spid="_x0000_s157726" name="Equation" r:id="rId11" imgW="266400" imgH="431640" progId="Equation.3">
              <p:embed/>
            </p:oleObj>
          </a:graphicData>
        </a:graphic>
      </p:graphicFrame>
      <p:graphicFrame>
        <p:nvGraphicFramePr>
          <p:cNvPr id="157727" name="Object 31"/>
          <p:cNvGraphicFramePr>
            <a:graphicFrameLocks noChangeAspect="1"/>
          </p:cNvGraphicFramePr>
          <p:nvPr/>
        </p:nvGraphicFramePr>
        <p:xfrm>
          <a:off x="3467100" y="4273550"/>
          <a:ext cx="404813" cy="569913"/>
        </p:xfrm>
        <a:graphic>
          <a:graphicData uri="http://schemas.openxmlformats.org/presentationml/2006/ole">
            <p:oleObj spid="_x0000_s157727" name="Equation" r:id="rId12" imgW="406080" imgH="571320" progId="Equation.3">
              <p:embed/>
            </p:oleObj>
          </a:graphicData>
        </a:graphic>
      </p:graphicFrame>
      <p:graphicFrame>
        <p:nvGraphicFramePr>
          <p:cNvPr id="157728" name="Object 32"/>
          <p:cNvGraphicFramePr>
            <a:graphicFrameLocks noChangeAspect="1"/>
          </p:cNvGraphicFramePr>
          <p:nvPr/>
        </p:nvGraphicFramePr>
        <p:xfrm>
          <a:off x="5562600" y="4273550"/>
          <a:ext cx="481013" cy="569913"/>
        </p:xfrm>
        <a:graphic>
          <a:graphicData uri="http://schemas.openxmlformats.org/presentationml/2006/ole">
            <p:oleObj spid="_x0000_s157728" name="Equation" r:id="rId13" imgW="482400" imgH="571320" progId="Equation.3">
              <p:embed/>
            </p:oleObj>
          </a:graphicData>
        </a:graphic>
      </p:graphicFrame>
      <p:graphicFrame>
        <p:nvGraphicFramePr>
          <p:cNvPr id="157729" name="Object 33"/>
          <p:cNvGraphicFramePr>
            <a:graphicFrameLocks noChangeAspect="1"/>
          </p:cNvGraphicFramePr>
          <p:nvPr/>
        </p:nvGraphicFramePr>
        <p:xfrm>
          <a:off x="7632700" y="4267200"/>
          <a:ext cx="455613" cy="582613"/>
        </p:xfrm>
        <a:graphic>
          <a:graphicData uri="http://schemas.openxmlformats.org/presentationml/2006/ole">
            <p:oleObj spid="_x0000_s157729" name="Equation" r:id="rId14" imgW="457200" imgH="583920" progId="Equation.3">
              <p:embed/>
            </p:oleObj>
          </a:graphicData>
        </a:graphic>
      </p:graphicFrame>
      <p:sp>
        <p:nvSpPr>
          <p:cNvPr id="157730" name="Line 34"/>
          <p:cNvSpPr>
            <a:spLocks noChangeShapeType="1"/>
          </p:cNvSpPr>
          <p:nvPr/>
        </p:nvSpPr>
        <p:spPr bwMode="auto">
          <a:xfrm>
            <a:off x="1066800" y="51054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F60656-DFE5-4CBA-8E46-DE48A3C0B50E}" type="slidenum">
              <a:rPr lang="en-US"/>
              <a:pPr/>
              <a:t>51</a:t>
            </a:fld>
            <a:endParaRPr lang="en-US"/>
          </a:p>
        </p:txBody>
      </p:sp>
      <p:sp>
        <p:nvSpPr>
          <p:cNvPr id="158722" name="Oval 2"/>
          <p:cNvSpPr>
            <a:spLocks noChangeArrowheads="1"/>
          </p:cNvSpPr>
          <p:nvPr/>
        </p:nvSpPr>
        <p:spPr bwMode="auto">
          <a:xfrm>
            <a:off x="11509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8723" name="Object 3"/>
          <p:cNvGraphicFramePr>
            <a:graphicFrameLocks noChangeAspect="1"/>
          </p:cNvGraphicFramePr>
          <p:nvPr/>
        </p:nvGraphicFramePr>
        <p:xfrm>
          <a:off x="1277938" y="4270375"/>
          <a:ext cx="481012" cy="582613"/>
        </p:xfrm>
        <a:graphic>
          <a:graphicData uri="http://schemas.openxmlformats.org/presentationml/2006/ole">
            <p:oleObj spid="_x0000_s158723" name="Equation" r:id="rId3" imgW="482400" imgH="583920" progId="Equation.3">
              <p:embed/>
            </p:oleObj>
          </a:graphicData>
        </a:graphic>
      </p:graphicFrame>
      <p:sp>
        <p:nvSpPr>
          <p:cNvPr id="158724" name="Oval 4"/>
          <p:cNvSpPr>
            <a:spLocks noChangeArrowheads="1"/>
          </p:cNvSpPr>
          <p:nvPr/>
        </p:nvSpPr>
        <p:spPr bwMode="auto">
          <a:xfrm>
            <a:off x="54181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8725" name="Oval 5"/>
          <p:cNvSpPr>
            <a:spLocks noChangeArrowheads="1"/>
          </p:cNvSpPr>
          <p:nvPr/>
        </p:nvSpPr>
        <p:spPr bwMode="auto">
          <a:xfrm>
            <a:off x="3284538" y="4219575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8726" name="Line 6"/>
          <p:cNvSpPr>
            <a:spLocks noChangeShapeType="1"/>
          </p:cNvSpPr>
          <p:nvPr/>
        </p:nvSpPr>
        <p:spPr bwMode="auto">
          <a:xfrm>
            <a:off x="1836738" y="4600575"/>
            <a:ext cx="1447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8727" name="Line 7"/>
          <p:cNvSpPr>
            <a:spLocks noChangeShapeType="1"/>
          </p:cNvSpPr>
          <p:nvPr/>
        </p:nvSpPr>
        <p:spPr bwMode="auto">
          <a:xfrm>
            <a:off x="3970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8728" name="Line 8"/>
          <p:cNvSpPr>
            <a:spLocks noChangeShapeType="1"/>
          </p:cNvSpPr>
          <p:nvPr/>
        </p:nvSpPr>
        <p:spPr bwMode="auto">
          <a:xfrm>
            <a:off x="617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8729" name="Oval 9"/>
          <p:cNvSpPr>
            <a:spLocks noChangeArrowheads="1"/>
          </p:cNvSpPr>
          <p:nvPr/>
        </p:nvSpPr>
        <p:spPr bwMode="auto">
          <a:xfrm>
            <a:off x="7551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8730" name="Line 10"/>
          <p:cNvSpPr>
            <a:spLocks noChangeShapeType="1"/>
          </p:cNvSpPr>
          <p:nvPr/>
        </p:nvSpPr>
        <p:spPr bwMode="auto">
          <a:xfrm>
            <a:off x="6256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8731" name="Object 11"/>
          <p:cNvGraphicFramePr>
            <a:graphicFrameLocks noChangeAspect="1"/>
          </p:cNvGraphicFramePr>
          <p:nvPr/>
        </p:nvGraphicFramePr>
        <p:xfrm>
          <a:off x="2446338" y="4219575"/>
          <a:ext cx="290512" cy="304800"/>
        </p:xfrm>
        <a:graphic>
          <a:graphicData uri="http://schemas.openxmlformats.org/presentationml/2006/ole">
            <p:oleObj spid="_x0000_s158731" name="Equation" r:id="rId4" imgW="291960" imgH="304560" progId="Equation.3">
              <p:embed/>
            </p:oleObj>
          </a:graphicData>
        </a:graphic>
      </p:graphicFrame>
      <p:graphicFrame>
        <p:nvGraphicFramePr>
          <p:cNvPr id="158732" name="Object 12"/>
          <p:cNvGraphicFramePr>
            <a:graphicFrameLocks noChangeAspect="1"/>
          </p:cNvGraphicFramePr>
          <p:nvPr/>
        </p:nvGraphicFramePr>
        <p:xfrm>
          <a:off x="4503738" y="4143375"/>
          <a:ext cx="265112" cy="430213"/>
        </p:xfrm>
        <a:graphic>
          <a:graphicData uri="http://schemas.openxmlformats.org/presentationml/2006/ole">
            <p:oleObj spid="_x0000_s158732" name="Equation" r:id="rId5" imgW="266400" imgH="431640" progId="Equation.3">
              <p:embed/>
            </p:oleObj>
          </a:graphicData>
        </a:graphic>
      </p:graphicFrame>
      <p:graphicFrame>
        <p:nvGraphicFramePr>
          <p:cNvPr id="158733" name="Object 13"/>
          <p:cNvGraphicFramePr>
            <a:graphicFrameLocks noChangeAspect="1"/>
          </p:cNvGraphicFramePr>
          <p:nvPr/>
        </p:nvGraphicFramePr>
        <p:xfrm>
          <a:off x="6713538" y="4143375"/>
          <a:ext cx="328612" cy="419100"/>
        </p:xfrm>
        <a:graphic>
          <a:graphicData uri="http://schemas.openxmlformats.org/presentationml/2006/ole">
            <p:oleObj spid="_x0000_s158733" name="Equation" r:id="rId6" imgW="330120" imgH="419040" progId="Equation.3">
              <p:embed/>
            </p:oleObj>
          </a:graphicData>
        </a:graphic>
      </p:graphicFrame>
      <p:graphicFrame>
        <p:nvGraphicFramePr>
          <p:cNvPr id="158734" name="Object 14"/>
          <p:cNvGraphicFramePr>
            <a:graphicFrameLocks noChangeAspect="1"/>
          </p:cNvGraphicFramePr>
          <p:nvPr/>
        </p:nvGraphicFramePr>
        <p:xfrm>
          <a:off x="3970338" y="5667375"/>
          <a:ext cx="328612" cy="419100"/>
        </p:xfrm>
        <a:graphic>
          <a:graphicData uri="http://schemas.openxmlformats.org/presentationml/2006/ole">
            <p:oleObj spid="_x0000_s158734" name="Equation" r:id="rId7" imgW="330120" imgH="419040" progId="Equation.3">
              <p:embed/>
            </p:oleObj>
          </a:graphicData>
        </a:graphic>
      </p:graphicFrame>
      <p:sp>
        <p:nvSpPr>
          <p:cNvPr id="158735" name="Oval 15"/>
          <p:cNvSpPr>
            <a:spLocks noChangeArrowheads="1"/>
          </p:cNvSpPr>
          <p:nvPr/>
        </p:nvSpPr>
        <p:spPr bwMode="auto">
          <a:xfrm>
            <a:off x="5265738" y="4067175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8736" name="Freeform 16"/>
          <p:cNvSpPr>
            <a:spLocks/>
          </p:cNvSpPr>
          <p:nvPr/>
        </p:nvSpPr>
        <p:spPr bwMode="auto">
          <a:xfrm>
            <a:off x="1455738" y="4905375"/>
            <a:ext cx="6324600" cy="1231900"/>
          </a:xfrm>
          <a:custGeom>
            <a:avLst/>
            <a:gdLst/>
            <a:ahLst/>
            <a:cxnLst>
              <a:cxn ang="0">
                <a:pos x="3984" y="0"/>
              </a:cxn>
              <a:cxn ang="0">
                <a:pos x="3120" y="624"/>
              </a:cxn>
              <a:cxn ang="0">
                <a:pos x="768" y="672"/>
              </a:cxn>
              <a:cxn ang="0">
                <a:pos x="0" y="0"/>
              </a:cxn>
            </a:cxnLst>
            <a:rect l="0" t="0" r="r" b="b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8737" name="Rectangle 17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8738" name="Line 18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8739" name="Line 19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8740" name="Object 20"/>
          <p:cNvGraphicFramePr>
            <a:graphicFrameLocks noChangeAspect="1"/>
          </p:cNvGraphicFramePr>
          <p:nvPr/>
        </p:nvGraphicFramePr>
        <p:xfrm>
          <a:off x="825500" y="1511300"/>
          <a:ext cx="290513" cy="304800"/>
        </p:xfrm>
        <a:graphic>
          <a:graphicData uri="http://schemas.openxmlformats.org/presentationml/2006/ole">
            <p:oleObj spid="_x0000_s158740" name="Equation" r:id="rId8" imgW="291960" imgH="304560" progId="Equation.3">
              <p:embed/>
            </p:oleObj>
          </a:graphicData>
        </a:graphic>
      </p:graphicFrame>
      <p:sp>
        <p:nvSpPr>
          <p:cNvPr id="158741" name="Line 21"/>
          <p:cNvSpPr>
            <a:spLocks noChangeShapeType="1"/>
          </p:cNvSpPr>
          <p:nvPr/>
        </p:nvSpPr>
        <p:spPr bwMode="auto">
          <a:xfrm>
            <a:off x="9144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8742" name="Object 22"/>
          <p:cNvGraphicFramePr>
            <a:graphicFrameLocks noChangeAspect="1"/>
          </p:cNvGraphicFramePr>
          <p:nvPr/>
        </p:nvGraphicFramePr>
        <p:xfrm>
          <a:off x="1371600" y="1447800"/>
          <a:ext cx="265113" cy="431800"/>
        </p:xfrm>
        <a:graphic>
          <a:graphicData uri="http://schemas.openxmlformats.org/presentationml/2006/ole">
            <p:oleObj spid="_x0000_s158742" name="Equation" r:id="rId9" imgW="266400" imgH="431640" progId="Equation.3">
              <p:embed/>
            </p:oleObj>
          </a:graphicData>
        </a:graphic>
      </p:graphicFrame>
      <p:sp>
        <p:nvSpPr>
          <p:cNvPr id="158743" name="Line 23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8744" name="Line 24"/>
          <p:cNvSpPr>
            <a:spLocks noChangeShapeType="1"/>
          </p:cNvSpPr>
          <p:nvPr/>
        </p:nvSpPr>
        <p:spPr bwMode="auto">
          <a:xfrm>
            <a:off x="2819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8745" name="Object 25"/>
          <p:cNvGraphicFramePr>
            <a:graphicFrameLocks noChangeAspect="1"/>
          </p:cNvGraphicFramePr>
          <p:nvPr/>
        </p:nvGraphicFramePr>
        <p:xfrm>
          <a:off x="1892300" y="1511300"/>
          <a:ext cx="290513" cy="304800"/>
        </p:xfrm>
        <a:graphic>
          <a:graphicData uri="http://schemas.openxmlformats.org/presentationml/2006/ole">
            <p:oleObj spid="_x0000_s158745" name="Equation" r:id="rId10" imgW="291960" imgH="304560" progId="Equation.3">
              <p:embed/>
            </p:oleObj>
          </a:graphicData>
        </a:graphic>
      </p:graphicFrame>
      <p:graphicFrame>
        <p:nvGraphicFramePr>
          <p:cNvPr id="158746" name="Object 26"/>
          <p:cNvGraphicFramePr>
            <a:graphicFrameLocks noChangeAspect="1"/>
          </p:cNvGraphicFramePr>
          <p:nvPr/>
        </p:nvGraphicFramePr>
        <p:xfrm>
          <a:off x="2438400" y="1447800"/>
          <a:ext cx="265113" cy="431800"/>
        </p:xfrm>
        <a:graphic>
          <a:graphicData uri="http://schemas.openxmlformats.org/presentationml/2006/ole">
            <p:oleObj spid="_x0000_s158746" name="Equation" r:id="rId11" imgW="266400" imgH="431640" progId="Equation.3">
              <p:embed/>
            </p:oleObj>
          </a:graphicData>
        </a:graphic>
      </p:graphicFrame>
      <p:graphicFrame>
        <p:nvGraphicFramePr>
          <p:cNvPr id="158747" name="Object 27"/>
          <p:cNvGraphicFramePr>
            <a:graphicFrameLocks noChangeAspect="1"/>
          </p:cNvGraphicFramePr>
          <p:nvPr/>
        </p:nvGraphicFramePr>
        <p:xfrm>
          <a:off x="3467100" y="4273550"/>
          <a:ext cx="404813" cy="569913"/>
        </p:xfrm>
        <a:graphic>
          <a:graphicData uri="http://schemas.openxmlformats.org/presentationml/2006/ole">
            <p:oleObj spid="_x0000_s158747" name="Equation" r:id="rId12" imgW="406080" imgH="571320" progId="Equation.3">
              <p:embed/>
            </p:oleObj>
          </a:graphicData>
        </a:graphic>
      </p:graphicFrame>
      <p:graphicFrame>
        <p:nvGraphicFramePr>
          <p:cNvPr id="158748" name="Object 28"/>
          <p:cNvGraphicFramePr>
            <a:graphicFrameLocks noChangeAspect="1"/>
          </p:cNvGraphicFramePr>
          <p:nvPr/>
        </p:nvGraphicFramePr>
        <p:xfrm>
          <a:off x="5562600" y="4273550"/>
          <a:ext cx="481013" cy="569913"/>
        </p:xfrm>
        <a:graphic>
          <a:graphicData uri="http://schemas.openxmlformats.org/presentationml/2006/ole">
            <p:oleObj spid="_x0000_s158748" name="Equation" r:id="rId13" imgW="482400" imgH="571320" progId="Equation.3">
              <p:embed/>
            </p:oleObj>
          </a:graphicData>
        </a:graphic>
      </p:graphicFrame>
      <p:graphicFrame>
        <p:nvGraphicFramePr>
          <p:cNvPr id="158749" name="Object 29"/>
          <p:cNvGraphicFramePr>
            <a:graphicFrameLocks noChangeAspect="1"/>
          </p:cNvGraphicFramePr>
          <p:nvPr/>
        </p:nvGraphicFramePr>
        <p:xfrm>
          <a:off x="7632700" y="4267200"/>
          <a:ext cx="455613" cy="582613"/>
        </p:xfrm>
        <a:graphic>
          <a:graphicData uri="http://schemas.openxmlformats.org/presentationml/2006/ole">
            <p:oleObj spid="_x0000_s158749" name="Equation" r:id="rId14" imgW="457200" imgH="583920" progId="Equation.3">
              <p:embed/>
            </p:oleObj>
          </a:graphicData>
        </a:graphic>
      </p:graphicFrame>
      <p:sp>
        <p:nvSpPr>
          <p:cNvPr id="158750" name="Line 30"/>
          <p:cNvSpPr>
            <a:spLocks noChangeShapeType="1"/>
          </p:cNvSpPr>
          <p:nvPr/>
        </p:nvSpPr>
        <p:spPr bwMode="auto">
          <a:xfrm>
            <a:off x="3200400" y="5029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D5C6B11-F16C-4735-801B-0B29888FF9B7}" type="slidenum">
              <a:rPr lang="en-US"/>
              <a:pPr/>
              <a:t>52</a:t>
            </a:fld>
            <a:endParaRPr lang="en-US"/>
          </a:p>
        </p:txBody>
      </p:sp>
      <p:sp>
        <p:nvSpPr>
          <p:cNvPr id="159746" name="Oval 2"/>
          <p:cNvSpPr>
            <a:spLocks noChangeArrowheads="1"/>
          </p:cNvSpPr>
          <p:nvPr/>
        </p:nvSpPr>
        <p:spPr bwMode="auto">
          <a:xfrm>
            <a:off x="11509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9747" name="Object 3"/>
          <p:cNvGraphicFramePr>
            <a:graphicFrameLocks noChangeAspect="1"/>
          </p:cNvGraphicFramePr>
          <p:nvPr/>
        </p:nvGraphicFramePr>
        <p:xfrm>
          <a:off x="1277938" y="4270375"/>
          <a:ext cx="481012" cy="582613"/>
        </p:xfrm>
        <a:graphic>
          <a:graphicData uri="http://schemas.openxmlformats.org/presentationml/2006/ole">
            <p:oleObj spid="_x0000_s159747" name="Equation" r:id="rId3" imgW="482400" imgH="583920" progId="Equation.3">
              <p:embed/>
            </p:oleObj>
          </a:graphicData>
        </a:graphic>
      </p:graphicFrame>
      <p:sp>
        <p:nvSpPr>
          <p:cNvPr id="159748" name="Oval 4"/>
          <p:cNvSpPr>
            <a:spLocks noChangeArrowheads="1"/>
          </p:cNvSpPr>
          <p:nvPr/>
        </p:nvSpPr>
        <p:spPr bwMode="auto">
          <a:xfrm>
            <a:off x="5418138" y="4219575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9749" name="Oval 5"/>
          <p:cNvSpPr>
            <a:spLocks noChangeArrowheads="1"/>
          </p:cNvSpPr>
          <p:nvPr/>
        </p:nvSpPr>
        <p:spPr bwMode="auto">
          <a:xfrm>
            <a:off x="32845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9750" name="Line 6"/>
          <p:cNvSpPr>
            <a:spLocks noChangeShapeType="1"/>
          </p:cNvSpPr>
          <p:nvPr/>
        </p:nvSpPr>
        <p:spPr bwMode="auto">
          <a:xfrm>
            <a:off x="1836738" y="460057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9751" name="Line 7"/>
          <p:cNvSpPr>
            <a:spLocks noChangeShapeType="1"/>
          </p:cNvSpPr>
          <p:nvPr/>
        </p:nvSpPr>
        <p:spPr bwMode="auto">
          <a:xfrm>
            <a:off x="3970338" y="4600575"/>
            <a:ext cx="1295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9752" name="Line 8"/>
          <p:cNvSpPr>
            <a:spLocks noChangeShapeType="1"/>
          </p:cNvSpPr>
          <p:nvPr/>
        </p:nvSpPr>
        <p:spPr bwMode="auto">
          <a:xfrm>
            <a:off x="617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9753" name="Oval 9"/>
          <p:cNvSpPr>
            <a:spLocks noChangeArrowheads="1"/>
          </p:cNvSpPr>
          <p:nvPr/>
        </p:nvSpPr>
        <p:spPr bwMode="auto">
          <a:xfrm>
            <a:off x="7551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9754" name="Line 10"/>
          <p:cNvSpPr>
            <a:spLocks noChangeShapeType="1"/>
          </p:cNvSpPr>
          <p:nvPr/>
        </p:nvSpPr>
        <p:spPr bwMode="auto">
          <a:xfrm>
            <a:off x="6256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9755" name="Object 11"/>
          <p:cNvGraphicFramePr>
            <a:graphicFrameLocks noChangeAspect="1"/>
          </p:cNvGraphicFramePr>
          <p:nvPr/>
        </p:nvGraphicFramePr>
        <p:xfrm>
          <a:off x="2446338" y="4219575"/>
          <a:ext cx="290512" cy="304800"/>
        </p:xfrm>
        <a:graphic>
          <a:graphicData uri="http://schemas.openxmlformats.org/presentationml/2006/ole">
            <p:oleObj spid="_x0000_s159755" name="Equation" r:id="rId4" imgW="291960" imgH="304560" progId="Equation.3">
              <p:embed/>
            </p:oleObj>
          </a:graphicData>
        </a:graphic>
      </p:graphicFrame>
      <p:graphicFrame>
        <p:nvGraphicFramePr>
          <p:cNvPr id="159756" name="Object 12"/>
          <p:cNvGraphicFramePr>
            <a:graphicFrameLocks noChangeAspect="1"/>
          </p:cNvGraphicFramePr>
          <p:nvPr/>
        </p:nvGraphicFramePr>
        <p:xfrm>
          <a:off x="4503738" y="4143375"/>
          <a:ext cx="265112" cy="430213"/>
        </p:xfrm>
        <a:graphic>
          <a:graphicData uri="http://schemas.openxmlformats.org/presentationml/2006/ole">
            <p:oleObj spid="_x0000_s159756" name="Equation" r:id="rId5" imgW="266400" imgH="431640" progId="Equation.3">
              <p:embed/>
            </p:oleObj>
          </a:graphicData>
        </a:graphic>
      </p:graphicFrame>
      <p:graphicFrame>
        <p:nvGraphicFramePr>
          <p:cNvPr id="159757" name="Object 13"/>
          <p:cNvGraphicFramePr>
            <a:graphicFrameLocks noChangeAspect="1"/>
          </p:cNvGraphicFramePr>
          <p:nvPr/>
        </p:nvGraphicFramePr>
        <p:xfrm>
          <a:off x="6713538" y="4143375"/>
          <a:ext cx="328612" cy="419100"/>
        </p:xfrm>
        <a:graphic>
          <a:graphicData uri="http://schemas.openxmlformats.org/presentationml/2006/ole">
            <p:oleObj spid="_x0000_s159757" name="Equation" r:id="rId6" imgW="330120" imgH="419040" progId="Equation.3">
              <p:embed/>
            </p:oleObj>
          </a:graphicData>
        </a:graphic>
      </p:graphicFrame>
      <p:graphicFrame>
        <p:nvGraphicFramePr>
          <p:cNvPr id="159758" name="Object 14"/>
          <p:cNvGraphicFramePr>
            <a:graphicFrameLocks noChangeAspect="1"/>
          </p:cNvGraphicFramePr>
          <p:nvPr/>
        </p:nvGraphicFramePr>
        <p:xfrm>
          <a:off x="3970338" y="5667375"/>
          <a:ext cx="328612" cy="419100"/>
        </p:xfrm>
        <a:graphic>
          <a:graphicData uri="http://schemas.openxmlformats.org/presentationml/2006/ole">
            <p:oleObj spid="_x0000_s159758" name="Equation" r:id="rId7" imgW="330120" imgH="419040" progId="Equation.3">
              <p:embed/>
            </p:oleObj>
          </a:graphicData>
        </a:graphic>
      </p:graphicFrame>
      <p:sp>
        <p:nvSpPr>
          <p:cNvPr id="159759" name="Oval 15"/>
          <p:cNvSpPr>
            <a:spLocks noChangeArrowheads="1"/>
          </p:cNvSpPr>
          <p:nvPr/>
        </p:nvSpPr>
        <p:spPr bwMode="auto">
          <a:xfrm>
            <a:off x="5265738" y="4067175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9760" name="Freeform 16"/>
          <p:cNvSpPr>
            <a:spLocks/>
          </p:cNvSpPr>
          <p:nvPr/>
        </p:nvSpPr>
        <p:spPr bwMode="auto">
          <a:xfrm>
            <a:off x="1455738" y="4905375"/>
            <a:ext cx="6324600" cy="1231900"/>
          </a:xfrm>
          <a:custGeom>
            <a:avLst/>
            <a:gdLst/>
            <a:ahLst/>
            <a:cxnLst>
              <a:cxn ang="0">
                <a:pos x="3984" y="0"/>
              </a:cxn>
              <a:cxn ang="0">
                <a:pos x="3120" y="624"/>
              </a:cxn>
              <a:cxn ang="0">
                <a:pos x="768" y="672"/>
              </a:cxn>
              <a:cxn ang="0">
                <a:pos x="0" y="0"/>
              </a:cxn>
            </a:cxnLst>
            <a:rect l="0" t="0" r="r" b="b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9761" name="Rectangle 17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9762" name="Line 18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9763" name="Line 19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9764" name="Object 20"/>
          <p:cNvGraphicFramePr>
            <a:graphicFrameLocks noChangeAspect="1"/>
          </p:cNvGraphicFramePr>
          <p:nvPr/>
        </p:nvGraphicFramePr>
        <p:xfrm>
          <a:off x="825500" y="1511300"/>
          <a:ext cx="290513" cy="304800"/>
        </p:xfrm>
        <a:graphic>
          <a:graphicData uri="http://schemas.openxmlformats.org/presentationml/2006/ole">
            <p:oleObj spid="_x0000_s159764" name="Equation" r:id="rId8" imgW="291960" imgH="304560" progId="Equation.3">
              <p:embed/>
            </p:oleObj>
          </a:graphicData>
        </a:graphic>
      </p:graphicFrame>
      <p:sp>
        <p:nvSpPr>
          <p:cNvPr id="159765" name="Line 21"/>
          <p:cNvSpPr>
            <a:spLocks noChangeShapeType="1"/>
          </p:cNvSpPr>
          <p:nvPr/>
        </p:nvSpPr>
        <p:spPr bwMode="auto">
          <a:xfrm>
            <a:off x="14478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9766" name="Object 22"/>
          <p:cNvGraphicFramePr>
            <a:graphicFrameLocks noChangeAspect="1"/>
          </p:cNvGraphicFramePr>
          <p:nvPr/>
        </p:nvGraphicFramePr>
        <p:xfrm>
          <a:off x="1371600" y="1447800"/>
          <a:ext cx="265113" cy="431800"/>
        </p:xfrm>
        <a:graphic>
          <a:graphicData uri="http://schemas.openxmlformats.org/presentationml/2006/ole">
            <p:oleObj spid="_x0000_s159766" name="Equation" r:id="rId9" imgW="266400" imgH="431640" progId="Equation.3">
              <p:embed/>
            </p:oleObj>
          </a:graphicData>
        </a:graphic>
      </p:graphicFrame>
      <p:sp>
        <p:nvSpPr>
          <p:cNvPr id="159767" name="Line 23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9768" name="Line 24"/>
          <p:cNvSpPr>
            <a:spLocks noChangeShapeType="1"/>
          </p:cNvSpPr>
          <p:nvPr/>
        </p:nvSpPr>
        <p:spPr bwMode="auto">
          <a:xfrm>
            <a:off x="2819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9769" name="Object 25"/>
          <p:cNvGraphicFramePr>
            <a:graphicFrameLocks noChangeAspect="1"/>
          </p:cNvGraphicFramePr>
          <p:nvPr/>
        </p:nvGraphicFramePr>
        <p:xfrm>
          <a:off x="1892300" y="1511300"/>
          <a:ext cx="290513" cy="304800"/>
        </p:xfrm>
        <a:graphic>
          <a:graphicData uri="http://schemas.openxmlformats.org/presentationml/2006/ole">
            <p:oleObj spid="_x0000_s159769" name="Equation" r:id="rId10" imgW="291960" imgH="304560" progId="Equation.3">
              <p:embed/>
            </p:oleObj>
          </a:graphicData>
        </a:graphic>
      </p:graphicFrame>
      <p:graphicFrame>
        <p:nvGraphicFramePr>
          <p:cNvPr id="159770" name="Object 26"/>
          <p:cNvGraphicFramePr>
            <a:graphicFrameLocks noChangeAspect="1"/>
          </p:cNvGraphicFramePr>
          <p:nvPr/>
        </p:nvGraphicFramePr>
        <p:xfrm>
          <a:off x="2438400" y="1447800"/>
          <a:ext cx="265113" cy="431800"/>
        </p:xfrm>
        <a:graphic>
          <a:graphicData uri="http://schemas.openxmlformats.org/presentationml/2006/ole">
            <p:oleObj spid="_x0000_s159770" name="Equation" r:id="rId11" imgW="266400" imgH="431640" progId="Equation.3">
              <p:embed/>
            </p:oleObj>
          </a:graphicData>
        </a:graphic>
      </p:graphicFrame>
      <p:graphicFrame>
        <p:nvGraphicFramePr>
          <p:cNvPr id="159771" name="Object 27"/>
          <p:cNvGraphicFramePr>
            <a:graphicFrameLocks noChangeAspect="1"/>
          </p:cNvGraphicFramePr>
          <p:nvPr/>
        </p:nvGraphicFramePr>
        <p:xfrm>
          <a:off x="3467100" y="4273550"/>
          <a:ext cx="404813" cy="569913"/>
        </p:xfrm>
        <a:graphic>
          <a:graphicData uri="http://schemas.openxmlformats.org/presentationml/2006/ole">
            <p:oleObj spid="_x0000_s159771" name="Equation" r:id="rId12" imgW="406080" imgH="571320" progId="Equation.3">
              <p:embed/>
            </p:oleObj>
          </a:graphicData>
        </a:graphic>
      </p:graphicFrame>
      <p:graphicFrame>
        <p:nvGraphicFramePr>
          <p:cNvPr id="159772" name="Object 28"/>
          <p:cNvGraphicFramePr>
            <a:graphicFrameLocks noChangeAspect="1"/>
          </p:cNvGraphicFramePr>
          <p:nvPr/>
        </p:nvGraphicFramePr>
        <p:xfrm>
          <a:off x="5562600" y="4273550"/>
          <a:ext cx="481013" cy="569913"/>
        </p:xfrm>
        <a:graphic>
          <a:graphicData uri="http://schemas.openxmlformats.org/presentationml/2006/ole">
            <p:oleObj spid="_x0000_s159772" name="Equation" r:id="rId13" imgW="482400" imgH="571320" progId="Equation.3">
              <p:embed/>
            </p:oleObj>
          </a:graphicData>
        </a:graphic>
      </p:graphicFrame>
      <p:graphicFrame>
        <p:nvGraphicFramePr>
          <p:cNvPr id="159773" name="Object 29"/>
          <p:cNvGraphicFramePr>
            <a:graphicFrameLocks noChangeAspect="1"/>
          </p:cNvGraphicFramePr>
          <p:nvPr/>
        </p:nvGraphicFramePr>
        <p:xfrm>
          <a:off x="7632700" y="4267200"/>
          <a:ext cx="455613" cy="582613"/>
        </p:xfrm>
        <a:graphic>
          <a:graphicData uri="http://schemas.openxmlformats.org/presentationml/2006/ole">
            <p:oleObj spid="_x0000_s159773" name="Equation" r:id="rId14" imgW="457200" imgH="583920" progId="Equation.3">
              <p:embed/>
            </p:oleObj>
          </a:graphicData>
        </a:graphic>
      </p:graphicFrame>
      <p:sp>
        <p:nvSpPr>
          <p:cNvPr id="159774" name="Line 30"/>
          <p:cNvSpPr>
            <a:spLocks noChangeShapeType="1"/>
          </p:cNvSpPr>
          <p:nvPr/>
        </p:nvSpPr>
        <p:spPr bwMode="auto">
          <a:xfrm>
            <a:off x="5334000" y="5181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89EFF2B-653E-45D5-95C6-A654EDD24D58}" type="slidenum">
              <a:rPr lang="en-US"/>
              <a:pPr/>
              <a:t>53</a:t>
            </a:fld>
            <a:endParaRPr lang="en-US"/>
          </a:p>
        </p:txBody>
      </p:sp>
      <p:sp>
        <p:nvSpPr>
          <p:cNvPr id="160770" name="Oval 2"/>
          <p:cNvSpPr>
            <a:spLocks noChangeArrowheads="1"/>
          </p:cNvSpPr>
          <p:nvPr/>
        </p:nvSpPr>
        <p:spPr bwMode="auto">
          <a:xfrm>
            <a:off x="11509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60771" name="Object 3"/>
          <p:cNvGraphicFramePr>
            <a:graphicFrameLocks noChangeAspect="1"/>
          </p:cNvGraphicFramePr>
          <p:nvPr/>
        </p:nvGraphicFramePr>
        <p:xfrm>
          <a:off x="1277938" y="4270375"/>
          <a:ext cx="481012" cy="582613"/>
        </p:xfrm>
        <a:graphic>
          <a:graphicData uri="http://schemas.openxmlformats.org/presentationml/2006/ole">
            <p:oleObj spid="_x0000_s160771" name="Equation" r:id="rId3" imgW="482400" imgH="583920" progId="Equation.3">
              <p:embed/>
            </p:oleObj>
          </a:graphicData>
        </a:graphic>
      </p:graphicFrame>
      <p:sp>
        <p:nvSpPr>
          <p:cNvPr id="160772" name="Oval 4"/>
          <p:cNvSpPr>
            <a:spLocks noChangeArrowheads="1"/>
          </p:cNvSpPr>
          <p:nvPr/>
        </p:nvSpPr>
        <p:spPr bwMode="auto">
          <a:xfrm>
            <a:off x="54181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0773" name="Oval 5"/>
          <p:cNvSpPr>
            <a:spLocks noChangeArrowheads="1"/>
          </p:cNvSpPr>
          <p:nvPr/>
        </p:nvSpPr>
        <p:spPr bwMode="auto">
          <a:xfrm>
            <a:off x="32845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0774" name="Line 6"/>
          <p:cNvSpPr>
            <a:spLocks noChangeShapeType="1"/>
          </p:cNvSpPr>
          <p:nvPr/>
        </p:nvSpPr>
        <p:spPr bwMode="auto">
          <a:xfrm>
            <a:off x="1836738" y="460057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0775" name="Line 7"/>
          <p:cNvSpPr>
            <a:spLocks noChangeShapeType="1"/>
          </p:cNvSpPr>
          <p:nvPr/>
        </p:nvSpPr>
        <p:spPr bwMode="auto">
          <a:xfrm>
            <a:off x="3970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0776" name="Line 8"/>
          <p:cNvSpPr>
            <a:spLocks noChangeShapeType="1"/>
          </p:cNvSpPr>
          <p:nvPr/>
        </p:nvSpPr>
        <p:spPr bwMode="auto">
          <a:xfrm>
            <a:off x="617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0777" name="Oval 9"/>
          <p:cNvSpPr>
            <a:spLocks noChangeArrowheads="1"/>
          </p:cNvSpPr>
          <p:nvPr/>
        </p:nvSpPr>
        <p:spPr bwMode="auto">
          <a:xfrm>
            <a:off x="7551738" y="4219575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0778" name="Line 10"/>
          <p:cNvSpPr>
            <a:spLocks noChangeShapeType="1"/>
          </p:cNvSpPr>
          <p:nvPr/>
        </p:nvSpPr>
        <p:spPr bwMode="auto">
          <a:xfrm>
            <a:off x="6256338" y="4600575"/>
            <a:ext cx="1295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60779" name="Object 11"/>
          <p:cNvGraphicFramePr>
            <a:graphicFrameLocks noChangeAspect="1"/>
          </p:cNvGraphicFramePr>
          <p:nvPr/>
        </p:nvGraphicFramePr>
        <p:xfrm>
          <a:off x="2446338" y="4219575"/>
          <a:ext cx="290512" cy="304800"/>
        </p:xfrm>
        <a:graphic>
          <a:graphicData uri="http://schemas.openxmlformats.org/presentationml/2006/ole">
            <p:oleObj spid="_x0000_s160779" name="Equation" r:id="rId4" imgW="291960" imgH="304560" progId="Equation.3">
              <p:embed/>
            </p:oleObj>
          </a:graphicData>
        </a:graphic>
      </p:graphicFrame>
      <p:graphicFrame>
        <p:nvGraphicFramePr>
          <p:cNvPr id="160780" name="Object 12"/>
          <p:cNvGraphicFramePr>
            <a:graphicFrameLocks noChangeAspect="1"/>
          </p:cNvGraphicFramePr>
          <p:nvPr/>
        </p:nvGraphicFramePr>
        <p:xfrm>
          <a:off x="4503738" y="4143375"/>
          <a:ext cx="265112" cy="430213"/>
        </p:xfrm>
        <a:graphic>
          <a:graphicData uri="http://schemas.openxmlformats.org/presentationml/2006/ole">
            <p:oleObj spid="_x0000_s160780" name="Equation" r:id="rId5" imgW="266400" imgH="431640" progId="Equation.3">
              <p:embed/>
            </p:oleObj>
          </a:graphicData>
        </a:graphic>
      </p:graphicFrame>
      <p:graphicFrame>
        <p:nvGraphicFramePr>
          <p:cNvPr id="160781" name="Object 13"/>
          <p:cNvGraphicFramePr>
            <a:graphicFrameLocks noChangeAspect="1"/>
          </p:cNvGraphicFramePr>
          <p:nvPr/>
        </p:nvGraphicFramePr>
        <p:xfrm>
          <a:off x="6713538" y="4143375"/>
          <a:ext cx="328612" cy="419100"/>
        </p:xfrm>
        <a:graphic>
          <a:graphicData uri="http://schemas.openxmlformats.org/presentationml/2006/ole">
            <p:oleObj spid="_x0000_s160781" name="Equation" r:id="rId6" imgW="330120" imgH="419040" progId="Equation.3">
              <p:embed/>
            </p:oleObj>
          </a:graphicData>
        </a:graphic>
      </p:graphicFrame>
      <p:graphicFrame>
        <p:nvGraphicFramePr>
          <p:cNvPr id="160782" name="Object 14"/>
          <p:cNvGraphicFramePr>
            <a:graphicFrameLocks noChangeAspect="1"/>
          </p:cNvGraphicFramePr>
          <p:nvPr/>
        </p:nvGraphicFramePr>
        <p:xfrm>
          <a:off x="3970338" y="5667375"/>
          <a:ext cx="328612" cy="419100"/>
        </p:xfrm>
        <a:graphic>
          <a:graphicData uri="http://schemas.openxmlformats.org/presentationml/2006/ole">
            <p:oleObj spid="_x0000_s160782" name="Equation" r:id="rId7" imgW="330120" imgH="419040" progId="Equation.3">
              <p:embed/>
            </p:oleObj>
          </a:graphicData>
        </a:graphic>
      </p:graphicFrame>
      <p:sp>
        <p:nvSpPr>
          <p:cNvPr id="160783" name="Oval 15"/>
          <p:cNvSpPr>
            <a:spLocks noChangeArrowheads="1"/>
          </p:cNvSpPr>
          <p:nvPr/>
        </p:nvSpPr>
        <p:spPr bwMode="auto">
          <a:xfrm>
            <a:off x="5265738" y="4067175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0784" name="Freeform 16"/>
          <p:cNvSpPr>
            <a:spLocks/>
          </p:cNvSpPr>
          <p:nvPr/>
        </p:nvSpPr>
        <p:spPr bwMode="auto">
          <a:xfrm>
            <a:off x="1455738" y="4905375"/>
            <a:ext cx="6324600" cy="1231900"/>
          </a:xfrm>
          <a:custGeom>
            <a:avLst/>
            <a:gdLst/>
            <a:ahLst/>
            <a:cxnLst>
              <a:cxn ang="0">
                <a:pos x="3984" y="0"/>
              </a:cxn>
              <a:cxn ang="0">
                <a:pos x="3120" y="624"/>
              </a:cxn>
              <a:cxn ang="0">
                <a:pos x="768" y="672"/>
              </a:cxn>
              <a:cxn ang="0">
                <a:pos x="0" y="0"/>
              </a:cxn>
            </a:cxnLst>
            <a:rect l="0" t="0" r="r" b="b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0785" name="Rectangle 17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0786" name="Line 18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0787" name="Line 19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60788" name="Object 20"/>
          <p:cNvGraphicFramePr>
            <a:graphicFrameLocks noChangeAspect="1"/>
          </p:cNvGraphicFramePr>
          <p:nvPr/>
        </p:nvGraphicFramePr>
        <p:xfrm>
          <a:off x="825500" y="1511300"/>
          <a:ext cx="290513" cy="304800"/>
        </p:xfrm>
        <a:graphic>
          <a:graphicData uri="http://schemas.openxmlformats.org/presentationml/2006/ole">
            <p:oleObj spid="_x0000_s160788" name="Equation" r:id="rId8" imgW="291960" imgH="304560" progId="Equation.3">
              <p:embed/>
            </p:oleObj>
          </a:graphicData>
        </a:graphic>
      </p:graphicFrame>
      <p:sp>
        <p:nvSpPr>
          <p:cNvPr id="160789" name="Line 21"/>
          <p:cNvSpPr>
            <a:spLocks noChangeShapeType="1"/>
          </p:cNvSpPr>
          <p:nvPr/>
        </p:nvSpPr>
        <p:spPr bwMode="auto">
          <a:xfrm>
            <a:off x="14478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60790" name="Object 22"/>
          <p:cNvGraphicFramePr>
            <a:graphicFrameLocks noChangeAspect="1"/>
          </p:cNvGraphicFramePr>
          <p:nvPr/>
        </p:nvGraphicFramePr>
        <p:xfrm>
          <a:off x="1371600" y="1447800"/>
          <a:ext cx="265113" cy="431800"/>
        </p:xfrm>
        <a:graphic>
          <a:graphicData uri="http://schemas.openxmlformats.org/presentationml/2006/ole">
            <p:oleObj spid="_x0000_s160790" name="Equation" r:id="rId9" imgW="266400" imgH="431640" progId="Equation.3">
              <p:embed/>
            </p:oleObj>
          </a:graphicData>
        </a:graphic>
      </p:graphicFrame>
      <p:sp>
        <p:nvSpPr>
          <p:cNvPr id="160791" name="Line 23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0792" name="Line 24"/>
          <p:cNvSpPr>
            <a:spLocks noChangeShapeType="1"/>
          </p:cNvSpPr>
          <p:nvPr/>
        </p:nvSpPr>
        <p:spPr bwMode="auto">
          <a:xfrm>
            <a:off x="2819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60793" name="Object 25"/>
          <p:cNvGraphicFramePr>
            <a:graphicFrameLocks noChangeAspect="1"/>
          </p:cNvGraphicFramePr>
          <p:nvPr/>
        </p:nvGraphicFramePr>
        <p:xfrm>
          <a:off x="1892300" y="1511300"/>
          <a:ext cx="290513" cy="304800"/>
        </p:xfrm>
        <a:graphic>
          <a:graphicData uri="http://schemas.openxmlformats.org/presentationml/2006/ole">
            <p:oleObj spid="_x0000_s160793" name="Equation" r:id="rId10" imgW="291960" imgH="304560" progId="Equation.3">
              <p:embed/>
            </p:oleObj>
          </a:graphicData>
        </a:graphic>
      </p:graphicFrame>
      <p:graphicFrame>
        <p:nvGraphicFramePr>
          <p:cNvPr id="160794" name="Object 26"/>
          <p:cNvGraphicFramePr>
            <a:graphicFrameLocks noChangeAspect="1"/>
          </p:cNvGraphicFramePr>
          <p:nvPr/>
        </p:nvGraphicFramePr>
        <p:xfrm>
          <a:off x="2438400" y="1447800"/>
          <a:ext cx="265113" cy="431800"/>
        </p:xfrm>
        <a:graphic>
          <a:graphicData uri="http://schemas.openxmlformats.org/presentationml/2006/ole">
            <p:oleObj spid="_x0000_s160794" name="Equation" r:id="rId11" imgW="266400" imgH="431640" progId="Equation.3">
              <p:embed/>
            </p:oleObj>
          </a:graphicData>
        </a:graphic>
      </p:graphicFrame>
      <p:graphicFrame>
        <p:nvGraphicFramePr>
          <p:cNvPr id="160795" name="Object 27"/>
          <p:cNvGraphicFramePr>
            <a:graphicFrameLocks noChangeAspect="1"/>
          </p:cNvGraphicFramePr>
          <p:nvPr/>
        </p:nvGraphicFramePr>
        <p:xfrm>
          <a:off x="3467100" y="4273550"/>
          <a:ext cx="404813" cy="569913"/>
        </p:xfrm>
        <a:graphic>
          <a:graphicData uri="http://schemas.openxmlformats.org/presentationml/2006/ole">
            <p:oleObj spid="_x0000_s160795" name="Equation" r:id="rId12" imgW="406080" imgH="571320" progId="Equation.3">
              <p:embed/>
            </p:oleObj>
          </a:graphicData>
        </a:graphic>
      </p:graphicFrame>
      <p:graphicFrame>
        <p:nvGraphicFramePr>
          <p:cNvPr id="160796" name="Object 28"/>
          <p:cNvGraphicFramePr>
            <a:graphicFrameLocks noChangeAspect="1"/>
          </p:cNvGraphicFramePr>
          <p:nvPr/>
        </p:nvGraphicFramePr>
        <p:xfrm>
          <a:off x="5562600" y="4273550"/>
          <a:ext cx="481013" cy="569913"/>
        </p:xfrm>
        <a:graphic>
          <a:graphicData uri="http://schemas.openxmlformats.org/presentationml/2006/ole">
            <p:oleObj spid="_x0000_s160796" name="Equation" r:id="rId13" imgW="482400" imgH="571320" progId="Equation.3">
              <p:embed/>
            </p:oleObj>
          </a:graphicData>
        </a:graphic>
      </p:graphicFrame>
      <p:graphicFrame>
        <p:nvGraphicFramePr>
          <p:cNvPr id="160797" name="Object 29"/>
          <p:cNvGraphicFramePr>
            <a:graphicFrameLocks noChangeAspect="1"/>
          </p:cNvGraphicFramePr>
          <p:nvPr/>
        </p:nvGraphicFramePr>
        <p:xfrm>
          <a:off x="7632700" y="4267200"/>
          <a:ext cx="455613" cy="582613"/>
        </p:xfrm>
        <a:graphic>
          <a:graphicData uri="http://schemas.openxmlformats.org/presentationml/2006/ole">
            <p:oleObj spid="_x0000_s160797" name="Equation" r:id="rId14" imgW="457200" imgH="583920" progId="Equation.3">
              <p:embed/>
            </p:oleObj>
          </a:graphicData>
        </a:graphic>
      </p:graphicFrame>
      <p:sp>
        <p:nvSpPr>
          <p:cNvPr id="160798" name="Line 30"/>
          <p:cNvSpPr>
            <a:spLocks noChangeShapeType="1"/>
          </p:cNvSpPr>
          <p:nvPr/>
        </p:nvSpPr>
        <p:spPr bwMode="auto">
          <a:xfrm>
            <a:off x="7467600" y="5029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439E85-971A-4C58-90E3-A4B69E89EAD6}" type="slidenum">
              <a:rPr lang="en-US"/>
              <a:pPr/>
              <a:t>54</a:t>
            </a:fld>
            <a:endParaRPr lang="en-US"/>
          </a:p>
        </p:txBody>
      </p:sp>
      <p:sp>
        <p:nvSpPr>
          <p:cNvPr id="161794" name="Oval 2"/>
          <p:cNvSpPr>
            <a:spLocks noChangeArrowheads="1"/>
          </p:cNvSpPr>
          <p:nvPr/>
        </p:nvSpPr>
        <p:spPr bwMode="auto">
          <a:xfrm>
            <a:off x="1150938" y="4219575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61795" name="Object 3"/>
          <p:cNvGraphicFramePr>
            <a:graphicFrameLocks noChangeAspect="1"/>
          </p:cNvGraphicFramePr>
          <p:nvPr/>
        </p:nvGraphicFramePr>
        <p:xfrm>
          <a:off x="1277938" y="4270375"/>
          <a:ext cx="481012" cy="582613"/>
        </p:xfrm>
        <a:graphic>
          <a:graphicData uri="http://schemas.openxmlformats.org/presentationml/2006/ole">
            <p:oleObj spid="_x0000_s161795" name="Equation" r:id="rId3" imgW="482400" imgH="583920" progId="Equation.3">
              <p:embed/>
            </p:oleObj>
          </a:graphicData>
        </a:graphic>
      </p:graphicFrame>
      <p:sp>
        <p:nvSpPr>
          <p:cNvPr id="161796" name="Oval 4"/>
          <p:cNvSpPr>
            <a:spLocks noChangeArrowheads="1"/>
          </p:cNvSpPr>
          <p:nvPr/>
        </p:nvSpPr>
        <p:spPr bwMode="auto">
          <a:xfrm>
            <a:off x="54181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1797" name="Oval 5"/>
          <p:cNvSpPr>
            <a:spLocks noChangeArrowheads="1"/>
          </p:cNvSpPr>
          <p:nvPr/>
        </p:nvSpPr>
        <p:spPr bwMode="auto">
          <a:xfrm>
            <a:off x="32845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1798" name="Line 6"/>
          <p:cNvSpPr>
            <a:spLocks noChangeShapeType="1"/>
          </p:cNvSpPr>
          <p:nvPr/>
        </p:nvSpPr>
        <p:spPr bwMode="auto">
          <a:xfrm>
            <a:off x="1836738" y="460057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1799" name="Line 7"/>
          <p:cNvSpPr>
            <a:spLocks noChangeShapeType="1"/>
          </p:cNvSpPr>
          <p:nvPr/>
        </p:nvSpPr>
        <p:spPr bwMode="auto">
          <a:xfrm>
            <a:off x="3970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1800" name="Line 8"/>
          <p:cNvSpPr>
            <a:spLocks noChangeShapeType="1"/>
          </p:cNvSpPr>
          <p:nvPr/>
        </p:nvSpPr>
        <p:spPr bwMode="auto">
          <a:xfrm>
            <a:off x="617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1801" name="Oval 9"/>
          <p:cNvSpPr>
            <a:spLocks noChangeArrowheads="1"/>
          </p:cNvSpPr>
          <p:nvPr/>
        </p:nvSpPr>
        <p:spPr bwMode="auto">
          <a:xfrm>
            <a:off x="7551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1802" name="Line 10"/>
          <p:cNvSpPr>
            <a:spLocks noChangeShapeType="1"/>
          </p:cNvSpPr>
          <p:nvPr/>
        </p:nvSpPr>
        <p:spPr bwMode="auto">
          <a:xfrm>
            <a:off x="6256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61803" name="Object 11"/>
          <p:cNvGraphicFramePr>
            <a:graphicFrameLocks noChangeAspect="1"/>
          </p:cNvGraphicFramePr>
          <p:nvPr/>
        </p:nvGraphicFramePr>
        <p:xfrm>
          <a:off x="2446338" y="4219575"/>
          <a:ext cx="290512" cy="304800"/>
        </p:xfrm>
        <a:graphic>
          <a:graphicData uri="http://schemas.openxmlformats.org/presentationml/2006/ole">
            <p:oleObj spid="_x0000_s161803" name="Equation" r:id="rId4" imgW="291960" imgH="304560" progId="Equation.3">
              <p:embed/>
            </p:oleObj>
          </a:graphicData>
        </a:graphic>
      </p:graphicFrame>
      <p:graphicFrame>
        <p:nvGraphicFramePr>
          <p:cNvPr id="161804" name="Object 12"/>
          <p:cNvGraphicFramePr>
            <a:graphicFrameLocks noChangeAspect="1"/>
          </p:cNvGraphicFramePr>
          <p:nvPr/>
        </p:nvGraphicFramePr>
        <p:xfrm>
          <a:off x="4503738" y="4143375"/>
          <a:ext cx="265112" cy="430213"/>
        </p:xfrm>
        <a:graphic>
          <a:graphicData uri="http://schemas.openxmlformats.org/presentationml/2006/ole">
            <p:oleObj spid="_x0000_s161804" name="Equation" r:id="rId5" imgW="266400" imgH="431640" progId="Equation.3">
              <p:embed/>
            </p:oleObj>
          </a:graphicData>
        </a:graphic>
      </p:graphicFrame>
      <p:graphicFrame>
        <p:nvGraphicFramePr>
          <p:cNvPr id="161805" name="Object 13"/>
          <p:cNvGraphicFramePr>
            <a:graphicFrameLocks noChangeAspect="1"/>
          </p:cNvGraphicFramePr>
          <p:nvPr/>
        </p:nvGraphicFramePr>
        <p:xfrm>
          <a:off x="6713538" y="4143375"/>
          <a:ext cx="328612" cy="419100"/>
        </p:xfrm>
        <a:graphic>
          <a:graphicData uri="http://schemas.openxmlformats.org/presentationml/2006/ole">
            <p:oleObj spid="_x0000_s161805" name="Equation" r:id="rId6" imgW="330120" imgH="419040" progId="Equation.3">
              <p:embed/>
            </p:oleObj>
          </a:graphicData>
        </a:graphic>
      </p:graphicFrame>
      <p:graphicFrame>
        <p:nvGraphicFramePr>
          <p:cNvPr id="161806" name="Object 14"/>
          <p:cNvGraphicFramePr>
            <a:graphicFrameLocks noChangeAspect="1"/>
          </p:cNvGraphicFramePr>
          <p:nvPr/>
        </p:nvGraphicFramePr>
        <p:xfrm>
          <a:off x="3970338" y="5667375"/>
          <a:ext cx="328612" cy="419100"/>
        </p:xfrm>
        <a:graphic>
          <a:graphicData uri="http://schemas.openxmlformats.org/presentationml/2006/ole">
            <p:oleObj spid="_x0000_s161806" name="Equation" r:id="rId7" imgW="330120" imgH="419040" progId="Equation.3">
              <p:embed/>
            </p:oleObj>
          </a:graphicData>
        </a:graphic>
      </p:graphicFrame>
      <p:sp>
        <p:nvSpPr>
          <p:cNvPr id="161807" name="Oval 15"/>
          <p:cNvSpPr>
            <a:spLocks noChangeArrowheads="1"/>
          </p:cNvSpPr>
          <p:nvPr/>
        </p:nvSpPr>
        <p:spPr bwMode="auto">
          <a:xfrm>
            <a:off x="5265738" y="4067175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1808" name="Freeform 16"/>
          <p:cNvSpPr>
            <a:spLocks/>
          </p:cNvSpPr>
          <p:nvPr/>
        </p:nvSpPr>
        <p:spPr bwMode="auto">
          <a:xfrm>
            <a:off x="1455738" y="4905375"/>
            <a:ext cx="6324600" cy="1231900"/>
          </a:xfrm>
          <a:custGeom>
            <a:avLst/>
            <a:gdLst/>
            <a:ahLst/>
            <a:cxnLst>
              <a:cxn ang="0">
                <a:pos x="3984" y="0"/>
              </a:cxn>
              <a:cxn ang="0">
                <a:pos x="3120" y="624"/>
              </a:cxn>
              <a:cxn ang="0">
                <a:pos x="768" y="672"/>
              </a:cxn>
              <a:cxn ang="0">
                <a:pos x="0" y="0"/>
              </a:cxn>
            </a:cxnLst>
            <a:rect l="0" t="0" r="r" b="b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1809" name="Rectangle 17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1810" name="Line 18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1811" name="Line 19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61812" name="Object 20"/>
          <p:cNvGraphicFramePr>
            <a:graphicFrameLocks noChangeAspect="1"/>
          </p:cNvGraphicFramePr>
          <p:nvPr/>
        </p:nvGraphicFramePr>
        <p:xfrm>
          <a:off x="825500" y="1511300"/>
          <a:ext cx="290513" cy="304800"/>
        </p:xfrm>
        <a:graphic>
          <a:graphicData uri="http://schemas.openxmlformats.org/presentationml/2006/ole">
            <p:oleObj spid="_x0000_s161812" name="Equation" r:id="rId8" imgW="291960" imgH="304560" progId="Equation.3">
              <p:embed/>
            </p:oleObj>
          </a:graphicData>
        </a:graphic>
      </p:graphicFrame>
      <p:sp>
        <p:nvSpPr>
          <p:cNvPr id="161813" name="Line 21"/>
          <p:cNvSpPr>
            <a:spLocks noChangeShapeType="1"/>
          </p:cNvSpPr>
          <p:nvPr/>
        </p:nvSpPr>
        <p:spPr bwMode="auto">
          <a:xfrm>
            <a:off x="14478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61814" name="Object 22"/>
          <p:cNvGraphicFramePr>
            <a:graphicFrameLocks noChangeAspect="1"/>
          </p:cNvGraphicFramePr>
          <p:nvPr/>
        </p:nvGraphicFramePr>
        <p:xfrm>
          <a:off x="1371600" y="1447800"/>
          <a:ext cx="265113" cy="431800"/>
        </p:xfrm>
        <a:graphic>
          <a:graphicData uri="http://schemas.openxmlformats.org/presentationml/2006/ole">
            <p:oleObj spid="_x0000_s161814" name="Equation" r:id="rId9" imgW="266400" imgH="431640" progId="Equation.3">
              <p:embed/>
            </p:oleObj>
          </a:graphicData>
        </a:graphic>
      </p:graphicFrame>
      <p:sp>
        <p:nvSpPr>
          <p:cNvPr id="161815" name="Line 23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1816" name="Line 24"/>
          <p:cNvSpPr>
            <a:spLocks noChangeShapeType="1"/>
          </p:cNvSpPr>
          <p:nvPr/>
        </p:nvSpPr>
        <p:spPr bwMode="auto">
          <a:xfrm>
            <a:off x="2819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61817" name="Object 25"/>
          <p:cNvGraphicFramePr>
            <a:graphicFrameLocks noChangeAspect="1"/>
          </p:cNvGraphicFramePr>
          <p:nvPr/>
        </p:nvGraphicFramePr>
        <p:xfrm>
          <a:off x="1892300" y="1511300"/>
          <a:ext cx="290513" cy="304800"/>
        </p:xfrm>
        <a:graphic>
          <a:graphicData uri="http://schemas.openxmlformats.org/presentationml/2006/ole">
            <p:oleObj spid="_x0000_s161817" name="Equation" r:id="rId10" imgW="291960" imgH="304560" progId="Equation.3">
              <p:embed/>
            </p:oleObj>
          </a:graphicData>
        </a:graphic>
      </p:graphicFrame>
      <p:graphicFrame>
        <p:nvGraphicFramePr>
          <p:cNvPr id="161818" name="Object 26"/>
          <p:cNvGraphicFramePr>
            <a:graphicFrameLocks noChangeAspect="1"/>
          </p:cNvGraphicFramePr>
          <p:nvPr/>
        </p:nvGraphicFramePr>
        <p:xfrm>
          <a:off x="2438400" y="1447800"/>
          <a:ext cx="265113" cy="431800"/>
        </p:xfrm>
        <a:graphic>
          <a:graphicData uri="http://schemas.openxmlformats.org/presentationml/2006/ole">
            <p:oleObj spid="_x0000_s161818" name="Equation" r:id="rId11" imgW="266400" imgH="431640" progId="Equation.3">
              <p:embed/>
            </p:oleObj>
          </a:graphicData>
        </a:graphic>
      </p:graphicFrame>
      <p:graphicFrame>
        <p:nvGraphicFramePr>
          <p:cNvPr id="161819" name="Object 27"/>
          <p:cNvGraphicFramePr>
            <a:graphicFrameLocks noChangeAspect="1"/>
          </p:cNvGraphicFramePr>
          <p:nvPr/>
        </p:nvGraphicFramePr>
        <p:xfrm>
          <a:off x="3467100" y="4273550"/>
          <a:ext cx="404813" cy="569913"/>
        </p:xfrm>
        <a:graphic>
          <a:graphicData uri="http://schemas.openxmlformats.org/presentationml/2006/ole">
            <p:oleObj spid="_x0000_s161819" name="Equation" r:id="rId12" imgW="406080" imgH="571320" progId="Equation.3">
              <p:embed/>
            </p:oleObj>
          </a:graphicData>
        </a:graphic>
      </p:graphicFrame>
      <p:graphicFrame>
        <p:nvGraphicFramePr>
          <p:cNvPr id="161820" name="Object 28"/>
          <p:cNvGraphicFramePr>
            <a:graphicFrameLocks noChangeAspect="1"/>
          </p:cNvGraphicFramePr>
          <p:nvPr/>
        </p:nvGraphicFramePr>
        <p:xfrm>
          <a:off x="5562600" y="4273550"/>
          <a:ext cx="481013" cy="569913"/>
        </p:xfrm>
        <a:graphic>
          <a:graphicData uri="http://schemas.openxmlformats.org/presentationml/2006/ole">
            <p:oleObj spid="_x0000_s161820" name="Equation" r:id="rId13" imgW="482400" imgH="571320" progId="Equation.3">
              <p:embed/>
            </p:oleObj>
          </a:graphicData>
        </a:graphic>
      </p:graphicFrame>
      <p:graphicFrame>
        <p:nvGraphicFramePr>
          <p:cNvPr id="161821" name="Object 29"/>
          <p:cNvGraphicFramePr>
            <a:graphicFrameLocks noChangeAspect="1"/>
          </p:cNvGraphicFramePr>
          <p:nvPr/>
        </p:nvGraphicFramePr>
        <p:xfrm>
          <a:off x="7632700" y="4267200"/>
          <a:ext cx="455613" cy="582613"/>
        </p:xfrm>
        <a:graphic>
          <a:graphicData uri="http://schemas.openxmlformats.org/presentationml/2006/ole">
            <p:oleObj spid="_x0000_s161821" name="Equation" r:id="rId14" imgW="457200" imgH="583920" progId="Equation.3">
              <p:embed/>
            </p:oleObj>
          </a:graphicData>
        </a:graphic>
      </p:graphicFrame>
      <p:sp>
        <p:nvSpPr>
          <p:cNvPr id="161822" name="Line 30"/>
          <p:cNvSpPr>
            <a:spLocks noChangeShapeType="1"/>
          </p:cNvSpPr>
          <p:nvPr/>
        </p:nvSpPr>
        <p:spPr bwMode="auto">
          <a:xfrm>
            <a:off x="1066800" y="52578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68333-CCB6-43F5-AA78-C3541BE2E007}" type="slidenum">
              <a:rPr lang="en-US"/>
              <a:pPr/>
              <a:t>55</a:t>
            </a:fld>
            <a:endParaRPr lang="en-US"/>
          </a:p>
        </p:txBody>
      </p:sp>
      <p:sp>
        <p:nvSpPr>
          <p:cNvPr id="162818" name="Oval 2"/>
          <p:cNvSpPr>
            <a:spLocks noChangeArrowheads="1"/>
          </p:cNvSpPr>
          <p:nvPr/>
        </p:nvSpPr>
        <p:spPr bwMode="auto">
          <a:xfrm>
            <a:off x="11509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62819" name="Object 3"/>
          <p:cNvGraphicFramePr>
            <a:graphicFrameLocks noChangeAspect="1"/>
          </p:cNvGraphicFramePr>
          <p:nvPr/>
        </p:nvGraphicFramePr>
        <p:xfrm>
          <a:off x="1277938" y="4270375"/>
          <a:ext cx="481012" cy="582613"/>
        </p:xfrm>
        <a:graphic>
          <a:graphicData uri="http://schemas.openxmlformats.org/presentationml/2006/ole">
            <p:oleObj spid="_x0000_s162819" name="Equation" r:id="rId3" imgW="482400" imgH="583920" progId="Equation.3">
              <p:embed/>
            </p:oleObj>
          </a:graphicData>
        </a:graphic>
      </p:graphicFrame>
      <p:sp>
        <p:nvSpPr>
          <p:cNvPr id="162820" name="Oval 4"/>
          <p:cNvSpPr>
            <a:spLocks noChangeArrowheads="1"/>
          </p:cNvSpPr>
          <p:nvPr/>
        </p:nvSpPr>
        <p:spPr bwMode="auto">
          <a:xfrm>
            <a:off x="54181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2821" name="Oval 5"/>
          <p:cNvSpPr>
            <a:spLocks noChangeArrowheads="1"/>
          </p:cNvSpPr>
          <p:nvPr/>
        </p:nvSpPr>
        <p:spPr bwMode="auto">
          <a:xfrm>
            <a:off x="3284538" y="4219575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2822" name="Line 6"/>
          <p:cNvSpPr>
            <a:spLocks noChangeShapeType="1"/>
          </p:cNvSpPr>
          <p:nvPr/>
        </p:nvSpPr>
        <p:spPr bwMode="auto">
          <a:xfrm>
            <a:off x="1836738" y="4600575"/>
            <a:ext cx="1447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2823" name="Line 7"/>
          <p:cNvSpPr>
            <a:spLocks noChangeShapeType="1"/>
          </p:cNvSpPr>
          <p:nvPr/>
        </p:nvSpPr>
        <p:spPr bwMode="auto">
          <a:xfrm>
            <a:off x="3970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2824" name="Line 8"/>
          <p:cNvSpPr>
            <a:spLocks noChangeShapeType="1"/>
          </p:cNvSpPr>
          <p:nvPr/>
        </p:nvSpPr>
        <p:spPr bwMode="auto">
          <a:xfrm>
            <a:off x="617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2825" name="Oval 9"/>
          <p:cNvSpPr>
            <a:spLocks noChangeArrowheads="1"/>
          </p:cNvSpPr>
          <p:nvPr/>
        </p:nvSpPr>
        <p:spPr bwMode="auto">
          <a:xfrm>
            <a:off x="7551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2826" name="Line 10"/>
          <p:cNvSpPr>
            <a:spLocks noChangeShapeType="1"/>
          </p:cNvSpPr>
          <p:nvPr/>
        </p:nvSpPr>
        <p:spPr bwMode="auto">
          <a:xfrm>
            <a:off x="6256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62827" name="Object 11"/>
          <p:cNvGraphicFramePr>
            <a:graphicFrameLocks noChangeAspect="1"/>
          </p:cNvGraphicFramePr>
          <p:nvPr/>
        </p:nvGraphicFramePr>
        <p:xfrm>
          <a:off x="2446338" y="4219575"/>
          <a:ext cx="290512" cy="304800"/>
        </p:xfrm>
        <a:graphic>
          <a:graphicData uri="http://schemas.openxmlformats.org/presentationml/2006/ole">
            <p:oleObj spid="_x0000_s162827" name="Equation" r:id="rId4" imgW="291960" imgH="304560" progId="Equation.3">
              <p:embed/>
            </p:oleObj>
          </a:graphicData>
        </a:graphic>
      </p:graphicFrame>
      <p:graphicFrame>
        <p:nvGraphicFramePr>
          <p:cNvPr id="162828" name="Object 12"/>
          <p:cNvGraphicFramePr>
            <a:graphicFrameLocks noChangeAspect="1"/>
          </p:cNvGraphicFramePr>
          <p:nvPr/>
        </p:nvGraphicFramePr>
        <p:xfrm>
          <a:off x="4503738" y="4143375"/>
          <a:ext cx="265112" cy="430213"/>
        </p:xfrm>
        <a:graphic>
          <a:graphicData uri="http://schemas.openxmlformats.org/presentationml/2006/ole">
            <p:oleObj spid="_x0000_s162828" name="Equation" r:id="rId5" imgW="266400" imgH="431640" progId="Equation.3">
              <p:embed/>
            </p:oleObj>
          </a:graphicData>
        </a:graphic>
      </p:graphicFrame>
      <p:graphicFrame>
        <p:nvGraphicFramePr>
          <p:cNvPr id="162829" name="Object 13"/>
          <p:cNvGraphicFramePr>
            <a:graphicFrameLocks noChangeAspect="1"/>
          </p:cNvGraphicFramePr>
          <p:nvPr/>
        </p:nvGraphicFramePr>
        <p:xfrm>
          <a:off x="6713538" y="4143375"/>
          <a:ext cx="328612" cy="419100"/>
        </p:xfrm>
        <a:graphic>
          <a:graphicData uri="http://schemas.openxmlformats.org/presentationml/2006/ole">
            <p:oleObj spid="_x0000_s162829" name="Equation" r:id="rId6" imgW="330120" imgH="419040" progId="Equation.3">
              <p:embed/>
            </p:oleObj>
          </a:graphicData>
        </a:graphic>
      </p:graphicFrame>
      <p:graphicFrame>
        <p:nvGraphicFramePr>
          <p:cNvPr id="162830" name="Object 14"/>
          <p:cNvGraphicFramePr>
            <a:graphicFrameLocks noChangeAspect="1"/>
          </p:cNvGraphicFramePr>
          <p:nvPr/>
        </p:nvGraphicFramePr>
        <p:xfrm>
          <a:off x="3970338" y="5667375"/>
          <a:ext cx="328612" cy="419100"/>
        </p:xfrm>
        <a:graphic>
          <a:graphicData uri="http://schemas.openxmlformats.org/presentationml/2006/ole">
            <p:oleObj spid="_x0000_s162830" name="Equation" r:id="rId7" imgW="330120" imgH="419040" progId="Equation.3">
              <p:embed/>
            </p:oleObj>
          </a:graphicData>
        </a:graphic>
      </p:graphicFrame>
      <p:sp>
        <p:nvSpPr>
          <p:cNvPr id="162831" name="Oval 15"/>
          <p:cNvSpPr>
            <a:spLocks noChangeArrowheads="1"/>
          </p:cNvSpPr>
          <p:nvPr/>
        </p:nvSpPr>
        <p:spPr bwMode="auto">
          <a:xfrm>
            <a:off x="5265738" y="4067175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2832" name="Freeform 16"/>
          <p:cNvSpPr>
            <a:spLocks/>
          </p:cNvSpPr>
          <p:nvPr/>
        </p:nvSpPr>
        <p:spPr bwMode="auto">
          <a:xfrm>
            <a:off x="1455738" y="4905375"/>
            <a:ext cx="6324600" cy="1231900"/>
          </a:xfrm>
          <a:custGeom>
            <a:avLst/>
            <a:gdLst/>
            <a:ahLst/>
            <a:cxnLst>
              <a:cxn ang="0">
                <a:pos x="3984" y="0"/>
              </a:cxn>
              <a:cxn ang="0">
                <a:pos x="3120" y="624"/>
              </a:cxn>
              <a:cxn ang="0">
                <a:pos x="768" y="672"/>
              </a:cxn>
              <a:cxn ang="0">
                <a:pos x="0" y="0"/>
              </a:cxn>
            </a:cxnLst>
            <a:rect l="0" t="0" r="r" b="b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2833" name="Rectangle 17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2834" name="Line 18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2835" name="Line 19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62836" name="Object 20"/>
          <p:cNvGraphicFramePr>
            <a:graphicFrameLocks noChangeAspect="1"/>
          </p:cNvGraphicFramePr>
          <p:nvPr/>
        </p:nvGraphicFramePr>
        <p:xfrm>
          <a:off x="825500" y="1511300"/>
          <a:ext cx="290513" cy="304800"/>
        </p:xfrm>
        <a:graphic>
          <a:graphicData uri="http://schemas.openxmlformats.org/presentationml/2006/ole">
            <p:oleObj spid="_x0000_s162836" name="Equation" r:id="rId8" imgW="291960" imgH="304560" progId="Equation.3">
              <p:embed/>
            </p:oleObj>
          </a:graphicData>
        </a:graphic>
      </p:graphicFrame>
      <p:sp>
        <p:nvSpPr>
          <p:cNvPr id="162837" name="Line 21"/>
          <p:cNvSpPr>
            <a:spLocks noChangeShapeType="1"/>
          </p:cNvSpPr>
          <p:nvPr/>
        </p:nvSpPr>
        <p:spPr bwMode="auto">
          <a:xfrm>
            <a:off x="19812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62838" name="Object 22"/>
          <p:cNvGraphicFramePr>
            <a:graphicFrameLocks noChangeAspect="1"/>
          </p:cNvGraphicFramePr>
          <p:nvPr/>
        </p:nvGraphicFramePr>
        <p:xfrm>
          <a:off x="1371600" y="1447800"/>
          <a:ext cx="265113" cy="431800"/>
        </p:xfrm>
        <a:graphic>
          <a:graphicData uri="http://schemas.openxmlformats.org/presentationml/2006/ole">
            <p:oleObj spid="_x0000_s162838" name="Equation" r:id="rId9" imgW="266400" imgH="431640" progId="Equation.3">
              <p:embed/>
            </p:oleObj>
          </a:graphicData>
        </a:graphic>
      </p:graphicFrame>
      <p:sp>
        <p:nvSpPr>
          <p:cNvPr id="162839" name="Line 23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2840" name="Line 24"/>
          <p:cNvSpPr>
            <a:spLocks noChangeShapeType="1"/>
          </p:cNvSpPr>
          <p:nvPr/>
        </p:nvSpPr>
        <p:spPr bwMode="auto">
          <a:xfrm>
            <a:off x="2819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62841" name="Object 25"/>
          <p:cNvGraphicFramePr>
            <a:graphicFrameLocks noChangeAspect="1"/>
          </p:cNvGraphicFramePr>
          <p:nvPr/>
        </p:nvGraphicFramePr>
        <p:xfrm>
          <a:off x="1892300" y="1511300"/>
          <a:ext cx="290513" cy="304800"/>
        </p:xfrm>
        <a:graphic>
          <a:graphicData uri="http://schemas.openxmlformats.org/presentationml/2006/ole">
            <p:oleObj spid="_x0000_s162841" name="Equation" r:id="rId10" imgW="291960" imgH="304560" progId="Equation.3">
              <p:embed/>
            </p:oleObj>
          </a:graphicData>
        </a:graphic>
      </p:graphicFrame>
      <p:graphicFrame>
        <p:nvGraphicFramePr>
          <p:cNvPr id="162842" name="Object 26"/>
          <p:cNvGraphicFramePr>
            <a:graphicFrameLocks noChangeAspect="1"/>
          </p:cNvGraphicFramePr>
          <p:nvPr/>
        </p:nvGraphicFramePr>
        <p:xfrm>
          <a:off x="2438400" y="1447800"/>
          <a:ext cx="265113" cy="431800"/>
        </p:xfrm>
        <a:graphic>
          <a:graphicData uri="http://schemas.openxmlformats.org/presentationml/2006/ole">
            <p:oleObj spid="_x0000_s162842" name="Equation" r:id="rId11" imgW="266400" imgH="431640" progId="Equation.3">
              <p:embed/>
            </p:oleObj>
          </a:graphicData>
        </a:graphic>
      </p:graphicFrame>
      <p:graphicFrame>
        <p:nvGraphicFramePr>
          <p:cNvPr id="162843" name="Object 27"/>
          <p:cNvGraphicFramePr>
            <a:graphicFrameLocks noChangeAspect="1"/>
          </p:cNvGraphicFramePr>
          <p:nvPr/>
        </p:nvGraphicFramePr>
        <p:xfrm>
          <a:off x="3467100" y="4273550"/>
          <a:ext cx="404813" cy="569913"/>
        </p:xfrm>
        <a:graphic>
          <a:graphicData uri="http://schemas.openxmlformats.org/presentationml/2006/ole">
            <p:oleObj spid="_x0000_s162843" name="Equation" r:id="rId12" imgW="406080" imgH="571320" progId="Equation.3">
              <p:embed/>
            </p:oleObj>
          </a:graphicData>
        </a:graphic>
      </p:graphicFrame>
      <p:graphicFrame>
        <p:nvGraphicFramePr>
          <p:cNvPr id="162844" name="Object 28"/>
          <p:cNvGraphicFramePr>
            <a:graphicFrameLocks noChangeAspect="1"/>
          </p:cNvGraphicFramePr>
          <p:nvPr/>
        </p:nvGraphicFramePr>
        <p:xfrm>
          <a:off x="5562600" y="4273550"/>
          <a:ext cx="481013" cy="569913"/>
        </p:xfrm>
        <a:graphic>
          <a:graphicData uri="http://schemas.openxmlformats.org/presentationml/2006/ole">
            <p:oleObj spid="_x0000_s162844" name="Equation" r:id="rId13" imgW="482400" imgH="571320" progId="Equation.3">
              <p:embed/>
            </p:oleObj>
          </a:graphicData>
        </a:graphic>
      </p:graphicFrame>
      <p:graphicFrame>
        <p:nvGraphicFramePr>
          <p:cNvPr id="162845" name="Object 29"/>
          <p:cNvGraphicFramePr>
            <a:graphicFrameLocks noChangeAspect="1"/>
          </p:cNvGraphicFramePr>
          <p:nvPr/>
        </p:nvGraphicFramePr>
        <p:xfrm>
          <a:off x="7632700" y="4267200"/>
          <a:ext cx="455613" cy="582613"/>
        </p:xfrm>
        <a:graphic>
          <a:graphicData uri="http://schemas.openxmlformats.org/presentationml/2006/ole">
            <p:oleObj spid="_x0000_s162845" name="Equation" r:id="rId14" imgW="457200" imgH="583920" progId="Equation.3">
              <p:embed/>
            </p:oleObj>
          </a:graphicData>
        </a:graphic>
      </p:graphicFrame>
      <p:sp>
        <p:nvSpPr>
          <p:cNvPr id="162846" name="Line 30"/>
          <p:cNvSpPr>
            <a:spLocks noChangeShapeType="1"/>
          </p:cNvSpPr>
          <p:nvPr/>
        </p:nvSpPr>
        <p:spPr bwMode="auto">
          <a:xfrm>
            <a:off x="3200400" y="50292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7B56B8-70F4-432A-A46F-8ED8A13CC27D}" type="slidenum">
              <a:rPr lang="en-US"/>
              <a:pPr/>
              <a:t>56</a:t>
            </a:fld>
            <a:endParaRPr lang="en-US"/>
          </a:p>
        </p:txBody>
      </p:sp>
      <p:sp>
        <p:nvSpPr>
          <p:cNvPr id="163842" name="Oval 2"/>
          <p:cNvSpPr>
            <a:spLocks noChangeArrowheads="1"/>
          </p:cNvSpPr>
          <p:nvPr/>
        </p:nvSpPr>
        <p:spPr bwMode="auto">
          <a:xfrm>
            <a:off x="11509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63843" name="Object 3"/>
          <p:cNvGraphicFramePr>
            <a:graphicFrameLocks noChangeAspect="1"/>
          </p:cNvGraphicFramePr>
          <p:nvPr/>
        </p:nvGraphicFramePr>
        <p:xfrm>
          <a:off x="1277938" y="4270375"/>
          <a:ext cx="481012" cy="582613"/>
        </p:xfrm>
        <a:graphic>
          <a:graphicData uri="http://schemas.openxmlformats.org/presentationml/2006/ole">
            <p:oleObj spid="_x0000_s163843" name="Equation" r:id="rId3" imgW="482400" imgH="583920" progId="Equation.3">
              <p:embed/>
            </p:oleObj>
          </a:graphicData>
        </a:graphic>
      </p:graphicFrame>
      <p:sp>
        <p:nvSpPr>
          <p:cNvPr id="163844" name="Oval 4"/>
          <p:cNvSpPr>
            <a:spLocks noChangeArrowheads="1"/>
          </p:cNvSpPr>
          <p:nvPr/>
        </p:nvSpPr>
        <p:spPr bwMode="auto">
          <a:xfrm>
            <a:off x="5418138" y="4219575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45" name="Oval 5"/>
          <p:cNvSpPr>
            <a:spLocks noChangeArrowheads="1"/>
          </p:cNvSpPr>
          <p:nvPr/>
        </p:nvSpPr>
        <p:spPr bwMode="auto">
          <a:xfrm>
            <a:off x="32845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46" name="Line 6"/>
          <p:cNvSpPr>
            <a:spLocks noChangeShapeType="1"/>
          </p:cNvSpPr>
          <p:nvPr/>
        </p:nvSpPr>
        <p:spPr bwMode="auto">
          <a:xfrm>
            <a:off x="1836738" y="460057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47" name="Line 7"/>
          <p:cNvSpPr>
            <a:spLocks noChangeShapeType="1"/>
          </p:cNvSpPr>
          <p:nvPr/>
        </p:nvSpPr>
        <p:spPr bwMode="auto">
          <a:xfrm>
            <a:off x="3970338" y="4600575"/>
            <a:ext cx="1295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48" name="Line 8"/>
          <p:cNvSpPr>
            <a:spLocks noChangeShapeType="1"/>
          </p:cNvSpPr>
          <p:nvPr/>
        </p:nvSpPr>
        <p:spPr bwMode="auto">
          <a:xfrm>
            <a:off x="617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49" name="Oval 9"/>
          <p:cNvSpPr>
            <a:spLocks noChangeArrowheads="1"/>
          </p:cNvSpPr>
          <p:nvPr/>
        </p:nvSpPr>
        <p:spPr bwMode="auto">
          <a:xfrm>
            <a:off x="7551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50" name="Line 10"/>
          <p:cNvSpPr>
            <a:spLocks noChangeShapeType="1"/>
          </p:cNvSpPr>
          <p:nvPr/>
        </p:nvSpPr>
        <p:spPr bwMode="auto">
          <a:xfrm>
            <a:off x="6256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63851" name="Object 11"/>
          <p:cNvGraphicFramePr>
            <a:graphicFrameLocks noChangeAspect="1"/>
          </p:cNvGraphicFramePr>
          <p:nvPr/>
        </p:nvGraphicFramePr>
        <p:xfrm>
          <a:off x="2446338" y="4219575"/>
          <a:ext cx="290512" cy="304800"/>
        </p:xfrm>
        <a:graphic>
          <a:graphicData uri="http://schemas.openxmlformats.org/presentationml/2006/ole">
            <p:oleObj spid="_x0000_s163851" name="Equation" r:id="rId4" imgW="291960" imgH="304560" progId="Equation.3">
              <p:embed/>
            </p:oleObj>
          </a:graphicData>
        </a:graphic>
      </p:graphicFrame>
      <p:graphicFrame>
        <p:nvGraphicFramePr>
          <p:cNvPr id="163852" name="Object 12"/>
          <p:cNvGraphicFramePr>
            <a:graphicFrameLocks noChangeAspect="1"/>
          </p:cNvGraphicFramePr>
          <p:nvPr/>
        </p:nvGraphicFramePr>
        <p:xfrm>
          <a:off x="4503738" y="4143375"/>
          <a:ext cx="265112" cy="430213"/>
        </p:xfrm>
        <a:graphic>
          <a:graphicData uri="http://schemas.openxmlformats.org/presentationml/2006/ole">
            <p:oleObj spid="_x0000_s163852" name="Equation" r:id="rId5" imgW="266400" imgH="431640" progId="Equation.3">
              <p:embed/>
            </p:oleObj>
          </a:graphicData>
        </a:graphic>
      </p:graphicFrame>
      <p:graphicFrame>
        <p:nvGraphicFramePr>
          <p:cNvPr id="163853" name="Object 13"/>
          <p:cNvGraphicFramePr>
            <a:graphicFrameLocks noChangeAspect="1"/>
          </p:cNvGraphicFramePr>
          <p:nvPr/>
        </p:nvGraphicFramePr>
        <p:xfrm>
          <a:off x="6713538" y="4143375"/>
          <a:ext cx="328612" cy="419100"/>
        </p:xfrm>
        <a:graphic>
          <a:graphicData uri="http://schemas.openxmlformats.org/presentationml/2006/ole">
            <p:oleObj spid="_x0000_s163853" name="Equation" r:id="rId6" imgW="330120" imgH="419040" progId="Equation.3">
              <p:embed/>
            </p:oleObj>
          </a:graphicData>
        </a:graphic>
      </p:graphicFrame>
      <p:graphicFrame>
        <p:nvGraphicFramePr>
          <p:cNvPr id="163854" name="Object 14"/>
          <p:cNvGraphicFramePr>
            <a:graphicFrameLocks noChangeAspect="1"/>
          </p:cNvGraphicFramePr>
          <p:nvPr/>
        </p:nvGraphicFramePr>
        <p:xfrm>
          <a:off x="3970338" y="5667375"/>
          <a:ext cx="328612" cy="419100"/>
        </p:xfrm>
        <a:graphic>
          <a:graphicData uri="http://schemas.openxmlformats.org/presentationml/2006/ole">
            <p:oleObj spid="_x0000_s163854" name="Equation" r:id="rId7" imgW="330120" imgH="419040" progId="Equation.3">
              <p:embed/>
            </p:oleObj>
          </a:graphicData>
        </a:graphic>
      </p:graphicFrame>
      <p:sp>
        <p:nvSpPr>
          <p:cNvPr id="163855" name="Oval 15"/>
          <p:cNvSpPr>
            <a:spLocks noChangeArrowheads="1"/>
          </p:cNvSpPr>
          <p:nvPr/>
        </p:nvSpPr>
        <p:spPr bwMode="auto">
          <a:xfrm>
            <a:off x="5265738" y="4067175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56" name="Freeform 16"/>
          <p:cNvSpPr>
            <a:spLocks/>
          </p:cNvSpPr>
          <p:nvPr/>
        </p:nvSpPr>
        <p:spPr bwMode="auto">
          <a:xfrm>
            <a:off x="1455738" y="4905375"/>
            <a:ext cx="6324600" cy="1231900"/>
          </a:xfrm>
          <a:custGeom>
            <a:avLst/>
            <a:gdLst/>
            <a:ahLst/>
            <a:cxnLst>
              <a:cxn ang="0">
                <a:pos x="3984" y="0"/>
              </a:cxn>
              <a:cxn ang="0">
                <a:pos x="3120" y="624"/>
              </a:cxn>
              <a:cxn ang="0">
                <a:pos x="768" y="672"/>
              </a:cxn>
              <a:cxn ang="0">
                <a:pos x="0" y="0"/>
              </a:cxn>
            </a:cxnLst>
            <a:rect l="0" t="0" r="r" b="b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57" name="Rectangle 17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58" name="Line 18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59" name="Line 19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63860" name="Object 20"/>
          <p:cNvGraphicFramePr>
            <a:graphicFrameLocks noChangeAspect="1"/>
          </p:cNvGraphicFramePr>
          <p:nvPr/>
        </p:nvGraphicFramePr>
        <p:xfrm>
          <a:off x="825500" y="1511300"/>
          <a:ext cx="290513" cy="304800"/>
        </p:xfrm>
        <a:graphic>
          <a:graphicData uri="http://schemas.openxmlformats.org/presentationml/2006/ole">
            <p:oleObj spid="_x0000_s163860" name="Equation" r:id="rId8" imgW="291960" imgH="304560" progId="Equation.3">
              <p:embed/>
            </p:oleObj>
          </a:graphicData>
        </a:graphic>
      </p:graphicFrame>
      <p:sp>
        <p:nvSpPr>
          <p:cNvPr id="163861" name="Line 21"/>
          <p:cNvSpPr>
            <a:spLocks noChangeShapeType="1"/>
          </p:cNvSpPr>
          <p:nvPr/>
        </p:nvSpPr>
        <p:spPr bwMode="auto">
          <a:xfrm>
            <a:off x="25146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63862" name="Object 22"/>
          <p:cNvGraphicFramePr>
            <a:graphicFrameLocks noChangeAspect="1"/>
          </p:cNvGraphicFramePr>
          <p:nvPr/>
        </p:nvGraphicFramePr>
        <p:xfrm>
          <a:off x="1371600" y="1447800"/>
          <a:ext cx="265113" cy="431800"/>
        </p:xfrm>
        <a:graphic>
          <a:graphicData uri="http://schemas.openxmlformats.org/presentationml/2006/ole">
            <p:oleObj spid="_x0000_s163862" name="Equation" r:id="rId9" imgW="266400" imgH="431640" progId="Equation.3">
              <p:embed/>
            </p:oleObj>
          </a:graphicData>
        </a:graphic>
      </p:graphicFrame>
      <p:sp>
        <p:nvSpPr>
          <p:cNvPr id="163863" name="Line 23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3864" name="Line 24"/>
          <p:cNvSpPr>
            <a:spLocks noChangeShapeType="1"/>
          </p:cNvSpPr>
          <p:nvPr/>
        </p:nvSpPr>
        <p:spPr bwMode="auto">
          <a:xfrm>
            <a:off x="2819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63865" name="Object 25"/>
          <p:cNvGraphicFramePr>
            <a:graphicFrameLocks noChangeAspect="1"/>
          </p:cNvGraphicFramePr>
          <p:nvPr/>
        </p:nvGraphicFramePr>
        <p:xfrm>
          <a:off x="1892300" y="1511300"/>
          <a:ext cx="290513" cy="304800"/>
        </p:xfrm>
        <a:graphic>
          <a:graphicData uri="http://schemas.openxmlformats.org/presentationml/2006/ole">
            <p:oleObj spid="_x0000_s163865" name="Equation" r:id="rId10" imgW="291960" imgH="304560" progId="Equation.3">
              <p:embed/>
            </p:oleObj>
          </a:graphicData>
        </a:graphic>
      </p:graphicFrame>
      <p:graphicFrame>
        <p:nvGraphicFramePr>
          <p:cNvPr id="163866" name="Object 26"/>
          <p:cNvGraphicFramePr>
            <a:graphicFrameLocks noChangeAspect="1"/>
          </p:cNvGraphicFramePr>
          <p:nvPr/>
        </p:nvGraphicFramePr>
        <p:xfrm>
          <a:off x="2438400" y="1447800"/>
          <a:ext cx="265113" cy="431800"/>
        </p:xfrm>
        <a:graphic>
          <a:graphicData uri="http://schemas.openxmlformats.org/presentationml/2006/ole">
            <p:oleObj spid="_x0000_s163866" name="Equation" r:id="rId11" imgW="266400" imgH="431640" progId="Equation.3">
              <p:embed/>
            </p:oleObj>
          </a:graphicData>
        </a:graphic>
      </p:graphicFrame>
      <p:graphicFrame>
        <p:nvGraphicFramePr>
          <p:cNvPr id="163867" name="Object 27"/>
          <p:cNvGraphicFramePr>
            <a:graphicFrameLocks noChangeAspect="1"/>
          </p:cNvGraphicFramePr>
          <p:nvPr/>
        </p:nvGraphicFramePr>
        <p:xfrm>
          <a:off x="3467100" y="4273550"/>
          <a:ext cx="404813" cy="569913"/>
        </p:xfrm>
        <a:graphic>
          <a:graphicData uri="http://schemas.openxmlformats.org/presentationml/2006/ole">
            <p:oleObj spid="_x0000_s163867" name="Equation" r:id="rId12" imgW="406080" imgH="571320" progId="Equation.3">
              <p:embed/>
            </p:oleObj>
          </a:graphicData>
        </a:graphic>
      </p:graphicFrame>
      <p:graphicFrame>
        <p:nvGraphicFramePr>
          <p:cNvPr id="163868" name="Object 28"/>
          <p:cNvGraphicFramePr>
            <a:graphicFrameLocks noChangeAspect="1"/>
          </p:cNvGraphicFramePr>
          <p:nvPr/>
        </p:nvGraphicFramePr>
        <p:xfrm>
          <a:off x="5562600" y="4273550"/>
          <a:ext cx="481013" cy="569913"/>
        </p:xfrm>
        <a:graphic>
          <a:graphicData uri="http://schemas.openxmlformats.org/presentationml/2006/ole">
            <p:oleObj spid="_x0000_s163868" name="Equation" r:id="rId13" imgW="482400" imgH="571320" progId="Equation.3">
              <p:embed/>
            </p:oleObj>
          </a:graphicData>
        </a:graphic>
      </p:graphicFrame>
      <p:graphicFrame>
        <p:nvGraphicFramePr>
          <p:cNvPr id="163869" name="Object 29"/>
          <p:cNvGraphicFramePr>
            <a:graphicFrameLocks noChangeAspect="1"/>
          </p:cNvGraphicFramePr>
          <p:nvPr/>
        </p:nvGraphicFramePr>
        <p:xfrm>
          <a:off x="7632700" y="4267200"/>
          <a:ext cx="455613" cy="582613"/>
        </p:xfrm>
        <a:graphic>
          <a:graphicData uri="http://schemas.openxmlformats.org/presentationml/2006/ole">
            <p:oleObj spid="_x0000_s163869" name="Equation" r:id="rId14" imgW="457200" imgH="583920" progId="Equation.3">
              <p:embed/>
            </p:oleObj>
          </a:graphicData>
        </a:graphic>
      </p:graphicFrame>
      <p:sp>
        <p:nvSpPr>
          <p:cNvPr id="163870" name="Line 30"/>
          <p:cNvSpPr>
            <a:spLocks noChangeShapeType="1"/>
          </p:cNvSpPr>
          <p:nvPr/>
        </p:nvSpPr>
        <p:spPr bwMode="auto">
          <a:xfrm>
            <a:off x="5334000" y="5181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07B8859-1FAD-429E-AED6-EEA984831AB1}" type="slidenum">
              <a:rPr lang="en-US"/>
              <a:pPr/>
              <a:t>57</a:t>
            </a:fld>
            <a:endParaRPr lang="en-US"/>
          </a:p>
        </p:txBody>
      </p:sp>
      <p:sp>
        <p:nvSpPr>
          <p:cNvPr id="164881" name="Rectangle 17"/>
          <p:cNvSpPr>
            <a:spLocks noChangeArrowheads="1"/>
          </p:cNvSpPr>
          <p:nvPr/>
        </p:nvSpPr>
        <p:spPr bwMode="auto">
          <a:xfrm>
            <a:off x="685800" y="1371600"/>
            <a:ext cx="7696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882" name="Line 18"/>
          <p:cNvSpPr>
            <a:spLocks noChangeShapeType="1"/>
          </p:cNvSpPr>
          <p:nvPr/>
        </p:nvSpPr>
        <p:spPr bwMode="auto">
          <a:xfrm>
            <a:off x="12192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883" name="Line 19"/>
          <p:cNvSpPr>
            <a:spLocks noChangeShapeType="1"/>
          </p:cNvSpPr>
          <p:nvPr/>
        </p:nvSpPr>
        <p:spPr bwMode="auto">
          <a:xfrm>
            <a:off x="17526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64884" name="Object 20"/>
          <p:cNvGraphicFramePr>
            <a:graphicFrameLocks noChangeAspect="1"/>
          </p:cNvGraphicFramePr>
          <p:nvPr/>
        </p:nvGraphicFramePr>
        <p:xfrm>
          <a:off x="825500" y="1511300"/>
          <a:ext cx="290513" cy="304800"/>
        </p:xfrm>
        <a:graphic>
          <a:graphicData uri="http://schemas.openxmlformats.org/presentationml/2006/ole">
            <p:oleObj spid="_x0000_s164884" name="Equation" r:id="rId3" imgW="291960" imgH="304560" progId="Equation.3">
              <p:embed/>
            </p:oleObj>
          </a:graphicData>
        </a:graphic>
      </p:graphicFrame>
      <p:sp>
        <p:nvSpPr>
          <p:cNvPr id="164885" name="Line 21"/>
          <p:cNvSpPr>
            <a:spLocks noChangeShapeType="1"/>
          </p:cNvSpPr>
          <p:nvPr/>
        </p:nvSpPr>
        <p:spPr bwMode="auto">
          <a:xfrm>
            <a:off x="2971800" y="914400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64886" name="Object 22"/>
          <p:cNvGraphicFramePr>
            <a:graphicFrameLocks noChangeAspect="1"/>
          </p:cNvGraphicFramePr>
          <p:nvPr/>
        </p:nvGraphicFramePr>
        <p:xfrm>
          <a:off x="1371600" y="1447800"/>
          <a:ext cx="265113" cy="431800"/>
        </p:xfrm>
        <a:graphic>
          <a:graphicData uri="http://schemas.openxmlformats.org/presentationml/2006/ole">
            <p:oleObj spid="_x0000_s164886" name="Equation" r:id="rId4" imgW="266400" imgH="431640" progId="Equation.3">
              <p:embed/>
            </p:oleObj>
          </a:graphicData>
        </a:graphic>
      </p:graphicFrame>
      <p:sp>
        <p:nvSpPr>
          <p:cNvPr id="164887" name="Line 23"/>
          <p:cNvSpPr>
            <a:spLocks noChangeShapeType="1"/>
          </p:cNvSpPr>
          <p:nvPr/>
        </p:nvSpPr>
        <p:spPr bwMode="auto">
          <a:xfrm>
            <a:off x="22860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888" name="Line 24"/>
          <p:cNvSpPr>
            <a:spLocks noChangeShapeType="1"/>
          </p:cNvSpPr>
          <p:nvPr/>
        </p:nvSpPr>
        <p:spPr bwMode="auto">
          <a:xfrm>
            <a:off x="2819400" y="137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64889" name="Object 25"/>
          <p:cNvGraphicFramePr>
            <a:graphicFrameLocks noChangeAspect="1"/>
          </p:cNvGraphicFramePr>
          <p:nvPr/>
        </p:nvGraphicFramePr>
        <p:xfrm>
          <a:off x="1892300" y="1511300"/>
          <a:ext cx="290513" cy="304800"/>
        </p:xfrm>
        <a:graphic>
          <a:graphicData uri="http://schemas.openxmlformats.org/presentationml/2006/ole">
            <p:oleObj spid="_x0000_s164889" name="Equation" r:id="rId5" imgW="291960" imgH="304560" progId="Equation.3">
              <p:embed/>
            </p:oleObj>
          </a:graphicData>
        </a:graphic>
      </p:graphicFrame>
      <p:graphicFrame>
        <p:nvGraphicFramePr>
          <p:cNvPr id="164890" name="Object 26"/>
          <p:cNvGraphicFramePr>
            <a:graphicFrameLocks noChangeAspect="1"/>
          </p:cNvGraphicFramePr>
          <p:nvPr/>
        </p:nvGraphicFramePr>
        <p:xfrm>
          <a:off x="2438400" y="1447800"/>
          <a:ext cx="265113" cy="431800"/>
        </p:xfrm>
        <a:graphic>
          <a:graphicData uri="http://schemas.openxmlformats.org/presentationml/2006/ole">
            <p:oleObj spid="_x0000_s164890" name="Equation" r:id="rId6" imgW="266400" imgH="431640" progId="Equation.3">
              <p:embed/>
            </p:oleObj>
          </a:graphicData>
        </a:graphic>
      </p:graphicFrame>
      <p:sp>
        <p:nvSpPr>
          <p:cNvPr id="164894" name="Oval 30"/>
          <p:cNvSpPr>
            <a:spLocks noChangeArrowheads="1"/>
          </p:cNvSpPr>
          <p:nvPr/>
        </p:nvSpPr>
        <p:spPr bwMode="auto">
          <a:xfrm>
            <a:off x="11509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64895" name="Object 31"/>
          <p:cNvGraphicFramePr>
            <a:graphicFrameLocks noChangeAspect="1"/>
          </p:cNvGraphicFramePr>
          <p:nvPr/>
        </p:nvGraphicFramePr>
        <p:xfrm>
          <a:off x="1277938" y="4270375"/>
          <a:ext cx="481012" cy="582613"/>
        </p:xfrm>
        <a:graphic>
          <a:graphicData uri="http://schemas.openxmlformats.org/presentationml/2006/ole">
            <p:oleObj spid="_x0000_s164895" name="Equation" r:id="rId7" imgW="482400" imgH="583920" progId="Equation.3">
              <p:embed/>
            </p:oleObj>
          </a:graphicData>
        </a:graphic>
      </p:graphicFrame>
      <p:sp>
        <p:nvSpPr>
          <p:cNvPr id="164896" name="Oval 32"/>
          <p:cNvSpPr>
            <a:spLocks noChangeArrowheads="1"/>
          </p:cNvSpPr>
          <p:nvPr/>
        </p:nvSpPr>
        <p:spPr bwMode="auto">
          <a:xfrm>
            <a:off x="5418138" y="4219575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897" name="Oval 33"/>
          <p:cNvSpPr>
            <a:spLocks noChangeArrowheads="1"/>
          </p:cNvSpPr>
          <p:nvPr/>
        </p:nvSpPr>
        <p:spPr bwMode="auto">
          <a:xfrm>
            <a:off x="32845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898" name="Line 34"/>
          <p:cNvSpPr>
            <a:spLocks noChangeShapeType="1"/>
          </p:cNvSpPr>
          <p:nvPr/>
        </p:nvSpPr>
        <p:spPr bwMode="auto">
          <a:xfrm>
            <a:off x="1836738" y="460057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899" name="Line 35"/>
          <p:cNvSpPr>
            <a:spLocks noChangeShapeType="1"/>
          </p:cNvSpPr>
          <p:nvPr/>
        </p:nvSpPr>
        <p:spPr bwMode="auto">
          <a:xfrm>
            <a:off x="3970338" y="4600575"/>
            <a:ext cx="1295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900" name="Line 36"/>
          <p:cNvSpPr>
            <a:spLocks noChangeShapeType="1"/>
          </p:cNvSpPr>
          <p:nvPr/>
        </p:nvSpPr>
        <p:spPr bwMode="auto">
          <a:xfrm>
            <a:off x="617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901" name="Oval 37"/>
          <p:cNvSpPr>
            <a:spLocks noChangeArrowheads="1"/>
          </p:cNvSpPr>
          <p:nvPr/>
        </p:nvSpPr>
        <p:spPr bwMode="auto">
          <a:xfrm>
            <a:off x="7551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902" name="Line 38"/>
          <p:cNvSpPr>
            <a:spLocks noChangeShapeType="1"/>
          </p:cNvSpPr>
          <p:nvPr/>
        </p:nvSpPr>
        <p:spPr bwMode="auto">
          <a:xfrm>
            <a:off x="6256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64903" name="Object 39"/>
          <p:cNvGraphicFramePr>
            <a:graphicFrameLocks noChangeAspect="1"/>
          </p:cNvGraphicFramePr>
          <p:nvPr/>
        </p:nvGraphicFramePr>
        <p:xfrm>
          <a:off x="2446338" y="4219575"/>
          <a:ext cx="290512" cy="304800"/>
        </p:xfrm>
        <a:graphic>
          <a:graphicData uri="http://schemas.openxmlformats.org/presentationml/2006/ole">
            <p:oleObj spid="_x0000_s164903" name="Equation" r:id="rId8" imgW="291960" imgH="304560" progId="Equation.3">
              <p:embed/>
            </p:oleObj>
          </a:graphicData>
        </a:graphic>
      </p:graphicFrame>
      <p:graphicFrame>
        <p:nvGraphicFramePr>
          <p:cNvPr id="164904" name="Object 40"/>
          <p:cNvGraphicFramePr>
            <a:graphicFrameLocks noChangeAspect="1"/>
          </p:cNvGraphicFramePr>
          <p:nvPr/>
        </p:nvGraphicFramePr>
        <p:xfrm>
          <a:off x="4503738" y="4143375"/>
          <a:ext cx="265112" cy="430213"/>
        </p:xfrm>
        <a:graphic>
          <a:graphicData uri="http://schemas.openxmlformats.org/presentationml/2006/ole">
            <p:oleObj spid="_x0000_s164904" name="Equation" r:id="rId9" imgW="266400" imgH="431640" progId="Equation.3">
              <p:embed/>
            </p:oleObj>
          </a:graphicData>
        </a:graphic>
      </p:graphicFrame>
      <p:graphicFrame>
        <p:nvGraphicFramePr>
          <p:cNvPr id="164905" name="Object 41"/>
          <p:cNvGraphicFramePr>
            <a:graphicFrameLocks noChangeAspect="1"/>
          </p:cNvGraphicFramePr>
          <p:nvPr/>
        </p:nvGraphicFramePr>
        <p:xfrm>
          <a:off x="6713538" y="4143375"/>
          <a:ext cx="328612" cy="419100"/>
        </p:xfrm>
        <a:graphic>
          <a:graphicData uri="http://schemas.openxmlformats.org/presentationml/2006/ole">
            <p:oleObj spid="_x0000_s164905" name="Equation" r:id="rId10" imgW="330120" imgH="419040" progId="Equation.3">
              <p:embed/>
            </p:oleObj>
          </a:graphicData>
        </a:graphic>
      </p:graphicFrame>
      <p:graphicFrame>
        <p:nvGraphicFramePr>
          <p:cNvPr id="164906" name="Object 42"/>
          <p:cNvGraphicFramePr>
            <a:graphicFrameLocks noChangeAspect="1"/>
          </p:cNvGraphicFramePr>
          <p:nvPr/>
        </p:nvGraphicFramePr>
        <p:xfrm>
          <a:off x="3970338" y="5667375"/>
          <a:ext cx="328612" cy="419100"/>
        </p:xfrm>
        <a:graphic>
          <a:graphicData uri="http://schemas.openxmlformats.org/presentationml/2006/ole">
            <p:oleObj spid="_x0000_s164906" name="Equation" r:id="rId11" imgW="330120" imgH="419040" progId="Equation.3">
              <p:embed/>
            </p:oleObj>
          </a:graphicData>
        </a:graphic>
      </p:graphicFrame>
      <p:sp>
        <p:nvSpPr>
          <p:cNvPr id="164907" name="Oval 43"/>
          <p:cNvSpPr>
            <a:spLocks noChangeArrowheads="1"/>
          </p:cNvSpPr>
          <p:nvPr/>
        </p:nvSpPr>
        <p:spPr bwMode="auto">
          <a:xfrm>
            <a:off x="5265738" y="4067175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908" name="Freeform 44"/>
          <p:cNvSpPr>
            <a:spLocks/>
          </p:cNvSpPr>
          <p:nvPr/>
        </p:nvSpPr>
        <p:spPr bwMode="auto">
          <a:xfrm>
            <a:off x="1455738" y="4905375"/>
            <a:ext cx="6324600" cy="1231900"/>
          </a:xfrm>
          <a:custGeom>
            <a:avLst/>
            <a:gdLst/>
            <a:ahLst/>
            <a:cxnLst>
              <a:cxn ang="0">
                <a:pos x="3984" y="0"/>
              </a:cxn>
              <a:cxn ang="0">
                <a:pos x="3120" y="624"/>
              </a:cxn>
              <a:cxn ang="0">
                <a:pos x="768" y="672"/>
              </a:cxn>
              <a:cxn ang="0">
                <a:pos x="0" y="0"/>
              </a:cxn>
            </a:cxnLst>
            <a:rect l="0" t="0" r="r" b="b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64909" name="Object 45"/>
          <p:cNvGraphicFramePr>
            <a:graphicFrameLocks noChangeAspect="1"/>
          </p:cNvGraphicFramePr>
          <p:nvPr/>
        </p:nvGraphicFramePr>
        <p:xfrm>
          <a:off x="3467100" y="4273550"/>
          <a:ext cx="404813" cy="569913"/>
        </p:xfrm>
        <a:graphic>
          <a:graphicData uri="http://schemas.openxmlformats.org/presentationml/2006/ole">
            <p:oleObj spid="_x0000_s164909" name="Equation" r:id="rId12" imgW="406080" imgH="571320" progId="Equation.3">
              <p:embed/>
            </p:oleObj>
          </a:graphicData>
        </a:graphic>
      </p:graphicFrame>
      <p:graphicFrame>
        <p:nvGraphicFramePr>
          <p:cNvPr id="164910" name="Object 46"/>
          <p:cNvGraphicFramePr>
            <a:graphicFrameLocks noChangeAspect="1"/>
          </p:cNvGraphicFramePr>
          <p:nvPr/>
        </p:nvGraphicFramePr>
        <p:xfrm>
          <a:off x="5562600" y="4273550"/>
          <a:ext cx="481013" cy="569913"/>
        </p:xfrm>
        <a:graphic>
          <a:graphicData uri="http://schemas.openxmlformats.org/presentationml/2006/ole">
            <p:oleObj spid="_x0000_s164910" name="Equation" r:id="rId13" imgW="482400" imgH="571320" progId="Equation.3">
              <p:embed/>
            </p:oleObj>
          </a:graphicData>
        </a:graphic>
      </p:graphicFrame>
      <p:graphicFrame>
        <p:nvGraphicFramePr>
          <p:cNvPr id="164911" name="Object 47"/>
          <p:cNvGraphicFramePr>
            <a:graphicFrameLocks noChangeAspect="1"/>
          </p:cNvGraphicFramePr>
          <p:nvPr/>
        </p:nvGraphicFramePr>
        <p:xfrm>
          <a:off x="7632700" y="4267200"/>
          <a:ext cx="455613" cy="582613"/>
        </p:xfrm>
        <a:graphic>
          <a:graphicData uri="http://schemas.openxmlformats.org/presentationml/2006/ole">
            <p:oleObj spid="_x0000_s164911" name="Equation" r:id="rId14" imgW="457200" imgH="583920" progId="Equation.3">
              <p:embed/>
            </p:oleObj>
          </a:graphicData>
        </a:graphic>
      </p:graphicFrame>
      <p:sp>
        <p:nvSpPr>
          <p:cNvPr id="164912" name="Line 48"/>
          <p:cNvSpPr>
            <a:spLocks noChangeShapeType="1"/>
          </p:cNvSpPr>
          <p:nvPr/>
        </p:nvSpPr>
        <p:spPr bwMode="auto">
          <a:xfrm>
            <a:off x="5334000" y="5181600"/>
            <a:ext cx="914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4913" name="Text Box 49"/>
          <p:cNvSpPr txBox="1">
            <a:spLocks noChangeArrowheads="1"/>
          </p:cNvSpPr>
          <p:nvPr/>
        </p:nvSpPr>
        <p:spPr bwMode="auto">
          <a:xfrm>
            <a:off x="4876800" y="3429000"/>
            <a:ext cx="17637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“accept”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3A3E8E-2D3A-4806-83AC-EDB7AA37C042}" type="slidenum">
              <a:rPr lang="en-US"/>
              <a:pPr/>
              <a:t>58</a:t>
            </a:fld>
            <a:endParaRPr lang="en-US"/>
          </a:p>
        </p:txBody>
      </p:sp>
      <p:graphicFrame>
        <p:nvGraphicFramePr>
          <p:cNvPr id="152595" name="Object 19"/>
          <p:cNvGraphicFramePr>
            <a:graphicFrameLocks noChangeAspect="1"/>
          </p:cNvGraphicFramePr>
          <p:nvPr/>
        </p:nvGraphicFramePr>
        <p:xfrm>
          <a:off x="1847850" y="1524000"/>
          <a:ext cx="5664200" cy="1497013"/>
        </p:xfrm>
        <a:graphic>
          <a:graphicData uri="http://schemas.openxmlformats.org/presentationml/2006/ole">
            <p:oleObj spid="_x0000_s152595" name="Equation" r:id="rId3" imgW="5663880" imgH="1498320" progId="Equation.3">
              <p:embed/>
            </p:oleObj>
          </a:graphicData>
        </a:graphic>
      </p:graphicFrame>
      <p:sp>
        <p:nvSpPr>
          <p:cNvPr id="152597" name="Text Box 21"/>
          <p:cNvSpPr txBox="1">
            <a:spLocks noChangeArrowheads="1"/>
          </p:cNvSpPr>
          <p:nvPr/>
        </p:nvSpPr>
        <p:spPr bwMode="auto">
          <a:xfrm>
            <a:off x="2743200" y="457200"/>
            <a:ext cx="37433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Language accepted</a:t>
            </a:r>
          </a:p>
        </p:txBody>
      </p:sp>
      <p:sp>
        <p:nvSpPr>
          <p:cNvPr id="152598" name="Oval 22"/>
          <p:cNvSpPr>
            <a:spLocks noChangeArrowheads="1"/>
          </p:cNvSpPr>
          <p:nvPr/>
        </p:nvSpPr>
        <p:spPr bwMode="auto">
          <a:xfrm>
            <a:off x="11509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2599" name="Object 23"/>
          <p:cNvGraphicFramePr>
            <a:graphicFrameLocks noChangeAspect="1"/>
          </p:cNvGraphicFramePr>
          <p:nvPr/>
        </p:nvGraphicFramePr>
        <p:xfrm>
          <a:off x="1277938" y="4270375"/>
          <a:ext cx="481012" cy="582613"/>
        </p:xfrm>
        <a:graphic>
          <a:graphicData uri="http://schemas.openxmlformats.org/presentationml/2006/ole">
            <p:oleObj spid="_x0000_s152599" name="Equation" r:id="rId4" imgW="482400" imgH="583920" progId="Equation.3">
              <p:embed/>
            </p:oleObj>
          </a:graphicData>
        </a:graphic>
      </p:graphicFrame>
      <p:graphicFrame>
        <p:nvGraphicFramePr>
          <p:cNvPr id="152600" name="Object 24"/>
          <p:cNvGraphicFramePr>
            <a:graphicFrameLocks noChangeAspect="1"/>
          </p:cNvGraphicFramePr>
          <p:nvPr/>
        </p:nvGraphicFramePr>
        <p:xfrm>
          <a:off x="3417888" y="4194175"/>
          <a:ext cx="406400" cy="571500"/>
        </p:xfrm>
        <a:graphic>
          <a:graphicData uri="http://schemas.openxmlformats.org/presentationml/2006/ole">
            <p:oleObj spid="_x0000_s152600" name="Equation" r:id="rId5" imgW="406080" imgH="571320" progId="Equation.3">
              <p:embed/>
            </p:oleObj>
          </a:graphicData>
        </a:graphic>
      </p:graphicFrame>
      <p:graphicFrame>
        <p:nvGraphicFramePr>
          <p:cNvPr id="152601" name="Object 25"/>
          <p:cNvGraphicFramePr>
            <a:graphicFrameLocks noChangeAspect="1"/>
          </p:cNvGraphicFramePr>
          <p:nvPr/>
        </p:nvGraphicFramePr>
        <p:xfrm>
          <a:off x="5551488" y="4194175"/>
          <a:ext cx="481012" cy="571500"/>
        </p:xfrm>
        <a:graphic>
          <a:graphicData uri="http://schemas.openxmlformats.org/presentationml/2006/ole">
            <p:oleObj spid="_x0000_s152601" name="Equation" r:id="rId6" imgW="482400" imgH="571320" progId="Equation.3">
              <p:embed/>
            </p:oleObj>
          </a:graphicData>
        </a:graphic>
      </p:graphicFrame>
      <p:sp>
        <p:nvSpPr>
          <p:cNvPr id="152602" name="Oval 26"/>
          <p:cNvSpPr>
            <a:spLocks noChangeArrowheads="1"/>
          </p:cNvSpPr>
          <p:nvPr/>
        </p:nvSpPr>
        <p:spPr bwMode="auto">
          <a:xfrm>
            <a:off x="54181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2603" name="Oval 27"/>
          <p:cNvSpPr>
            <a:spLocks noChangeArrowheads="1"/>
          </p:cNvSpPr>
          <p:nvPr/>
        </p:nvSpPr>
        <p:spPr bwMode="auto">
          <a:xfrm>
            <a:off x="32845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2604" name="Line 28"/>
          <p:cNvSpPr>
            <a:spLocks noChangeShapeType="1"/>
          </p:cNvSpPr>
          <p:nvPr/>
        </p:nvSpPr>
        <p:spPr bwMode="auto">
          <a:xfrm>
            <a:off x="1836738" y="460057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2605" name="Line 29"/>
          <p:cNvSpPr>
            <a:spLocks noChangeShapeType="1"/>
          </p:cNvSpPr>
          <p:nvPr/>
        </p:nvSpPr>
        <p:spPr bwMode="auto">
          <a:xfrm>
            <a:off x="3970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2606" name="Line 30"/>
          <p:cNvSpPr>
            <a:spLocks noChangeShapeType="1"/>
          </p:cNvSpPr>
          <p:nvPr/>
        </p:nvSpPr>
        <p:spPr bwMode="auto">
          <a:xfrm>
            <a:off x="617538" y="4600575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2607" name="Oval 31"/>
          <p:cNvSpPr>
            <a:spLocks noChangeArrowheads="1"/>
          </p:cNvSpPr>
          <p:nvPr/>
        </p:nvSpPr>
        <p:spPr bwMode="auto">
          <a:xfrm>
            <a:off x="7551738" y="4219575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2608" name="Line 32"/>
          <p:cNvSpPr>
            <a:spLocks noChangeShapeType="1"/>
          </p:cNvSpPr>
          <p:nvPr/>
        </p:nvSpPr>
        <p:spPr bwMode="auto">
          <a:xfrm>
            <a:off x="6256338" y="4600575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2609" name="Object 33"/>
          <p:cNvGraphicFramePr>
            <a:graphicFrameLocks noChangeAspect="1"/>
          </p:cNvGraphicFramePr>
          <p:nvPr/>
        </p:nvGraphicFramePr>
        <p:xfrm>
          <a:off x="2446338" y="4219575"/>
          <a:ext cx="290512" cy="304800"/>
        </p:xfrm>
        <a:graphic>
          <a:graphicData uri="http://schemas.openxmlformats.org/presentationml/2006/ole">
            <p:oleObj spid="_x0000_s152609" name="Equation" r:id="rId7" imgW="291960" imgH="304560" progId="Equation.3">
              <p:embed/>
            </p:oleObj>
          </a:graphicData>
        </a:graphic>
      </p:graphicFrame>
      <p:graphicFrame>
        <p:nvGraphicFramePr>
          <p:cNvPr id="152610" name="Object 34"/>
          <p:cNvGraphicFramePr>
            <a:graphicFrameLocks noChangeAspect="1"/>
          </p:cNvGraphicFramePr>
          <p:nvPr/>
        </p:nvGraphicFramePr>
        <p:xfrm>
          <a:off x="4503738" y="4143375"/>
          <a:ext cx="265112" cy="430213"/>
        </p:xfrm>
        <a:graphic>
          <a:graphicData uri="http://schemas.openxmlformats.org/presentationml/2006/ole">
            <p:oleObj spid="_x0000_s152610" name="Equation" r:id="rId8" imgW="266400" imgH="431640" progId="Equation.3">
              <p:embed/>
            </p:oleObj>
          </a:graphicData>
        </a:graphic>
      </p:graphicFrame>
      <p:graphicFrame>
        <p:nvGraphicFramePr>
          <p:cNvPr id="152611" name="Object 35"/>
          <p:cNvGraphicFramePr>
            <a:graphicFrameLocks noChangeAspect="1"/>
          </p:cNvGraphicFramePr>
          <p:nvPr/>
        </p:nvGraphicFramePr>
        <p:xfrm>
          <a:off x="6713538" y="4143375"/>
          <a:ext cx="328612" cy="419100"/>
        </p:xfrm>
        <a:graphic>
          <a:graphicData uri="http://schemas.openxmlformats.org/presentationml/2006/ole">
            <p:oleObj spid="_x0000_s152611" name="Equation" r:id="rId9" imgW="330120" imgH="419040" progId="Equation.3">
              <p:embed/>
            </p:oleObj>
          </a:graphicData>
        </a:graphic>
      </p:graphicFrame>
      <p:graphicFrame>
        <p:nvGraphicFramePr>
          <p:cNvPr id="152612" name="Object 36"/>
          <p:cNvGraphicFramePr>
            <a:graphicFrameLocks noChangeAspect="1"/>
          </p:cNvGraphicFramePr>
          <p:nvPr/>
        </p:nvGraphicFramePr>
        <p:xfrm>
          <a:off x="3970338" y="5667375"/>
          <a:ext cx="328612" cy="419100"/>
        </p:xfrm>
        <a:graphic>
          <a:graphicData uri="http://schemas.openxmlformats.org/presentationml/2006/ole">
            <p:oleObj spid="_x0000_s152612" name="Equation" r:id="rId10" imgW="330120" imgH="419040" progId="Equation.3">
              <p:embed/>
            </p:oleObj>
          </a:graphicData>
        </a:graphic>
      </p:graphicFrame>
      <p:sp>
        <p:nvSpPr>
          <p:cNvPr id="152613" name="Oval 37"/>
          <p:cNvSpPr>
            <a:spLocks noChangeArrowheads="1"/>
          </p:cNvSpPr>
          <p:nvPr/>
        </p:nvSpPr>
        <p:spPr bwMode="auto">
          <a:xfrm>
            <a:off x="5265738" y="4067175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2614" name="Object 38"/>
          <p:cNvGraphicFramePr>
            <a:graphicFrameLocks noChangeAspect="1"/>
          </p:cNvGraphicFramePr>
          <p:nvPr/>
        </p:nvGraphicFramePr>
        <p:xfrm>
          <a:off x="7620000" y="4191000"/>
          <a:ext cx="457200" cy="581025"/>
        </p:xfrm>
        <a:graphic>
          <a:graphicData uri="http://schemas.openxmlformats.org/presentationml/2006/ole">
            <p:oleObj spid="_x0000_s152614" name="Equation" r:id="rId11" imgW="457200" imgH="583920" progId="Equation.3">
              <p:embed/>
            </p:oleObj>
          </a:graphicData>
        </a:graphic>
      </p:graphicFrame>
      <p:sp>
        <p:nvSpPr>
          <p:cNvPr id="152615" name="Freeform 39"/>
          <p:cNvSpPr>
            <a:spLocks/>
          </p:cNvSpPr>
          <p:nvPr/>
        </p:nvSpPr>
        <p:spPr bwMode="auto">
          <a:xfrm>
            <a:off x="1455738" y="4905375"/>
            <a:ext cx="6324600" cy="1231900"/>
          </a:xfrm>
          <a:custGeom>
            <a:avLst/>
            <a:gdLst/>
            <a:ahLst/>
            <a:cxnLst>
              <a:cxn ang="0">
                <a:pos x="3984" y="0"/>
              </a:cxn>
              <a:cxn ang="0">
                <a:pos x="3120" y="624"/>
              </a:cxn>
              <a:cxn ang="0">
                <a:pos x="768" y="672"/>
              </a:cxn>
              <a:cxn ang="0">
                <a:pos x="0" y="0"/>
              </a:cxn>
            </a:cxnLst>
            <a:rect l="0" t="0" r="r" b="b"/>
            <a:pathLst>
              <a:path w="3984" h="776">
                <a:moveTo>
                  <a:pt x="3984" y="0"/>
                </a:moveTo>
                <a:cubicBezTo>
                  <a:pt x="3820" y="256"/>
                  <a:pt x="3656" y="512"/>
                  <a:pt x="3120" y="624"/>
                </a:cubicBezTo>
                <a:cubicBezTo>
                  <a:pt x="2584" y="736"/>
                  <a:pt x="1288" y="776"/>
                  <a:pt x="768" y="672"/>
                </a:cubicBezTo>
                <a:cubicBezTo>
                  <a:pt x="248" y="568"/>
                  <a:pt x="124" y="284"/>
                  <a:pt x="0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112EA50-BA3B-4AFB-A95F-90F9E8A7EEE9}" type="slidenum">
              <a:rPr lang="en-US"/>
              <a:pPr/>
              <a:t>59</a:t>
            </a:fld>
            <a:endParaRPr lang="en-US"/>
          </a:p>
        </p:txBody>
      </p:sp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Another NFA Example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  <p:sp>
        <p:nvSpPr>
          <p:cNvPr id="86021" name="Oval 5"/>
          <p:cNvSpPr>
            <a:spLocks noChangeArrowheads="1"/>
          </p:cNvSpPr>
          <p:nvPr/>
        </p:nvSpPr>
        <p:spPr bwMode="auto">
          <a:xfrm>
            <a:off x="18288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6022" name="Oval 6"/>
          <p:cNvSpPr>
            <a:spLocks noChangeArrowheads="1"/>
          </p:cNvSpPr>
          <p:nvPr/>
        </p:nvSpPr>
        <p:spPr bwMode="auto">
          <a:xfrm>
            <a:off x="1676400" y="38862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86025" name="Object 9"/>
          <p:cNvGraphicFramePr>
            <a:graphicFrameLocks noChangeAspect="1"/>
          </p:cNvGraphicFramePr>
          <p:nvPr/>
        </p:nvGraphicFramePr>
        <p:xfrm>
          <a:off x="1955800" y="4089400"/>
          <a:ext cx="481013" cy="582613"/>
        </p:xfrm>
        <a:graphic>
          <a:graphicData uri="http://schemas.openxmlformats.org/presentationml/2006/ole">
            <p:oleObj spid="_x0000_s86025" name="Equation" r:id="rId3" imgW="482400" imgH="583920" progId="Equation.3">
              <p:embed/>
            </p:oleObj>
          </a:graphicData>
        </a:graphic>
      </p:graphicFrame>
      <p:graphicFrame>
        <p:nvGraphicFramePr>
          <p:cNvPr id="86026" name="Object 10"/>
          <p:cNvGraphicFramePr>
            <a:graphicFrameLocks noChangeAspect="1"/>
          </p:cNvGraphicFramePr>
          <p:nvPr/>
        </p:nvGraphicFramePr>
        <p:xfrm>
          <a:off x="4095750" y="4013200"/>
          <a:ext cx="406400" cy="571500"/>
        </p:xfrm>
        <a:graphic>
          <a:graphicData uri="http://schemas.openxmlformats.org/presentationml/2006/ole">
            <p:oleObj spid="_x0000_s86026" name="Equation" r:id="rId4" imgW="406080" imgH="571320" progId="Equation.3">
              <p:embed/>
            </p:oleObj>
          </a:graphicData>
        </a:graphic>
      </p:graphicFrame>
      <p:graphicFrame>
        <p:nvGraphicFramePr>
          <p:cNvPr id="86027" name="Object 11"/>
          <p:cNvGraphicFramePr>
            <a:graphicFrameLocks noChangeAspect="1"/>
          </p:cNvGraphicFramePr>
          <p:nvPr/>
        </p:nvGraphicFramePr>
        <p:xfrm>
          <a:off x="6229350" y="4013200"/>
          <a:ext cx="481013" cy="571500"/>
        </p:xfrm>
        <a:graphic>
          <a:graphicData uri="http://schemas.openxmlformats.org/presentationml/2006/ole">
            <p:oleObj spid="_x0000_s86027" name="Equation" r:id="rId5" imgW="482400" imgH="571320" progId="Equation.3">
              <p:embed/>
            </p:oleObj>
          </a:graphicData>
        </a:graphic>
      </p:graphicFrame>
      <p:sp>
        <p:nvSpPr>
          <p:cNvPr id="86028" name="Oval 12"/>
          <p:cNvSpPr>
            <a:spLocks noChangeArrowheads="1"/>
          </p:cNvSpPr>
          <p:nvPr/>
        </p:nvSpPr>
        <p:spPr bwMode="auto">
          <a:xfrm>
            <a:off x="60960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6029" name="Oval 13"/>
          <p:cNvSpPr>
            <a:spLocks noChangeArrowheads="1"/>
          </p:cNvSpPr>
          <p:nvPr/>
        </p:nvSpPr>
        <p:spPr bwMode="auto">
          <a:xfrm>
            <a:off x="39624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6034" name="Line 18"/>
          <p:cNvSpPr>
            <a:spLocks noChangeShapeType="1"/>
          </p:cNvSpPr>
          <p:nvPr/>
        </p:nvSpPr>
        <p:spPr bwMode="auto">
          <a:xfrm>
            <a:off x="2667000" y="4419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6035" name="Line 19"/>
          <p:cNvSpPr>
            <a:spLocks noChangeShapeType="1"/>
          </p:cNvSpPr>
          <p:nvPr/>
        </p:nvSpPr>
        <p:spPr bwMode="auto">
          <a:xfrm>
            <a:off x="4648200" y="44196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6036" name="Freeform 20"/>
          <p:cNvSpPr>
            <a:spLocks/>
          </p:cNvSpPr>
          <p:nvPr/>
        </p:nvSpPr>
        <p:spPr bwMode="auto">
          <a:xfrm>
            <a:off x="2590800" y="3886200"/>
            <a:ext cx="1524000" cy="228600"/>
          </a:xfrm>
          <a:custGeom>
            <a:avLst/>
            <a:gdLst/>
            <a:ahLst/>
            <a:cxnLst>
              <a:cxn ang="0">
                <a:pos x="960" y="144"/>
              </a:cxn>
              <a:cxn ang="0">
                <a:pos x="528" y="0"/>
              </a:cxn>
              <a:cxn ang="0">
                <a:pos x="0" y="144"/>
              </a:cxn>
            </a:cxnLst>
            <a:rect l="0" t="0" r="r" b="b"/>
            <a:pathLst>
              <a:path w="960" h="144">
                <a:moveTo>
                  <a:pt x="960" y="144"/>
                </a:moveTo>
                <a:cubicBezTo>
                  <a:pt x="824" y="72"/>
                  <a:pt x="688" y="0"/>
                  <a:pt x="528" y="0"/>
                </a:cubicBezTo>
                <a:cubicBezTo>
                  <a:pt x="368" y="0"/>
                  <a:pt x="184" y="72"/>
                  <a:pt x="0" y="1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6037" name="Freeform 21"/>
          <p:cNvSpPr>
            <a:spLocks/>
          </p:cNvSpPr>
          <p:nvPr/>
        </p:nvSpPr>
        <p:spPr bwMode="auto">
          <a:xfrm>
            <a:off x="2362200" y="4724400"/>
            <a:ext cx="3962400" cy="1168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152" y="720"/>
              </a:cxn>
              <a:cxn ang="0">
                <a:pos x="2496" y="0"/>
              </a:cxn>
            </a:cxnLst>
            <a:rect l="0" t="0" r="r" b="b"/>
            <a:pathLst>
              <a:path w="2496" h="736">
                <a:moveTo>
                  <a:pt x="0" y="96"/>
                </a:moveTo>
                <a:cubicBezTo>
                  <a:pt x="368" y="416"/>
                  <a:pt x="736" y="736"/>
                  <a:pt x="1152" y="720"/>
                </a:cubicBezTo>
                <a:cubicBezTo>
                  <a:pt x="1568" y="704"/>
                  <a:pt x="2032" y="352"/>
                  <a:pt x="2496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6038" name="Line 22"/>
          <p:cNvSpPr>
            <a:spLocks noChangeShapeType="1"/>
          </p:cNvSpPr>
          <p:nvPr/>
        </p:nvSpPr>
        <p:spPr bwMode="auto">
          <a:xfrm>
            <a:off x="11430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86039" name="Object 23"/>
          <p:cNvGraphicFramePr>
            <a:graphicFrameLocks noChangeAspect="1"/>
          </p:cNvGraphicFramePr>
          <p:nvPr/>
        </p:nvGraphicFramePr>
        <p:xfrm>
          <a:off x="3270250" y="3409950"/>
          <a:ext cx="265113" cy="419100"/>
        </p:xfrm>
        <a:graphic>
          <a:graphicData uri="http://schemas.openxmlformats.org/presentationml/2006/ole">
            <p:oleObj spid="_x0000_s86039" name="Equation" r:id="rId6" imgW="266400" imgH="419040" progId="Equation.3">
              <p:embed/>
            </p:oleObj>
          </a:graphicData>
        </a:graphic>
      </p:graphicFrame>
      <p:graphicFrame>
        <p:nvGraphicFramePr>
          <p:cNvPr id="86040" name="Object 24"/>
          <p:cNvGraphicFramePr>
            <a:graphicFrameLocks noChangeAspect="1"/>
          </p:cNvGraphicFramePr>
          <p:nvPr/>
        </p:nvGraphicFramePr>
        <p:xfrm>
          <a:off x="3346450" y="4476750"/>
          <a:ext cx="176213" cy="406400"/>
        </p:xfrm>
        <a:graphic>
          <a:graphicData uri="http://schemas.openxmlformats.org/presentationml/2006/ole">
            <p:oleObj spid="_x0000_s86040" name="Equation" r:id="rId7" imgW="177480" imgH="406080" progId="Equation.3">
              <p:embed/>
            </p:oleObj>
          </a:graphicData>
        </a:graphic>
      </p:graphicFrame>
      <p:graphicFrame>
        <p:nvGraphicFramePr>
          <p:cNvPr id="86041" name="Object 25"/>
          <p:cNvGraphicFramePr>
            <a:graphicFrameLocks noChangeAspect="1"/>
          </p:cNvGraphicFramePr>
          <p:nvPr/>
        </p:nvGraphicFramePr>
        <p:xfrm>
          <a:off x="5073650" y="3937000"/>
          <a:ext cx="660400" cy="531813"/>
        </p:xfrm>
        <a:graphic>
          <a:graphicData uri="http://schemas.openxmlformats.org/presentationml/2006/ole">
            <p:oleObj spid="_x0000_s86041" name="Equation" r:id="rId8" imgW="660240" imgH="533160" progId="Equation.3">
              <p:embed/>
            </p:oleObj>
          </a:graphicData>
        </a:graphic>
      </p:graphicFrame>
      <p:graphicFrame>
        <p:nvGraphicFramePr>
          <p:cNvPr id="86042" name="Object 26"/>
          <p:cNvGraphicFramePr>
            <a:graphicFrameLocks noChangeAspect="1"/>
          </p:cNvGraphicFramePr>
          <p:nvPr/>
        </p:nvGraphicFramePr>
        <p:xfrm>
          <a:off x="3962400" y="5410200"/>
          <a:ext cx="328613" cy="419100"/>
        </p:xfrm>
        <a:graphic>
          <a:graphicData uri="http://schemas.openxmlformats.org/presentationml/2006/ole">
            <p:oleObj spid="_x0000_s86042" name="Equation" r:id="rId9" imgW="330120" imgH="419040" progId="Equation.3">
              <p:embed/>
            </p:oleObj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4DAFE3-11DF-4312-B944-4A3A03DB1C72}" type="slidenum">
              <a:rPr lang="en-US"/>
              <a:pPr/>
              <a:t>60</a:t>
            </a:fld>
            <a:endParaRPr lang="en-US"/>
          </a:p>
        </p:txBody>
      </p:sp>
      <p:graphicFrame>
        <p:nvGraphicFramePr>
          <p:cNvPr id="166930" name="Object 18"/>
          <p:cNvGraphicFramePr>
            <a:graphicFrameLocks noChangeAspect="1"/>
          </p:cNvGraphicFramePr>
          <p:nvPr/>
        </p:nvGraphicFramePr>
        <p:xfrm>
          <a:off x="1143000" y="1676400"/>
          <a:ext cx="6858000" cy="1320800"/>
        </p:xfrm>
        <a:graphic>
          <a:graphicData uri="http://schemas.openxmlformats.org/presentationml/2006/ole">
            <p:oleObj spid="_x0000_s166930" name="Equation" r:id="rId3" imgW="6984720" imgH="1358640" progId="Equation.3">
              <p:embed/>
            </p:oleObj>
          </a:graphicData>
        </a:graphic>
      </p:graphicFrame>
      <p:sp>
        <p:nvSpPr>
          <p:cNvPr id="166931" name="Oval 19"/>
          <p:cNvSpPr>
            <a:spLocks noChangeArrowheads="1"/>
          </p:cNvSpPr>
          <p:nvPr/>
        </p:nvSpPr>
        <p:spPr bwMode="auto">
          <a:xfrm>
            <a:off x="18288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6932" name="Oval 20"/>
          <p:cNvSpPr>
            <a:spLocks noChangeArrowheads="1"/>
          </p:cNvSpPr>
          <p:nvPr/>
        </p:nvSpPr>
        <p:spPr bwMode="auto">
          <a:xfrm>
            <a:off x="1676400" y="38862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66933" name="Object 21"/>
          <p:cNvGraphicFramePr>
            <a:graphicFrameLocks noChangeAspect="1"/>
          </p:cNvGraphicFramePr>
          <p:nvPr/>
        </p:nvGraphicFramePr>
        <p:xfrm>
          <a:off x="1955800" y="4089400"/>
          <a:ext cx="481013" cy="582613"/>
        </p:xfrm>
        <a:graphic>
          <a:graphicData uri="http://schemas.openxmlformats.org/presentationml/2006/ole">
            <p:oleObj spid="_x0000_s166933" name="Equation" r:id="rId4" imgW="482400" imgH="583920" progId="Equation.3">
              <p:embed/>
            </p:oleObj>
          </a:graphicData>
        </a:graphic>
      </p:graphicFrame>
      <p:graphicFrame>
        <p:nvGraphicFramePr>
          <p:cNvPr id="166934" name="Object 22"/>
          <p:cNvGraphicFramePr>
            <a:graphicFrameLocks noChangeAspect="1"/>
          </p:cNvGraphicFramePr>
          <p:nvPr/>
        </p:nvGraphicFramePr>
        <p:xfrm>
          <a:off x="4095750" y="4013200"/>
          <a:ext cx="406400" cy="571500"/>
        </p:xfrm>
        <a:graphic>
          <a:graphicData uri="http://schemas.openxmlformats.org/presentationml/2006/ole">
            <p:oleObj spid="_x0000_s166934" name="Equation" r:id="rId5" imgW="406080" imgH="571320" progId="Equation.3">
              <p:embed/>
            </p:oleObj>
          </a:graphicData>
        </a:graphic>
      </p:graphicFrame>
      <p:graphicFrame>
        <p:nvGraphicFramePr>
          <p:cNvPr id="166935" name="Object 23"/>
          <p:cNvGraphicFramePr>
            <a:graphicFrameLocks noChangeAspect="1"/>
          </p:cNvGraphicFramePr>
          <p:nvPr/>
        </p:nvGraphicFramePr>
        <p:xfrm>
          <a:off x="6229350" y="4013200"/>
          <a:ext cx="481013" cy="571500"/>
        </p:xfrm>
        <a:graphic>
          <a:graphicData uri="http://schemas.openxmlformats.org/presentationml/2006/ole">
            <p:oleObj spid="_x0000_s166935" name="Equation" r:id="rId6" imgW="482400" imgH="571320" progId="Equation.3">
              <p:embed/>
            </p:oleObj>
          </a:graphicData>
        </a:graphic>
      </p:graphicFrame>
      <p:sp>
        <p:nvSpPr>
          <p:cNvPr id="166936" name="Oval 24"/>
          <p:cNvSpPr>
            <a:spLocks noChangeArrowheads="1"/>
          </p:cNvSpPr>
          <p:nvPr/>
        </p:nvSpPr>
        <p:spPr bwMode="auto">
          <a:xfrm>
            <a:off x="60960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6937" name="Oval 25"/>
          <p:cNvSpPr>
            <a:spLocks noChangeArrowheads="1"/>
          </p:cNvSpPr>
          <p:nvPr/>
        </p:nvSpPr>
        <p:spPr bwMode="auto">
          <a:xfrm>
            <a:off x="39624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6938" name="Line 26"/>
          <p:cNvSpPr>
            <a:spLocks noChangeShapeType="1"/>
          </p:cNvSpPr>
          <p:nvPr/>
        </p:nvSpPr>
        <p:spPr bwMode="auto">
          <a:xfrm>
            <a:off x="2667000" y="4419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6939" name="Line 27"/>
          <p:cNvSpPr>
            <a:spLocks noChangeShapeType="1"/>
          </p:cNvSpPr>
          <p:nvPr/>
        </p:nvSpPr>
        <p:spPr bwMode="auto">
          <a:xfrm>
            <a:off x="4648200" y="44196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6940" name="Freeform 28"/>
          <p:cNvSpPr>
            <a:spLocks/>
          </p:cNvSpPr>
          <p:nvPr/>
        </p:nvSpPr>
        <p:spPr bwMode="auto">
          <a:xfrm>
            <a:off x="2590800" y="3886200"/>
            <a:ext cx="1524000" cy="228600"/>
          </a:xfrm>
          <a:custGeom>
            <a:avLst/>
            <a:gdLst/>
            <a:ahLst/>
            <a:cxnLst>
              <a:cxn ang="0">
                <a:pos x="960" y="144"/>
              </a:cxn>
              <a:cxn ang="0">
                <a:pos x="528" y="0"/>
              </a:cxn>
              <a:cxn ang="0">
                <a:pos x="0" y="144"/>
              </a:cxn>
            </a:cxnLst>
            <a:rect l="0" t="0" r="r" b="b"/>
            <a:pathLst>
              <a:path w="960" h="144">
                <a:moveTo>
                  <a:pt x="960" y="144"/>
                </a:moveTo>
                <a:cubicBezTo>
                  <a:pt x="824" y="72"/>
                  <a:pt x="688" y="0"/>
                  <a:pt x="528" y="0"/>
                </a:cubicBezTo>
                <a:cubicBezTo>
                  <a:pt x="368" y="0"/>
                  <a:pt x="184" y="72"/>
                  <a:pt x="0" y="1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6941" name="Freeform 29"/>
          <p:cNvSpPr>
            <a:spLocks/>
          </p:cNvSpPr>
          <p:nvPr/>
        </p:nvSpPr>
        <p:spPr bwMode="auto">
          <a:xfrm>
            <a:off x="2362200" y="4724400"/>
            <a:ext cx="3962400" cy="1168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152" y="720"/>
              </a:cxn>
              <a:cxn ang="0">
                <a:pos x="2496" y="0"/>
              </a:cxn>
            </a:cxnLst>
            <a:rect l="0" t="0" r="r" b="b"/>
            <a:pathLst>
              <a:path w="2496" h="736">
                <a:moveTo>
                  <a:pt x="0" y="96"/>
                </a:moveTo>
                <a:cubicBezTo>
                  <a:pt x="368" y="416"/>
                  <a:pt x="736" y="736"/>
                  <a:pt x="1152" y="720"/>
                </a:cubicBezTo>
                <a:cubicBezTo>
                  <a:pt x="1568" y="704"/>
                  <a:pt x="2032" y="352"/>
                  <a:pt x="2496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6942" name="Line 30"/>
          <p:cNvSpPr>
            <a:spLocks noChangeShapeType="1"/>
          </p:cNvSpPr>
          <p:nvPr/>
        </p:nvSpPr>
        <p:spPr bwMode="auto">
          <a:xfrm>
            <a:off x="1143000" y="441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66943" name="Object 31"/>
          <p:cNvGraphicFramePr>
            <a:graphicFrameLocks noChangeAspect="1"/>
          </p:cNvGraphicFramePr>
          <p:nvPr/>
        </p:nvGraphicFramePr>
        <p:xfrm>
          <a:off x="3270250" y="3409950"/>
          <a:ext cx="265113" cy="419100"/>
        </p:xfrm>
        <a:graphic>
          <a:graphicData uri="http://schemas.openxmlformats.org/presentationml/2006/ole">
            <p:oleObj spid="_x0000_s166943" name="Equation" r:id="rId7" imgW="266400" imgH="419040" progId="Equation.3">
              <p:embed/>
            </p:oleObj>
          </a:graphicData>
        </a:graphic>
      </p:graphicFrame>
      <p:graphicFrame>
        <p:nvGraphicFramePr>
          <p:cNvPr id="166944" name="Object 32"/>
          <p:cNvGraphicFramePr>
            <a:graphicFrameLocks noChangeAspect="1"/>
          </p:cNvGraphicFramePr>
          <p:nvPr/>
        </p:nvGraphicFramePr>
        <p:xfrm>
          <a:off x="3346450" y="4476750"/>
          <a:ext cx="176213" cy="406400"/>
        </p:xfrm>
        <a:graphic>
          <a:graphicData uri="http://schemas.openxmlformats.org/presentationml/2006/ole">
            <p:oleObj spid="_x0000_s166944" name="Equation" r:id="rId8" imgW="177480" imgH="406080" progId="Equation.3">
              <p:embed/>
            </p:oleObj>
          </a:graphicData>
        </a:graphic>
      </p:graphicFrame>
      <p:graphicFrame>
        <p:nvGraphicFramePr>
          <p:cNvPr id="166945" name="Object 33"/>
          <p:cNvGraphicFramePr>
            <a:graphicFrameLocks noChangeAspect="1"/>
          </p:cNvGraphicFramePr>
          <p:nvPr/>
        </p:nvGraphicFramePr>
        <p:xfrm>
          <a:off x="5073650" y="3937000"/>
          <a:ext cx="660400" cy="531813"/>
        </p:xfrm>
        <a:graphic>
          <a:graphicData uri="http://schemas.openxmlformats.org/presentationml/2006/ole">
            <p:oleObj spid="_x0000_s166945" name="Equation" r:id="rId9" imgW="660240" imgH="533160" progId="Equation.3">
              <p:embed/>
            </p:oleObj>
          </a:graphicData>
        </a:graphic>
      </p:graphicFrame>
      <p:graphicFrame>
        <p:nvGraphicFramePr>
          <p:cNvPr id="166946" name="Object 34"/>
          <p:cNvGraphicFramePr>
            <a:graphicFrameLocks noChangeAspect="1"/>
          </p:cNvGraphicFramePr>
          <p:nvPr/>
        </p:nvGraphicFramePr>
        <p:xfrm>
          <a:off x="3962400" y="5410200"/>
          <a:ext cx="328613" cy="419100"/>
        </p:xfrm>
        <a:graphic>
          <a:graphicData uri="http://schemas.openxmlformats.org/presentationml/2006/ole">
            <p:oleObj spid="_x0000_s166946" name="Equation" r:id="rId10" imgW="330120" imgH="419040" progId="Equation.3">
              <p:embed/>
            </p:oleObj>
          </a:graphicData>
        </a:graphic>
      </p:graphicFrame>
      <p:sp>
        <p:nvSpPr>
          <p:cNvPr id="166947" name="Text Box 35"/>
          <p:cNvSpPr txBox="1">
            <a:spLocks noChangeArrowheads="1"/>
          </p:cNvSpPr>
          <p:nvPr/>
        </p:nvSpPr>
        <p:spPr bwMode="auto">
          <a:xfrm>
            <a:off x="2438400" y="609600"/>
            <a:ext cx="37433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Language accepted</a:t>
            </a:r>
          </a:p>
        </p:txBody>
      </p:sp>
      <p:sp>
        <p:nvSpPr>
          <p:cNvPr id="166948" name="Text Box 36"/>
          <p:cNvSpPr txBox="1">
            <a:spLocks noChangeArrowheads="1"/>
          </p:cNvSpPr>
          <p:nvPr/>
        </p:nvSpPr>
        <p:spPr bwMode="auto">
          <a:xfrm>
            <a:off x="6781800" y="4419600"/>
            <a:ext cx="2006600" cy="103187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(redundant</a:t>
            </a:r>
          </a:p>
          <a:p>
            <a:r>
              <a:rPr lang="en-US" sz="2800"/>
              <a:t> state)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2F702B-F03C-44D6-AC92-7AC3D1F52795}" type="slidenum">
              <a:rPr lang="en-US"/>
              <a:pPr/>
              <a:t>61</a:t>
            </a:fld>
            <a:endParaRPr lang="en-US"/>
          </a:p>
        </p:txBody>
      </p:sp>
      <p:sp>
        <p:nvSpPr>
          <p:cNvPr id="225282" name="Text Box 2"/>
          <p:cNvSpPr txBox="1">
            <a:spLocks noChangeArrowheads="1"/>
          </p:cNvSpPr>
          <p:nvPr/>
        </p:nvSpPr>
        <p:spPr bwMode="auto">
          <a:xfrm>
            <a:off x="0" y="228600"/>
            <a:ext cx="19208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Remarks:</a:t>
            </a:r>
          </a:p>
        </p:txBody>
      </p:sp>
      <p:sp>
        <p:nvSpPr>
          <p:cNvPr id="225283" name="Text Box 3"/>
          <p:cNvSpPr txBox="1">
            <a:spLocks noChangeArrowheads="1"/>
          </p:cNvSpPr>
          <p:nvPr/>
        </p:nvSpPr>
        <p:spPr bwMode="auto">
          <a:xfrm>
            <a:off x="914400" y="914400"/>
            <a:ext cx="755015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The        symbol never appears on the </a:t>
            </a:r>
          </a:p>
          <a:p>
            <a:r>
              <a:rPr lang="en-US"/>
              <a:t> input tape </a:t>
            </a:r>
          </a:p>
        </p:txBody>
      </p:sp>
      <p:graphicFrame>
        <p:nvGraphicFramePr>
          <p:cNvPr id="225284" name="Object 4"/>
          <p:cNvGraphicFramePr>
            <a:graphicFrameLocks noChangeAspect="1"/>
          </p:cNvGraphicFramePr>
          <p:nvPr/>
        </p:nvGraphicFramePr>
        <p:xfrm>
          <a:off x="2133600" y="990600"/>
          <a:ext cx="328613" cy="419100"/>
        </p:xfrm>
        <a:graphic>
          <a:graphicData uri="http://schemas.openxmlformats.org/presentationml/2006/ole">
            <p:oleObj spid="_x0000_s225284" name="Equation" r:id="rId3" imgW="330120" imgH="419040" progId="Equation.3">
              <p:embed/>
            </p:oleObj>
          </a:graphicData>
        </a:graphic>
      </p:graphicFrame>
      <p:sp>
        <p:nvSpPr>
          <p:cNvPr id="225285" name="Oval 5"/>
          <p:cNvSpPr>
            <a:spLocks noChangeArrowheads="1"/>
          </p:cNvSpPr>
          <p:nvPr/>
        </p:nvSpPr>
        <p:spPr bwMode="auto">
          <a:xfrm>
            <a:off x="6934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5286" name="Oval 6"/>
          <p:cNvSpPr>
            <a:spLocks noChangeArrowheads="1"/>
          </p:cNvSpPr>
          <p:nvPr/>
        </p:nvSpPr>
        <p:spPr bwMode="auto">
          <a:xfrm>
            <a:off x="6781800" y="40386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25287" name="Object 7"/>
          <p:cNvGraphicFramePr>
            <a:graphicFrameLocks noChangeAspect="1"/>
          </p:cNvGraphicFramePr>
          <p:nvPr/>
        </p:nvGraphicFramePr>
        <p:xfrm>
          <a:off x="7061200" y="4241800"/>
          <a:ext cx="481013" cy="582613"/>
        </p:xfrm>
        <a:graphic>
          <a:graphicData uri="http://schemas.openxmlformats.org/presentationml/2006/ole">
            <p:oleObj spid="_x0000_s225287" name="Equation" r:id="rId4" imgW="482400" imgH="583920" progId="Equation.3">
              <p:embed/>
            </p:oleObj>
          </a:graphicData>
        </a:graphic>
      </p:graphicFrame>
      <p:sp>
        <p:nvSpPr>
          <p:cNvPr id="225288" name="Line 8"/>
          <p:cNvSpPr>
            <a:spLocks noChangeShapeType="1"/>
          </p:cNvSpPr>
          <p:nvPr/>
        </p:nvSpPr>
        <p:spPr bwMode="auto">
          <a:xfrm>
            <a:off x="6248400" y="4572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25289" name="Object 9"/>
          <p:cNvGraphicFramePr>
            <a:graphicFrameLocks noChangeAspect="1"/>
          </p:cNvGraphicFramePr>
          <p:nvPr/>
        </p:nvGraphicFramePr>
        <p:xfrm>
          <a:off x="6896100" y="3416300"/>
          <a:ext cx="723900" cy="571500"/>
        </p:xfrm>
        <a:graphic>
          <a:graphicData uri="http://schemas.openxmlformats.org/presentationml/2006/ole">
            <p:oleObj spid="_x0000_s225289" name="Equation" r:id="rId5" imgW="723600" imgH="571320" progId="Equation.3">
              <p:embed/>
            </p:oleObj>
          </a:graphicData>
        </a:graphic>
      </p:graphicFrame>
      <p:sp>
        <p:nvSpPr>
          <p:cNvPr id="225290" name="Oval 10"/>
          <p:cNvSpPr>
            <a:spLocks noChangeArrowheads="1"/>
          </p:cNvSpPr>
          <p:nvPr/>
        </p:nvSpPr>
        <p:spPr bwMode="auto">
          <a:xfrm>
            <a:off x="19812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25292" name="Object 12"/>
          <p:cNvGraphicFramePr>
            <a:graphicFrameLocks noChangeAspect="1"/>
          </p:cNvGraphicFramePr>
          <p:nvPr/>
        </p:nvGraphicFramePr>
        <p:xfrm>
          <a:off x="2108200" y="4241800"/>
          <a:ext cx="481013" cy="582613"/>
        </p:xfrm>
        <a:graphic>
          <a:graphicData uri="http://schemas.openxmlformats.org/presentationml/2006/ole">
            <p:oleObj spid="_x0000_s225292" name="Equation" r:id="rId6" imgW="482400" imgH="583920" progId="Equation.3">
              <p:embed/>
            </p:oleObj>
          </a:graphicData>
        </a:graphic>
      </p:graphicFrame>
      <p:sp>
        <p:nvSpPr>
          <p:cNvPr id="225293" name="Line 13"/>
          <p:cNvSpPr>
            <a:spLocks noChangeShapeType="1"/>
          </p:cNvSpPr>
          <p:nvPr/>
        </p:nvSpPr>
        <p:spPr bwMode="auto">
          <a:xfrm>
            <a:off x="1447800" y="44958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25294" name="Object 14"/>
          <p:cNvGraphicFramePr>
            <a:graphicFrameLocks noChangeAspect="1"/>
          </p:cNvGraphicFramePr>
          <p:nvPr/>
        </p:nvGraphicFramePr>
        <p:xfrm>
          <a:off x="1981200" y="3505200"/>
          <a:ext cx="647700" cy="571500"/>
        </p:xfrm>
        <a:graphic>
          <a:graphicData uri="http://schemas.openxmlformats.org/presentationml/2006/ole">
            <p:oleObj spid="_x0000_s225294" name="Equation" r:id="rId7" imgW="647640" imgH="571320" progId="Equation.3">
              <p:embed/>
            </p:oleObj>
          </a:graphicData>
        </a:graphic>
      </p:graphicFrame>
      <p:graphicFrame>
        <p:nvGraphicFramePr>
          <p:cNvPr id="225295" name="Object 15"/>
          <p:cNvGraphicFramePr>
            <a:graphicFrameLocks noChangeAspect="1"/>
          </p:cNvGraphicFramePr>
          <p:nvPr/>
        </p:nvGraphicFramePr>
        <p:xfrm>
          <a:off x="1143000" y="5334000"/>
          <a:ext cx="2298700" cy="571500"/>
        </p:xfrm>
        <a:graphic>
          <a:graphicData uri="http://schemas.openxmlformats.org/presentationml/2006/ole">
            <p:oleObj spid="_x0000_s225295" name="Equation" r:id="rId8" imgW="2298600" imgH="571320" progId="Equation.3">
              <p:embed/>
            </p:oleObj>
          </a:graphicData>
        </a:graphic>
      </p:graphicFrame>
      <p:graphicFrame>
        <p:nvGraphicFramePr>
          <p:cNvPr id="225296" name="Object 16"/>
          <p:cNvGraphicFramePr>
            <a:graphicFrameLocks noChangeAspect="1"/>
          </p:cNvGraphicFramePr>
          <p:nvPr/>
        </p:nvGraphicFramePr>
        <p:xfrm>
          <a:off x="5949950" y="5410200"/>
          <a:ext cx="2590800" cy="571500"/>
        </p:xfrm>
        <a:graphic>
          <a:graphicData uri="http://schemas.openxmlformats.org/presentationml/2006/ole">
            <p:oleObj spid="_x0000_s225296" name="Equation" r:id="rId9" imgW="2590560" imgH="571320" progId="Equation.3">
              <p:embed/>
            </p:oleObj>
          </a:graphicData>
        </a:graphic>
      </p:graphicFrame>
      <p:sp>
        <p:nvSpPr>
          <p:cNvPr id="225298" name="Text Box 18"/>
          <p:cNvSpPr txBox="1">
            <a:spLocks noChangeArrowheads="1"/>
          </p:cNvSpPr>
          <p:nvPr/>
        </p:nvSpPr>
        <p:spPr bwMode="auto">
          <a:xfrm>
            <a:off x="914400" y="2514600"/>
            <a:ext cx="35988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Simple automata: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223FCBC-FEC1-4940-B3F2-E6755F8FB390}" type="slidenum">
              <a:rPr lang="en-US"/>
              <a:pPr/>
              <a:t>62</a:t>
            </a:fld>
            <a:endParaRPr lang="en-US"/>
          </a:p>
        </p:txBody>
      </p:sp>
      <p:sp>
        <p:nvSpPr>
          <p:cNvPr id="226307" name="Oval 1027"/>
          <p:cNvSpPr>
            <a:spLocks noChangeArrowheads="1"/>
          </p:cNvSpPr>
          <p:nvPr/>
        </p:nvSpPr>
        <p:spPr bwMode="auto">
          <a:xfrm>
            <a:off x="5791200" y="4876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26308" name="Object 1028"/>
          <p:cNvGraphicFramePr>
            <a:graphicFrameLocks noChangeAspect="1"/>
          </p:cNvGraphicFramePr>
          <p:nvPr/>
        </p:nvGraphicFramePr>
        <p:xfrm>
          <a:off x="5791200" y="4876800"/>
          <a:ext cx="430213" cy="531813"/>
        </p:xfrm>
        <a:graphic>
          <a:graphicData uri="http://schemas.openxmlformats.org/presentationml/2006/ole">
            <p:oleObj spid="_x0000_s226308" name="Equation" r:id="rId3" imgW="431640" imgH="533160" progId="Equation.3">
              <p:embed/>
            </p:oleObj>
          </a:graphicData>
        </a:graphic>
      </p:graphicFrame>
      <p:sp>
        <p:nvSpPr>
          <p:cNvPr id="226309" name="Oval 1029"/>
          <p:cNvSpPr>
            <a:spLocks noChangeArrowheads="1"/>
          </p:cNvSpPr>
          <p:nvPr/>
        </p:nvSpPr>
        <p:spPr bwMode="auto">
          <a:xfrm>
            <a:off x="7696200" y="4876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6311" name="Oval 1031"/>
          <p:cNvSpPr>
            <a:spLocks noChangeArrowheads="1"/>
          </p:cNvSpPr>
          <p:nvPr/>
        </p:nvSpPr>
        <p:spPr bwMode="auto">
          <a:xfrm>
            <a:off x="7696200" y="3352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6313" name="Line 1033"/>
          <p:cNvSpPr>
            <a:spLocks noChangeShapeType="1"/>
          </p:cNvSpPr>
          <p:nvPr/>
        </p:nvSpPr>
        <p:spPr bwMode="auto">
          <a:xfrm>
            <a:off x="6400800" y="51816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6317" name="Line 1037"/>
          <p:cNvSpPr>
            <a:spLocks noChangeShapeType="1"/>
          </p:cNvSpPr>
          <p:nvPr/>
        </p:nvSpPr>
        <p:spPr bwMode="auto">
          <a:xfrm flipV="1">
            <a:off x="8001000" y="39624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26324" name="Object 1044"/>
          <p:cNvGraphicFramePr>
            <a:graphicFrameLocks noChangeAspect="1"/>
          </p:cNvGraphicFramePr>
          <p:nvPr/>
        </p:nvGraphicFramePr>
        <p:xfrm>
          <a:off x="7772400" y="3352800"/>
          <a:ext cx="442913" cy="520700"/>
        </p:xfrm>
        <a:graphic>
          <a:graphicData uri="http://schemas.openxmlformats.org/presentationml/2006/ole">
            <p:oleObj spid="_x0000_s226324" name="Equation" r:id="rId4" imgW="444240" imgH="520560" progId="Equation.3">
              <p:embed/>
            </p:oleObj>
          </a:graphicData>
        </a:graphic>
      </p:graphicFrame>
      <p:graphicFrame>
        <p:nvGraphicFramePr>
          <p:cNvPr id="226325" name="Object 1045"/>
          <p:cNvGraphicFramePr>
            <a:graphicFrameLocks noChangeAspect="1"/>
          </p:cNvGraphicFramePr>
          <p:nvPr/>
        </p:nvGraphicFramePr>
        <p:xfrm>
          <a:off x="7802563" y="4881563"/>
          <a:ext cx="368300" cy="520700"/>
        </p:xfrm>
        <a:graphic>
          <a:graphicData uri="http://schemas.openxmlformats.org/presentationml/2006/ole">
            <p:oleObj spid="_x0000_s226325" name="Equation" r:id="rId5" imgW="368280" imgH="520560" progId="Equation.3">
              <p:embed/>
            </p:oleObj>
          </a:graphicData>
        </a:graphic>
      </p:graphicFrame>
      <p:graphicFrame>
        <p:nvGraphicFramePr>
          <p:cNvPr id="226326" name="Object 1046"/>
          <p:cNvGraphicFramePr>
            <a:graphicFrameLocks noChangeAspect="1"/>
          </p:cNvGraphicFramePr>
          <p:nvPr/>
        </p:nvGraphicFramePr>
        <p:xfrm>
          <a:off x="6934200" y="4876800"/>
          <a:ext cx="265113" cy="279400"/>
        </p:xfrm>
        <a:graphic>
          <a:graphicData uri="http://schemas.openxmlformats.org/presentationml/2006/ole">
            <p:oleObj spid="_x0000_s226326" name="Equation" r:id="rId6" imgW="266400" imgH="279360" progId="Equation.3">
              <p:embed/>
            </p:oleObj>
          </a:graphicData>
        </a:graphic>
      </p:graphicFrame>
      <p:sp>
        <p:nvSpPr>
          <p:cNvPr id="226332" name="Line 1052"/>
          <p:cNvSpPr>
            <a:spLocks noChangeShapeType="1"/>
          </p:cNvSpPr>
          <p:nvPr/>
        </p:nvSpPr>
        <p:spPr bwMode="auto">
          <a:xfrm>
            <a:off x="5181600" y="5181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6337" name="Oval 1057"/>
          <p:cNvSpPr>
            <a:spLocks noChangeArrowheads="1"/>
          </p:cNvSpPr>
          <p:nvPr/>
        </p:nvSpPr>
        <p:spPr bwMode="auto">
          <a:xfrm>
            <a:off x="7543800" y="4724400"/>
            <a:ext cx="9144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26338" name="Object 1058"/>
          <p:cNvGraphicFramePr>
            <a:graphicFrameLocks noChangeAspect="1"/>
          </p:cNvGraphicFramePr>
          <p:nvPr/>
        </p:nvGraphicFramePr>
        <p:xfrm>
          <a:off x="8077200" y="4267200"/>
          <a:ext cx="265113" cy="279400"/>
        </p:xfrm>
        <a:graphic>
          <a:graphicData uri="http://schemas.openxmlformats.org/presentationml/2006/ole">
            <p:oleObj spid="_x0000_s226338" name="Equation" r:id="rId7" imgW="266400" imgH="279360" progId="Equation.3">
              <p:embed/>
            </p:oleObj>
          </a:graphicData>
        </a:graphic>
      </p:graphicFrame>
      <p:sp>
        <p:nvSpPr>
          <p:cNvPr id="226339" name="Freeform 1059"/>
          <p:cNvSpPr>
            <a:spLocks/>
          </p:cNvSpPr>
          <p:nvPr/>
        </p:nvSpPr>
        <p:spPr bwMode="auto">
          <a:xfrm>
            <a:off x="7620000" y="2514600"/>
            <a:ext cx="723900" cy="914400"/>
          </a:xfrm>
          <a:custGeom>
            <a:avLst/>
            <a:gdLst/>
            <a:ahLst/>
            <a:cxnLst>
              <a:cxn ang="0">
                <a:pos x="120" y="400"/>
              </a:cxn>
              <a:cxn ang="0">
                <a:pos x="24" y="112"/>
              </a:cxn>
              <a:cxn ang="0">
                <a:pos x="264" y="16"/>
              </a:cxn>
              <a:cxn ang="0">
                <a:pos x="456" y="64"/>
              </a:cxn>
              <a:cxn ang="0">
                <a:pos x="408" y="400"/>
              </a:cxn>
            </a:cxnLst>
            <a:rect l="0" t="0" r="r" b="b"/>
            <a:pathLst>
              <a:path w="480" h="400">
                <a:moveTo>
                  <a:pt x="120" y="400"/>
                </a:moveTo>
                <a:cubicBezTo>
                  <a:pt x="60" y="288"/>
                  <a:pt x="0" y="176"/>
                  <a:pt x="24" y="112"/>
                </a:cubicBezTo>
                <a:cubicBezTo>
                  <a:pt x="48" y="48"/>
                  <a:pt x="192" y="24"/>
                  <a:pt x="264" y="16"/>
                </a:cubicBezTo>
                <a:cubicBezTo>
                  <a:pt x="336" y="8"/>
                  <a:pt x="432" y="0"/>
                  <a:pt x="456" y="64"/>
                </a:cubicBezTo>
                <a:cubicBezTo>
                  <a:pt x="480" y="128"/>
                  <a:pt x="444" y="264"/>
                  <a:pt x="408" y="40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26340" name="Object 1060"/>
          <p:cNvGraphicFramePr>
            <a:graphicFrameLocks noChangeAspect="1"/>
          </p:cNvGraphicFramePr>
          <p:nvPr/>
        </p:nvGraphicFramePr>
        <p:xfrm>
          <a:off x="8382000" y="2667000"/>
          <a:ext cx="265113" cy="279400"/>
        </p:xfrm>
        <a:graphic>
          <a:graphicData uri="http://schemas.openxmlformats.org/presentationml/2006/ole">
            <p:oleObj spid="_x0000_s226340" name="Equation" r:id="rId8" imgW="266400" imgH="279360" progId="Equation.3">
              <p:embed/>
            </p:oleObj>
          </a:graphicData>
        </a:graphic>
      </p:graphicFrame>
      <p:sp>
        <p:nvSpPr>
          <p:cNvPr id="226341" name="Oval 1061"/>
          <p:cNvSpPr>
            <a:spLocks noChangeArrowheads="1"/>
          </p:cNvSpPr>
          <p:nvPr/>
        </p:nvSpPr>
        <p:spPr bwMode="auto">
          <a:xfrm>
            <a:off x="1066800" y="3733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26342" name="Object 1062"/>
          <p:cNvGraphicFramePr>
            <a:graphicFrameLocks noChangeAspect="1"/>
          </p:cNvGraphicFramePr>
          <p:nvPr/>
        </p:nvGraphicFramePr>
        <p:xfrm>
          <a:off x="1066800" y="3733800"/>
          <a:ext cx="430213" cy="531813"/>
        </p:xfrm>
        <a:graphic>
          <a:graphicData uri="http://schemas.openxmlformats.org/presentationml/2006/ole">
            <p:oleObj spid="_x0000_s226342" name="Equation" r:id="rId9" imgW="431640" imgH="533160" progId="Equation.3">
              <p:embed/>
            </p:oleObj>
          </a:graphicData>
        </a:graphic>
      </p:graphicFrame>
      <p:sp>
        <p:nvSpPr>
          <p:cNvPr id="226343" name="Oval 1063"/>
          <p:cNvSpPr>
            <a:spLocks noChangeArrowheads="1"/>
          </p:cNvSpPr>
          <p:nvPr/>
        </p:nvSpPr>
        <p:spPr bwMode="auto">
          <a:xfrm>
            <a:off x="2971800" y="3733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6344" name="Line 1064"/>
          <p:cNvSpPr>
            <a:spLocks noChangeShapeType="1"/>
          </p:cNvSpPr>
          <p:nvPr/>
        </p:nvSpPr>
        <p:spPr bwMode="auto">
          <a:xfrm>
            <a:off x="1676400" y="4038600"/>
            <a:ext cx="1143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26345" name="Object 1065"/>
          <p:cNvGraphicFramePr>
            <a:graphicFrameLocks noChangeAspect="1"/>
          </p:cNvGraphicFramePr>
          <p:nvPr/>
        </p:nvGraphicFramePr>
        <p:xfrm>
          <a:off x="3078163" y="3738563"/>
          <a:ext cx="368300" cy="520700"/>
        </p:xfrm>
        <a:graphic>
          <a:graphicData uri="http://schemas.openxmlformats.org/presentationml/2006/ole">
            <p:oleObj spid="_x0000_s226345" name="Equation" r:id="rId10" imgW="368280" imgH="520560" progId="Equation.3">
              <p:embed/>
            </p:oleObj>
          </a:graphicData>
        </a:graphic>
      </p:graphicFrame>
      <p:graphicFrame>
        <p:nvGraphicFramePr>
          <p:cNvPr id="226346" name="Object 1066"/>
          <p:cNvGraphicFramePr>
            <a:graphicFrameLocks noChangeAspect="1"/>
          </p:cNvGraphicFramePr>
          <p:nvPr/>
        </p:nvGraphicFramePr>
        <p:xfrm>
          <a:off x="2209800" y="3733800"/>
          <a:ext cx="265113" cy="279400"/>
        </p:xfrm>
        <a:graphic>
          <a:graphicData uri="http://schemas.openxmlformats.org/presentationml/2006/ole">
            <p:oleObj spid="_x0000_s226346" name="Equation" r:id="rId11" imgW="266400" imgH="279360" progId="Equation.3">
              <p:embed/>
            </p:oleObj>
          </a:graphicData>
        </a:graphic>
      </p:graphicFrame>
      <p:sp>
        <p:nvSpPr>
          <p:cNvPr id="226347" name="Line 1067"/>
          <p:cNvSpPr>
            <a:spLocks noChangeShapeType="1"/>
          </p:cNvSpPr>
          <p:nvPr/>
        </p:nvSpPr>
        <p:spPr bwMode="auto">
          <a:xfrm>
            <a:off x="457200" y="4038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6348" name="Oval 1068"/>
          <p:cNvSpPr>
            <a:spLocks noChangeArrowheads="1"/>
          </p:cNvSpPr>
          <p:nvPr/>
        </p:nvSpPr>
        <p:spPr bwMode="auto">
          <a:xfrm>
            <a:off x="2819400" y="3581400"/>
            <a:ext cx="9144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26349" name="Object 1069"/>
          <p:cNvGraphicFramePr>
            <a:graphicFrameLocks noChangeAspect="1"/>
          </p:cNvGraphicFramePr>
          <p:nvPr/>
        </p:nvGraphicFramePr>
        <p:xfrm>
          <a:off x="1028700" y="5943600"/>
          <a:ext cx="2527300" cy="571500"/>
        </p:xfrm>
        <a:graphic>
          <a:graphicData uri="http://schemas.openxmlformats.org/presentationml/2006/ole">
            <p:oleObj spid="_x0000_s226349" name="Equation" r:id="rId12" imgW="2527200" imgH="571320" progId="Equation.3">
              <p:embed/>
            </p:oleObj>
          </a:graphicData>
        </a:graphic>
      </p:graphicFrame>
      <p:graphicFrame>
        <p:nvGraphicFramePr>
          <p:cNvPr id="226350" name="Object 1070"/>
          <p:cNvGraphicFramePr>
            <a:graphicFrameLocks noChangeAspect="1"/>
          </p:cNvGraphicFramePr>
          <p:nvPr/>
        </p:nvGraphicFramePr>
        <p:xfrm>
          <a:off x="6400800" y="2590800"/>
          <a:ext cx="723900" cy="571500"/>
        </p:xfrm>
        <a:graphic>
          <a:graphicData uri="http://schemas.openxmlformats.org/presentationml/2006/ole">
            <p:oleObj spid="_x0000_s226350" name="Equation" r:id="rId13" imgW="723600" imgH="571320" progId="Equation.3">
              <p:embed/>
            </p:oleObj>
          </a:graphicData>
        </a:graphic>
      </p:graphicFrame>
      <p:graphicFrame>
        <p:nvGraphicFramePr>
          <p:cNvPr id="226351" name="Object 1071"/>
          <p:cNvGraphicFramePr>
            <a:graphicFrameLocks noChangeAspect="1"/>
          </p:cNvGraphicFramePr>
          <p:nvPr/>
        </p:nvGraphicFramePr>
        <p:xfrm>
          <a:off x="2590800" y="2590800"/>
          <a:ext cx="647700" cy="571500"/>
        </p:xfrm>
        <a:graphic>
          <a:graphicData uri="http://schemas.openxmlformats.org/presentationml/2006/ole">
            <p:oleObj spid="_x0000_s226351" name="Equation" r:id="rId14" imgW="647640" imgH="571320" progId="Equation.3">
              <p:embed/>
            </p:oleObj>
          </a:graphicData>
        </a:graphic>
      </p:graphicFrame>
      <p:graphicFrame>
        <p:nvGraphicFramePr>
          <p:cNvPr id="226352" name="Object 1072"/>
          <p:cNvGraphicFramePr>
            <a:graphicFrameLocks noChangeAspect="1"/>
          </p:cNvGraphicFramePr>
          <p:nvPr/>
        </p:nvGraphicFramePr>
        <p:xfrm>
          <a:off x="5861050" y="5943600"/>
          <a:ext cx="2603500" cy="571500"/>
        </p:xfrm>
        <a:graphic>
          <a:graphicData uri="http://schemas.openxmlformats.org/presentationml/2006/ole">
            <p:oleObj spid="_x0000_s226352" name="Equation" r:id="rId15" imgW="2603160" imgH="571320" progId="Equation.3">
              <p:embed/>
            </p:oleObj>
          </a:graphicData>
        </a:graphic>
      </p:graphicFrame>
      <p:sp>
        <p:nvSpPr>
          <p:cNvPr id="226353" name="Text Box 1073"/>
          <p:cNvSpPr txBox="1">
            <a:spLocks noChangeArrowheads="1"/>
          </p:cNvSpPr>
          <p:nvPr/>
        </p:nvSpPr>
        <p:spPr bwMode="auto">
          <a:xfrm>
            <a:off x="1371600" y="2514600"/>
            <a:ext cx="10509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NFA</a:t>
            </a:r>
          </a:p>
        </p:txBody>
      </p:sp>
      <p:sp>
        <p:nvSpPr>
          <p:cNvPr id="226354" name="Text Box 1074"/>
          <p:cNvSpPr txBox="1">
            <a:spLocks noChangeArrowheads="1"/>
          </p:cNvSpPr>
          <p:nvPr/>
        </p:nvSpPr>
        <p:spPr bwMode="auto">
          <a:xfrm>
            <a:off x="5257800" y="2590800"/>
            <a:ext cx="10207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DFA</a:t>
            </a:r>
          </a:p>
        </p:txBody>
      </p:sp>
      <p:sp>
        <p:nvSpPr>
          <p:cNvPr id="226355" name="Text Box 1075"/>
          <p:cNvSpPr txBox="1">
            <a:spLocks noChangeArrowheads="1"/>
          </p:cNvSpPr>
          <p:nvPr/>
        </p:nvSpPr>
        <p:spPr bwMode="auto">
          <a:xfrm>
            <a:off x="685800" y="457200"/>
            <a:ext cx="750093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NFAs are interesting because we can </a:t>
            </a:r>
          </a:p>
          <a:p>
            <a:r>
              <a:rPr lang="en-US"/>
              <a:t>  express languages easier than DFAs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954CB43-6A67-4C3E-B29B-F8EB30995434}" type="slidenum">
              <a:rPr lang="en-US"/>
              <a:pPr/>
              <a:t>63</a:t>
            </a:fld>
            <a:endParaRPr lang="en-US"/>
          </a:p>
        </p:txBody>
      </p:sp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Formal Definition of NFAs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graphicFrame>
        <p:nvGraphicFramePr>
          <p:cNvPr id="88068" name="Object 4"/>
          <p:cNvGraphicFramePr>
            <a:graphicFrameLocks noChangeAspect="1"/>
          </p:cNvGraphicFramePr>
          <p:nvPr/>
        </p:nvGraphicFramePr>
        <p:xfrm>
          <a:off x="2051050" y="1119188"/>
          <a:ext cx="4673600" cy="581025"/>
        </p:xfrm>
        <a:graphic>
          <a:graphicData uri="http://schemas.openxmlformats.org/presentationml/2006/ole">
            <p:oleObj spid="_x0000_s88068" name="Equation" r:id="rId3" imgW="4673520" imgH="583920" progId="Equation.3">
              <p:embed/>
            </p:oleObj>
          </a:graphicData>
        </a:graphic>
      </p:graphicFrame>
      <p:graphicFrame>
        <p:nvGraphicFramePr>
          <p:cNvPr id="88069" name="Object 5"/>
          <p:cNvGraphicFramePr>
            <a:graphicFrameLocks noChangeAspect="1"/>
          </p:cNvGraphicFramePr>
          <p:nvPr/>
        </p:nvGraphicFramePr>
        <p:xfrm>
          <a:off x="965200" y="2260600"/>
          <a:ext cx="571500" cy="520700"/>
        </p:xfrm>
        <a:graphic>
          <a:graphicData uri="http://schemas.openxmlformats.org/presentationml/2006/ole">
            <p:oleObj spid="_x0000_s88069" name="Equation" r:id="rId4" imgW="571320" imgH="520560" progId="Equation.3">
              <p:embed/>
            </p:oleObj>
          </a:graphicData>
        </a:graphic>
      </p:graphicFrame>
      <p:graphicFrame>
        <p:nvGraphicFramePr>
          <p:cNvPr id="88071" name="Object 7"/>
          <p:cNvGraphicFramePr>
            <a:graphicFrameLocks noChangeAspect="1"/>
          </p:cNvGraphicFramePr>
          <p:nvPr/>
        </p:nvGraphicFramePr>
        <p:xfrm>
          <a:off x="1012825" y="4038600"/>
          <a:ext cx="508000" cy="419100"/>
        </p:xfrm>
        <a:graphic>
          <a:graphicData uri="http://schemas.openxmlformats.org/presentationml/2006/ole">
            <p:oleObj spid="_x0000_s88071" name="Equation" r:id="rId5" imgW="507960" imgH="419040" progId="Equation.3">
              <p:embed/>
            </p:oleObj>
          </a:graphicData>
        </a:graphic>
      </p:graphicFrame>
      <p:graphicFrame>
        <p:nvGraphicFramePr>
          <p:cNvPr id="88072" name="Object 8"/>
          <p:cNvGraphicFramePr>
            <a:graphicFrameLocks noChangeAspect="1"/>
          </p:cNvGraphicFramePr>
          <p:nvPr/>
        </p:nvGraphicFramePr>
        <p:xfrm>
          <a:off x="919163" y="4795838"/>
          <a:ext cx="696912" cy="582612"/>
        </p:xfrm>
        <a:graphic>
          <a:graphicData uri="http://schemas.openxmlformats.org/presentationml/2006/ole">
            <p:oleObj spid="_x0000_s88072" name="Equation" r:id="rId6" imgW="698400" imgH="583920" progId="Equation.3">
              <p:embed/>
            </p:oleObj>
          </a:graphicData>
        </a:graphic>
      </p:graphicFrame>
      <p:graphicFrame>
        <p:nvGraphicFramePr>
          <p:cNvPr id="88073" name="Object 9"/>
          <p:cNvGraphicFramePr>
            <a:graphicFrameLocks noChangeAspect="1"/>
          </p:cNvGraphicFramePr>
          <p:nvPr/>
        </p:nvGraphicFramePr>
        <p:xfrm>
          <a:off x="976313" y="5873750"/>
          <a:ext cx="582612" cy="406400"/>
        </p:xfrm>
        <a:graphic>
          <a:graphicData uri="http://schemas.openxmlformats.org/presentationml/2006/ole">
            <p:oleObj spid="_x0000_s88073" name="Equation" r:id="rId7" imgW="583920" imgH="406080" progId="Equation.3">
              <p:embed/>
            </p:oleObj>
          </a:graphicData>
        </a:graphic>
      </p:graphicFrame>
      <p:sp>
        <p:nvSpPr>
          <p:cNvPr id="88074" name="Text Box 10"/>
          <p:cNvSpPr txBox="1">
            <a:spLocks noChangeArrowheads="1"/>
          </p:cNvSpPr>
          <p:nvPr/>
        </p:nvSpPr>
        <p:spPr bwMode="auto">
          <a:xfrm>
            <a:off x="1812925" y="2235200"/>
            <a:ext cx="36544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Set of states,  i.e.</a:t>
            </a:r>
          </a:p>
        </p:txBody>
      </p:sp>
      <p:graphicFrame>
        <p:nvGraphicFramePr>
          <p:cNvPr id="88075" name="Object 11"/>
          <p:cNvGraphicFramePr>
            <a:graphicFrameLocks noChangeAspect="1"/>
          </p:cNvGraphicFramePr>
          <p:nvPr/>
        </p:nvGraphicFramePr>
        <p:xfrm>
          <a:off x="5638800" y="2209800"/>
          <a:ext cx="2247900" cy="582613"/>
        </p:xfrm>
        <a:graphic>
          <a:graphicData uri="http://schemas.openxmlformats.org/presentationml/2006/ole">
            <p:oleObj spid="_x0000_s88075" name="Equation" r:id="rId8" imgW="2247840" imgH="583920" progId="Equation.3">
              <p:embed/>
            </p:oleObj>
          </a:graphicData>
        </a:graphic>
      </p:graphicFrame>
      <p:graphicFrame>
        <p:nvGraphicFramePr>
          <p:cNvPr id="88070" name="Object 6"/>
          <p:cNvGraphicFramePr>
            <a:graphicFrameLocks noChangeAspect="1"/>
          </p:cNvGraphicFramePr>
          <p:nvPr/>
        </p:nvGraphicFramePr>
        <p:xfrm>
          <a:off x="965200" y="3232150"/>
          <a:ext cx="508000" cy="406400"/>
        </p:xfrm>
        <a:graphic>
          <a:graphicData uri="http://schemas.openxmlformats.org/presentationml/2006/ole">
            <p:oleObj spid="_x0000_s88070" name="Equation" r:id="rId9" imgW="507960" imgH="406080" progId="Equation.3">
              <p:embed/>
            </p:oleObj>
          </a:graphicData>
        </a:graphic>
      </p:graphicFrame>
      <p:sp>
        <p:nvSpPr>
          <p:cNvPr id="88076" name="Text Box 12"/>
          <p:cNvSpPr txBox="1">
            <a:spLocks noChangeArrowheads="1"/>
          </p:cNvSpPr>
          <p:nvPr/>
        </p:nvSpPr>
        <p:spPr bwMode="auto">
          <a:xfrm>
            <a:off x="1797050" y="3124200"/>
            <a:ext cx="37719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Input aplhabet, i.e.</a:t>
            </a:r>
          </a:p>
        </p:txBody>
      </p:sp>
      <p:graphicFrame>
        <p:nvGraphicFramePr>
          <p:cNvPr id="88077" name="Object 13"/>
          <p:cNvGraphicFramePr>
            <a:graphicFrameLocks noChangeAspect="1"/>
          </p:cNvGraphicFramePr>
          <p:nvPr/>
        </p:nvGraphicFramePr>
        <p:xfrm>
          <a:off x="5638800" y="3124200"/>
          <a:ext cx="1103313" cy="571500"/>
        </p:xfrm>
        <a:graphic>
          <a:graphicData uri="http://schemas.openxmlformats.org/presentationml/2006/ole">
            <p:oleObj spid="_x0000_s88077" name="Equation" r:id="rId10" imgW="1104840" imgH="571320" progId="Equation.3">
              <p:embed/>
            </p:oleObj>
          </a:graphicData>
        </a:graphic>
      </p:graphicFrame>
      <p:sp>
        <p:nvSpPr>
          <p:cNvPr id="88078" name="Text Box 14"/>
          <p:cNvSpPr txBox="1">
            <a:spLocks noChangeArrowheads="1"/>
          </p:cNvSpPr>
          <p:nvPr/>
        </p:nvSpPr>
        <p:spPr bwMode="auto">
          <a:xfrm>
            <a:off x="1828800" y="3886200"/>
            <a:ext cx="38179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Transition function</a:t>
            </a:r>
          </a:p>
        </p:txBody>
      </p:sp>
      <p:sp>
        <p:nvSpPr>
          <p:cNvPr id="88080" name="Text Box 16"/>
          <p:cNvSpPr txBox="1">
            <a:spLocks noChangeArrowheads="1"/>
          </p:cNvSpPr>
          <p:nvPr/>
        </p:nvSpPr>
        <p:spPr bwMode="auto">
          <a:xfrm>
            <a:off x="1828800" y="4876800"/>
            <a:ext cx="24939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Initial state</a:t>
            </a:r>
          </a:p>
        </p:txBody>
      </p:sp>
      <p:sp>
        <p:nvSpPr>
          <p:cNvPr id="88081" name="Text Box 17"/>
          <p:cNvSpPr txBox="1">
            <a:spLocks noChangeArrowheads="1"/>
          </p:cNvSpPr>
          <p:nvPr/>
        </p:nvSpPr>
        <p:spPr bwMode="auto">
          <a:xfrm>
            <a:off x="1828800" y="5791200"/>
            <a:ext cx="24098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Final states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32C79FA-A183-42F1-9EF1-99A155EE57F8}" type="slidenum">
              <a:rPr lang="en-US"/>
              <a:pPr/>
              <a:t>64</a:t>
            </a:fld>
            <a:endParaRPr lang="en-US"/>
          </a:p>
        </p:txBody>
      </p:sp>
      <p:graphicFrame>
        <p:nvGraphicFramePr>
          <p:cNvPr id="167939" name="Object 3"/>
          <p:cNvGraphicFramePr>
            <a:graphicFrameLocks noChangeAspect="1"/>
          </p:cNvGraphicFramePr>
          <p:nvPr/>
        </p:nvGraphicFramePr>
        <p:xfrm>
          <a:off x="3048000" y="1752600"/>
          <a:ext cx="2806700" cy="584200"/>
        </p:xfrm>
        <a:graphic>
          <a:graphicData uri="http://schemas.openxmlformats.org/presentationml/2006/ole">
            <p:oleObj spid="_x0000_s167939" name="Equation" r:id="rId3" imgW="2806560" imgH="583920" progId="Equation.3">
              <p:embed/>
            </p:oleObj>
          </a:graphicData>
        </a:graphic>
      </p:graphicFrame>
      <p:sp>
        <p:nvSpPr>
          <p:cNvPr id="167941" name="Oval 5"/>
          <p:cNvSpPr>
            <a:spLocks noChangeArrowheads="1"/>
          </p:cNvSpPr>
          <p:nvPr/>
        </p:nvSpPr>
        <p:spPr bwMode="auto">
          <a:xfrm>
            <a:off x="2241550" y="42164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7942" name="Oval 6"/>
          <p:cNvSpPr>
            <a:spLocks noChangeArrowheads="1"/>
          </p:cNvSpPr>
          <p:nvPr/>
        </p:nvSpPr>
        <p:spPr bwMode="auto">
          <a:xfrm>
            <a:off x="2089150" y="4064000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7946" name="Oval 10"/>
          <p:cNvSpPr>
            <a:spLocks noChangeArrowheads="1"/>
          </p:cNvSpPr>
          <p:nvPr/>
        </p:nvSpPr>
        <p:spPr bwMode="auto">
          <a:xfrm>
            <a:off x="6508750" y="4216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7947" name="Oval 11"/>
          <p:cNvSpPr>
            <a:spLocks noChangeArrowheads="1"/>
          </p:cNvSpPr>
          <p:nvPr/>
        </p:nvSpPr>
        <p:spPr bwMode="auto">
          <a:xfrm>
            <a:off x="4343400" y="42672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7948" name="Line 12"/>
          <p:cNvSpPr>
            <a:spLocks noChangeShapeType="1"/>
          </p:cNvSpPr>
          <p:nvPr/>
        </p:nvSpPr>
        <p:spPr bwMode="auto">
          <a:xfrm>
            <a:off x="3079750" y="4597400"/>
            <a:ext cx="1295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7949" name="Line 13"/>
          <p:cNvSpPr>
            <a:spLocks noChangeShapeType="1"/>
          </p:cNvSpPr>
          <p:nvPr/>
        </p:nvSpPr>
        <p:spPr bwMode="auto">
          <a:xfrm>
            <a:off x="5060950" y="45974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7950" name="Freeform 14"/>
          <p:cNvSpPr>
            <a:spLocks/>
          </p:cNvSpPr>
          <p:nvPr/>
        </p:nvSpPr>
        <p:spPr bwMode="auto">
          <a:xfrm>
            <a:off x="3003550" y="4064000"/>
            <a:ext cx="1524000" cy="228600"/>
          </a:xfrm>
          <a:custGeom>
            <a:avLst/>
            <a:gdLst/>
            <a:ahLst/>
            <a:cxnLst>
              <a:cxn ang="0">
                <a:pos x="960" y="144"/>
              </a:cxn>
              <a:cxn ang="0">
                <a:pos x="528" y="0"/>
              </a:cxn>
              <a:cxn ang="0">
                <a:pos x="0" y="144"/>
              </a:cxn>
            </a:cxnLst>
            <a:rect l="0" t="0" r="r" b="b"/>
            <a:pathLst>
              <a:path w="960" h="144">
                <a:moveTo>
                  <a:pt x="960" y="144"/>
                </a:moveTo>
                <a:cubicBezTo>
                  <a:pt x="824" y="72"/>
                  <a:pt x="688" y="0"/>
                  <a:pt x="528" y="0"/>
                </a:cubicBezTo>
                <a:cubicBezTo>
                  <a:pt x="368" y="0"/>
                  <a:pt x="184" y="72"/>
                  <a:pt x="0" y="1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7951" name="Freeform 15"/>
          <p:cNvSpPr>
            <a:spLocks/>
          </p:cNvSpPr>
          <p:nvPr/>
        </p:nvSpPr>
        <p:spPr bwMode="auto">
          <a:xfrm>
            <a:off x="2774950" y="4902200"/>
            <a:ext cx="3962400" cy="1168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152" y="720"/>
              </a:cxn>
              <a:cxn ang="0">
                <a:pos x="2496" y="0"/>
              </a:cxn>
            </a:cxnLst>
            <a:rect l="0" t="0" r="r" b="b"/>
            <a:pathLst>
              <a:path w="2496" h="736">
                <a:moveTo>
                  <a:pt x="0" y="96"/>
                </a:moveTo>
                <a:cubicBezTo>
                  <a:pt x="368" y="416"/>
                  <a:pt x="736" y="736"/>
                  <a:pt x="1152" y="720"/>
                </a:cubicBezTo>
                <a:cubicBezTo>
                  <a:pt x="1568" y="704"/>
                  <a:pt x="2032" y="352"/>
                  <a:pt x="2496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7952" name="Line 16"/>
          <p:cNvSpPr>
            <a:spLocks noChangeShapeType="1"/>
          </p:cNvSpPr>
          <p:nvPr/>
        </p:nvSpPr>
        <p:spPr bwMode="auto">
          <a:xfrm>
            <a:off x="1555750" y="45974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67953" name="Object 17"/>
          <p:cNvGraphicFramePr>
            <a:graphicFrameLocks noChangeAspect="1"/>
          </p:cNvGraphicFramePr>
          <p:nvPr/>
        </p:nvGraphicFramePr>
        <p:xfrm>
          <a:off x="3683000" y="3587750"/>
          <a:ext cx="265113" cy="419100"/>
        </p:xfrm>
        <a:graphic>
          <a:graphicData uri="http://schemas.openxmlformats.org/presentationml/2006/ole">
            <p:oleObj spid="_x0000_s167953" name="Equation" r:id="rId4" imgW="266400" imgH="419040" progId="Equation.3">
              <p:embed/>
            </p:oleObj>
          </a:graphicData>
        </a:graphic>
      </p:graphicFrame>
      <p:graphicFrame>
        <p:nvGraphicFramePr>
          <p:cNvPr id="167954" name="Object 18"/>
          <p:cNvGraphicFramePr>
            <a:graphicFrameLocks noChangeAspect="1"/>
          </p:cNvGraphicFramePr>
          <p:nvPr/>
        </p:nvGraphicFramePr>
        <p:xfrm>
          <a:off x="3759200" y="4654550"/>
          <a:ext cx="176213" cy="406400"/>
        </p:xfrm>
        <a:graphic>
          <a:graphicData uri="http://schemas.openxmlformats.org/presentationml/2006/ole">
            <p:oleObj spid="_x0000_s167954" name="Equation" r:id="rId5" imgW="177480" imgH="406080" progId="Equation.3">
              <p:embed/>
            </p:oleObj>
          </a:graphicData>
        </a:graphic>
      </p:graphicFrame>
      <p:graphicFrame>
        <p:nvGraphicFramePr>
          <p:cNvPr id="167955" name="Object 19"/>
          <p:cNvGraphicFramePr>
            <a:graphicFrameLocks noChangeAspect="1"/>
          </p:cNvGraphicFramePr>
          <p:nvPr/>
        </p:nvGraphicFramePr>
        <p:xfrm>
          <a:off x="5486400" y="4114800"/>
          <a:ext cx="660400" cy="531813"/>
        </p:xfrm>
        <a:graphic>
          <a:graphicData uri="http://schemas.openxmlformats.org/presentationml/2006/ole">
            <p:oleObj spid="_x0000_s167955" name="Equation" r:id="rId6" imgW="660240" imgH="533160" progId="Equation.3">
              <p:embed/>
            </p:oleObj>
          </a:graphicData>
        </a:graphic>
      </p:graphicFrame>
      <p:graphicFrame>
        <p:nvGraphicFramePr>
          <p:cNvPr id="167956" name="Object 20"/>
          <p:cNvGraphicFramePr>
            <a:graphicFrameLocks noChangeAspect="1"/>
          </p:cNvGraphicFramePr>
          <p:nvPr/>
        </p:nvGraphicFramePr>
        <p:xfrm>
          <a:off x="4375150" y="5588000"/>
          <a:ext cx="328613" cy="419100"/>
        </p:xfrm>
        <a:graphic>
          <a:graphicData uri="http://schemas.openxmlformats.org/presentationml/2006/ole">
            <p:oleObj spid="_x0000_s167956" name="Equation" r:id="rId7" imgW="330120" imgH="419040" progId="Equation.3">
              <p:embed/>
            </p:oleObj>
          </a:graphicData>
        </a:graphic>
      </p:graphicFrame>
      <p:sp>
        <p:nvSpPr>
          <p:cNvPr id="167957" name="Rectangle 21"/>
          <p:cNvSpPr>
            <a:spLocks noChangeArrowheads="1"/>
          </p:cNvSpPr>
          <p:nvPr/>
        </p:nvSpPr>
        <p:spPr bwMode="auto">
          <a:xfrm>
            <a:off x="152400" y="152400"/>
            <a:ext cx="883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3600">
                <a:solidFill>
                  <a:schemeClr val="tx2"/>
                </a:solidFill>
              </a:rPr>
              <a:t>Transition Function </a:t>
            </a:r>
          </a:p>
        </p:txBody>
      </p:sp>
      <p:graphicFrame>
        <p:nvGraphicFramePr>
          <p:cNvPr id="167958" name="Object 22"/>
          <p:cNvGraphicFramePr>
            <a:graphicFrameLocks noChangeAspect="1"/>
          </p:cNvGraphicFramePr>
          <p:nvPr/>
        </p:nvGraphicFramePr>
        <p:xfrm>
          <a:off x="2362200" y="4267200"/>
          <a:ext cx="481013" cy="582613"/>
        </p:xfrm>
        <a:graphic>
          <a:graphicData uri="http://schemas.openxmlformats.org/presentationml/2006/ole">
            <p:oleObj spid="_x0000_s167958" name="Equation" r:id="rId8" imgW="482400" imgH="583920" progId="Equation.3">
              <p:embed/>
            </p:oleObj>
          </a:graphicData>
        </a:graphic>
      </p:graphicFrame>
      <p:graphicFrame>
        <p:nvGraphicFramePr>
          <p:cNvPr id="167959" name="Object 23"/>
          <p:cNvGraphicFramePr>
            <a:graphicFrameLocks noChangeAspect="1"/>
          </p:cNvGraphicFramePr>
          <p:nvPr/>
        </p:nvGraphicFramePr>
        <p:xfrm>
          <a:off x="4533900" y="4273550"/>
          <a:ext cx="404813" cy="569913"/>
        </p:xfrm>
        <a:graphic>
          <a:graphicData uri="http://schemas.openxmlformats.org/presentationml/2006/ole">
            <p:oleObj spid="_x0000_s167959" name="Equation" r:id="rId9" imgW="406080" imgH="571320" progId="Equation.3">
              <p:embed/>
            </p:oleObj>
          </a:graphicData>
        </a:graphic>
      </p:graphicFrame>
      <p:graphicFrame>
        <p:nvGraphicFramePr>
          <p:cNvPr id="167960" name="Object 24"/>
          <p:cNvGraphicFramePr>
            <a:graphicFrameLocks noChangeAspect="1"/>
          </p:cNvGraphicFramePr>
          <p:nvPr/>
        </p:nvGraphicFramePr>
        <p:xfrm>
          <a:off x="6629400" y="4273550"/>
          <a:ext cx="481013" cy="569913"/>
        </p:xfrm>
        <a:graphic>
          <a:graphicData uri="http://schemas.openxmlformats.org/presentationml/2006/ole">
            <p:oleObj spid="_x0000_s167960" name="Equation" r:id="rId10" imgW="482400" imgH="571320" progId="Equation.3">
              <p:embed/>
            </p:oleObj>
          </a:graphicData>
        </a:graphic>
      </p:graphicFrame>
      <p:graphicFrame>
        <p:nvGraphicFramePr>
          <p:cNvPr id="167961" name="Object 25"/>
          <p:cNvGraphicFramePr>
            <a:graphicFrameLocks noChangeAspect="1"/>
          </p:cNvGraphicFramePr>
          <p:nvPr/>
        </p:nvGraphicFramePr>
        <p:xfrm>
          <a:off x="6845300" y="209550"/>
          <a:ext cx="328613" cy="419100"/>
        </p:xfrm>
        <a:graphic>
          <a:graphicData uri="http://schemas.openxmlformats.org/presentationml/2006/ole">
            <p:oleObj spid="_x0000_s167961" name="Equation" r:id="rId11" imgW="330120" imgH="419040" progId="Equation.3">
              <p:embed/>
            </p:oleObj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CB055DE-9848-42EA-BDFB-65438566DD6C}" type="slidenum">
              <a:rPr lang="en-US"/>
              <a:pPr/>
              <a:t>65</a:t>
            </a:fld>
            <a:endParaRPr lang="en-US"/>
          </a:p>
        </p:txBody>
      </p:sp>
      <p:sp>
        <p:nvSpPr>
          <p:cNvPr id="168962" name="Oval 2"/>
          <p:cNvSpPr>
            <a:spLocks noChangeArrowheads="1"/>
          </p:cNvSpPr>
          <p:nvPr/>
        </p:nvSpPr>
        <p:spPr bwMode="auto">
          <a:xfrm>
            <a:off x="2241550" y="42164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8963" name="Oval 3"/>
          <p:cNvSpPr>
            <a:spLocks noChangeArrowheads="1"/>
          </p:cNvSpPr>
          <p:nvPr/>
        </p:nvSpPr>
        <p:spPr bwMode="auto">
          <a:xfrm>
            <a:off x="2089150" y="4064000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68964" name="Object 4"/>
          <p:cNvGraphicFramePr>
            <a:graphicFrameLocks noChangeAspect="1"/>
          </p:cNvGraphicFramePr>
          <p:nvPr/>
        </p:nvGraphicFramePr>
        <p:xfrm>
          <a:off x="2368550" y="4267200"/>
          <a:ext cx="481013" cy="582613"/>
        </p:xfrm>
        <a:graphic>
          <a:graphicData uri="http://schemas.openxmlformats.org/presentationml/2006/ole">
            <p:oleObj spid="_x0000_s168964" name="Equation" r:id="rId3" imgW="482400" imgH="583920" progId="Equation.3">
              <p:embed/>
            </p:oleObj>
          </a:graphicData>
        </a:graphic>
      </p:graphicFrame>
      <p:sp>
        <p:nvSpPr>
          <p:cNvPr id="168967" name="Oval 7"/>
          <p:cNvSpPr>
            <a:spLocks noChangeArrowheads="1"/>
          </p:cNvSpPr>
          <p:nvPr/>
        </p:nvSpPr>
        <p:spPr bwMode="auto">
          <a:xfrm>
            <a:off x="6477000" y="42672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8968" name="Oval 8"/>
          <p:cNvSpPr>
            <a:spLocks noChangeArrowheads="1"/>
          </p:cNvSpPr>
          <p:nvPr/>
        </p:nvSpPr>
        <p:spPr bwMode="auto">
          <a:xfrm>
            <a:off x="4343400" y="42672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8969" name="Line 9"/>
          <p:cNvSpPr>
            <a:spLocks noChangeShapeType="1"/>
          </p:cNvSpPr>
          <p:nvPr/>
        </p:nvSpPr>
        <p:spPr bwMode="auto">
          <a:xfrm>
            <a:off x="3079750" y="45974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8970" name="Line 10"/>
          <p:cNvSpPr>
            <a:spLocks noChangeShapeType="1"/>
          </p:cNvSpPr>
          <p:nvPr/>
        </p:nvSpPr>
        <p:spPr bwMode="auto">
          <a:xfrm>
            <a:off x="5060950" y="4597400"/>
            <a:ext cx="1447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8971" name="Freeform 11"/>
          <p:cNvSpPr>
            <a:spLocks/>
          </p:cNvSpPr>
          <p:nvPr/>
        </p:nvSpPr>
        <p:spPr bwMode="auto">
          <a:xfrm>
            <a:off x="3003550" y="4064000"/>
            <a:ext cx="1524000" cy="228600"/>
          </a:xfrm>
          <a:custGeom>
            <a:avLst/>
            <a:gdLst/>
            <a:ahLst/>
            <a:cxnLst>
              <a:cxn ang="0">
                <a:pos x="960" y="144"/>
              </a:cxn>
              <a:cxn ang="0">
                <a:pos x="528" y="0"/>
              </a:cxn>
              <a:cxn ang="0">
                <a:pos x="0" y="144"/>
              </a:cxn>
            </a:cxnLst>
            <a:rect l="0" t="0" r="r" b="b"/>
            <a:pathLst>
              <a:path w="960" h="144">
                <a:moveTo>
                  <a:pt x="960" y="144"/>
                </a:moveTo>
                <a:cubicBezTo>
                  <a:pt x="824" y="72"/>
                  <a:pt x="688" y="0"/>
                  <a:pt x="528" y="0"/>
                </a:cubicBezTo>
                <a:cubicBezTo>
                  <a:pt x="368" y="0"/>
                  <a:pt x="184" y="72"/>
                  <a:pt x="0" y="144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8972" name="Freeform 12"/>
          <p:cNvSpPr>
            <a:spLocks/>
          </p:cNvSpPr>
          <p:nvPr/>
        </p:nvSpPr>
        <p:spPr bwMode="auto">
          <a:xfrm>
            <a:off x="2774950" y="4902200"/>
            <a:ext cx="3962400" cy="1168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152" y="720"/>
              </a:cxn>
              <a:cxn ang="0">
                <a:pos x="2496" y="0"/>
              </a:cxn>
            </a:cxnLst>
            <a:rect l="0" t="0" r="r" b="b"/>
            <a:pathLst>
              <a:path w="2496" h="736">
                <a:moveTo>
                  <a:pt x="0" y="96"/>
                </a:moveTo>
                <a:cubicBezTo>
                  <a:pt x="368" y="416"/>
                  <a:pt x="736" y="736"/>
                  <a:pt x="1152" y="720"/>
                </a:cubicBezTo>
                <a:cubicBezTo>
                  <a:pt x="1568" y="704"/>
                  <a:pt x="2032" y="352"/>
                  <a:pt x="2496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8973" name="Line 13"/>
          <p:cNvSpPr>
            <a:spLocks noChangeShapeType="1"/>
          </p:cNvSpPr>
          <p:nvPr/>
        </p:nvSpPr>
        <p:spPr bwMode="auto">
          <a:xfrm>
            <a:off x="1555750" y="45974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68974" name="Object 14"/>
          <p:cNvGraphicFramePr>
            <a:graphicFrameLocks noChangeAspect="1"/>
          </p:cNvGraphicFramePr>
          <p:nvPr/>
        </p:nvGraphicFramePr>
        <p:xfrm>
          <a:off x="3683000" y="3587750"/>
          <a:ext cx="265113" cy="419100"/>
        </p:xfrm>
        <a:graphic>
          <a:graphicData uri="http://schemas.openxmlformats.org/presentationml/2006/ole">
            <p:oleObj spid="_x0000_s168974" name="Equation" r:id="rId4" imgW="266400" imgH="419040" progId="Equation.3">
              <p:embed/>
            </p:oleObj>
          </a:graphicData>
        </a:graphic>
      </p:graphicFrame>
      <p:graphicFrame>
        <p:nvGraphicFramePr>
          <p:cNvPr id="168975" name="Object 15"/>
          <p:cNvGraphicFramePr>
            <a:graphicFrameLocks noChangeAspect="1"/>
          </p:cNvGraphicFramePr>
          <p:nvPr/>
        </p:nvGraphicFramePr>
        <p:xfrm>
          <a:off x="3759200" y="4654550"/>
          <a:ext cx="176213" cy="406400"/>
        </p:xfrm>
        <a:graphic>
          <a:graphicData uri="http://schemas.openxmlformats.org/presentationml/2006/ole">
            <p:oleObj spid="_x0000_s168975" name="Equation" r:id="rId5" imgW="177480" imgH="406080" progId="Equation.3">
              <p:embed/>
            </p:oleObj>
          </a:graphicData>
        </a:graphic>
      </p:graphicFrame>
      <p:graphicFrame>
        <p:nvGraphicFramePr>
          <p:cNvPr id="168976" name="Object 16"/>
          <p:cNvGraphicFramePr>
            <a:graphicFrameLocks noChangeAspect="1"/>
          </p:cNvGraphicFramePr>
          <p:nvPr/>
        </p:nvGraphicFramePr>
        <p:xfrm>
          <a:off x="5486400" y="4114800"/>
          <a:ext cx="660400" cy="531813"/>
        </p:xfrm>
        <a:graphic>
          <a:graphicData uri="http://schemas.openxmlformats.org/presentationml/2006/ole">
            <p:oleObj spid="_x0000_s168976" name="Equation" r:id="rId6" imgW="660240" imgH="533160" progId="Equation.3">
              <p:embed/>
            </p:oleObj>
          </a:graphicData>
        </a:graphic>
      </p:graphicFrame>
      <p:graphicFrame>
        <p:nvGraphicFramePr>
          <p:cNvPr id="168977" name="Object 17"/>
          <p:cNvGraphicFramePr>
            <a:graphicFrameLocks noChangeAspect="1"/>
          </p:cNvGraphicFramePr>
          <p:nvPr/>
        </p:nvGraphicFramePr>
        <p:xfrm>
          <a:off x="4375150" y="5588000"/>
          <a:ext cx="328613" cy="419100"/>
        </p:xfrm>
        <a:graphic>
          <a:graphicData uri="http://schemas.openxmlformats.org/presentationml/2006/ole">
            <p:oleObj spid="_x0000_s168977" name="Equation" r:id="rId7" imgW="330120" imgH="419040" progId="Equation.3">
              <p:embed/>
            </p:oleObj>
          </a:graphicData>
        </a:graphic>
      </p:graphicFrame>
      <p:graphicFrame>
        <p:nvGraphicFramePr>
          <p:cNvPr id="168979" name="Object 19"/>
          <p:cNvGraphicFramePr>
            <a:graphicFrameLocks noChangeAspect="1"/>
          </p:cNvGraphicFramePr>
          <p:nvPr/>
        </p:nvGraphicFramePr>
        <p:xfrm>
          <a:off x="2743200" y="1828800"/>
          <a:ext cx="3530600" cy="584200"/>
        </p:xfrm>
        <a:graphic>
          <a:graphicData uri="http://schemas.openxmlformats.org/presentationml/2006/ole">
            <p:oleObj spid="_x0000_s168979" name="Equation" r:id="rId8" imgW="3530520" imgH="583920" progId="Equation.3">
              <p:embed/>
            </p:oleObj>
          </a:graphicData>
        </a:graphic>
      </p:graphicFrame>
      <p:graphicFrame>
        <p:nvGraphicFramePr>
          <p:cNvPr id="168980" name="Object 20"/>
          <p:cNvGraphicFramePr>
            <a:graphicFrameLocks noChangeAspect="1"/>
          </p:cNvGraphicFramePr>
          <p:nvPr/>
        </p:nvGraphicFramePr>
        <p:xfrm>
          <a:off x="4533900" y="4273550"/>
          <a:ext cx="404813" cy="569913"/>
        </p:xfrm>
        <a:graphic>
          <a:graphicData uri="http://schemas.openxmlformats.org/presentationml/2006/ole">
            <p:oleObj spid="_x0000_s168980" name="Equation" r:id="rId9" imgW="406080" imgH="571320" progId="Equation.3">
              <p:embed/>
            </p:oleObj>
          </a:graphicData>
        </a:graphic>
      </p:graphicFrame>
      <p:graphicFrame>
        <p:nvGraphicFramePr>
          <p:cNvPr id="168981" name="Object 21"/>
          <p:cNvGraphicFramePr>
            <a:graphicFrameLocks noChangeAspect="1"/>
          </p:cNvGraphicFramePr>
          <p:nvPr/>
        </p:nvGraphicFramePr>
        <p:xfrm>
          <a:off x="6629400" y="4273550"/>
          <a:ext cx="481013" cy="569913"/>
        </p:xfrm>
        <a:graphic>
          <a:graphicData uri="http://schemas.openxmlformats.org/presentationml/2006/ole">
            <p:oleObj spid="_x0000_s168981" name="Equation" r:id="rId10" imgW="482400" imgH="571320" progId="Equation.3">
              <p:embed/>
            </p:oleObj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CE45D75-C583-4F15-ADFD-D78FFA341280}" type="slidenum">
              <a:rPr lang="en-US"/>
              <a:pPr/>
              <a:t>66</a:t>
            </a:fld>
            <a:endParaRPr lang="en-US"/>
          </a:p>
        </p:txBody>
      </p:sp>
      <p:sp>
        <p:nvSpPr>
          <p:cNvPr id="169988" name="Oval 4"/>
          <p:cNvSpPr>
            <a:spLocks noChangeArrowheads="1"/>
          </p:cNvSpPr>
          <p:nvPr/>
        </p:nvSpPr>
        <p:spPr bwMode="auto">
          <a:xfrm>
            <a:off x="2241550" y="42164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9989" name="Oval 5"/>
          <p:cNvSpPr>
            <a:spLocks noChangeArrowheads="1"/>
          </p:cNvSpPr>
          <p:nvPr/>
        </p:nvSpPr>
        <p:spPr bwMode="auto">
          <a:xfrm>
            <a:off x="2089150" y="4064000"/>
            <a:ext cx="990600" cy="9906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69990" name="Object 6"/>
          <p:cNvGraphicFramePr>
            <a:graphicFrameLocks noChangeAspect="1"/>
          </p:cNvGraphicFramePr>
          <p:nvPr/>
        </p:nvGraphicFramePr>
        <p:xfrm>
          <a:off x="2368550" y="4267200"/>
          <a:ext cx="481013" cy="582613"/>
        </p:xfrm>
        <a:graphic>
          <a:graphicData uri="http://schemas.openxmlformats.org/presentationml/2006/ole">
            <p:oleObj spid="_x0000_s169990" name="Equation" r:id="rId3" imgW="482400" imgH="583920" progId="Equation.3">
              <p:embed/>
            </p:oleObj>
          </a:graphicData>
        </a:graphic>
      </p:graphicFrame>
      <p:sp>
        <p:nvSpPr>
          <p:cNvPr id="169991" name="Oval 7"/>
          <p:cNvSpPr>
            <a:spLocks noChangeArrowheads="1"/>
          </p:cNvSpPr>
          <p:nvPr/>
        </p:nvSpPr>
        <p:spPr bwMode="auto">
          <a:xfrm>
            <a:off x="6508750" y="42164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9992" name="Oval 8"/>
          <p:cNvSpPr>
            <a:spLocks noChangeArrowheads="1"/>
          </p:cNvSpPr>
          <p:nvPr/>
        </p:nvSpPr>
        <p:spPr bwMode="auto">
          <a:xfrm>
            <a:off x="4375150" y="4216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9993" name="Line 9"/>
          <p:cNvSpPr>
            <a:spLocks noChangeShapeType="1"/>
          </p:cNvSpPr>
          <p:nvPr/>
        </p:nvSpPr>
        <p:spPr bwMode="auto">
          <a:xfrm>
            <a:off x="3079750" y="45974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9994" name="Line 10"/>
          <p:cNvSpPr>
            <a:spLocks noChangeShapeType="1"/>
          </p:cNvSpPr>
          <p:nvPr/>
        </p:nvSpPr>
        <p:spPr bwMode="auto">
          <a:xfrm>
            <a:off x="5060950" y="45974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9995" name="Freeform 11"/>
          <p:cNvSpPr>
            <a:spLocks/>
          </p:cNvSpPr>
          <p:nvPr/>
        </p:nvSpPr>
        <p:spPr bwMode="auto">
          <a:xfrm>
            <a:off x="3003550" y="4064000"/>
            <a:ext cx="1524000" cy="228600"/>
          </a:xfrm>
          <a:custGeom>
            <a:avLst/>
            <a:gdLst/>
            <a:ahLst/>
            <a:cxnLst>
              <a:cxn ang="0">
                <a:pos x="960" y="144"/>
              </a:cxn>
              <a:cxn ang="0">
                <a:pos x="528" y="0"/>
              </a:cxn>
              <a:cxn ang="0">
                <a:pos x="0" y="144"/>
              </a:cxn>
            </a:cxnLst>
            <a:rect l="0" t="0" r="r" b="b"/>
            <a:pathLst>
              <a:path w="960" h="144">
                <a:moveTo>
                  <a:pt x="960" y="144"/>
                </a:moveTo>
                <a:cubicBezTo>
                  <a:pt x="824" y="72"/>
                  <a:pt x="688" y="0"/>
                  <a:pt x="528" y="0"/>
                </a:cubicBezTo>
                <a:cubicBezTo>
                  <a:pt x="368" y="0"/>
                  <a:pt x="184" y="72"/>
                  <a:pt x="0" y="1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9996" name="Freeform 12"/>
          <p:cNvSpPr>
            <a:spLocks/>
          </p:cNvSpPr>
          <p:nvPr/>
        </p:nvSpPr>
        <p:spPr bwMode="auto">
          <a:xfrm>
            <a:off x="2774950" y="4902200"/>
            <a:ext cx="3962400" cy="1168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152" y="720"/>
              </a:cxn>
              <a:cxn ang="0">
                <a:pos x="2496" y="0"/>
              </a:cxn>
            </a:cxnLst>
            <a:rect l="0" t="0" r="r" b="b"/>
            <a:pathLst>
              <a:path w="2496" h="736">
                <a:moveTo>
                  <a:pt x="0" y="96"/>
                </a:moveTo>
                <a:cubicBezTo>
                  <a:pt x="368" y="416"/>
                  <a:pt x="736" y="736"/>
                  <a:pt x="1152" y="720"/>
                </a:cubicBezTo>
                <a:cubicBezTo>
                  <a:pt x="1568" y="704"/>
                  <a:pt x="2032" y="352"/>
                  <a:pt x="2496" y="0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9997" name="Line 13"/>
          <p:cNvSpPr>
            <a:spLocks noChangeShapeType="1"/>
          </p:cNvSpPr>
          <p:nvPr/>
        </p:nvSpPr>
        <p:spPr bwMode="auto">
          <a:xfrm>
            <a:off x="1555750" y="45974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69998" name="Object 14"/>
          <p:cNvGraphicFramePr>
            <a:graphicFrameLocks noChangeAspect="1"/>
          </p:cNvGraphicFramePr>
          <p:nvPr/>
        </p:nvGraphicFramePr>
        <p:xfrm>
          <a:off x="3683000" y="3587750"/>
          <a:ext cx="265113" cy="419100"/>
        </p:xfrm>
        <a:graphic>
          <a:graphicData uri="http://schemas.openxmlformats.org/presentationml/2006/ole">
            <p:oleObj spid="_x0000_s169998" name="Equation" r:id="rId4" imgW="266400" imgH="419040" progId="Equation.3">
              <p:embed/>
            </p:oleObj>
          </a:graphicData>
        </a:graphic>
      </p:graphicFrame>
      <p:graphicFrame>
        <p:nvGraphicFramePr>
          <p:cNvPr id="169999" name="Object 15"/>
          <p:cNvGraphicFramePr>
            <a:graphicFrameLocks noChangeAspect="1"/>
          </p:cNvGraphicFramePr>
          <p:nvPr/>
        </p:nvGraphicFramePr>
        <p:xfrm>
          <a:off x="3759200" y="4654550"/>
          <a:ext cx="176213" cy="406400"/>
        </p:xfrm>
        <a:graphic>
          <a:graphicData uri="http://schemas.openxmlformats.org/presentationml/2006/ole">
            <p:oleObj spid="_x0000_s169999" name="Equation" r:id="rId5" imgW="177480" imgH="406080" progId="Equation.3">
              <p:embed/>
            </p:oleObj>
          </a:graphicData>
        </a:graphic>
      </p:graphicFrame>
      <p:graphicFrame>
        <p:nvGraphicFramePr>
          <p:cNvPr id="170000" name="Object 16"/>
          <p:cNvGraphicFramePr>
            <a:graphicFrameLocks noChangeAspect="1"/>
          </p:cNvGraphicFramePr>
          <p:nvPr/>
        </p:nvGraphicFramePr>
        <p:xfrm>
          <a:off x="5486400" y="4114800"/>
          <a:ext cx="660400" cy="531813"/>
        </p:xfrm>
        <a:graphic>
          <a:graphicData uri="http://schemas.openxmlformats.org/presentationml/2006/ole">
            <p:oleObj spid="_x0000_s170000" name="Equation" r:id="rId6" imgW="660240" imgH="533160" progId="Equation.3">
              <p:embed/>
            </p:oleObj>
          </a:graphicData>
        </a:graphic>
      </p:graphicFrame>
      <p:graphicFrame>
        <p:nvGraphicFramePr>
          <p:cNvPr id="170001" name="Object 17"/>
          <p:cNvGraphicFramePr>
            <a:graphicFrameLocks noChangeAspect="1"/>
          </p:cNvGraphicFramePr>
          <p:nvPr/>
        </p:nvGraphicFramePr>
        <p:xfrm>
          <a:off x="4375150" y="5588000"/>
          <a:ext cx="328613" cy="419100"/>
        </p:xfrm>
        <a:graphic>
          <a:graphicData uri="http://schemas.openxmlformats.org/presentationml/2006/ole">
            <p:oleObj spid="_x0000_s170001" name="Equation" r:id="rId7" imgW="330120" imgH="419040" progId="Equation.3">
              <p:embed/>
            </p:oleObj>
          </a:graphicData>
        </a:graphic>
      </p:graphicFrame>
      <p:graphicFrame>
        <p:nvGraphicFramePr>
          <p:cNvPr id="170002" name="Object 18"/>
          <p:cNvGraphicFramePr>
            <a:graphicFrameLocks noChangeAspect="1"/>
          </p:cNvGraphicFramePr>
          <p:nvPr/>
        </p:nvGraphicFramePr>
        <p:xfrm>
          <a:off x="4533900" y="4273550"/>
          <a:ext cx="404813" cy="569913"/>
        </p:xfrm>
        <a:graphic>
          <a:graphicData uri="http://schemas.openxmlformats.org/presentationml/2006/ole">
            <p:oleObj spid="_x0000_s170002" name="Equation" r:id="rId8" imgW="406080" imgH="571320" progId="Equation.3">
              <p:embed/>
            </p:oleObj>
          </a:graphicData>
        </a:graphic>
      </p:graphicFrame>
      <p:graphicFrame>
        <p:nvGraphicFramePr>
          <p:cNvPr id="170003" name="Object 19"/>
          <p:cNvGraphicFramePr>
            <a:graphicFrameLocks noChangeAspect="1"/>
          </p:cNvGraphicFramePr>
          <p:nvPr/>
        </p:nvGraphicFramePr>
        <p:xfrm>
          <a:off x="6629400" y="4273550"/>
          <a:ext cx="481013" cy="569913"/>
        </p:xfrm>
        <a:graphic>
          <a:graphicData uri="http://schemas.openxmlformats.org/presentationml/2006/ole">
            <p:oleObj spid="_x0000_s170003" name="Equation" r:id="rId9" imgW="482400" imgH="571320" progId="Equation.3">
              <p:embed/>
            </p:oleObj>
          </a:graphicData>
        </a:graphic>
      </p:graphicFrame>
      <p:graphicFrame>
        <p:nvGraphicFramePr>
          <p:cNvPr id="170004" name="Object 20"/>
          <p:cNvGraphicFramePr>
            <a:graphicFrameLocks noChangeAspect="1"/>
          </p:cNvGraphicFramePr>
          <p:nvPr/>
        </p:nvGraphicFramePr>
        <p:xfrm>
          <a:off x="2654300" y="1828800"/>
          <a:ext cx="3708400" cy="584200"/>
        </p:xfrm>
        <a:graphic>
          <a:graphicData uri="http://schemas.openxmlformats.org/presentationml/2006/ole">
            <p:oleObj spid="_x0000_s170004" name="Equation" r:id="rId10" imgW="3708360" imgH="583920" progId="Equation.3">
              <p:embed/>
            </p:oleObj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839F664-0388-4AEC-83B2-CE2262166CD4}" type="slidenum">
              <a:rPr lang="en-US"/>
              <a:pPr/>
              <a:t>67</a:t>
            </a:fld>
            <a:endParaRPr lang="en-US"/>
          </a:p>
        </p:txBody>
      </p:sp>
      <p:sp>
        <p:nvSpPr>
          <p:cNvPr id="171010" name="Oval 2"/>
          <p:cNvSpPr>
            <a:spLocks noChangeArrowheads="1"/>
          </p:cNvSpPr>
          <p:nvPr/>
        </p:nvSpPr>
        <p:spPr bwMode="auto">
          <a:xfrm>
            <a:off x="2241550" y="4216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1011" name="Oval 3"/>
          <p:cNvSpPr>
            <a:spLocks noChangeArrowheads="1"/>
          </p:cNvSpPr>
          <p:nvPr/>
        </p:nvSpPr>
        <p:spPr bwMode="auto">
          <a:xfrm>
            <a:off x="2089150" y="40640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71012" name="Object 4"/>
          <p:cNvGraphicFramePr>
            <a:graphicFrameLocks noChangeAspect="1"/>
          </p:cNvGraphicFramePr>
          <p:nvPr/>
        </p:nvGraphicFramePr>
        <p:xfrm>
          <a:off x="2368550" y="4267200"/>
          <a:ext cx="481013" cy="582613"/>
        </p:xfrm>
        <a:graphic>
          <a:graphicData uri="http://schemas.openxmlformats.org/presentationml/2006/ole">
            <p:oleObj spid="_x0000_s171012" name="Equation" r:id="rId3" imgW="482400" imgH="583920" progId="Equation.3">
              <p:embed/>
            </p:oleObj>
          </a:graphicData>
        </a:graphic>
      </p:graphicFrame>
      <p:sp>
        <p:nvSpPr>
          <p:cNvPr id="171013" name="Oval 5"/>
          <p:cNvSpPr>
            <a:spLocks noChangeArrowheads="1"/>
          </p:cNvSpPr>
          <p:nvPr/>
        </p:nvSpPr>
        <p:spPr bwMode="auto">
          <a:xfrm>
            <a:off x="6508750" y="4216400"/>
            <a:ext cx="685800" cy="6858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1014" name="Oval 6"/>
          <p:cNvSpPr>
            <a:spLocks noChangeArrowheads="1"/>
          </p:cNvSpPr>
          <p:nvPr/>
        </p:nvSpPr>
        <p:spPr bwMode="auto">
          <a:xfrm>
            <a:off x="4375150" y="4216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1015" name="Line 7"/>
          <p:cNvSpPr>
            <a:spLocks noChangeShapeType="1"/>
          </p:cNvSpPr>
          <p:nvPr/>
        </p:nvSpPr>
        <p:spPr bwMode="auto">
          <a:xfrm>
            <a:off x="3079750" y="45974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1016" name="Line 8"/>
          <p:cNvSpPr>
            <a:spLocks noChangeShapeType="1"/>
          </p:cNvSpPr>
          <p:nvPr/>
        </p:nvSpPr>
        <p:spPr bwMode="auto">
          <a:xfrm>
            <a:off x="5060950" y="45974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1017" name="Freeform 9"/>
          <p:cNvSpPr>
            <a:spLocks/>
          </p:cNvSpPr>
          <p:nvPr/>
        </p:nvSpPr>
        <p:spPr bwMode="auto">
          <a:xfrm>
            <a:off x="3003550" y="4064000"/>
            <a:ext cx="1524000" cy="228600"/>
          </a:xfrm>
          <a:custGeom>
            <a:avLst/>
            <a:gdLst/>
            <a:ahLst/>
            <a:cxnLst>
              <a:cxn ang="0">
                <a:pos x="960" y="144"/>
              </a:cxn>
              <a:cxn ang="0">
                <a:pos x="528" y="0"/>
              </a:cxn>
              <a:cxn ang="0">
                <a:pos x="0" y="144"/>
              </a:cxn>
            </a:cxnLst>
            <a:rect l="0" t="0" r="r" b="b"/>
            <a:pathLst>
              <a:path w="960" h="144">
                <a:moveTo>
                  <a:pt x="960" y="144"/>
                </a:moveTo>
                <a:cubicBezTo>
                  <a:pt x="824" y="72"/>
                  <a:pt x="688" y="0"/>
                  <a:pt x="528" y="0"/>
                </a:cubicBezTo>
                <a:cubicBezTo>
                  <a:pt x="368" y="0"/>
                  <a:pt x="184" y="72"/>
                  <a:pt x="0" y="1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1018" name="Freeform 10"/>
          <p:cNvSpPr>
            <a:spLocks/>
          </p:cNvSpPr>
          <p:nvPr/>
        </p:nvSpPr>
        <p:spPr bwMode="auto">
          <a:xfrm>
            <a:off x="2774950" y="4902200"/>
            <a:ext cx="3962400" cy="11684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1152" y="720"/>
              </a:cxn>
              <a:cxn ang="0">
                <a:pos x="2496" y="0"/>
              </a:cxn>
            </a:cxnLst>
            <a:rect l="0" t="0" r="r" b="b"/>
            <a:pathLst>
              <a:path w="2496" h="736">
                <a:moveTo>
                  <a:pt x="0" y="96"/>
                </a:moveTo>
                <a:cubicBezTo>
                  <a:pt x="368" y="416"/>
                  <a:pt x="736" y="736"/>
                  <a:pt x="1152" y="720"/>
                </a:cubicBezTo>
                <a:cubicBezTo>
                  <a:pt x="1568" y="704"/>
                  <a:pt x="2032" y="352"/>
                  <a:pt x="2496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1019" name="Line 11"/>
          <p:cNvSpPr>
            <a:spLocks noChangeShapeType="1"/>
          </p:cNvSpPr>
          <p:nvPr/>
        </p:nvSpPr>
        <p:spPr bwMode="auto">
          <a:xfrm>
            <a:off x="1555750" y="45974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71020" name="Object 12"/>
          <p:cNvGraphicFramePr>
            <a:graphicFrameLocks noChangeAspect="1"/>
          </p:cNvGraphicFramePr>
          <p:nvPr/>
        </p:nvGraphicFramePr>
        <p:xfrm>
          <a:off x="3683000" y="3587750"/>
          <a:ext cx="265113" cy="419100"/>
        </p:xfrm>
        <a:graphic>
          <a:graphicData uri="http://schemas.openxmlformats.org/presentationml/2006/ole">
            <p:oleObj spid="_x0000_s171020" name="Equation" r:id="rId4" imgW="266400" imgH="419040" progId="Equation.3">
              <p:embed/>
            </p:oleObj>
          </a:graphicData>
        </a:graphic>
      </p:graphicFrame>
      <p:graphicFrame>
        <p:nvGraphicFramePr>
          <p:cNvPr id="171021" name="Object 13"/>
          <p:cNvGraphicFramePr>
            <a:graphicFrameLocks noChangeAspect="1"/>
          </p:cNvGraphicFramePr>
          <p:nvPr/>
        </p:nvGraphicFramePr>
        <p:xfrm>
          <a:off x="3759200" y="4654550"/>
          <a:ext cx="176213" cy="406400"/>
        </p:xfrm>
        <a:graphic>
          <a:graphicData uri="http://schemas.openxmlformats.org/presentationml/2006/ole">
            <p:oleObj spid="_x0000_s171021" name="Equation" r:id="rId5" imgW="177480" imgH="406080" progId="Equation.3">
              <p:embed/>
            </p:oleObj>
          </a:graphicData>
        </a:graphic>
      </p:graphicFrame>
      <p:graphicFrame>
        <p:nvGraphicFramePr>
          <p:cNvPr id="171022" name="Object 14"/>
          <p:cNvGraphicFramePr>
            <a:graphicFrameLocks noChangeAspect="1"/>
          </p:cNvGraphicFramePr>
          <p:nvPr/>
        </p:nvGraphicFramePr>
        <p:xfrm>
          <a:off x="5486400" y="4114800"/>
          <a:ext cx="660400" cy="531813"/>
        </p:xfrm>
        <a:graphic>
          <a:graphicData uri="http://schemas.openxmlformats.org/presentationml/2006/ole">
            <p:oleObj spid="_x0000_s171022" name="Equation" r:id="rId6" imgW="660240" imgH="533160" progId="Equation.3">
              <p:embed/>
            </p:oleObj>
          </a:graphicData>
        </a:graphic>
      </p:graphicFrame>
      <p:graphicFrame>
        <p:nvGraphicFramePr>
          <p:cNvPr id="171023" name="Object 15"/>
          <p:cNvGraphicFramePr>
            <a:graphicFrameLocks noChangeAspect="1"/>
          </p:cNvGraphicFramePr>
          <p:nvPr/>
        </p:nvGraphicFramePr>
        <p:xfrm>
          <a:off x="4375150" y="5588000"/>
          <a:ext cx="328613" cy="419100"/>
        </p:xfrm>
        <a:graphic>
          <a:graphicData uri="http://schemas.openxmlformats.org/presentationml/2006/ole">
            <p:oleObj spid="_x0000_s171023" name="Equation" r:id="rId7" imgW="330120" imgH="419040" progId="Equation.3">
              <p:embed/>
            </p:oleObj>
          </a:graphicData>
        </a:graphic>
      </p:graphicFrame>
      <p:graphicFrame>
        <p:nvGraphicFramePr>
          <p:cNvPr id="171024" name="Object 16"/>
          <p:cNvGraphicFramePr>
            <a:graphicFrameLocks noChangeAspect="1"/>
          </p:cNvGraphicFramePr>
          <p:nvPr/>
        </p:nvGraphicFramePr>
        <p:xfrm>
          <a:off x="4533900" y="4273550"/>
          <a:ext cx="404813" cy="569913"/>
        </p:xfrm>
        <a:graphic>
          <a:graphicData uri="http://schemas.openxmlformats.org/presentationml/2006/ole">
            <p:oleObj spid="_x0000_s171024" name="Equation" r:id="rId8" imgW="406080" imgH="571320" progId="Equation.3">
              <p:embed/>
            </p:oleObj>
          </a:graphicData>
        </a:graphic>
      </p:graphicFrame>
      <p:graphicFrame>
        <p:nvGraphicFramePr>
          <p:cNvPr id="171025" name="Object 17"/>
          <p:cNvGraphicFramePr>
            <a:graphicFrameLocks noChangeAspect="1"/>
          </p:cNvGraphicFramePr>
          <p:nvPr/>
        </p:nvGraphicFramePr>
        <p:xfrm>
          <a:off x="6629400" y="4273550"/>
          <a:ext cx="481013" cy="569913"/>
        </p:xfrm>
        <a:graphic>
          <a:graphicData uri="http://schemas.openxmlformats.org/presentationml/2006/ole">
            <p:oleObj spid="_x0000_s171025" name="Equation" r:id="rId9" imgW="482400" imgH="571320" progId="Equation.3">
              <p:embed/>
            </p:oleObj>
          </a:graphicData>
        </a:graphic>
      </p:graphicFrame>
      <p:graphicFrame>
        <p:nvGraphicFramePr>
          <p:cNvPr id="171026" name="Object 18"/>
          <p:cNvGraphicFramePr>
            <a:graphicFrameLocks noChangeAspect="1"/>
          </p:cNvGraphicFramePr>
          <p:nvPr/>
        </p:nvGraphicFramePr>
        <p:xfrm>
          <a:off x="3308350" y="1835150"/>
          <a:ext cx="2400300" cy="571500"/>
        </p:xfrm>
        <a:graphic>
          <a:graphicData uri="http://schemas.openxmlformats.org/presentationml/2006/ole">
            <p:oleObj spid="_x0000_s171026" name="Equation" r:id="rId10" imgW="2400120" imgH="571320" progId="Equation.3">
              <p:embed/>
            </p:oleObj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1EA72E-D28C-41C2-9EEB-A561D4ECCEE8}" type="slidenum">
              <a:rPr lang="en-US"/>
              <a:pPr/>
              <a:t>68</a:t>
            </a:fld>
            <a:endParaRPr lang="en-US"/>
          </a:p>
        </p:txBody>
      </p:sp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Extended Transition Function 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 </a:t>
            </a:r>
          </a:p>
        </p:txBody>
      </p:sp>
      <p:graphicFrame>
        <p:nvGraphicFramePr>
          <p:cNvPr id="90116" name="Object 4"/>
          <p:cNvGraphicFramePr>
            <a:graphicFrameLocks noChangeAspect="1"/>
          </p:cNvGraphicFramePr>
          <p:nvPr/>
        </p:nvGraphicFramePr>
        <p:xfrm>
          <a:off x="7899400" y="209550"/>
          <a:ext cx="609600" cy="430213"/>
        </p:xfrm>
        <a:graphic>
          <a:graphicData uri="http://schemas.openxmlformats.org/presentationml/2006/ole">
            <p:oleObj spid="_x0000_s90116" name="Equation" r:id="rId3" imgW="609480" imgH="431640" progId="Equation.3">
              <p:embed/>
            </p:oleObj>
          </a:graphicData>
        </a:graphic>
      </p:graphicFrame>
      <p:sp>
        <p:nvSpPr>
          <p:cNvPr id="90117" name="Oval 5"/>
          <p:cNvSpPr>
            <a:spLocks noChangeArrowheads="1"/>
          </p:cNvSpPr>
          <p:nvPr/>
        </p:nvSpPr>
        <p:spPr bwMode="auto">
          <a:xfrm>
            <a:off x="1600200" y="5105400"/>
            <a:ext cx="914400" cy="914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18" name="Oval 6"/>
          <p:cNvSpPr>
            <a:spLocks noChangeArrowheads="1"/>
          </p:cNvSpPr>
          <p:nvPr/>
        </p:nvSpPr>
        <p:spPr bwMode="auto">
          <a:xfrm>
            <a:off x="1752600" y="52578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90119" name="Object 7"/>
          <p:cNvGraphicFramePr>
            <a:graphicFrameLocks noChangeAspect="1"/>
          </p:cNvGraphicFramePr>
          <p:nvPr/>
        </p:nvGraphicFramePr>
        <p:xfrm>
          <a:off x="1828800" y="5257800"/>
          <a:ext cx="430213" cy="531813"/>
        </p:xfrm>
        <a:graphic>
          <a:graphicData uri="http://schemas.openxmlformats.org/presentationml/2006/ole">
            <p:oleObj spid="_x0000_s90119" name="Equation" r:id="rId4" imgW="431640" imgH="533160" progId="Equation.3">
              <p:embed/>
            </p:oleObj>
          </a:graphicData>
        </a:graphic>
      </p:graphicFrame>
      <p:sp>
        <p:nvSpPr>
          <p:cNvPr id="90120" name="Oval 8"/>
          <p:cNvSpPr>
            <a:spLocks noChangeArrowheads="1"/>
          </p:cNvSpPr>
          <p:nvPr/>
        </p:nvSpPr>
        <p:spPr bwMode="auto">
          <a:xfrm>
            <a:off x="3733800" y="52578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21" name="Oval 9"/>
          <p:cNvSpPr>
            <a:spLocks noChangeArrowheads="1"/>
          </p:cNvSpPr>
          <p:nvPr/>
        </p:nvSpPr>
        <p:spPr bwMode="auto">
          <a:xfrm>
            <a:off x="5638800" y="5257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22" name="Oval 10"/>
          <p:cNvSpPr>
            <a:spLocks noChangeArrowheads="1"/>
          </p:cNvSpPr>
          <p:nvPr/>
        </p:nvSpPr>
        <p:spPr bwMode="auto">
          <a:xfrm>
            <a:off x="7543800" y="5257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23" name="Oval 11"/>
          <p:cNvSpPr>
            <a:spLocks noChangeArrowheads="1"/>
          </p:cNvSpPr>
          <p:nvPr/>
        </p:nvSpPr>
        <p:spPr bwMode="auto">
          <a:xfrm>
            <a:off x="3048000" y="3733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24" name="Oval 12"/>
          <p:cNvSpPr>
            <a:spLocks noChangeArrowheads="1"/>
          </p:cNvSpPr>
          <p:nvPr/>
        </p:nvSpPr>
        <p:spPr bwMode="auto">
          <a:xfrm>
            <a:off x="4572000" y="3733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25" name="Line 13"/>
          <p:cNvSpPr>
            <a:spLocks noChangeShapeType="1"/>
          </p:cNvSpPr>
          <p:nvPr/>
        </p:nvSpPr>
        <p:spPr bwMode="auto">
          <a:xfrm>
            <a:off x="2514600" y="5562600"/>
            <a:ext cx="1219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26" name="Oval 14"/>
          <p:cNvSpPr>
            <a:spLocks noChangeArrowheads="1"/>
          </p:cNvSpPr>
          <p:nvPr/>
        </p:nvSpPr>
        <p:spPr bwMode="auto">
          <a:xfrm>
            <a:off x="4419600" y="3581400"/>
            <a:ext cx="9144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27" name="Line 15"/>
          <p:cNvSpPr>
            <a:spLocks noChangeShapeType="1"/>
          </p:cNvSpPr>
          <p:nvPr/>
        </p:nvSpPr>
        <p:spPr bwMode="auto">
          <a:xfrm>
            <a:off x="4343400" y="5562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28" name="Line 16"/>
          <p:cNvSpPr>
            <a:spLocks noChangeShapeType="1"/>
          </p:cNvSpPr>
          <p:nvPr/>
        </p:nvSpPr>
        <p:spPr bwMode="auto">
          <a:xfrm>
            <a:off x="6248400" y="5562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29" name="Line 17"/>
          <p:cNvSpPr>
            <a:spLocks noChangeShapeType="1"/>
          </p:cNvSpPr>
          <p:nvPr/>
        </p:nvSpPr>
        <p:spPr bwMode="auto">
          <a:xfrm flipH="1" flipV="1">
            <a:off x="3505200" y="4343400"/>
            <a:ext cx="381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30" name="Line 18"/>
          <p:cNvSpPr>
            <a:spLocks noChangeShapeType="1"/>
          </p:cNvSpPr>
          <p:nvPr/>
        </p:nvSpPr>
        <p:spPr bwMode="auto">
          <a:xfrm flipV="1">
            <a:off x="4191000" y="4419600"/>
            <a:ext cx="381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0131" name="Freeform 19"/>
          <p:cNvSpPr>
            <a:spLocks/>
          </p:cNvSpPr>
          <p:nvPr/>
        </p:nvSpPr>
        <p:spPr bwMode="auto">
          <a:xfrm>
            <a:off x="2286000" y="5791200"/>
            <a:ext cx="5410200" cy="800100"/>
          </a:xfrm>
          <a:custGeom>
            <a:avLst/>
            <a:gdLst/>
            <a:ahLst/>
            <a:cxnLst>
              <a:cxn ang="0">
                <a:pos x="3408" y="0"/>
              </a:cxn>
              <a:cxn ang="0">
                <a:pos x="2256" y="432"/>
              </a:cxn>
              <a:cxn ang="0">
                <a:pos x="624" y="432"/>
              </a:cxn>
              <a:cxn ang="0">
                <a:pos x="0" y="144"/>
              </a:cxn>
            </a:cxnLst>
            <a:rect l="0" t="0" r="r" b="b"/>
            <a:pathLst>
              <a:path w="3408" h="504">
                <a:moveTo>
                  <a:pt x="3408" y="0"/>
                </a:moveTo>
                <a:cubicBezTo>
                  <a:pt x="3064" y="180"/>
                  <a:pt x="2720" y="360"/>
                  <a:pt x="2256" y="432"/>
                </a:cubicBezTo>
                <a:cubicBezTo>
                  <a:pt x="1792" y="504"/>
                  <a:pt x="1000" y="480"/>
                  <a:pt x="624" y="432"/>
                </a:cubicBezTo>
                <a:cubicBezTo>
                  <a:pt x="248" y="384"/>
                  <a:pt x="124" y="264"/>
                  <a:pt x="0" y="1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90132" name="Object 20"/>
          <p:cNvGraphicFramePr>
            <a:graphicFrameLocks noChangeAspect="1"/>
          </p:cNvGraphicFramePr>
          <p:nvPr/>
        </p:nvGraphicFramePr>
        <p:xfrm>
          <a:off x="4495800" y="6172200"/>
          <a:ext cx="303213" cy="381000"/>
        </p:xfrm>
        <a:graphic>
          <a:graphicData uri="http://schemas.openxmlformats.org/presentationml/2006/ole">
            <p:oleObj spid="_x0000_s90132" name="Equation" r:id="rId5" imgW="304560" imgH="380880" progId="Equation.3">
              <p:embed/>
            </p:oleObj>
          </a:graphicData>
        </a:graphic>
      </p:graphicFrame>
      <p:graphicFrame>
        <p:nvGraphicFramePr>
          <p:cNvPr id="90133" name="Object 21"/>
          <p:cNvGraphicFramePr>
            <a:graphicFrameLocks noChangeAspect="1"/>
          </p:cNvGraphicFramePr>
          <p:nvPr/>
        </p:nvGraphicFramePr>
        <p:xfrm>
          <a:off x="4652963" y="3733800"/>
          <a:ext cx="419100" cy="531813"/>
        </p:xfrm>
        <a:graphic>
          <a:graphicData uri="http://schemas.openxmlformats.org/presentationml/2006/ole">
            <p:oleObj spid="_x0000_s90133" name="Equation" r:id="rId6" imgW="419040" imgH="533160" progId="Equation.3">
              <p:embed/>
            </p:oleObj>
          </a:graphicData>
        </a:graphic>
      </p:graphicFrame>
      <p:graphicFrame>
        <p:nvGraphicFramePr>
          <p:cNvPr id="90134" name="Object 22"/>
          <p:cNvGraphicFramePr>
            <a:graphicFrameLocks noChangeAspect="1"/>
          </p:cNvGraphicFramePr>
          <p:nvPr/>
        </p:nvGraphicFramePr>
        <p:xfrm>
          <a:off x="3117850" y="3738563"/>
          <a:ext cx="442913" cy="520700"/>
        </p:xfrm>
        <a:graphic>
          <a:graphicData uri="http://schemas.openxmlformats.org/presentationml/2006/ole">
            <p:oleObj spid="_x0000_s90134" name="Equation" r:id="rId7" imgW="444240" imgH="520560" progId="Equation.3">
              <p:embed/>
            </p:oleObj>
          </a:graphicData>
        </a:graphic>
      </p:graphicFrame>
      <p:graphicFrame>
        <p:nvGraphicFramePr>
          <p:cNvPr id="90135" name="Object 23"/>
          <p:cNvGraphicFramePr>
            <a:graphicFrameLocks noChangeAspect="1"/>
          </p:cNvGraphicFramePr>
          <p:nvPr/>
        </p:nvGraphicFramePr>
        <p:xfrm>
          <a:off x="7620000" y="5257800"/>
          <a:ext cx="419100" cy="531813"/>
        </p:xfrm>
        <a:graphic>
          <a:graphicData uri="http://schemas.openxmlformats.org/presentationml/2006/ole">
            <p:oleObj spid="_x0000_s90135" name="Equation" r:id="rId8" imgW="419040" imgH="533160" progId="Equation.3">
              <p:embed/>
            </p:oleObj>
          </a:graphicData>
        </a:graphic>
      </p:graphicFrame>
      <p:graphicFrame>
        <p:nvGraphicFramePr>
          <p:cNvPr id="90136" name="Object 24"/>
          <p:cNvGraphicFramePr>
            <a:graphicFrameLocks noChangeAspect="1"/>
          </p:cNvGraphicFramePr>
          <p:nvPr/>
        </p:nvGraphicFramePr>
        <p:xfrm>
          <a:off x="5708650" y="5262563"/>
          <a:ext cx="442913" cy="520700"/>
        </p:xfrm>
        <a:graphic>
          <a:graphicData uri="http://schemas.openxmlformats.org/presentationml/2006/ole">
            <p:oleObj spid="_x0000_s90136" name="Equation" r:id="rId9" imgW="444240" imgH="520560" progId="Equation.3">
              <p:embed/>
            </p:oleObj>
          </a:graphicData>
        </a:graphic>
      </p:graphicFrame>
      <p:graphicFrame>
        <p:nvGraphicFramePr>
          <p:cNvPr id="90137" name="Object 25"/>
          <p:cNvGraphicFramePr>
            <a:graphicFrameLocks noChangeAspect="1"/>
          </p:cNvGraphicFramePr>
          <p:nvPr/>
        </p:nvGraphicFramePr>
        <p:xfrm>
          <a:off x="3840163" y="5262563"/>
          <a:ext cx="368300" cy="520700"/>
        </p:xfrm>
        <a:graphic>
          <a:graphicData uri="http://schemas.openxmlformats.org/presentationml/2006/ole">
            <p:oleObj spid="_x0000_s90137" name="Equation" r:id="rId10" imgW="368280" imgH="520560" progId="Equation.3">
              <p:embed/>
            </p:oleObj>
          </a:graphicData>
        </a:graphic>
      </p:graphicFrame>
      <p:graphicFrame>
        <p:nvGraphicFramePr>
          <p:cNvPr id="90138" name="Object 26"/>
          <p:cNvGraphicFramePr>
            <a:graphicFrameLocks noChangeAspect="1"/>
          </p:cNvGraphicFramePr>
          <p:nvPr/>
        </p:nvGraphicFramePr>
        <p:xfrm>
          <a:off x="2971800" y="5257800"/>
          <a:ext cx="265113" cy="279400"/>
        </p:xfrm>
        <a:graphic>
          <a:graphicData uri="http://schemas.openxmlformats.org/presentationml/2006/ole">
            <p:oleObj spid="_x0000_s90138" name="Equation" r:id="rId11" imgW="266400" imgH="279360" progId="Equation.3">
              <p:embed/>
            </p:oleObj>
          </a:graphicData>
        </a:graphic>
      </p:graphicFrame>
      <p:graphicFrame>
        <p:nvGraphicFramePr>
          <p:cNvPr id="90139" name="Object 27"/>
          <p:cNvGraphicFramePr>
            <a:graphicFrameLocks noChangeAspect="1"/>
          </p:cNvGraphicFramePr>
          <p:nvPr/>
        </p:nvGraphicFramePr>
        <p:xfrm>
          <a:off x="4419600" y="4648200"/>
          <a:ext cx="265113" cy="279400"/>
        </p:xfrm>
        <a:graphic>
          <a:graphicData uri="http://schemas.openxmlformats.org/presentationml/2006/ole">
            <p:oleObj spid="_x0000_s90139" name="Equation" r:id="rId12" imgW="266400" imgH="279360" progId="Equation.3">
              <p:embed/>
            </p:oleObj>
          </a:graphicData>
        </a:graphic>
      </p:graphicFrame>
      <p:graphicFrame>
        <p:nvGraphicFramePr>
          <p:cNvPr id="90140" name="Object 28"/>
          <p:cNvGraphicFramePr>
            <a:graphicFrameLocks noChangeAspect="1"/>
          </p:cNvGraphicFramePr>
          <p:nvPr/>
        </p:nvGraphicFramePr>
        <p:xfrm>
          <a:off x="3733800" y="4648200"/>
          <a:ext cx="265113" cy="279400"/>
        </p:xfrm>
        <a:graphic>
          <a:graphicData uri="http://schemas.openxmlformats.org/presentationml/2006/ole">
            <p:oleObj spid="_x0000_s90140" name="Equation" r:id="rId13" imgW="266400" imgH="279360" progId="Equation.3">
              <p:embed/>
            </p:oleObj>
          </a:graphicData>
        </a:graphic>
      </p:graphicFrame>
      <p:graphicFrame>
        <p:nvGraphicFramePr>
          <p:cNvPr id="90141" name="Object 29"/>
          <p:cNvGraphicFramePr>
            <a:graphicFrameLocks noChangeAspect="1"/>
          </p:cNvGraphicFramePr>
          <p:nvPr/>
        </p:nvGraphicFramePr>
        <p:xfrm>
          <a:off x="4800600" y="5181600"/>
          <a:ext cx="252413" cy="392113"/>
        </p:xfrm>
        <a:graphic>
          <a:graphicData uri="http://schemas.openxmlformats.org/presentationml/2006/ole">
            <p:oleObj spid="_x0000_s90141" name="Equation" r:id="rId14" imgW="253800" imgH="393480" progId="Equation.3">
              <p:embed/>
            </p:oleObj>
          </a:graphicData>
        </a:graphic>
      </p:graphicFrame>
      <p:graphicFrame>
        <p:nvGraphicFramePr>
          <p:cNvPr id="90142" name="Object 30"/>
          <p:cNvGraphicFramePr>
            <a:graphicFrameLocks noChangeAspect="1"/>
          </p:cNvGraphicFramePr>
          <p:nvPr/>
        </p:nvGraphicFramePr>
        <p:xfrm>
          <a:off x="6705600" y="5181600"/>
          <a:ext cx="303213" cy="381000"/>
        </p:xfrm>
        <a:graphic>
          <a:graphicData uri="http://schemas.openxmlformats.org/presentationml/2006/ole">
            <p:oleObj spid="_x0000_s90142" name="Equation" r:id="rId15" imgW="304560" imgH="380880" progId="Equation.3">
              <p:embed/>
            </p:oleObj>
          </a:graphicData>
        </a:graphic>
      </p:graphicFrame>
      <p:graphicFrame>
        <p:nvGraphicFramePr>
          <p:cNvPr id="90143" name="Object 31"/>
          <p:cNvGraphicFramePr>
            <a:graphicFrameLocks noChangeAspect="1"/>
          </p:cNvGraphicFramePr>
          <p:nvPr/>
        </p:nvGraphicFramePr>
        <p:xfrm>
          <a:off x="2940050" y="1663700"/>
          <a:ext cx="3213100" cy="584200"/>
        </p:xfrm>
        <a:graphic>
          <a:graphicData uri="http://schemas.openxmlformats.org/presentationml/2006/ole">
            <p:oleObj spid="_x0000_s90143" name="Equation" r:id="rId16" imgW="3213000" imgH="583920" progId="Equation.3">
              <p:embed/>
            </p:oleObj>
          </a:graphicData>
        </a:graphic>
      </p:graphicFrame>
      <p:sp>
        <p:nvSpPr>
          <p:cNvPr id="90144" name="Line 32"/>
          <p:cNvSpPr>
            <a:spLocks noChangeShapeType="1"/>
          </p:cNvSpPr>
          <p:nvPr/>
        </p:nvSpPr>
        <p:spPr bwMode="auto">
          <a:xfrm>
            <a:off x="838200" y="5562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0F8F024-999B-48A2-A337-C3389F8C29AD}" type="slidenum">
              <a:rPr lang="en-US"/>
              <a:pPr/>
              <a:t>69</a:t>
            </a:fld>
            <a:endParaRPr lang="en-US"/>
          </a:p>
        </p:txBody>
      </p:sp>
      <p:graphicFrame>
        <p:nvGraphicFramePr>
          <p:cNvPr id="181250" name="Object 2"/>
          <p:cNvGraphicFramePr>
            <a:graphicFrameLocks noChangeAspect="1"/>
          </p:cNvGraphicFramePr>
          <p:nvPr/>
        </p:nvGraphicFramePr>
        <p:xfrm>
          <a:off x="2444750" y="1663700"/>
          <a:ext cx="4203700" cy="584200"/>
        </p:xfrm>
        <a:graphic>
          <a:graphicData uri="http://schemas.openxmlformats.org/presentationml/2006/ole">
            <p:oleObj spid="_x0000_s181250" name="Equation" r:id="rId3" imgW="4203360" imgH="583920" progId="Equation.3">
              <p:embed/>
            </p:oleObj>
          </a:graphicData>
        </a:graphic>
      </p:graphicFrame>
      <p:sp>
        <p:nvSpPr>
          <p:cNvPr id="181251" name="Oval 3"/>
          <p:cNvSpPr>
            <a:spLocks noChangeArrowheads="1"/>
          </p:cNvSpPr>
          <p:nvPr/>
        </p:nvSpPr>
        <p:spPr bwMode="auto">
          <a:xfrm>
            <a:off x="1600200" y="5105400"/>
            <a:ext cx="914400" cy="914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1252" name="Oval 4"/>
          <p:cNvSpPr>
            <a:spLocks noChangeArrowheads="1"/>
          </p:cNvSpPr>
          <p:nvPr/>
        </p:nvSpPr>
        <p:spPr bwMode="auto">
          <a:xfrm>
            <a:off x="1752600" y="52578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81253" name="Object 5"/>
          <p:cNvGraphicFramePr>
            <a:graphicFrameLocks noChangeAspect="1"/>
          </p:cNvGraphicFramePr>
          <p:nvPr/>
        </p:nvGraphicFramePr>
        <p:xfrm>
          <a:off x="1828800" y="5257800"/>
          <a:ext cx="430213" cy="531813"/>
        </p:xfrm>
        <a:graphic>
          <a:graphicData uri="http://schemas.openxmlformats.org/presentationml/2006/ole">
            <p:oleObj spid="_x0000_s181253" name="Equation" r:id="rId4" imgW="431640" imgH="533160" progId="Equation.3">
              <p:embed/>
            </p:oleObj>
          </a:graphicData>
        </a:graphic>
      </p:graphicFrame>
      <p:sp>
        <p:nvSpPr>
          <p:cNvPr id="181254" name="Oval 6"/>
          <p:cNvSpPr>
            <a:spLocks noChangeArrowheads="1"/>
          </p:cNvSpPr>
          <p:nvPr/>
        </p:nvSpPr>
        <p:spPr bwMode="auto">
          <a:xfrm>
            <a:off x="3733800" y="52578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1255" name="Oval 7"/>
          <p:cNvSpPr>
            <a:spLocks noChangeArrowheads="1"/>
          </p:cNvSpPr>
          <p:nvPr/>
        </p:nvSpPr>
        <p:spPr bwMode="auto">
          <a:xfrm>
            <a:off x="5638800" y="5257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1256" name="Oval 8"/>
          <p:cNvSpPr>
            <a:spLocks noChangeArrowheads="1"/>
          </p:cNvSpPr>
          <p:nvPr/>
        </p:nvSpPr>
        <p:spPr bwMode="auto">
          <a:xfrm>
            <a:off x="7543800" y="5257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1257" name="Oval 9"/>
          <p:cNvSpPr>
            <a:spLocks noChangeArrowheads="1"/>
          </p:cNvSpPr>
          <p:nvPr/>
        </p:nvSpPr>
        <p:spPr bwMode="auto">
          <a:xfrm>
            <a:off x="3048000" y="37338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1258" name="Oval 10"/>
          <p:cNvSpPr>
            <a:spLocks noChangeArrowheads="1"/>
          </p:cNvSpPr>
          <p:nvPr/>
        </p:nvSpPr>
        <p:spPr bwMode="auto">
          <a:xfrm>
            <a:off x="4572000" y="37338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1259" name="Line 11"/>
          <p:cNvSpPr>
            <a:spLocks noChangeShapeType="1"/>
          </p:cNvSpPr>
          <p:nvPr/>
        </p:nvSpPr>
        <p:spPr bwMode="auto">
          <a:xfrm>
            <a:off x="2514600" y="5562600"/>
            <a:ext cx="1219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1260" name="Oval 12"/>
          <p:cNvSpPr>
            <a:spLocks noChangeArrowheads="1"/>
          </p:cNvSpPr>
          <p:nvPr/>
        </p:nvSpPr>
        <p:spPr bwMode="auto">
          <a:xfrm>
            <a:off x="4419600" y="3581400"/>
            <a:ext cx="914400" cy="914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1261" name="Line 13"/>
          <p:cNvSpPr>
            <a:spLocks noChangeShapeType="1"/>
          </p:cNvSpPr>
          <p:nvPr/>
        </p:nvSpPr>
        <p:spPr bwMode="auto">
          <a:xfrm>
            <a:off x="4343400" y="5562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1262" name="Line 14"/>
          <p:cNvSpPr>
            <a:spLocks noChangeShapeType="1"/>
          </p:cNvSpPr>
          <p:nvPr/>
        </p:nvSpPr>
        <p:spPr bwMode="auto">
          <a:xfrm>
            <a:off x="6248400" y="5562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1263" name="Line 15"/>
          <p:cNvSpPr>
            <a:spLocks noChangeShapeType="1"/>
          </p:cNvSpPr>
          <p:nvPr/>
        </p:nvSpPr>
        <p:spPr bwMode="auto">
          <a:xfrm flipH="1" flipV="1">
            <a:off x="3505200" y="4343400"/>
            <a:ext cx="381000" cy="990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1264" name="Line 16"/>
          <p:cNvSpPr>
            <a:spLocks noChangeShapeType="1"/>
          </p:cNvSpPr>
          <p:nvPr/>
        </p:nvSpPr>
        <p:spPr bwMode="auto">
          <a:xfrm flipV="1">
            <a:off x="4191000" y="4419600"/>
            <a:ext cx="381000" cy="838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1265" name="Freeform 17"/>
          <p:cNvSpPr>
            <a:spLocks/>
          </p:cNvSpPr>
          <p:nvPr/>
        </p:nvSpPr>
        <p:spPr bwMode="auto">
          <a:xfrm>
            <a:off x="2286000" y="5791200"/>
            <a:ext cx="5410200" cy="800100"/>
          </a:xfrm>
          <a:custGeom>
            <a:avLst/>
            <a:gdLst/>
            <a:ahLst/>
            <a:cxnLst>
              <a:cxn ang="0">
                <a:pos x="3408" y="0"/>
              </a:cxn>
              <a:cxn ang="0">
                <a:pos x="2256" y="432"/>
              </a:cxn>
              <a:cxn ang="0">
                <a:pos x="624" y="432"/>
              </a:cxn>
              <a:cxn ang="0">
                <a:pos x="0" y="144"/>
              </a:cxn>
            </a:cxnLst>
            <a:rect l="0" t="0" r="r" b="b"/>
            <a:pathLst>
              <a:path w="3408" h="504">
                <a:moveTo>
                  <a:pt x="3408" y="0"/>
                </a:moveTo>
                <a:cubicBezTo>
                  <a:pt x="3064" y="180"/>
                  <a:pt x="2720" y="360"/>
                  <a:pt x="2256" y="432"/>
                </a:cubicBezTo>
                <a:cubicBezTo>
                  <a:pt x="1792" y="504"/>
                  <a:pt x="1000" y="480"/>
                  <a:pt x="624" y="432"/>
                </a:cubicBezTo>
                <a:cubicBezTo>
                  <a:pt x="248" y="384"/>
                  <a:pt x="124" y="264"/>
                  <a:pt x="0" y="1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81266" name="Object 18"/>
          <p:cNvGraphicFramePr>
            <a:graphicFrameLocks noChangeAspect="1"/>
          </p:cNvGraphicFramePr>
          <p:nvPr/>
        </p:nvGraphicFramePr>
        <p:xfrm>
          <a:off x="4495800" y="6172200"/>
          <a:ext cx="303213" cy="381000"/>
        </p:xfrm>
        <a:graphic>
          <a:graphicData uri="http://schemas.openxmlformats.org/presentationml/2006/ole">
            <p:oleObj spid="_x0000_s181266" name="Equation" r:id="rId5" imgW="304560" imgH="380880" progId="Equation.3">
              <p:embed/>
            </p:oleObj>
          </a:graphicData>
        </a:graphic>
      </p:graphicFrame>
      <p:graphicFrame>
        <p:nvGraphicFramePr>
          <p:cNvPr id="181267" name="Object 19"/>
          <p:cNvGraphicFramePr>
            <a:graphicFrameLocks noChangeAspect="1"/>
          </p:cNvGraphicFramePr>
          <p:nvPr/>
        </p:nvGraphicFramePr>
        <p:xfrm>
          <a:off x="4652963" y="3733800"/>
          <a:ext cx="419100" cy="531813"/>
        </p:xfrm>
        <a:graphic>
          <a:graphicData uri="http://schemas.openxmlformats.org/presentationml/2006/ole">
            <p:oleObj spid="_x0000_s181267" name="Equation" r:id="rId6" imgW="419040" imgH="533160" progId="Equation.3">
              <p:embed/>
            </p:oleObj>
          </a:graphicData>
        </a:graphic>
      </p:graphicFrame>
      <p:graphicFrame>
        <p:nvGraphicFramePr>
          <p:cNvPr id="181268" name="Object 20"/>
          <p:cNvGraphicFramePr>
            <a:graphicFrameLocks noChangeAspect="1"/>
          </p:cNvGraphicFramePr>
          <p:nvPr/>
        </p:nvGraphicFramePr>
        <p:xfrm>
          <a:off x="3117850" y="3738563"/>
          <a:ext cx="442913" cy="520700"/>
        </p:xfrm>
        <a:graphic>
          <a:graphicData uri="http://schemas.openxmlformats.org/presentationml/2006/ole">
            <p:oleObj spid="_x0000_s181268" name="Equation" r:id="rId7" imgW="444240" imgH="520560" progId="Equation.3">
              <p:embed/>
            </p:oleObj>
          </a:graphicData>
        </a:graphic>
      </p:graphicFrame>
      <p:graphicFrame>
        <p:nvGraphicFramePr>
          <p:cNvPr id="181269" name="Object 21"/>
          <p:cNvGraphicFramePr>
            <a:graphicFrameLocks noChangeAspect="1"/>
          </p:cNvGraphicFramePr>
          <p:nvPr/>
        </p:nvGraphicFramePr>
        <p:xfrm>
          <a:off x="7620000" y="5257800"/>
          <a:ext cx="419100" cy="531813"/>
        </p:xfrm>
        <a:graphic>
          <a:graphicData uri="http://schemas.openxmlformats.org/presentationml/2006/ole">
            <p:oleObj spid="_x0000_s181269" name="Equation" r:id="rId8" imgW="419040" imgH="533160" progId="Equation.3">
              <p:embed/>
            </p:oleObj>
          </a:graphicData>
        </a:graphic>
      </p:graphicFrame>
      <p:graphicFrame>
        <p:nvGraphicFramePr>
          <p:cNvPr id="181270" name="Object 22"/>
          <p:cNvGraphicFramePr>
            <a:graphicFrameLocks noChangeAspect="1"/>
          </p:cNvGraphicFramePr>
          <p:nvPr/>
        </p:nvGraphicFramePr>
        <p:xfrm>
          <a:off x="5708650" y="5262563"/>
          <a:ext cx="442913" cy="520700"/>
        </p:xfrm>
        <a:graphic>
          <a:graphicData uri="http://schemas.openxmlformats.org/presentationml/2006/ole">
            <p:oleObj spid="_x0000_s181270" name="Equation" r:id="rId9" imgW="444240" imgH="520560" progId="Equation.3">
              <p:embed/>
            </p:oleObj>
          </a:graphicData>
        </a:graphic>
      </p:graphicFrame>
      <p:graphicFrame>
        <p:nvGraphicFramePr>
          <p:cNvPr id="181271" name="Object 23"/>
          <p:cNvGraphicFramePr>
            <a:graphicFrameLocks noChangeAspect="1"/>
          </p:cNvGraphicFramePr>
          <p:nvPr/>
        </p:nvGraphicFramePr>
        <p:xfrm>
          <a:off x="3840163" y="5262563"/>
          <a:ext cx="368300" cy="520700"/>
        </p:xfrm>
        <a:graphic>
          <a:graphicData uri="http://schemas.openxmlformats.org/presentationml/2006/ole">
            <p:oleObj spid="_x0000_s181271" name="Equation" r:id="rId10" imgW="368280" imgH="520560" progId="Equation.3">
              <p:embed/>
            </p:oleObj>
          </a:graphicData>
        </a:graphic>
      </p:graphicFrame>
      <p:graphicFrame>
        <p:nvGraphicFramePr>
          <p:cNvPr id="181272" name="Object 24"/>
          <p:cNvGraphicFramePr>
            <a:graphicFrameLocks noChangeAspect="1"/>
          </p:cNvGraphicFramePr>
          <p:nvPr/>
        </p:nvGraphicFramePr>
        <p:xfrm>
          <a:off x="2971800" y="5257800"/>
          <a:ext cx="265113" cy="279400"/>
        </p:xfrm>
        <a:graphic>
          <a:graphicData uri="http://schemas.openxmlformats.org/presentationml/2006/ole">
            <p:oleObj spid="_x0000_s181272" name="Equation" r:id="rId11" imgW="266400" imgH="279360" progId="Equation.3">
              <p:embed/>
            </p:oleObj>
          </a:graphicData>
        </a:graphic>
      </p:graphicFrame>
      <p:graphicFrame>
        <p:nvGraphicFramePr>
          <p:cNvPr id="181273" name="Object 25"/>
          <p:cNvGraphicFramePr>
            <a:graphicFrameLocks noChangeAspect="1"/>
          </p:cNvGraphicFramePr>
          <p:nvPr/>
        </p:nvGraphicFramePr>
        <p:xfrm>
          <a:off x="4419600" y="4648200"/>
          <a:ext cx="265113" cy="279400"/>
        </p:xfrm>
        <a:graphic>
          <a:graphicData uri="http://schemas.openxmlformats.org/presentationml/2006/ole">
            <p:oleObj spid="_x0000_s181273" name="Equation" r:id="rId12" imgW="266400" imgH="279360" progId="Equation.3">
              <p:embed/>
            </p:oleObj>
          </a:graphicData>
        </a:graphic>
      </p:graphicFrame>
      <p:graphicFrame>
        <p:nvGraphicFramePr>
          <p:cNvPr id="181274" name="Object 26"/>
          <p:cNvGraphicFramePr>
            <a:graphicFrameLocks noChangeAspect="1"/>
          </p:cNvGraphicFramePr>
          <p:nvPr/>
        </p:nvGraphicFramePr>
        <p:xfrm>
          <a:off x="3733800" y="4648200"/>
          <a:ext cx="265113" cy="279400"/>
        </p:xfrm>
        <a:graphic>
          <a:graphicData uri="http://schemas.openxmlformats.org/presentationml/2006/ole">
            <p:oleObj spid="_x0000_s181274" name="Equation" r:id="rId13" imgW="266400" imgH="279360" progId="Equation.3">
              <p:embed/>
            </p:oleObj>
          </a:graphicData>
        </a:graphic>
      </p:graphicFrame>
      <p:graphicFrame>
        <p:nvGraphicFramePr>
          <p:cNvPr id="181275" name="Object 27"/>
          <p:cNvGraphicFramePr>
            <a:graphicFrameLocks noChangeAspect="1"/>
          </p:cNvGraphicFramePr>
          <p:nvPr/>
        </p:nvGraphicFramePr>
        <p:xfrm>
          <a:off x="4800600" y="5181600"/>
          <a:ext cx="252413" cy="392113"/>
        </p:xfrm>
        <a:graphic>
          <a:graphicData uri="http://schemas.openxmlformats.org/presentationml/2006/ole">
            <p:oleObj spid="_x0000_s181275" name="Equation" r:id="rId14" imgW="253800" imgH="393480" progId="Equation.3">
              <p:embed/>
            </p:oleObj>
          </a:graphicData>
        </a:graphic>
      </p:graphicFrame>
      <p:graphicFrame>
        <p:nvGraphicFramePr>
          <p:cNvPr id="181276" name="Object 28"/>
          <p:cNvGraphicFramePr>
            <a:graphicFrameLocks noChangeAspect="1"/>
          </p:cNvGraphicFramePr>
          <p:nvPr/>
        </p:nvGraphicFramePr>
        <p:xfrm>
          <a:off x="6705600" y="5181600"/>
          <a:ext cx="303213" cy="381000"/>
        </p:xfrm>
        <a:graphic>
          <a:graphicData uri="http://schemas.openxmlformats.org/presentationml/2006/ole">
            <p:oleObj spid="_x0000_s181276" name="Equation" r:id="rId15" imgW="304560" imgH="380880" progId="Equation.3">
              <p:embed/>
            </p:oleObj>
          </a:graphicData>
        </a:graphic>
      </p:graphicFrame>
      <p:sp>
        <p:nvSpPr>
          <p:cNvPr id="181277" name="Line 29"/>
          <p:cNvSpPr>
            <a:spLocks noChangeShapeType="1"/>
          </p:cNvSpPr>
          <p:nvPr/>
        </p:nvSpPr>
        <p:spPr bwMode="auto">
          <a:xfrm>
            <a:off x="838200" y="5562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552E347-656F-4680-ABA7-943C0C20913D}" type="slidenum">
              <a:rPr lang="en-US"/>
              <a:pPr/>
              <a:t>70</a:t>
            </a:fld>
            <a:endParaRPr lang="en-US"/>
          </a:p>
        </p:txBody>
      </p:sp>
      <p:graphicFrame>
        <p:nvGraphicFramePr>
          <p:cNvPr id="182274" name="Object 2"/>
          <p:cNvGraphicFramePr>
            <a:graphicFrameLocks noChangeAspect="1"/>
          </p:cNvGraphicFramePr>
          <p:nvPr/>
        </p:nvGraphicFramePr>
        <p:xfrm>
          <a:off x="2120900" y="1663700"/>
          <a:ext cx="4851400" cy="584200"/>
        </p:xfrm>
        <a:graphic>
          <a:graphicData uri="http://schemas.openxmlformats.org/presentationml/2006/ole">
            <p:oleObj spid="_x0000_s182274" name="Equation" r:id="rId3" imgW="4851360" imgH="583920" progId="Equation.3">
              <p:embed/>
            </p:oleObj>
          </a:graphicData>
        </a:graphic>
      </p:graphicFrame>
      <p:sp>
        <p:nvSpPr>
          <p:cNvPr id="182275" name="Oval 3"/>
          <p:cNvSpPr>
            <a:spLocks noChangeArrowheads="1"/>
          </p:cNvSpPr>
          <p:nvPr/>
        </p:nvSpPr>
        <p:spPr bwMode="auto">
          <a:xfrm>
            <a:off x="1600200" y="5105400"/>
            <a:ext cx="914400" cy="9144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2276" name="Oval 4"/>
          <p:cNvSpPr>
            <a:spLocks noChangeArrowheads="1"/>
          </p:cNvSpPr>
          <p:nvPr/>
        </p:nvSpPr>
        <p:spPr bwMode="auto">
          <a:xfrm>
            <a:off x="1752600" y="52578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82277" name="Object 5"/>
          <p:cNvGraphicFramePr>
            <a:graphicFrameLocks noChangeAspect="1"/>
          </p:cNvGraphicFramePr>
          <p:nvPr/>
        </p:nvGraphicFramePr>
        <p:xfrm>
          <a:off x="1828800" y="5257800"/>
          <a:ext cx="430213" cy="531813"/>
        </p:xfrm>
        <a:graphic>
          <a:graphicData uri="http://schemas.openxmlformats.org/presentationml/2006/ole">
            <p:oleObj spid="_x0000_s182277" name="Equation" r:id="rId4" imgW="431640" imgH="533160" progId="Equation.3">
              <p:embed/>
            </p:oleObj>
          </a:graphicData>
        </a:graphic>
      </p:graphicFrame>
      <p:sp>
        <p:nvSpPr>
          <p:cNvPr id="182278" name="Oval 6"/>
          <p:cNvSpPr>
            <a:spLocks noChangeArrowheads="1"/>
          </p:cNvSpPr>
          <p:nvPr/>
        </p:nvSpPr>
        <p:spPr bwMode="auto">
          <a:xfrm>
            <a:off x="3733800" y="52578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2279" name="Oval 7"/>
          <p:cNvSpPr>
            <a:spLocks noChangeArrowheads="1"/>
          </p:cNvSpPr>
          <p:nvPr/>
        </p:nvSpPr>
        <p:spPr bwMode="auto">
          <a:xfrm>
            <a:off x="5638800" y="52578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2280" name="Oval 8"/>
          <p:cNvSpPr>
            <a:spLocks noChangeArrowheads="1"/>
          </p:cNvSpPr>
          <p:nvPr/>
        </p:nvSpPr>
        <p:spPr bwMode="auto">
          <a:xfrm>
            <a:off x="7543800" y="52578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2281" name="Oval 9"/>
          <p:cNvSpPr>
            <a:spLocks noChangeArrowheads="1"/>
          </p:cNvSpPr>
          <p:nvPr/>
        </p:nvSpPr>
        <p:spPr bwMode="auto">
          <a:xfrm>
            <a:off x="3048000" y="3733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2282" name="Oval 10"/>
          <p:cNvSpPr>
            <a:spLocks noChangeArrowheads="1"/>
          </p:cNvSpPr>
          <p:nvPr/>
        </p:nvSpPr>
        <p:spPr bwMode="auto">
          <a:xfrm>
            <a:off x="4572000" y="3733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2283" name="Line 11"/>
          <p:cNvSpPr>
            <a:spLocks noChangeShapeType="1"/>
          </p:cNvSpPr>
          <p:nvPr/>
        </p:nvSpPr>
        <p:spPr bwMode="auto">
          <a:xfrm>
            <a:off x="2514600" y="5562600"/>
            <a:ext cx="1219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2284" name="Oval 12"/>
          <p:cNvSpPr>
            <a:spLocks noChangeArrowheads="1"/>
          </p:cNvSpPr>
          <p:nvPr/>
        </p:nvSpPr>
        <p:spPr bwMode="auto">
          <a:xfrm>
            <a:off x="4419600" y="3581400"/>
            <a:ext cx="9144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2285" name="Line 13"/>
          <p:cNvSpPr>
            <a:spLocks noChangeShapeType="1"/>
          </p:cNvSpPr>
          <p:nvPr/>
        </p:nvSpPr>
        <p:spPr bwMode="auto">
          <a:xfrm>
            <a:off x="4343400" y="5562600"/>
            <a:ext cx="1295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2286" name="Line 14"/>
          <p:cNvSpPr>
            <a:spLocks noChangeShapeType="1"/>
          </p:cNvSpPr>
          <p:nvPr/>
        </p:nvSpPr>
        <p:spPr bwMode="auto">
          <a:xfrm>
            <a:off x="6248400" y="5562600"/>
            <a:ext cx="1295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2287" name="Line 15"/>
          <p:cNvSpPr>
            <a:spLocks noChangeShapeType="1"/>
          </p:cNvSpPr>
          <p:nvPr/>
        </p:nvSpPr>
        <p:spPr bwMode="auto">
          <a:xfrm flipH="1" flipV="1">
            <a:off x="3505200" y="4343400"/>
            <a:ext cx="381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2288" name="Line 16"/>
          <p:cNvSpPr>
            <a:spLocks noChangeShapeType="1"/>
          </p:cNvSpPr>
          <p:nvPr/>
        </p:nvSpPr>
        <p:spPr bwMode="auto">
          <a:xfrm flipV="1">
            <a:off x="4191000" y="4419600"/>
            <a:ext cx="381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2289" name="Freeform 17"/>
          <p:cNvSpPr>
            <a:spLocks/>
          </p:cNvSpPr>
          <p:nvPr/>
        </p:nvSpPr>
        <p:spPr bwMode="auto">
          <a:xfrm>
            <a:off x="2286000" y="5791200"/>
            <a:ext cx="5410200" cy="800100"/>
          </a:xfrm>
          <a:custGeom>
            <a:avLst/>
            <a:gdLst/>
            <a:ahLst/>
            <a:cxnLst>
              <a:cxn ang="0">
                <a:pos x="3408" y="0"/>
              </a:cxn>
              <a:cxn ang="0">
                <a:pos x="2256" y="432"/>
              </a:cxn>
              <a:cxn ang="0">
                <a:pos x="624" y="432"/>
              </a:cxn>
              <a:cxn ang="0">
                <a:pos x="0" y="144"/>
              </a:cxn>
            </a:cxnLst>
            <a:rect l="0" t="0" r="r" b="b"/>
            <a:pathLst>
              <a:path w="3408" h="504">
                <a:moveTo>
                  <a:pt x="3408" y="0"/>
                </a:moveTo>
                <a:cubicBezTo>
                  <a:pt x="3064" y="180"/>
                  <a:pt x="2720" y="360"/>
                  <a:pt x="2256" y="432"/>
                </a:cubicBezTo>
                <a:cubicBezTo>
                  <a:pt x="1792" y="504"/>
                  <a:pt x="1000" y="480"/>
                  <a:pt x="624" y="432"/>
                </a:cubicBezTo>
                <a:cubicBezTo>
                  <a:pt x="248" y="384"/>
                  <a:pt x="124" y="264"/>
                  <a:pt x="0" y="144"/>
                </a:cubicBezTo>
              </a:path>
            </a:pathLst>
          </a:cu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82290" name="Object 18"/>
          <p:cNvGraphicFramePr>
            <a:graphicFrameLocks noChangeAspect="1"/>
          </p:cNvGraphicFramePr>
          <p:nvPr/>
        </p:nvGraphicFramePr>
        <p:xfrm>
          <a:off x="4495800" y="6172200"/>
          <a:ext cx="303213" cy="381000"/>
        </p:xfrm>
        <a:graphic>
          <a:graphicData uri="http://schemas.openxmlformats.org/presentationml/2006/ole">
            <p:oleObj spid="_x0000_s182290" name="Equation" r:id="rId5" imgW="304560" imgH="380880" progId="Equation.3">
              <p:embed/>
            </p:oleObj>
          </a:graphicData>
        </a:graphic>
      </p:graphicFrame>
      <p:graphicFrame>
        <p:nvGraphicFramePr>
          <p:cNvPr id="182291" name="Object 19"/>
          <p:cNvGraphicFramePr>
            <a:graphicFrameLocks noChangeAspect="1"/>
          </p:cNvGraphicFramePr>
          <p:nvPr/>
        </p:nvGraphicFramePr>
        <p:xfrm>
          <a:off x="4652963" y="3733800"/>
          <a:ext cx="419100" cy="531813"/>
        </p:xfrm>
        <a:graphic>
          <a:graphicData uri="http://schemas.openxmlformats.org/presentationml/2006/ole">
            <p:oleObj spid="_x0000_s182291" name="Equation" r:id="rId6" imgW="419040" imgH="533160" progId="Equation.3">
              <p:embed/>
            </p:oleObj>
          </a:graphicData>
        </a:graphic>
      </p:graphicFrame>
      <p:graphicFrame>
        <p:nvGraphicFramePr>
          <p:cNvPr id="182292" name="Object 20"/>
          <p:cNvGraphicFramePr>
            <a:graphicFrameLocks noChangeAspect="1"/>
          </p:cNvGraphicFramePr>
          <p:nvPr/>
        </p:nvGraphicFramePr>
        <p:xfrm>
          <a:off x="3117850" y="3738563"/>
          <a:ext cx="442913" cy="520700"/>
        </p:xfrm>
        <a:graphic>
          <a:graphicData uri="http://schemas.openxmlformats.org/presentationml/2006/ole">
            <p:oleObj spid="_x0000_s182292" name="Equation" r:id="rId7" imgW="444240" imgH="520560" progId="Equation.3">
              <p:embed/>
            </p:oleObj>
          </a:graphicData>
        </a:graphic>
      </p:graphicFrame>
      <p:graphicFrame>
        <p:nvGraphicFramePr>
          <p:cNvPr id="182293" name="Object 21"/>
          <p:cNvGraphicFramePr>
            <a:graphicFrameLocks noChangeAspect="1"/>
          </p:cNvGraphicFramePr>
          <p:nvPr/>
        </p:nvGraphicFramePr>
        <p:xfrm>
          <a:off x="7620000" y="5257800"/>
          <a:ext cx="419100" cy="531813"/>
        </p:xfrm>
        <a:graphic>
          <a:graphicData uri="http://schemas.openxmlformats.org/presentationml/2006/ole">
            <p:oleObj spid="_x0000_s182293" name="Equation" r:id="rId8" imgW="419040" imgH="533160" progId="Equation.3">
              <p:embed/>
            </p:oleObj>
          </a:graphicData>
        </a:graphic>
      </p:graphicFrame>
      <p:graphicFrame>
        <p:nvGraphicFramePr>
          <p:cNvPr id="182294" name="Object 22"/>
          <p:cNvGraphicFramePr>
            <a:graphicFrameLocks noChangeAspect="1"/>
          </p:cNvGraphicFramePr>
          <p:nvPr/>
        </p:nvGraphicFramePr>
        <p:xfrm>
          <a:off x="5708650" y="5262563"/>
          <a:ext cx="442913" cy="520700"/>
        </p:xfrm>
        <a:graphic>
          <a:graphicData uri="http://schemas.openxmlformats.org/presentationml/2006/ole">
            <p:oleObj spid="_x0000_s182294" name="Equation" r:id="rId9" imgW="444240" imgH="520560" progId="Equation.3">
              <p:embed/>
            </p:oleObj>
          </a:graphicData>
        </a:graphic>
      </p:graphicFrame>
      <p:graphicFrame>
        <p:nvGraphicFramePr>
          <p:cNvPr id="182295" name="Object 23"/>
          <p:cNvGraphicFramePr>
            <a:graphicFrameLocks noChangeAspect="1"/>
          </p:cNvGraphicFramePr>
          <p:nvPr/>
        </p:nvGraphicFramePr>
        <p:xfrm>
          <a:off x="3840163" y="5262563"/>
          <a:ext cx="368300" cy="520700"/>
        </p:xfrm>
        <a:graphic>
          <a:graphicData uri="http://schemas.openxmlformats.org/presentationml/2006/ole">
            <p:oleObj spid="_x0000_s182295" name="Equation" r:id="rId10" imgW="368280" imgH="520560" progId="Equation.3">
              <p:embed/>
            </p:oleObj>
          </a:graphicData>
        </a:graphic>
      </p:graphicFrame>
      <p:graphicFrame>
        <p:nvGraphicFramePr>
          <p:cNvPr id="182296" name="Object 24"/>
          <p:cNvGraphicFramePr>
            <a:graphicFrameLocks noChangeAspect="1"/>
          </p:cNvGraphicFramePr>
          <p:nvPr/>
        </p:nvGraphicFramePr>
        <p:xfrm>
          <a:off x="2971800" y="5257800"/>
          <a:ext cx="265113" cy="279400"/>
        </p:xfrm>
        <a:graphic>
          <a:graphicData uri="http://schemas.openxmlformats.org/presentationml/2006/ole">
            <p:oleObj spid="_x0000_s182296" name="Equation" r:id="rId11" imgW="266400" imgH="279360" progId="Equation.3">
              <p:embed/>
            </p:oleObj>
          </a:graphicData>
        </a:graphic>
      </p:graphicFrame>
      <p:graphicFrame>
        <p:nvGraphicFramePr>
          <p:cNvPr id="182297" name="Object 25"/>
          <p:cNvGraphicFramePr>
            <a:graphicFrameLocks noChangeAspect="1"/>
          </p:cNvGraphicFramePr>
          <p:nvPr/>
        </p:nvGraphicFramePr>
        <p:xfrm>
          <a:off x="4419600" y="4648200"/>
          <a:ext cx="265113" cy="279400"/>
        </p:xfrm>
        <a:graphic>
          <a:graphicData uri="http://schemas.openxmlformats.org/presentationml/2006/ole">
            <p:oleObj spid="_x0000_s182297" name="Equation" r:id="rId12" imgW="266400" imgH="279360" progId="Equation.3">
              <p:embed/>
            </p:oleObj>
          </a:graphicData>
        </a:graphic>
      </p:graphicFrame>
      <p:graphicFrame>
        <p:nvGraphicFramePr>
          <p:cNvPr id="182298" name="Object 26"/>
          <p:cNvGraphicFramePr>
            <a:graphicFrameLocks noChangeAspect="1"/>
          </p:cNvGraphicFramePr>
          <p:nvPr/>
        </p:nvGraphicFramePr>
        <p:xfrm>
          <a:off x="3733800" y="4648200"/>
          <a:ext cx="265113" cy="279400"/>
        </p:xfrm>
        <a:graphic>
          <a:graphicData uri="http://schemas.openxmlformats.org/presentationml/2006/ole">
            <p:oleObj spid="_x0000_s182298" name="Equation" r:id="rId13" imgW="266400" imgH="279360" progId="Equation.3">
              <p:embed/>
            </p:oleObj>
          </a:graphicData>
        </a:graphic>
      </p:graphicFrame>
      <p:graphicFrame>
        <p:nvGraphicFramePr>
          <p:cNvPr id="182299" name="Object 27"/>
          <p:cNvGraphicFramePr>
            <a:graphicFrameLocks noChangeAspect="1"/>
          </p:cNvGraphicFramePr>
          <p:nvPr/>
        </p:nvGraphicFramePr>
        <p:xfrm>
          <a:off x="4800600" y="5181600"/>
          <a:ext cx="252413" cy="392113"/>
        </p:xfrm>
        <a:graphic>
          <a:graphicData uri="http://schemas.openxmlformats.org/presentationml/2006/ole">
            <p:oleObj spid="_x0000_s182299" name="Equation" r:id="rId14" imgW="253800" imgH="393480" progId="Equation.3">
              <p:embed/>
            </p:oleObj>
          </a:graphicData>
        </a:graphic>
      </p:graphicFrame>
      <p:graphicFrame>
        <p:nvGraphicFramePr>
          <p:cNvPr id="182300" name="Object 28"/>
          <p:cNvGraphicFramePr>
            <a:graphicFrameLocks noChangeAspect="1"/>
          </p:cNvGraphicFramePr>
          <p:nvPr/>
        </p:nvGraphicFramePr>
        <p:xfrm>
          <a:off x="6705600" y="5181600"/>
          <a:ext cx="303213" cy="381000"/>
        </p:xfrm>
        <a:graphic>
          <a:graphicData uri="http://schemas.openxmlformats.org/presentationml/2006/ole">
            <p:oleObj spid="_x0000_s182300" name="Equation" r:id="rId15" imgW="304560" imgH="380880" progId="Equation.3">
              <p:embed/>
            </p:oleObj>
          </a:graphicData>
        </a:graphic>
      </p:graphicFrame>
      <p:sp>
        <p:nvSpPr>
          <p:cNvPr id="182301" name="Line 29"/>
          <p:cNvSpPr>
            <a:spLocks noChangeShapeType="1"/>
          </p:cNvSpPr>
          <p:nvPr/>
        </p:nvSpPr>
        <p:spPr bwMode="auto">
          <a:xfrm>
            <a:off x="838200" y="55626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3F1EBCB-7DAA-4F02-8C84-962F8D6B32DE}" type="slidenum">
              <a:rPr lang="en-US"/>
              <a:pPr/>
              <a:t>71</a:t>
            </a:fld>
            <a:endParaRPr lang="en-US"/>
          </a:p>
        </p:txBody>
      </p:sp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Formally</a:t>
            </a:r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</p:txBody>
      </p:sp>
      <p:graphicFrame>
        <p:nvGraphicFramePr>
          <p:cNvPr id="242688" name="Object 1024"/>
          <p:cNvGraphicFramePr>
            <a:graphicFrameLocks noChangeAspect="1"/>
          </p:cNvGraphicFramePr>
          <p:nvPr/>
        </p:nvGraphicFramePr>
        <p:xfrm>
          <a:off x="228600" y="990600"/>
          <a:ext cx="2895600" cy="596900"/>
        </p:xfrm>
        <a:graphic>
          <a:graphicData uri="http://schemas.openxmlformats.org/presentationml/2006/ole">
            <p:oleObj spid="_x0000_s242688" name="Equation" r:id="rId3" imgW="3200400" imgH="660240" progId="Equation.3">
              <p:embed/>
            </p:oleObj>
          </a:graphicData>
        </a:graphic>
      </p:graphicFrame>
      <p:sp>
        <p:nvSpPr>
          <p:cNvPr id="122887" name="Text Box 7"/>
          <p:cNvSpPr txBox="1">
            <a:spLocks noChangeArrowheads="1"/>
          </p:cNvSpPr>
          <p:nvPr/>
        </p:nvSpPr>
        <p:spPr bwMode="auto">
          <a:xfrm>
            <a:off x="3276600" y="990600"/>
            <a:ext cx="5392738" cy="1163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: there is a walk from      to</a:t>
            </a:r>
          </a:p>
          <a:p>
            <a:r>
              <a:rPr lang="en-US"/>
              <a:t>  with label  </a:t>
            </a:r>
          </a:p>
        </p:txBody>
      </p:sp>
      <p:graphicFrame>
        <p:nvGraphicFramePr>
          <p:cNvPr id="242689" name="Object 1025"/>
          <p:cNvGraphicFramePr>
            <a:graphicFrameLocks noChangeAspect="1"/>
          </p:cNvGraphicFramePr>
          <p:nvPr/>
        </p:nvGraphicFramePr>
        <p:xfrm>
          <a:off x="7543800" y="990600"/>
          <a:ext cx="392113" cy="582613"/>
        </p:xfrm>
        <a:graphic>
          <a:graphicData uri="http://schemas.openxmlformats.org/presentationml/2006/ole">
            <p:oleObj spid="_x0000_s242689" name="Equation" r:id="rId4" imgW="393480" imgH="583920" progId="Equation.3">
              <p:embed/>
            </p:oleObj>
          </a:graphicData>
        </a:graphic>
      </p:graphicFrame>
      <p:graphicFrame>
        <p:nvGraphicFramePr>
          <p:cNvPr id="242690" name="Object 1026"/>
          <p:cNvGraphicFramePr>
            <a:graphicFrameLocks noChangeAspect="1"/>
          </p:cNvGraphicFramePr>
          <p:nvPr/>
        </p:nvGraphicFramePr>
        <p:xfrm>
          <a:off x="8650288" y="990600"/>
          <a:ext cx="493712" cy="660400"/>
        </p:xfrm>
        <a:graphic>
          <a:graphicData uri="http://schemas.openxmlformats.org/presentationml/2006/ole">
            <p:oleObj spid="_x0000_s242690" name="Equation" r:id="rId5" imgW="495000" imgH="660240" progId="Equation.3">
              <p:embed/>
            </p:oleObj>
          </a:graphicData>
        </a:graphic>
      </p:graphicFrame>
      <p:graphicFrame>
        <p:nvGraphicFramePr>
          <p:cNvPr id="242691" name="Object 1027"/>
          <p:cNvGraphicFramePr>
            <a:graphicFrameLocks noChangeAspect="1"/>
          </p:cNvGraphicFramePr>
          <p:nvPr/>
        </p:nvGraphicFramePr>
        <p:xfrm>
          <a:off x="5638800" y="1752600"/>
          <a:ext cx="368300" cy="304800"/>
        </p:xfrm>
        <a:graphic>
          <a:graphicData uri="http://schemas.openxmlformats.org/presentationml/2006/ole">
            <p:oleObj spid="_x0000_s242691" name="Equation" r:id="rId6" imgW="368280" imgH="304560" progId="Equation.3">
              <p:embed/>
            </p:oleObj>
          </a:graphicData>
        </a:graphic>
      </p:graphicFrame>
      <p:sp>
        <p:nvSpPr>
          <p:cNvPr id="122891" name="Oval 11"/>
          <p:cNvSpPr>
            <a:spLocks noChangeArrowheads="1"/>
          </p:cNvSpPr>
          <p:nvPr/>
        </p:nvSpPr>
        <p:spPr bwMode="auto">
          <a:xfrm>
            <a:off x="1752600" y="3048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2892" name="Oval 12"/>
          <p:cNvSpPr>
            <a:spLocks noChangeArrowheads="1"/>
          </p:cNvSpPr>
          <p:nvPr/>
        </p:nvSpPr>
        <p:spPr bwMode="auto">
          <a:xfrm>
            <a:off x="7086600" y="3048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2893" name="Freeform 13"/>
          <p:cNvSpPr>
            <a:spLocks/>
          </p:cNvSpPr>
          <p:nvPr/>
        </p:nvSpPr>
        <p:spPr bwMode="auto">
          <a:xfrm>
            <a:off x="2295525" y="2997200"/>
            <a:ext cx="4867275" cy="606425"/>
          </a:xfrm>
          <a:custGeom>
            <a:avLst/>
            <a:gdLst/>
            <a:ahLst/>
            <a:cxnLst>
              <a:cxn ang="0">
                <a:pos x="0" y="203"/>
              </a:cxn>
              <a:cxn ang="0">
                <a:pos x="65" y="73"/>
              </a:cxn>
              <a:cxn ang="0">
                <a:pos x="357" y="0"/>
              </a:cxn>
              <a:cxn ang="0">
                <a:pos x="438" y="8"/>
              </a:cxn>
              <a:cxn ang="0">
                <a:pos x="544" y="98"/>
              </a:cxn>
              <a:cxn ang="0">
                <a:pos x="657" y="211"/>
              </a:cxn>
              <a:cxn ang="0">
                <a:pos x="836" y="341"/>
              </a:cxn>
              <a:cxn ang="0">
                <a:pos x="860" y="365"/>
              </a:cxn>
              <a:cxn ang="0">
                <a:pos x="909" y="382"/>
              </a:cxn>
              <a:cxn ang="0">
                <a:pos x="1047" y="373"/>
              </a:cxn>
              <a:cxn ang="0">
                <a:pos x="1112" y="317"/>
              </a:cxn>
              <a:cxn ang="0">
                <a:pos x="1258" y="203"/>
              </a:cxn>
              <a:cxn ang="0">
                <a:pos x="1306" y="179"/>
              </a:cxn>
              <a:cxn ang="0">
                <a:pos x="1631" y="98"/>
              </a:cxn>
              <a:cxn ang="0">
                <a:pos x="1769" y="106"/>
              </a:cxn>
              <a:cxn ang="0">
                <a:pos x="1817" y="146"/>
              </a:cxn>
              <a:cxn ang="0">
                <a:pos x="1890" y="187"/>
              </a:cxn>
              <a:cxn ang="0">
                <a:pos x="1955" y="235"/>
              </a:cxn>
              <a:cxn ang="0">
                <a:pos x="2044" y="284"/>
              </a:cxn>
              <a:cxn ang="0">
                <a:pos x="2191" y="276"/>
              </a:cxn>
              <a:cxn ang="0">
                <a:pos x="2247" y="260"/>
              </a:cxn>
            </a:cxnLst>
            <a:rect l="0" t="0" r="r" b="b"/>
            <a:pathLst>
              <a:path w="2328" h="382">
                <a:moveTo>
                  <a:pt x="0" y="203"/>
                </a:moveTo>
                <a:cubicBezTo>
                  <a:pt x="12" y="167"/>
                  <a:pt x="32" y="95"/>
                  <a:pt x="65" y="73"/>
                </a:cubicBezTo>
                <a:cubicBezTo>
                  <a:pt x="152" y="16"/>
                  <a:pt x="255" y="10"/>
                  <a:pt x="357" y="0"/>
                </a:cubicBezTo>
                <a:cubicBezTo>
                  <a:pt x="384" y="3"/>
                  <a:pt x="412" y="2"/>
                  <a:pt x="438" y="8"/>
                </a:cubicBezTo>
                <a:cubicBezTo>
                  <a:pt x="480" y="18"/>
                  <a:pt x="507" y="73"/>
                  <a:pt x="544" y="98"/>
                </a:cubicBezTo>
                <a:cubicBezTo>
                  <a:pt x="568" y="134"/>
                  <a:pt x="617" y="198"/>
                  <a:pt x="657" y="211"/>
                </a:cubicBezTo>
                <a:cubicBezTo>
                  <a:pt x="690" y="261"/>
                  <a:pt x="778" y="322"/>
                  <a:pt x="836" y="341"/>
                </a:cubicBezTo>
                <a:cubicBezTo>
                  <a:pt x="844" y="349"/>
                  <a:pt x="850" y="359"/>
                  <a:pt x="860" y="365"/>
                </a:cubicBezTo>
                <a:cubicBezTo>
                  <a:pt x="875" y="373"/>
                  <a:pt x="909" y="382"/>
                  <a:pt x="909" y="382"/>
                </a:cubicBezTo>
                <a:cubicBezTo>
                  <a:pt x="955" y="379"/>
                  <a:pt x="1001" y="380"/>
                  <a:pt x="1047" y="373"/>
                </a:cubicBezTo>
                <a:cubicBezTo>
                  <a:pt x="1075" y="369"/>
                  <a:pt x="1092" y="337"/>
                  <a:pt x="1112" y="317"/>
                </a:cubicBezTo>
                <a:cubicBezTo>
                  <a:pt x="1152" y="278"/>
                  <a:pt x="1203" y="221"/>
                  <a:pt x="1258" y="203"/>
                </a:cubicBezTo>
                <a:cubicBezTo>
                  <a:pt x="1322" y="182"/>
                  <a:pt x="1240" y="211"/>
                  <a:pt x="1306" y="179"/>
                </a:cubicBezTo>
                <a:cubicBezTo>
                  <a:pt x="1387" y="139"/>
                  <a:pt x="1541" y="107"/>
                  <a:pt x="1631" y="98"/>
                </a:cubicBezTo>
                <a:cubicBezTo>
                  <a:pt x="1677" y="101"/>
                  <a:pt x="1723" y="99"/>
                  <a:pt x="1769" y="106"/>
                </a:cubicBezTo>
                <a:cubicBezTo>
                  <a:pt x="1784" y="108"/>
                  <a:pt x="1808" y="139"/>
                  <a:pt x="1817" y="146"/>
                </a:cubicBezTo>
                <a:cubicBezTo>
                  <a:pt x="1839" y="164"/>
                  <a:pt x="1864" y="178"/>
                  <a:pt x="1890" y="187"/>
                </a:cubicBezTo>
                <a:cubicBezTo>
                  <a:pt x="1937" y="233"/>
                  <a:pt x="1913" y="221"/>
                  <a:pt x="1955" y="235"/>
                </a:cubicBezTo>
                <a:cubicBezTo>
                  <a:pt x="1984" y="266"/>
                  <a:pt x="2002" y="274"/>
                  <a:pt x="2044" y="284"/>
                </a:cubicBezTo>
                <a:cubicBezTo>
                  <a:pt x="2093" y="281"/>
                  <a:pt x="2142" y="282"/>
                  <a:pt x="2191" y="276"/>
                </a:cubicBezTo>
                <a:cubicBezTo>
                  <a:pt x="2328" y="259"/>
                  <a:pt x="2208" y="260"/>
                  <a:pt x="2247" y="260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42692" name="Object 1028"/>
          <p:cNvGraphicFramePr>
            <a:graphicFrameLocks noChangeAspect="1"/>
          </p:cNvGraphicFramePr>
          <p:nvPr/>
        </p:nvGraphicFramePr>
        <p:xfrm>
          <a:off x="1828800" y="5486400"/>
          <a:ext cx="358775" cy="533400"/>
        </p:xfrm>
        <a:graphic>
          <a:graphicData uri="http://schemas.openxmlformats.org/presentationml/2006/ole">
            <p:oleObj spid="_x0000_s242692" name="Equation" r:id="rId7" imgW="393480" imgH="583920" progId="Equation.3">
              <p:embed/>
            </p:oleObj>
          </a:graphicData>
        </a:graphic>
      </p:graphicFrame>
      <p:graphicFrame>
        <p:nvGraphicFramePr>
          <p:cNvPr id="242693" name="Object 1029"/>
          <p:cNvGraphicFramePr>
            <a:graphicFrameLocks noChangeAspect="1"/>
          </p:cNvGraphicFramePr>
          <p:nvPr/>
        </p:nvGraphicFramePr>
        <p:xfrm>
          <a:off x="7162800" y="5486400"/>
          <a:ext cx="400050" cy="533400"/>
        </p:xfrm>
        <a:graphic>
          <a:graphicData uri="http://schemas.openxmlformats.org/presentationml/2006/ole">
            <p:oleObj spid="_x0000_s242693" name="Equation" r:id="rId8" imgW="495000" imgH="660240" progId="Equation.3">
              <p:embed/>
            </p:oleObj>
          </a:graphicData>
        </a:graphic>
      </p:graphicFrame>
      <p:graphicFrame>
        <p:nvGraphicFramePr>
          <p:cNvPr id="242694" name="Object 1030"/>
          <p:cNvGraphicFramePr>
            <a:graphicFrameLocks noChangeAspect="1"/>
          </p:cNvGraphicFramePr>
          <p:nvPr/>
        </p:nvGraphicFramePr>
        <p:xfrm>
          <a:off x="4419600" y="2895600"/>
          <a:ext cx="457200" cy="381000"/>
        </p:xfrm>
        <a:graphic>
          <a:graphicData uri="http://schemas.openxmlformats.org/presentationml/2006/ole">
            <p:oleObj spid="_x0000_s242694" name="Equation" r:id="rId9" imgW="304560" imgH="253800" progId="Equation.3">
              <p:embed/>
            </p:oleObj>
          </a:graphicData>
        </a:graphic>
      </p:graphicFrame>
      <p:sp>
        <p:nvSpPr>
          <p:cNvPr id="122897" name="Oval 17"/>
          <p:cNvSpPr>
            <a:spLocks noChangeArrowheads="1"/>
          </p:cNvSpPr>
          <p:nvPr/>
        </p:nvSpPr>
        <p:spPr bwMode="auto">
          <a:xfrm>
            <a:off x="1743075" y="5537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2898" name="Oval 18"/>
          <p:cNvSpPr>
            <a:spLocks noChangeArrowheads="1"/>
          </p:cNvSpPr>
          <p:nvPr/>
        </p:nvSpPr>
        <p:spPr bwMode="auto">
          <a:xfrm>
            <a:off x="7077075" y="5537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42695" name="Object 1031"/>
          <p:cNvGraphicFramePr>
            <a:graphicFrameLocks noChangeAspect="1"/>
          </p:cNvGraphicFramePr>
          <p:nvPr/>
        </p:nvGraphicFramePr>
        <p:xfrm>
          <a:off x="3505200" y="4800600"/>
          <a:ext cx="2374900" cy="482600"/>
        </p:xfrm>
        <a:graphic>
          <a:graphicData uri="http://schemas.openxmlformats.org/presentationml/2006/ole">
            <p:oleObj spid="_x0000_s242695" name="Equation" r:id="rId10" imgW="2374560" imgH="482400" progId="Equation.3">
              <p:embed/>
            </p:oleObj>
          </a:graphicData>
        </a:graphic>
      </p:graphicFrame>
      <p:sp>
        <p:nvSpPr>
          <p:cNvPr id="122902" name="Oval 22"/>
          <p:cNvSpPr>
            <a:spLocks noChangeArrowheads="1"/>
          </p:cNvSpPr>
          <p:nvPr/>
        </p:nvSpPr>
        <p:spPr bwMode="auto">
          <a:xfrm>
            <a:off x="2819400" y="5562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2903" name="Oval 23"/>
          <p:cNvSpPr>
            <a:spLocks noChangeArrowheads="1"/>
          </p:cNvSpPr>
          <p:nvPr/>
        </p:nvSpPr>
        <p:spPr bwMode="auto">
          <a:xfrm>
            <a:off x="3886200" y="5562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2904" name="Oval 24"/>
          <p:cNvSpPr>
            <a:spLocks noChangeArrowheads="1"/>
          </p:cNvSpPr>
          <p:nvPr/>
        </p:nvSpPr>
        <p:spPr bwMode="auto">
          <a:xfrm>
            <a:off x="6096000" y="5562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2905" name="Line 25"/>
          <p:cNvSpPr>
            <a:spLocks noChangeShapeType="1"/>
          </p:cNvSpPr>
          <p:nvPr/>
        </p:nvSpPr>
        <p:spPr bwMode="auto">
          <a:xfrm>
            <a:off x="2286000" y="5791200"/>
            <a:ext cx="53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2906" name="Line 26"/>
          <p:cNvSpPr>
            <a:spLocks noChangeShapeType="1"/>
          </p:cNvSpPr>
          <p:nvPr/>
        </p:nvSpPr>
        <p:spPr bwMode="auto">
          <a:xfrm>
            <a:off x="3352800" y="5791200"/>
            <a:ext cx="53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2907" name="Line 27"/>
          <p:cNvSpPr>
            <a:spLocks noChangeShapeType="1"/>
          </p:cNvSpPr>
          <p:nvPr/>
        </p:nvSpPr>
        <p:spPr bwMode="auto">
          <a:xfrm>
            <a:off x="6629400" y="5791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2908" name="Freeform 28"/>
          <p:cNvSpPr>
            <a:spLocks/>
          </p:cNvSpPr>
          <p:nvPr/>
        </p:nvSpPr>
        <p:spPr bwMode="auto">
          <a:xfrm>
            <a:off x="4418013" y="5519738"/>
            <a:ext cx="1712912" cy="438150"/>
          </a:xfrm>
          <a:custGeom>
            <a:avLst/>
            <a:gdLst/>
            <a:ahLst/>
            <a:cxnLst>
              <a:cxn ang="0">
                <a:pos x="0" y="190"/>
              </a:cxn>
              <a:cxn ang="0">
                <a:pos x="73" y="182"/>
              </a:cxn>
              <a:cxn ang="0">
                <a:pos x="105" y="133"/>
              </a:cxn>
              <a:cxn ang="0">
                <a:pos x="186" y="60"/>
              </a:cxn>
              <a:cxn ang="0">
                <a:pos x="275" y="3"/>
              </a:cxn>
              <a:cxn ang="0">
                <a:pos x="430" y="36"/>
              </a:cxn>
              <a:cxn ang="0">
                <a:pos x="495" y="109"/>
              </a:cxn>
              <a:cxn ang="0">
                <a:pos x="543" y="174"/>
              </a:cxn>
              <a:cxn ang="0">
                <a:pos x="592" y="239"/>
              </a:cxn>
              <a:cxn ang="0">
                <a:pos x="641" y="271"/>
              </a:cxn>
              <a:cxn ang="0">
                <a:pos x="746" y="255"/>
              </a:cxn>
              <a:cxn ang="0">
                <a:pos x="843" y="149"/>
              </a:cxn>
              <a:cxn ang="0">
                <a:pos x="908" y="76"/>
              </a:cxn>
              <a:cxn ang="0">
                <a:pos x="989" y="84"/>
              </a:cxn>
              <a:cxn ang="0">
                <a:pos x="1038" y="101"/>
              </a:cxn>
              <a:cxn ang="0">
                <a:pos x="1062" y="109"/>
              </a:cxn>
              <a:cxn ang="0">
                <a:pos x="1079" y="125"/>
              </a:cxn>
            </a:cxnLst>
            <a:rect l="0" t="0" r="r" b="b"/>
            <a:pathLst>
              <a:path w="1079" h="276">
                <a:moveTo>
                  <a:pt x="0" y="190"/>
                </a:moveTo>
                <a:cubicBezTo>
                  <a:pt x="24" y="187"/>
                  <a:pt x="51" y="194"/>
                  <a:pt x="73" y="182"/>
                </a:cubicBezTo>
                <a:cubicBezTo>
                  <a:pt x="90" y="173"/>
                  <a:pt x="91" y="147"/>
                  <a:pt x="105" y="133"/>
                </a:cubicBezTo>
                <a:cubicBezTo>
                  <a:pt x="132" y="107"/>
                  <a:pt x="155" y="81"/>
                  <a:pt x="186" y="60"/>
                </a:cubicBezTo>
                <a:cubicBezTo>
                  <a:pt x="206" y="30"/>
                  <a:pt x="241" y="14"/>
                  <a:pt x="275" y="3"/>
                </a:cubicBezTo>
                <a:cubicBezTo>
                  <a:pt x="355" y="9"/>
                  <a:pt x="374" y="0"/>
                  <a:pt x="430" y="36"/>
                </a:cubicBezTo>
                <a:cubicBezTo>
                  <a:pt x="466" y="83"/>
                  <a:pt x="445" y="59"/>
                  <a:pt x="495" y="109"/>
                </a:cubicBezTo>
                <a:cubicBezTo>
                  <a:pt x="523" y="137"/>
                  <a:pt x="507" y="149"/>
                  <a:pt x="543" y="174"/>
                </a:cubicBezTo>
                <a:cubicBezTo>
                  <a:pt x="548" y="182"/>
                  <a:pt x="576" y="227"/>
                  <a:pt x="592" y="239"/>
                </a:cubicBezTo>
                <a:cubicBezTo>
                  <a:pt x="608" y="251"/>
                  <a:pt x="641" y="271"/>
                  <a:pt x="641" y="271"/>
                </a:cubicBezTo>
                <a:cubicBezTo>
                  <a:pt x="676" y="268"/>
                  <a:pt x="718" y="276"/>
                  <a:pt x="746" y="255"/>
                </a:cubicBezTo>
                <a:cubicBezTo>
                  <a:pt x="786" y="225"/>
                  <a:pt x="810" y="184"/>
                  <a:pt x="843" y="149"/>
                </a:cubicBezTo>
                <a:cubicBezTo>
                  <a:pt x="854" y="117"/>
                  <a:pt x="876" y="87"/>
                  <a:pt x="908" y="76"/>
                </a:cubicBezTo>
                <a:cubicBezTo>
                  <a:pt x="935" y="79"/>
                  <a:pt x="962" y="79"/>
                  <a:pt x="989" y="84"/>
                </a:cubicBezTo>
                <a:cubicBezTo>
                  <a:pt x="1006" y="87"/>
                  <a:pt x="1022" y="95"/>
                  <a:pt x="1038" y="101"/>
                </a:cubicBezTo>
                <a:cubicBezTo>
                  <a:pt x="1046" y="104"/>
                  <a:pt x="1062" y="109"/>
                  <a:pt x="1062" y="109"/>
                </a:cubicBezTo>
                <a:cubicBezTo>
                  <a:pt x="1068" y="114"/>
                  <a:pt x="1079" y="125"/>
                  <a:pt x="1079" y="125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42696" name="Object 1032"/>
          <p:cNvGraphicFramePr>
            <a:graphicFrameLocks noChangeAspect="1"/>
          </p:cNvGraphicFramePr>
          <p:nvPr/>
        </p:nvGraphicFramePr>
        <p:xfrm>
          <a:off x="2362200" y="5410200"/>
          <a:ext cx="255588" cy="304800"/>
        </p:xfrm>
        <a:graphic>
          <a:graphicData uri="http://schemas.openxmlformats.org/presentationml/2006/ole">
            <p:oleObj spid="_x0000_s242696" name="Equation" r:id="rId11" imgW="393480" imgH="469800" progId="Equation.3">
              <p:embed/>
            </p:oleObj>
          </a:graphicData>
        </a:graphic>
      </p:graphicFrame>
      <p:graphicFrame>
        <p:nvGraphicFramePr>
          <p:cNvPr id="242697" name="Object 1033"/>
          <p:cNvGraphicFramePr>
            <a:graphicFrameLocks noChangeAspect="1"/>
          </p:cNvGraphicFramePr>
          <p:nvPr/>
        </p:nvGraphicFramePr>
        <p:xfrm>
          <a:off x="3413125" y="5410200"/>
          <a:ext cx="287338" cy="304800"/>
        </p:xfrm>
        <a:graphic>
          <a:graphicData uri="http://schemas.openxmlformats.org/presentationml/2006/ole">
            <p:oleObj spid="_x0000_s242697" name="Equation" r:id="rId12" imgW="444240" imgH="469800" progId="Equation.3">
              <p:embed/>
            </p:oleObj>
          </a:graphicData>
        </a:graphic>
      </p:graphicFrame>
      <p:graphicFrame>
        <p:nvGraphicFramePr>
          <p:cNvPr id="242698" name="Object 1034"/>
          <p:cNvGraphicFramePr>
            <a:graphicFrameLocks noChangeAspect="1"/>
          </p:cNvGraphicFramePr>
          <p:nvPr/>
        </p:nvGraphicFramePr>
        <p:xfrm>
          <a:off x="6700838" y="5407025"/>
          <a:ext cx="295275" cy="312738"/>
        </p:xfrm>
        <a:graphic>
          <a:graphicData uri="http://schemas.openxmlformats.org/presentationml/2006/ole">
            <p:oleObj spid="_x0000_s242698" name="Equation" r:id="rId13" imgW="457200" imgH="482400" progId="Equation.3">
              <p:embed/>
            </p:oleObj>
          </a:graphicData>
        </a:graphic>
      </p:graphicFrame>
      <p:graphicFrame>
        <p:nvGraphicFramePr>
          <p:cNvPr id="242699" name="Object 1035"/>
          <p:cNvGraphicFramePr>
            <a:graphicFrameLocks noChangeAspect="1"/>
          </p:cNvGraphicFramePr>
          <p:nvPr/>
        </p:nvGraphicFramePr>
        <p:xfrm>
          <a:off x="1828800" y="2971800"/>
          <a:ext cx="358775" cy="533400"/>
        </p:xfrm>
        <a:graphic>
          <a:graphicData uri="http://schemas.openxmlformats.org/presentationml/2006/ole">
            <p:oleObj spid="_x0000_s242699" name="Equation" r:id="rId14" imgW="393480" imgH="583920" progId="Equation.3">
              <p:embed/>
            </p:oleObj>
          </a:graphicData>
        </a:graphic>
      </p:graphicFrame>
      <p:graphicFrame>
        <p:nvGraphicFramePr>
          <p:cNvPr id="242700" name="Object 1036"/>
          <p:cNvGraphicFramePr>
            <a:graphicFrameLocks noChangeAspect="1"/>
          </p:cNvGraphicFramePr>
          <p:nvPr/>
        </p:nvGraphicFramePr>
        <p:xfrm>
          <a:off x="7162800" y="2971800"/>
          <a:ext cx="400050" cy="533400"/>
        </p:xfrm>
        <a:graphic>
          <a:graphicData uri="http://schemas.openxmlformats.org/presentationml/2006/ole">
            <p:oleObj spid="_x0000_s242700" name="Equation" r:id="rId15" imgW="495000" imgH="660240" progId="Equation.3">
              <p:embed/>
            </p:oleObj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D2C161-47C1-46DC-B35A-444261A764D3}" type="slidenum">
              <a:rPr lang="en-US"/>
              <a:pPr/>
              <a:t>72</a:t>
            </a:fld>
            <a:endParaRPr lang="en-US"/>
          </a:p>
        </p:txBody>
      </p:sp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Language of an NFA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91140" name="Oval 4"/>
          <p:cNvSpPr>
            <a:spLocks noChangeArrowheads="1"/>
          </p:cNvSpPr>
          <p:nvPr/>
        </p:nvSpPr>
        <p:spPr bwMode="auto">
          <a:xfrm>
            <a:off x="2286000" y="2819400"/>
            <a:ext cx="9144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1141" name="Oval 5"/>
          <p:cNvSpPr>
            <a:spLocks noChangeArrowheads="1"/>
          </p:cNvSpPr>
          <p:nvPr/>
        </p:nvSpPr>
        <p:spPr bwMode="auto">
          <a:xfrm>
            <a:off x="2438400" y="2971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91142" name="Object 6"/>
          <p:cNvGraphicFramePr>
            <a:graphicFrameLocks noChangeAspect="1"/>
          </p:cNvGraphicFramePr>
          <p:nvPr/>
        </p:nvGraphicFramePr>
        <p:xfrm>
          <a:off x="2514600" y="2971800"/>
          <a:ext cx="430213" cy="531813"/>
        </p:xfrm>
        <a:graphic>
          <a:graphicData uri="http://schemas.openxmlformats.org/presentationml/2006/ole">
            <p:oleObj spid="_x0000_s91142" name="Equation" r:id="rId3" imgW="431640" imgH="533160" progId="Equation.3">
              <p:embed/>
            </p:oleObj>
          </a:graphicData>
        </a:graphic>
      </p:graphicFrame>
      <p:sp>
        <p:nvSpPr>
          <p:cNvPr id="91143" name="Oval 7"/>
          <p:cNvSpPr>
            <a:spLocks noChangeArrowheads="1"/>
          </p:cNvSpPr>
          <p:nvPr/>
        </p:nvSpPr>
        <p:spPr bwMode="auto">
          <a:xfrm>
            <a:off x="4419600" y="2971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1144" name="Oval 8"/>
          <p:cNvSpPr>
            <a:spLocks noChangeArrowheads="1"/>
          </p:cNvSpPr>
          <p:nvPr/>
        </p:nvSpPr>
        <p:spPr bwMode="auto">
          <a:xfrm>
            <a:off x="6324600" y="2971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1145" name="Oval 9"/>
          <p:cNvSpPr>
            <a:spLocks noChangeArrowheads="1"/>
          </p:cNvSpPr>
          <p:nvPr/>
        </p:nvSpPr>
        <p:spPr bwMode="auto">
          <a:xfrm>
            <a:off x="8229600" y="2971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1146" name="Oval 10"/>
          <p:cNvSpPr>
            <a:spLocks noChangeArrowheads="1"/>
          </p:cNvSpPr>
          <p:nvPr/>
        </p:nvSpPr>
        <p:spPr bwMode="auto">
          <a:xfrm>
            <a:off x="3733800" y="1447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1147" name="Oval 11"/>
          <p:cNvSpPr>
            <a:spLocks noChangeArrowheads="1"/>
          </p:cNvSpPr>
          <p:nvPr/>
        </p:nvSpPr>
        <p:spPr bwMode="auto">
          <a:xfrm>
            <a:off x="5257800" y="1447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1148" name="Line 12"/>
          <p:cNvSpPr>
            <a:spLocks noChangeShapeType="1"/>
          </p:cNvSpPr>
          <p:nvPr/>
        </p:nvSpPr>
        <p:spPr bwMode="auto">
          <a:xfrm>
            <a:off x="3200400" y="32766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1149" name="Oval 13"/>
          <p:cNvSpPr>
            <a:spLocks noChangeArrowheads="1"/>
          </p:cNvSpPr>
          <p:nvPr/>
        </p:nvSpPr>
        <p:spPr bwMode="auto">
          <a:xfrm>
            <a:off x="5105400" y="1295400"/>
            <a:ext cx="9144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1150" name="Line 14"/>
          <p:cNvSpPr>
            <a:spLocks noChangeShapeType="1"/>
          </p:cNvSpPr>
          <p:nvPr/>
        </p:nvSpPr>
        <p:spPr bwMode="auto">
          <a:xfrm>
            <a:off x="5029200" y="3276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1151" name="Line 15"/>
          <p:cNvSpPr>
            <a:spLocks noChangeShapeType="1"/>
          </p:cNvSpPr>
          <p:nvPr/>
        </p:nvSpPr>
        <p:spPr bwMode="auto">
          <a:xfrm>
            <a:off x="6934200" y="3276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1152" name="Line 16"/>
          <p:cNvSpPr>
            <a:spLocks noChangeShapeType="1"/>
          </p:cNvSpPr>
          <p:nvPr/>
        </p:nvSpPr>
        <p:spPr bwMode="auto">
          <a:xfrm flipH="1" flipV="1">
            <a:off x="4191000" y="2057400"/>
            <a:ext cx="381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1153" name="Line 17"/>
          <p:cNvSpPr>
            <a:spLocks noChangeShapeType="1"/>
          </p:cNvSpPr>
          <p:nvPr/>
        </p:nvSpPr>
        <p:spPr bwMode="auto">
          <a:xfrm flipV="1">
            <a:off x="4876800" y="2133600"/>
            <a:ext cx="381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1154" name="Freeform 18"/>
          <p:cNvSpPr>
            <a:spLocks/>
          </p:cNvSpPr>
          <p:nvPr/>
        </p:nvSpPr>
        <p:spPr bwMode="auto">
          <a:xfrm>
            <a:off x="2971800" y="3505200"/>
            <a:ext cx="5410200" cy="800100"/>
          </a:xfrm>
          <a:custGeom>
            <a:avLst/>
            <a:gdLst/>
            <a:ahLst/>
            <a:cxnLst>
              <a:cxn ang="0">
                <a:pos x="3408" y="0"/>
              </a:cxn>
              <a:cxn ang="0">
                <a:pos x="2256" y="432"/>
              </a:cxn>
              <a:cxn ang="0">
                <a:pos x="624" y="432"/>
              </a:cxn>
              <a:cxn ang="0">
                <a:pos x="0" y="144"/>
              </a:cxn>
            </a:cxnLst>
            <a:rect l="0" t="0" r="r" b="b"/>
            <a:pathLst>
              <a:path w="3408" h="504">
                <a:moveTo>
                  <a:pt x="3408" y="0"/>
                </a:moveTo>
                <a:cubicBezTo>
                  <a:pt x="3064" y="180"/>
                  <a:pt x="2720" y="360"/>
                  <a:pt x="2256" y="432"/>
                </a:cubicBezTo>
                <a:cubicBezTo>
                  <a:pt x="1792" y="504"/>
                  <a:pt x="1000" y="480"/>
                  <a:pt x="624" y="432"/>
                </a:cubicBezTo>
                <a:cubicBezTo>
                  <a:pt x="248" y="384"/>
                  <a:pt x="124" y="264"/>
                  <a:pt x="0" y="1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91155" name="Object 19"/>
          <p:cNvGraphicFramePr>
            <a:graphicFrameLocks noChangeAspect="1"/>
          </p:cNvGraphicFramePr>
          <p:nvPr/>
        </p:nvGraphicFramePr>
        <p:xfrm>
          <a:off x="5181600" y="3886200"/>
          <a:ext cx="303213" cy="381000"/>
        </p:xfrm>
        <a:graphic>
          <a:graphicData uri="http://schemas.openxmlformats.org/presentationml/2006/ole">
            <p:oleObj spid="_x0000_s91155" name="Equation" r:id="rId4" imgW="304560" imgH="380880" progId="Equation.3">
              <p:embed/>
            </p:oleObj>
          </a:graphicData>
        </a:graphic>
      </p:graphicFrame>
      <p:graphicFrame>
        <p:nvGraphicFramePr>
          <p:cNvPr id="91156" name="Object 20"/>
          <p:cNvGraphicFramePr>
            <a:graphicFrameLocks noChangeAspect="1"/>
          </p:cNvGraphicFramePr>
          <p:nvPr/>
        </p:nvGraphicFramePr>
        <p:xfrm>
          <a:off x="5338763" y="1447800"/>
          <a:ext cx="419100" cy="531813"/>
        </p:xfrm>
        <a:graphic>
          <a:graphicData uri="http://schemas.openxmlformats.org/presentationml/2006/ole">
            <p:oleObj spid="_x0000_s91156" name="Equation" r:id="rId5" imgW="419040" imgH="533160" progId="Equation.3">
              <p:embed/>
            </p:oleObj>
          </a:graphicData>
        </a:graphic>
      </p:graphicFrame>
      <p:graphicFrame>
        <p:nvGraphicFramePr>
          <p:cNvPr id="91157" name="Object 21"/>
          <p:cNvGraphicFramePr>
            <a:graphicFrameLocks noChangeAspect="1"/>
          </p:cNvGraphicFramePr>
          <p:nvPr/>
        </p:nvGraphicFramePr>
        <p:xfrm>
          <a:off x="3803650" y="1452563"/>
          <a:ext cx="442913" cy="520700"/>
        </p:xfrm>
        <a:graphic>
          <a:graphicData uri="http://schemas.openxmlformats.org/presentationml/2006/ole">
            <p:oleObj spid="_x0000_s91157" name="Equation" r:id="rId6" imgW="444240" imgH="520560" progId="Equation.3">
              <p:embed/>
            </p:oleObj>
          </a:graphicData>
        </a:graphic>
      </p:graphicFrame>
      <p:graphicFrame>
        <p:nvGraphicFramePr>
          <p:cNvPr id="91158" name="Object 22"/>
          <p:cNvGraphicFramePr>
            <a:graphicFrameLocks noChangeAspect="1"/>
          </p:cNvGraphicFramePr>
          <p:nvPr/>
        </p:nvGraphicFramePr>
        <p:xfrm>
          <a:off x="8305800" y="2971800"/>
          <a:ext cx="419100" cy="531813"/>
        </p:xfrm>
        <a:graphic>
          <a:graphicData uri="http://schemas.openxmlformats.org/presentationml/2006/ole">
            <p:oleObj spid="_x0000_s91158" name="Equation" r:id="rId7" imgW="419040" imgH="533160" progId="Equation.3">
              <p:embed/>
            </p:oleObj>
          </a:graphicData>
        </a:graphic>
      </p:graphicFrame>
      <p:graphicFrame>
        <p:nvGraphicFramePr>
          <p:cNvPr id="91159" name="Object 23"/>
          <p:cNvGraphicFramePr>
            <a:graphicFrameLocks noChangeAspect="1"/>
          </p:cNvGraphicFramePr>
          <p:nvPr/>
        </p:nvGraphicFramePr>
        <p:xfrm>
          <a:off x="6394450" y="2976563"/>
          <a:ext cx="442913" cy="520700"/>
        </p:xfrm>
        <a:graphic>
          <a:graphicData uri="http://schemas.openxmlformats.org/presentationml/2006/ole">
            <p:oleObj spid="_x0000_s91159" name="Equation" r:id="rId8" imgW="444240" imgH="520560" progId="Equation.3">
              <p:embed/>
            </p:oleObj>
          </a:graphicData>
        </a:graphic>
      </p:graphicFrame>
      <p:graphicFrame>
        <p:nvGraphicFramePr>
          <p:cNvPr id="91160" name="Object 24"/>
          <p:cNvGraphicFramePr>
            <a:graphicFrameLocks noChangeAspect="1"/>
          </p:cNvGraphicFramePr>
          <p:nvPr/>
        </p:nvGraphicFramePr>
        <p:xfrm>
          <a:off x="4525963" y="2976563"/>
          <a:ext cx="368300" cy="520700"/>
        </p:xfrm>
        <a:graphic>
          <a:graphicData uri="http://schemas.openxmlformats.org/presentationml/2006/ole">
            <p:oleObj spid="_x0000_s91160" name="Equation" r:id="rId9" imgW="368280" imgH="520560" progId="Equation.3">
              <p:embed/>
            </p:oleObj>
          </a:graphicData>
        </a:graphic>
      </p:graphicFrame>
      <p:graphicFrame>
        <p:nvGraphicFramePr>
          <p:cNvPr id="91161" name="Object 25"/>
          <p:cNvGraphicFramePr>
            <a:graphicFrameLocks noChangeAspect="1"/>
          </p:cNvGraphicFramePr>
          <p:nvPr/>
        </p:nvGraphicFramePr>
        <p:xfrm>
          <a:off x="3657600" y="2971800"/>
          <a:ext cx="265113" cy="279400"/>
        </p:xfrm>
        <a:graphic>
          <a:graphicData uri="http://schemas.openxmlformats.org/presentationml/2006/ole">
            <p:oleObj spid="_x0000_s91161" name="Equation" r:id="rId10" imgW="266400" imgH="279360" progId="Equation.3">
              <p:embed/>
            </p:oleObj>
          </a:graphicData>
        </a:graphic>
      </p:graphicFrame>
      <p:graphicFrame>
        <p:nvGraphicFramePr>
          <p:cNvPr id="91162" name="Object 26"/>
          <p:cNvGraphicFramePr>
            <a:graphicFrameLocks noChangeAspect="1"/>
          </p:cNvGraphicFramePr>
          <p:nvPr/>
        </p:nvGraphicFramePr>
        <p:xfrm>
          <a:off x="5105400" y="2362200"/>
          <a:ext cx="265113" cy="279400"/>
        </p:xfrm>
        <a:graphic>
          <a:graphicData uri="http://schemas.openxmlformats.org/presentationml/2006/ole">
            <p:oleObj spid="_x0000_s91162" name="Equation" r:id="rId11" imgW="266400" imgH="279360" progId="Equation.3">
              <p:embed/>
            </p:oleObj>
          </a:graphicData>
        </a:graphic>
      </p:graphicFrame>
      <p:graphicFrame>
        <p:nvGraphicFramePr>
          <p:cNvPr id="91163" name="Object 27"/>
          <p:cNvGraphicFramePr>
            <a:graphicFrameLocks noChangeAspect="1"/>
          </p:cNvGraphicFramePr>
          <p:nvPr/>
        </p:nvGraphicFramePr>
        <p:xfrm>
          <a:off x="4419600" y="2362200"/>
          <a:ext cx="265113" cy="279400"/>
        </p:xfrm>
        <a:graphic>
          <a:graphicData uri="http://schemas.openxmlformats.org/presentationml/2006/ole">
            <p:oleObj spid="_x0000_s91163" name="Equation" r:id="rId12" imgW="266400" imgH="279360" progId="Equation.3">
              <p:embed/>
            </p:oleObj>
          </a:graphicData>
        </a:graphic>
      </p:graphicFrame>
      <p:graphicFrame>
        <p:nvGraphicFramePr>
          <p:cNvPr id="91164" name="Object 28"/>
          <p:cNvGraphicFramePr>
            <a:graphicFrameLocks noChangeAspect="1"/>
          </p:cNvGraphicFramePr>
          <p:nvPr/>
        </p:nvGraphicFramePr>
        <p:xfrm>
          <a:off x="5486400" y="2895600"/>
          <a:ext cx="252413" cy="392113"/>
        </p:xfrm>
        <a:graphic>
          <a:graphicData uri="http://schemas.openxmlformats.org/presentationml/2006/ole">
            <p:oleObj spid="_x0000_s91164" name="Equation" r:id="rId13" imgW="253800" imgH="393480" progId="Equation.3">
              <p:embed/>
            </p:oleObj>
          </a:graphicData>
        </a:graphic>
      </p:graphicFrame>
      <p:graphicFrame>
        <p:nvGraphicFramePr>
          <p:cNvPr id="91165" name="Object 29"/>
          <p:cNvGraphicFramePr>
            <a:graphicFrameLocks noChangeAspect="1"/>
          </p:cNvGraphicFramePr>
          <p:nvPr/>
        </p:nvGraphicFramePr>
        <p:xfrm>
          <a:off x="7391400" y="2895600"/>
          <a:ext cx="303213" cy="381000"/>
        </p:xfrm>
        <a:graphic>
          <a:graphicData uri="http://schemas.openxmlformats.org/presentationml/2006/ole">
            <p:oleObj spid="_x0000_s91165" name="Equation" r:id="rId14" imgW="304560" imgH="380880" progId="Equation.3">
              <p:embed/>
            </p:oleObj>
          </a:graphicData>
        </a:graphic>
      </p:graphicFrame>
      <p:graphicFrame>
        <p:nvGraphicFramePr>
          <p:cNvPr id="91166" name="Object 30"/>
          <p:cNvGraphicFramePr>
            <a:graphicFrameLocks noChangeAspect="1"/>
          </p:cNvGraphicFramePr>
          <p:nvPr/>
        </p:nvGraphicFramePr>
        <p:xfrm>
          <a:off x="5143500" y="3549650"/>
          <a:ext cx="228600" cy="520700"/>
        </p:xfrm>
        <a:graphic>
          <a:graphicData uri="http://schemas.openxmlformats.org/presentationml/2006/ole">
            <p:oleObj spid="_x0000_s91166" name="Equation" r:id="rId15" imgW="228600" imgH="520560" progId="Equation.3">
              <p:embed/>
            </p:oleObj>
          </a:graphicData>
        </a:graphic>
      </p:graphicFrame>
      <p:sp>
        <p:nvSpPr>
          <p:cNvPr id="91167" name="Line 31"/>
          <p:cNvSpPr>
            <a:spLocks noChangeShapeType="1"/>
          </p:cNvSpPr>
          <p:nvPr/>
        </p:nvSpPr>
        <p:spPr bwMode="auto">
          <a:xfrm>
            <a:off x="1676400" y="3276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91168" name="Object 32"/>
          <p:cNvGraphicFramePr>
            <a:graphicFrameLocks noChangeAspect="1"/>
          </p:cNvGraphicFramePr>
          <p:nvPr/>
        </p:nvGraphicFramePr>
        <p:xfrm>
          <a:off x="400050" y="5422900"/>
          <a:ext cx="4178300" cy="609600"/>
        </p:xfrm>
        <a:graphic>
          <a:graphicData uri="http://schemas.openxmlformats.org/presentationml/2006/ole">
            <p:oleObj spid="_x0000_s91168" name="Equation" r:id="rId16" imgW="4178160" imgH="609480" progId="Equation.3">
              <p:embed/>
            </p:oleObj>
          </a:graphicData>
        </a:graphic>
      </p:graphicFrame>
      <p:graphicFrame>
        <p:nvGraphicFramePr>
          <p:cNvPr id="91169" name="Object 33"/>
          <p:cNvGraphicFramePr>
            <a:graphicFrameLocks noChangeAspect="1"/>
          </p:cNvGraphicFramePr>
          <p:nvPr/>
        </p:nvGraphicFramePr>
        <p:xfrm>
          <a:off x="5143500" y="3549650"/>
          <a:ext cx="228600" cy="520700"/>
        </p:xfrm>
        <a:graphic>
          <a:graphicData uri="http://schemas.openxmlformats.org/presentationml/2006/ole">
            <p:oleObj spid="_x0000_s91169" name="Equation" r:id="rId17" imgW="228600" imgH="520560" progId="Equation.3">
              <p:embed/>
            </p:oleObj>
          </a:graphicData>
        </a:graphic>
      </p:graphicFrame>
      <p:graphicFrame>
        <p:nvGraphicFramePr>
          <p:cNvPr id="91171" name="Object 35"/>
          <p:cNvGraphicFramePr>
            <a:graphicFrameLocks noChangeAspect="1"/>
          </p:cNvGraphicFramePr>
          <p:nvPr/>
        </p:nvGraphicFramePr>
        <p:xfrm>
          <a:off x="7467600" y="228600"/>
          <a:ext cx="544513" cy="393700"/>
        </p:xfrm>
        <a:graphic>
          <a:graphicData uri="http://schemas.openxmlformats.org/presentationml/2006/ole">
            <p:oleObj spid="_x0000_s91171" name="Equation" r:id="rId18" imgW="545760" imgH="393480" progId="Equation.3">
              <p:embed/>
            </p:oleObj>
          </a:graphicData>
        </a:graphic>
      </p:graphicFrame>
      <p:graphicFrame>
        <p:nvGraphicFramePr>
          <p:cNvPr id="91173" name="Object 37"/>
          <p:cNvGraphicFramePr>
            <a:graphicFrameLocks noChangeAspect="1"/>
          </p:cNvGraphicFramePr>
          <p:nvPr/>
        </p:nvGraphicFramePr>
        <p:xfrm>
          <a:off x="6248400" y="5410200"/>
          <a:ext cx="2209800" cy="533400"/>
        </p:xfrm>
        <a:graphic>
          <a:graphicData uri="http://schemas.openxmlformats.org/presentationml/2006/ole">
            <p:oleObj spid="_x0000_s91173" name="Equation" r:id="rId19" imgW="2209680" imgH="533160" progId="Equation.3">
              <p:embed/>
            </p:oleObj>
          </a:graphicData>
        </a:graphic>
      </p:graphicFrame>
      <p:graphicFrame>
        <p:nvGraphicFramePr>
          <p:cNvPr id="91174" name="Object 38"/>
          <p:cNvGraphicFramePr>
            <a:graphicFrameLocks noChangeAspect="1"/>
          </p:cNvGraphicFramePr>
          <p:nvPr/>
        </p:nvGraphicFramePr>
        <p:xfrm>
          <a:off x="184150" y="1041400"/>
          <a:ext cx="2387600" cy="582613"/>
        </p:xfrm>
        <a:graphic>
          <a:graphicData uri="http://schemas.openxmlformats.org/presentationml/2006/ole">
            <p:oleObj spid="_x0000_s91174" name="Equation" r:id="rId20" imgW="2387520" imgH="583920" progId="Equation.3">
              <p:embed/>
            </p:oleObj>
          </a:graphicData>
        </a:graphic>
      </p:graphicFrame>
      <p:sp>
        <p:nvSpPr>
          <p:cNvPr id="91175" name="Line 39"/>
          <p:cNvSpPr>
            <a:spLocks noChangeShapeType="1"/>
          </p:cNvSpPr>
          <p:nvPr/>
        </p:nvSpPr>
        <p:spPr bwMode="auto">
          <a:xfrm>
            <a:off x="4191000" y="6096000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91176" name="Object 40"/>
          <p:cNvGraphicFramePr>
            <a:graphicFrameLocks noChangeAspect="1"/>
          </p:cNvGraphicFramePr>
          <p:nvPr/>
        </p:nvGraphicFramePr>
        <p:xfrm>
          <a:off x="4648200" y="6096000"/>
          <a:ext cx="774700" cy="393700"/>
        </p:xfrm>
        <a:graphic>
          <a:graphicData uri="http://schemas.openxmlformats.org/presentationml/2006/ole">
            <p:oleObj spid="_x0000_s91176" name="Equation" r:id="rId21" imgW="774360" imgH="393480" progId="Equation.3">
              <p:embed/>
            </p:oleObj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F02A9E1-73B3-4079-9403-81A2FA5E1B1F}" type="slidenum">
              <a:rPr lang="en-US"/>
              <a:pPr/>
              <a:t>73</a:t>
            </a:fld>
            <a:endParaRPr lang="en-US"/>
          </a:p>
        </p:txBody>
      </p:sp>
      <p:sp>
        <p:nvSpPr>
          <p:cNvPr id="183298" name="Rectangle 2"/>
          <p:cNvSpPr>
            <a:spLocks noChangeArrowheads="1"/>
          </p:cNvSpPr>
          <p:nvPr/>
        </p:nvSpPr>
        <p:spPr bwMode="auto">
          <a:xfrm>
            <a:off x="152400" y="838200"/>
            <a:ext cx="8839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/>
            <a:r>
              <a:rPr lang="en-US"/>
              <a:t> </a:t>
            </a:r>
          </a:p>
        </p:txBody>
      </p:sp>
      <p:sp>
        <p:nvSpPr>
          <p:cNvPr id="183299" name="Oval 3"/>
          <p:cNvSpPr>
            <a:spLocks noChangeArrowheads="1"/>
          </p:cNvSpPr>
          <p:nvPr/>
        </p:nvSpPr>
        <p:spPr bwMode="auto">
          <a:xfrm>
            <a:off x="2286000" y="2819400"/>
            <a:ext cx="9144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3300" name="Oval 4"/>
          <p:cNvSpPr>
            <a:spLocks noChangeArrowheads="1"/>
          </p:cNvSpPr>
          <p:nvPr/>
        </p:nvSpPr>
        <p:spPr bwMode="auto">
          <a:xfrm>
            <a:off x="2438400" y="2971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83301" name="Object 5"/>
          <p:cNvGraphicFramePr>
            <a:graphicFrameLocks noChangeAspect="1"/>
          </p:cNvGraphicFramePr>
          <p:nvPr/>
        </p:nvGraphicFramePr>
        <p:xfrm>
          <a:off x="2514600" y="2971800"/>
          <a:ext cx="430213" cy="531813"/>
        </p:xfrm>
        <a:graphic>
          <a:graphicData uri="http://schemas.openxmlformats.org/presentationml/2006/ole">
            <p:oleObj spid="_x0000_s183301" name="Equation" r:id="rId3" imgW="431640" imgH="533160" progId="Equation.3">
              <p:embed/>
            </p:oleObj>
          </a:graphicData>
        </a:graphic>
      </p:graphicFrame>
      <p:sp>
        <p:nvSpPr>
          <p:cNvPr id="183302" name="Oval 6"/>
          <p:cNvSpPr>
            <a:spLocks noChangeArrowheads="1"/>
          </p:cNvSpPr>
          <p:nvPr/>
        </p:nvSpPr>
        <p:spPr bwMode="auto">
          <a:xfrm>
            <a:off x="4419600" y="2971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3303" name="Oval 7"/>
          <p:cNvSpPr>
            <a:spLocks noChangeArrowheads="1"/>
          </p:cNvSpPr>
          <p:nvPr/>
        </p:nvSpPr>
        <p:spPr bwMode="auto">
          <a:xfrm>
            <a:off x="6324600" y="2971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3304" name="Oval 8"/>
          <p:cNvSpPr>
            <a:spLocks noChangeArrowheads="1"/>
          </p:cNvSpPr>
          <p:nvPr/>
        </p:nvSpPr>
        <p:spPr bwMode="auto">
          <a:xfrm>
            <a:off x="8229600" y="2971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3305" name="Oval 9"/>
          <p:cNvSpPr>
            <a:spLocks noChangeArrowheads="1"/>
          </p:cNvSpPr>
          <p:nvPr/>
        </p:nvSpPr>
        <p:spPr bwMode="auto">
          <a:xfrm>
            <a:off x="3733800" y="1447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3306" name="Oval 10"/>
          <p:cNvSpPr>
            <a:spLocks noChangeArrowheads="1"/>
          </p:cNvSpPr>
          <p:nvPr/>
        </p:nvSpPr>
        <p:spPr bwMode="auto">
          <a:xfrm>
            <a:off x="5257800" y="1447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3307" name="Line 11"/>
          <p:cNvSpPr>
            <a:spLocks noChangeShapeType="1"/>
          </p:cNvSpPr>
          <p:nvPr/>
        </p:nvSpPr>
        <p:spPr bwMode="auto">
          <a:xfrm>
            <a:off x="3200400" y="32766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3308" name="Oval 12"/>
          <p:cNvSpPr>
            <a:spLocks noChangeArrowheads="1"/>
          </p:cNvSpPr>
          <p:nvPr/>
        </p:nvSpPr>
        <p:spPr bwMode="auto">
          <a:xfrm>
            <a:off x="5105400" y="1295400"/>
            <a:ext cx="9144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3309" name="Line 13"/>
          <p:cNvSpPr>
            <a:spLocks noChangeShapeType="1"/>
          </p:cNvSpPr>
          <p:nvPr/>
        </p:nvSpPr>
        <p:spPr bwMode="auto">
          <a:xfrm>
            <a:off x="5029200" y="3276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3310" name="Line 14"/>
          <p:cNvSpPr>
            <a:spLocks noChangeShapeType="1"/>
          </p:cNvSpPr>
          <p:nvPr/>
        </p:nvSpPr>
        <p:spPr bwMode="auto">
          <a:xfrm>
            <a:off x="6934200" y="3276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3311" name="Line 15"/>
          <p:cNvSpPr>
            <a:spLocks noChangeShapeType="1"/>
          </p:cNvSpPr>
          <p:nvPr/>
        </p:nvSpPr>
        <p:spPr bwMode="auto">
          <a:xfrm flipH="1" flipV="1">
            <a:off x="4191000" y="2057400"/>
            <a:ext cx="381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3312" name="Line 16"/>
          <p:cNvSpPr>
            <a:spLocks noChangeShapeType="1"/>
          </p:cNvSpPr>
          <p:nvPr/>
        </p:nvSpPr>
        <p:spPr bwMode="auto">
          <a:xfrm flipV="1">
            <a:off x="4876800" y="2133600"/>
            <a:ext cx="381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3313" name="Freeform 17"/>
          <p:cNvSpPr>
            <a:spLocks/>
          </p:cNvSpPr>
          <p:nvPr/>
        </p:nvSpPr>
        <p:spPr bwMode="auto">
          <a:xfrm>
            <a:off x="2971800" y="3505200"/>
            <a:ext cx="5410200" cy="800100"/>
          </a:xfrm>
          <a:custGeom>
            <a:avLst/>
            <a:gdLst/>
            <a:ahLst/>
            <a:cxnLst>
              <a:cxn ang="0">
                <a:pos x="3408" y="0"/>
              </a:cxn>
              <a:cxn ang="0">
                <a:pos x="2256" y="432"/>
              </a:cxn>
              <a:cxn ang="0">
                <a:pos x="624" y="432"/>
              </a:cxn>
              <a:cxn ang="0">
                <a:pos x="0" y="144"/>
              </a:cxn>
            </a:cxnLst>
            <a:rect l="0" t="0" r="r" b="b"/>
            <a:pathLst>
              <a:path w="3408" h="504">
                <a:moveTo>
                  <a:pt x="3408" y="0"/>
                </a:moveTo>
                <a:cubicBezTo>
                  <a:pt x="3064" y="180"/>
                  <a:pt x="2720" y="360"/>
                  <a:pt x="2256" y="432"/>
                </a:cubicBezTo>
                <a:cubicBezTo>
                  <a:pt x="1792" y="504"/>
                  <a:pt x="1000" y="480"/>
                  <a:pt x="624" y="432"/>
                </a:cubicBezTo>
                <a:cubicBezTo>
                  <a:pt x="248" y="384"/>
                  <a:pt x="124" y="264"/>
                  <a:pt x="0" y="1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83314" name="Object 18"/>
          <p:cNvGraphicFramePr>
            <a:graphicFrameLocks noChangeAspect="1"/>
          </p:cNvGraphicFramePr>
          <p:nvPr/>
        </p:nvGraphicFramePr>
        <p:xfrm>
          <a:off x="5181600" y="3886200"/>
          <a:ext cx="303213" cy="381000"/>
        </p:xfrm>
        <a:graphic>
          <a:graphicData uri="http://schemas.openxmlformats.org/presentationml/2006/ole">
            <p:oleObj spid="_x0000_s183314" name="Equation" r:id="rId4" imgW="304560" imgH="380880" progId="Equation.3">
              <p:embed/>
            </p:oleObj>
          </a:graphicData>
        </a:graphic>
      </p:graphicFrame>
      <p:graphicFrame>
        <p:nvGraphicFramePr>
          <p:cNvPr id="183315" name="Object 19"/>
          <p:cNvGraphicFramePr>
            <a:graphicFrameLocks noChangeAspect="1"/>
          </p:cNvGraphicFramePr>
          <p:nvPr/>
        </p:nvGraphicFramePr>
        <p:xfrm>
          <a:off x="5338763" y="1447800"/>
          <a:ext cx="419100" cy="531813"/>
        </p:xfrm>
        <a:graphic>
          <a:graphicData uri="http://schemas.openxmlformats.org/presentationml/2006/ole">
            <p:oleObj spid="_x0000_s183315" name="Equation" r:id="rId5" imgW="419040" imgH="533160" progId="Equation.3">
              <p:embed/>
            </p:oleObj>
          </a:graphicData>
        </a:graphic>
      </p:graphicFrame>
      <p:graphicFrame>
        <p:nvGraphicFramePr>
          <p:cNvPr id="183316" name="Object 20"/>
          <p:cNvGraphicFramePr>
            <a:graphicFrameLocks noChangeAspect="1"/>
          </p:cNvGraphicFramePr>
          <p:nvPr/>
        </p:nvGraphicFramePr>
        <p:xfrm>
          <a:off x="3803650" y="1452563"/>
          <a:ext cx="442913" cy="520700"/>
        </p:xfrm>
        <a:graphic>
          <a:graphicData uri="http://schemas.openxmlformats.org/presentationml/2006/ole">
            <p:oleObj spid="_x0000_s183316" name="Equation" r:id="rId6" imgW="444240" imgH="520560" progId="Equation.3">
              <p:embed/>
            </p:oleObj>
          </a:graphicData>
        </a:graphic>
      </p:graphicFrame>
      <p:graphicFrame>
        <p:nvGraphicFramePr>
          <p:cNvPr id="183317" name="Object 21"/>
          <p:cNvGraphicFramePr>
            <a:graphicFrameLocks noChangeAspect="1"/>
          </p:cNvGraphicFramePr>
          <p:nvPr/>
        </p:nvGraphicFramePr>
        <p:xfrm>
          <a:off x="8305800" y="2971800"/>
          <a:ext cx="419100" cy="531813"/>
        </p:xfrm>
        <a:graphic>
          <a:graphicData uri="http://schemas.openxmlformats.org/presentationml/2006/ole">
            <p:oleObj spid="_x0000_s183317" name="Equation" r:id="rId7" imgW="419040" imgH="533160" progId="Equation.3">
              <p:embed/>
            </p:oleObj>
          </a:graphicData>
        </a:graphic>
      </p:graphicFrame>
      <p:graphicFrame>
        <p:nvGraphicFramePr>
          <p:cNvPr id="183318" name="Object 22"/>
          <p:cNvGraphicFramePr>
            <a:graphicFrameLocks noChangeAspect="1"/>
          </p:cNvGraphicFramePr>
          <p:nvPr/>
        </p:nvGraphicFramePr>
        <p:xfrm>
          <a:off x="6394450" y="2976563"/>
          <a:ext cx="442913" cy="520700"/>
        </p:xfrm>
        <a:graphic>
          <a:graphicData uri="http://schemas.openxmlformats.org/presentationml/2006/ole">
            <p:oleObj spid="_x0000_s183318" name="Equation" r:id="rId8" imgW="444240" imgH="520560" progId="Equation.3">
              <p:embed/>
            </p:oleObj>
          </a:graphicData>
        </a:graphic>
      </p:graphicFrame>
      <p:graphicFrame>
        <p:nvGraphicFramePr>
          <p:cNvPr id="183319" name="Object 23"/>
          <p:cNvGraphicFramePr>
            <a:graphicFrameLocks noChangeAspect="1"/>
          </p:cNvGraphicFramePr>
          <p:nvPr/>
        </p:nvGraphicFramePr>
        <p:xfrm>
          <a:off x="4525963" y="2976563"/>
          <a:ext cx="368300" cy="520700"/>
        </p:xfrm>
        <a:graphic>
          <a:graphicData uri="http://schemas.openxmlformats.org/presentationml/2006/ole">
            <p:oleObj spid="_x0000_s183319" name="Equation" r:id="rId9" imgW="368280" imgH="520560" progId="Equation.3">
              <p:embed/>
            </p:oleObj>
          </a:graphicData>
        </a:graphic>
      </p:graphicFrame>
      <p:graphicFrame>
        <p:nvGraphicFramePr>
          <p:cNvPr id="183320" name="Object 24"/>
          <p:cNvGraphicFramePr>
            <a:graphicFrameLocks noChangeAspect="1"/>
          </p:cNvGraphicFramePr>
          <p:nvPr/>
        </p:nvGraphicFramePr>
        <p:xfrm>
          <a:off x="3657600" y="2971800"/>
          <a:ext cx="265113" cy="279400"/>
        </p:xfrm>
        <a:graphic>
          <a:graphicData uri="http://schemas.openxmlformats.org/presentationml/2006/ole">
            <p:oleObj spid="_x0000_s183320" name="Equation" r:id="rId10" imgW="266400" imgH="279360" progId="Equation.3">
              <p:embed/>
            </p:oleObj>
          </a:graphicData>
        </a:graphic>
      </p:graphicFrame>
      <p:graphicFrame>
        <p:nvGraphicFramePr>
          <p:cNvPr id="183321" name="Object 25"/>
          <p:cNvGraphicFramePr>
            <a:graphicFrameLocks noChangeAspect="1"/>
          </p:cNvGraphicFramePr>
          <p:nvPr/>
        </p:nvGraphicFramePr>
        <p:xfrm>
          <a:off x="5105400" y="2362200"/>
          <a:ext cx="265113" cy="279400"/>
        </p:xfrm>
        <a:graphic>
          <a:graphicData uri="http://schemas.openxmlformats.org/presentationml/2006/ole">
            <p:oleObj spid="_x0000_s183321" name="Equation" r:id="rId11" imgW="266400" imgH="279360" progId="Equation.3">
              <p:embed/>
            </p:oleObj>
          </a:graphicData>
        </a:graphic>
      </p:graphicFrame>
      <p:graphicFrame>
        <p:nvGraphicFramePr>
          <p:cNvPr id="183322" name="Object 26"/>
          <p:cNvGraphicFramePr>
            <a:graphicFrameLocks noChangeAspect="1"/>
          </p:cNvGraphicFramePr>
          <p:nvPr/>
        </p:nvGraphicFramePr>
        <p:xfrm>
          <a:off x="4419600" y="2362200"/>
          <a:ext cx="265113" cy="279400"/>
        </p:xfrm>
        <a:graphic>
          <a:graphicData uri="http://schemas.openxmlformats.org/presentationml/2006/ole">
            <p:oleObj spid="_x0000_s183322" name="Equation" r:id="rId12" imgW="266400" imgH="279360" progId="Equation.3">
              <p:embed/>
            </p:oleObj>
          </a:graphicData>
        </a:graphic>
      </p:graphicFrame>
      <p:graphicFrame>
        <p:nvGraphicFramePr>
          <p:cNvPr id="183323" name="Object 27"/>
          <p:cNvGraphicFramePr>
            <a:graphicFrameLocks noChangeAspect="1"/>
          </p:cNvGraphicFramePr>
          <p:nvPr/>
        </p:nvGraphicFramePr>
        <p:xfrm>
          <a:off x="5486400" y="2895600"/>
          <a:ext cx="252413" cy="392113"/>
        </p:xfrm>
        <a:graphic>
          <a:graphicData uri="http://schemas.openxmlformats.org/presentationml/2006/ole">
            <p:oleObj spid="_x0000_s183323" name="Equation" r:id="rId13" imgW="253800" imgH="393480" progId="Equation.3">
              <p:embed/>
            </p:oleObj>
          </a:graphicData>
        </a:graphic>
      </p:graphicFrame>
      <p:graphicFrame>
        <p:nvGraphicFramePr>
          <p:cNvPr id="183324" name="Object 28"/>
          <p:cNvGraphicFramePr>
            <a:graphicFrameLocks noChangeAspect="1"/>
          </p:cNvGraphicFramePr>
          <p:nvPr/>
        </p:nvGraphicFramePr>
        <p:xfrm>
          <a:off x="7391400" y="2895600"/>
          <a:ext cx="303213" cy="381000"/>
        </p:xfrm>
        <a:graphic>
          <a:graphicData uri="http://schemas.openxmlformats.org/presentationml/2006/ole">
            <p:oleObj spid="_x0000_s183324" name="Equation" r:id="rId14" imgW="304560" imgH="380880" progId="Equation.3">
              <p:embed/>
            </p:oleObj>
          </a:graphicData>
        </a:graphic>
      </p:graphicFrame>
      <p:graphicFrame>
        <p:nvGraphicFramePr>
          <p:cNvPr id="183325" name="Object 29"/>
          <p:cNvGraphicFramePr>
            <a:graphicFrameLocks noChangeAspect="1"/>
          </p:cNvGraphicFramePr>
          <p:nvPr/>
        </p:nvGraphicFramePr>
        <p:xfrm>
          <a:off x="5143500" y="3549650"/>
          <a:ext cx="228600" cy="520700"/>
        </p:xfrm>
        <a:graphic>
          <a:graphicData uri="http://schemas.openxmlformats.org/presentationml/2006/ole">
            <p:oleObj spid="_x0000_s183325" name="Equation" r:id="rId15" imgW="228600" imgH="520560" progId="Equation.3">
              <p:embed/>
            </p:oleObj>
          </a:graphicData>
        </a:graphic>
      </p:graphicFrame>
      <p:sp>
        <p:nvSpPr>
          <p:cNvPr id="183326" name="Line 30"/>
          <p:cNvSpPr>
            <a:spLocks noChangeShapeType="1"/>
          </p:cNvSpPr>
          <p:nvPr/>
        </p:nvSpPr>
        <p:spPr bwMode="auto">
          <a:xfrm>
            <a:off x="1676400" y="3276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83327" name="Object 31"/>
          <p:cNvGraphicFramePr>
            <a:graphicFrameLocks noChangeAspect="1"/>
          </p:cNvGraphicFramePr>
          <p:nvPr/>
        </p:nvGraphicFramePr>
        <p:xfrm>
          <a:off x="69850" y="5422900"/>
          <a:ext cx="4838700" cy="609600"/>
        </p:xfrm>
        <a:graphic>
          <a:graphicData uri="http://schemas.openxmlformats.org/presentationml/2006/ole">
            <p:oleObj spid="_x0000_s183327" name="Equation" r:id="rId16" imgW="4838400" imgH="609480" progId="Equation.3">
              <p:embed/>
            </p:oleObj>
          </a:graphicData>
        </a:graphic>
      </p:graphicFrame>
      <p:graphicFrame>
        <p:nvGraphicFramePr>
          <p:cNvPr id="183328" name="Object 32"/>
          <p:cNvGraphicFramePr>
            <a:graphicFrameLocks noChangeAspect="1"/>
          </p:cNvGraphicFramePr>
          <p:nvPr/>
        </p:nvGraphicFramePr>
        <p:xfrm>
          <a:off x="5143500" y="3549650"/>
          <a:ext cx="228600" cy="520700"/>
        </p:xfrm>
        <a:graphic>
          <a:graphicData uri="http://schemas.openxmlformats.org/presentationml/2006/ole">
            <p:oleObj spid="_x0000_s183328" name="Equation" r:id="rId17" imgW="228600" imgH="520560" progId="Equation.3">
              <p:embed/>
            </p:oleObj>
          </a:graphicData>
        </a:graphic>
      </p:graphicFrame>
      <p:graphicFrame>
        <p:nvGraphicFramePr>
          <p:cNvPr id="183329" name="Object 33"/>
          <p:cNvGraphicFramePr>
            <a:graphicFrameLocks noChangeAspect="1"/>
          </p:cNvGraphicFramePr>
          <p:nvPr/>
        </p:nvGraphicFramePr>
        <p:xfrm>
          <a:off x="6007100" y="5410200"/>
          <a:ext cx="2171700" cy="558800"/>
        </p:xfrm>
        <a:graphic>
          <a:graphicData uri="http://schemas.openxmlformats.org/presentationml/2006/ole">
            <p:oleObj spid="_x0000_s183329" name="Equation" r:id="rId18" imgW="2171520" imgH="558720" progId="Equation.3">
              <p:embed/>
            </p:oleObj>
          </a:graphicData>
        </a:graphic>
      </p:graphicFrame>
      <p:graphicFrame>
        <p:nvGraphicFramePr>
          <p:cNvPr id="183330" name="Object 34"/>
          <p:cNvGraphicFramePr>
            <a:graphicFrameLocks noChangeAspect="1"/>
          </p:cNvGraphicFramePr>
          <p:nvPr/>
        </p:nvGraphicFramePr>
        <p:xfrm>
          <a:off x="184150" y="1041400"/>
          <a:ext cx="2387600" cy="582613"/>
        </p:xfrm>
        <a:graphic>
          <a:graphicData uri="http://schemas.openxmlformats.org/presentationml/2006/ole">
            <p:oleObj spid="_x0000_s183330" name="Equation" r:id="rId19" imgW="2387520" imgH="583920" progId="Equation.3">
              <p:embed/>
            </p:oleObj>
          </a:graphicData>
        </a:graphic>
      </p:graphicFrame>
      <p:sp>
        <p:nvSpPr>
          <p:cNvPr id="183331" name="Line 35"/>
          <p:cNvSpPr>
            <a:spLocks noChangeShapeType="1"/>
          </p:cNvSpPr>
          <p:nvPr/>
        </p:nvSpPr>
        <p:spPr bwMode="auto">
          <a:xfrm>
            <a:off x="4495800" y="6096000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83332" name="Object 36"/>
          <p:cNvGraphicFramePr>
            <a:graphicFrameLocks noChangeAspect="1"/>
          </p:cNvGraphicFramePr>
          <p:nvPr/>
        </p:nvGraphicFramePr>
        <p:xfrm>
          <a:off x="4953000" y="6096000"/>
          <a:ext cx="774700" cy="393700"/>
        </p:xfrm>
        <a:graphic>
          <a:graphicData uri="http://schemas.openxmlformats.org/presentationml/2006/ole">
            <p:oleObj spid="_x0000_s183332" name="Equation" r:id="rId20" imgW="774360" imgH="393480" progId="Equation.3">
              <p:embed/>
            </p:oleObj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9C3C89-B923-4263-ADF1-CB3D263173C9}" type="slidenum">
              <a:rPr lang="en-US"/>
              <a:pPr/>
              <a:t>74</a:t>
            </a:fld>
            <a:endParaRPr lang="en-US"/>
          </a:p>
        </p:txBody>
      </p:sp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92164" name="Oval 4"/>
          <p:cNvSpPr>
            <a:spLocks noChangeArrowheads="1"/>
          </p:cNvSpPr>
          <p:nvPr/>
        </p:nvSpPr>
        <p:spPr bwMode="auto">
          <a:xfrm>
            <a:off x="2286000" y="2819400"/>
            <a:ext cx="9144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165" name="Oval 5"/>
          <p:cNvSpPr>
            <a:spLocks noChangeArrowheads="1"/>
          </p:cNvSpPr>
          <p:nvPr/>
        </p:nvSpPr>
        <p:spPr bwMode="auto">
          <a:xfrm>
            <a:off x="2438400" y="2971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92166" name="Object 6"/>
          <p:cNvGraphicFramePr>
            <a:graphicFrameLocks noChangeAspect="1"/>
          </p:cNvGraphicFramePr>
          <p:nvPr/>
        </p:nvGraphicFramePr>
        <p:xfrm>
          <a:off x="2514600" y="2971800"/>
          <a:ext cx="430213" cy="531813"/>
        </p:xfrm>
        <a:graphic>
          <a:graphicData uri="http://schemas.openxmlformats.org/presentationml/2006/ole">
            <p:oleObj spid="_x0000_s92166" name="Equation" r:id="rId3" imgW="431640" imgH="533160" progId="Equation.3">
              <p:embed/>
            </p:oleObj>
          </a:graphicData>
        </a:graphic>
      </p:graphicFrame>
      <p:sp>
        <p:nvSpPr>
          <p:cNvPr id="92167" name="Oval 7"/>
          <p:cNvSpPr>
            <a:spLocks noChangeArrowheads="1"/>
          </p:cNvSpPr>
          <p:nvPr/>
        </p:nvSpPr>
        <p:spPr bwMode="auto">
          <a:xfrm>
            <a:off x="4419600" y="2971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168" name="Oval 8"/>
          <p:cNvSpPr>
            <a:spLocks noChangeArrowheads="1"/>
          </p:cNvSpPr>
          <p:nvPr/>
        </p:nvSpPr>
        <p:spPr bwMode="auto">
          <a:xfrm>
            <a:off x="6324600" y="2971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169" name="Oval 9"/>
          <p:cNvSpPr>
            <a:spLocks noChangeArrowheads="1"/>
          </p:cNvSpPr>
          <p:nvPr/>
        </p:nvSpPr>
        <p:spPr bwMode="auto">
          <a:xfrm>
            <a:off x="3733800" y="1447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170" name="Oval 10"/>
          <p:cNvSpPr>
            <a:spLocks noChangeArrowheads="1"/>
          </p:cNvSpPr>
          <p:nvPr/>
        </p:nvSpPr>
        <p:spPr bwMode="auto">
          <a:xfrm>
            <a:off x="5257800" y="1447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171" name="Line 11"/>
          <p:cNvSpPr>
            <a:spLocks noChangeShapeType="1"/>
          </p:cNvSpPr>
          <p:nvPr/>
        </p:nvSpPr>
        <p:spPr bwMode="auto">
          <a:xfrm>
            <a:off x="3200400" y="32766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172" name="Oval 12"/>
          <p:cNvSpPr>
            <a:spLocks noChangeArrowheads="1"/>
          </p:cNvSpPr>
          <p:nvPr/>
        </p:nvSpPr>
        <p:spPr bwMode="auto">
          <a:xfrm>
            <a:off x="5105400" y="1295400"/>
            <a:ext cx="9144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173" name="Line 13"/>
          <p:cNvSpPr>
            <a:spLocks noChangeShapeType="1"/>
          </p:cNvSpPr>
          <p:nvPr/>
        </p:nvSpPr>
        <p:spPr bwMode="auto">
          <a:xfrm>
            <a:off x="5029200" y="3276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174" name="Line 14"/>
          <p:cNvSpPr>
            <a:spLocks noChangeShapeType="1"/>
          </p:cNvSpPr>
          <p:nvPr/>
        </p:nvSpPr>
        <p:spPr bwMode="auto">
          <a:xfrm>
            <a:off x="6934200" y="3276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175" name="Line 15"/>
          <p:cNvSpPr>
            <a:spLocks noChangeShapeType="1"/>
          </p:cNvSpPr>
          <p:nvPr/>
        </p:nvSpPr>
        <p:spPr bwMode="auto">
          <a:xfrm flipH="1" flipV="1">
            <a:off x="4191000" y="2057400"/>
            <a:ext cx="381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176" name="Line 16"/>
          <p:cNvSpPr>
            <a:spLocks noChangeShapeType="1"/>
          </p:cNvSpPr>
          <p:nvPr/>
        </p:nvSpPr>
        <p:spPr bwMode="auto">
          <a:xfrm flipV="1">
            <a:off x="4876800" y="2133600"/>
            <a:ext cx="381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177" name="Freeform 17"/>
          <p:cNvSpPr>
            <a:spLocks/>
          </p:cNvSpPr>
          <p:nvPr/>
        </p:nvSpPr>
        <p:spPr bwMode="auto">
          <a:xfrm>
            <a:off x="2971800" y="3505200"/>
            <a:ext cx="5410200" cy="800100"/>
          </a:xfrm>
          <a:custGeom>
            <a:avLst/>
            <a:gdLst/>
            <a:ahLst/>
            <a:cxnLst>
              <a:cxn ang="0">
                <a:pos x="3408" y="0"/>
              </a:cxn>
              <a:cxn ang="0">
                <a:pos x="2256" y="432"/>
              </a:cxn>
              <a:cxn ang="0">
                <a:pos x="624" y="432"/>
              </a:cxn>
              <a:cxn ang="0">
                <a:pos x="0" y="144"/>
              </a:cxn>
            </a:cxnLst>
            <a:rect l="0" t="0" r="r" b="b"/>
            <a:pathLst>
              <a:path w="3408" h="504">
                <a:moveTo>
                  <a:pt x="3408" y="0"/>
                </a:moveTo>
                <a:cubicBezTo>
                  <a:pt x="3064" y="180"/>
                  <a:pt x="2720" y="360"/>
                  <a:pt x="2256" y="432"/>
                </a:cubicBezTo>
                <a:cubicBezTo>
                  <a:pt x="1792" y="504"/>
                  <a:pt x="1000" y="480"/>
                  <a:pt x="624" y="432"/>
                </a:cubicBezTo>
                <a:cubicBezTo>
                  <a:pt x="248" y="384"/>
                  <a:pt x="124" y="264"/>
                  <a:pt x="0" y="1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92178" name="Object 18"/>
          <p:cNvGraphicFramePr>
            <a:graphicFrameLocks noChangeAspect="1"/>
          </p:cNvGraphicFramePr>
          <p:nvPr/>
        </p:nvGraphicFramePr>
        <p:xfrm>
          <a:off x="5181600" y="3886200"/>
          <a:ext cx="303213" cy="381000"/>
        </p:xfrm>
        <a:graphic>
          <a:graphicData uri="http://schemas.openxmlformats.org/presentationml/2006/ole">
            <p:oleObj spid="_x0000_s92178" name="Equation" r:id="rId4" imgW="304560" imgH="380880" progId="Equation.3">
              <p:embed/>
            </p:oleObj>
          </a:graphicData>
        </a:graphic>
      </p:graphicFrame>
      <p:graphicFrame>
        <p:nvGraphicFramePr>
          <p:cNvPr id="92179" name="Object 19"/>
          <p:cNvGraphicFramePr>
            <a:graphicFrameLocks noChangeAspect="1"/>
          </p:cNvGraphicFramePr>
          <p:nvPr/>
        </p:nvGraphicFramePr>
        <p:xfrm>
          <a:off x="5338763" y="1447800"/>
          <a:ext cx="419100" cy="531813"/>
        </p:xfrm>
        <a:graphic>
          <a:graphicData uri="http://schemas.openxmlformats.org/presentationml/2006/ole">
            <p:oleObj spid="_x0000_s92179" name="Equation" r:id="rId5" imgW="419040" imgH="533160" progId="Equation.3">
              <p:embed/>
            </p:oleObj>
          </a:graphicData>
        </a:graphic>
      </p:graphicFrame>
      <p:graphicFrame>
        <p:nvGraphicFramePr>
          <p:cNvPr id="92180" name="Object 20"/>
          <p:cNvGraphicFramePr>
            <a:graphicFrameLocks noChangeAspect="1"/>
          </p:cNvGraphicFramePr>
          <p:nvPr/>
        </p:nvGraphicFramePr>
        <p:xfrm>
          <a:off x="3803650" y="1452563"/>
          <a:ext cx="442913" cy="520700"/>
        </p:xfrm>
        <a:graphic>
          <a:graphicData uri="http://schemas.openxmlformats.org/presentationml/2006/ole">
            <p:oleObj spid="_x0000_s92180" name="Equation" r:id="rId6" imgW="444240" imgH="520560" progId="Equation.3">
              <p:embed/>
            </p:oleObj>
          </a:graphicData>
        </a:graphic>
      </p:graphicFrame>
      <p:graphicFrame>
        <p:nvGraphicFramePr>
          <p:cNvPr id="92181" name="Object 21"/>
          <p:cNvGraphicFramePr>
            <a:graphicFrameLocks noChangeAspect="1"/>
          </p:cNvGraphicFramePr>
          <p:nvPr/>
        </p:nvGraphicFramePr>
        <p:xfrm>
          <a:off x="8305800" y="2971800"/>
          <a:ext cx="419100" cy="531813"/>
        </p:xfrm>
        <a:graphic>
          <a:graphicData uri="http://schemas.openxmlformats.org/presentationml/2006/ole">
            <p:oleObj spid="_x0000_s92181" name="Equation" r:id="rId7" imgW="419040" imgH="533160" progId="Equation.3">
              <p:embed/>
            </p:oleObj>
          </a:graphicData>
        </a:graphic>
      </p:graphicFrame>
      <p:graphicFrame>
        <p:nvGraphicFramePr>
          <p:cNvPr id="92182" name="Object 22"/>
          <p:cNvGraphicFramePr>
            <a:graphicFrameLocks noChangeAspect="1"/>
          </p:cNvGraphicFramePr>
          <p:nvPr/>
        </p:nvGraphicFramePr>
        <p:xfrm>
          <a:off x="6394450" y="2976563"/>
          <a:ext cx="442913" cy="520700"/>
        </p:xfrm>
        <a:graphic>
          <a:graphicData uri="http://schemas.openxmlformats.org/presentationml/2006/ole">
            <p:oleObj spid="_x0000_s92182" name="Equation" r:id="rId8" imgW="444240" imgH="520560" progId="Equation.3">
              <p:embed/>
            </p:oleObj>
          </a:graphicData>
        </a:graphic>
      </p:graphicFrame>
      <p:graphicFrame>
        <p:nvGraphicFramePr>
          <p:cNvPr id="92183" name="Object 23"/>
          <p:cNvGraphicFramePr>
            <a:graphicFrameLocks noChangeAspect="1"/>
          </p:cNvGraphicFramePr>
          <p:nvPr/>
        </p:nvGraphicFramePr>
        <p:xfrm>
          <a:off x="4525963" y="2976563"/>
          <a:ext cx="368300" cy="520700"/>
        </p:xfrm>
        <a:graphic>
          <a:graphicData uri="http://schemas.openxmlformats.org/presentationml/2006/ole">
            <p:oleObj spid="_x0000_s92183" name="Equation" r:id="rId9" imgW="368280" imgH="520560" progId="Equation.3">
              <p:embed/>
            </p:oleObj>
          </a:graphicData>
        </a:graphic>
      </p:graphicFrame>
      <p:graphicFrame>
        <p:nvGraphicFramePr>
          <p:cNvPr id="92184" name="Object 24"/>
          <p:cNvGraphicFramePr>
            <a:graphicFrameLocks noChangeAspect="1"/>
          </p:cNvGraphicFramePr>
          <p:nvPr/>
        </p:nvGraphicFramePr>
        <p:xfrm>
          <a:off x="3657600" y="2971800"/>
          <a:ext cx="265113" cy="279400"/>
        </p:xfrm>
        <a:graphic>
          <a:graphicData uri="http://schemas.openxmlformats.org/presentationml/2006/ole">
            <p:oleObj spid="_x0000_s92184" name="Equation" r:id="rId10" imgW="266400" imgH="279360" progId="Equation.3">
              <p:embed/>
            </p:oleObj>
          </a:graphicData>
        </a:graphic>
      </p:graphicFrame>
      <p:graphicFrame>
        <p:nvGraphicFramePr>
          <p:cNvPr id="92185" name="Object 25"/>
          <p:cNvGraphicFramePr>
            <a:graphicFrameLocks noChangeAspect="1"/>
          </p:cNvGraphicFramePr>
          <p:nvPr/>
        </p:nvGraphicFramePr>
        <p:xfrm>
          <a:off x="5105400" y="2362200"/>
          <a:ext cx="265113" cy="279400"/>
        </p:xfrm>
        <a:graphic>
          <a:graphicData uri="http://schemas.openxmlformats.org/presentationml/2006/ole">
            <p:oleObj spid="_x0000_s92185" name="Equation" r:id="rId11" imgW="266400" imgH="279360" progId="Equation.3">
              <p:embed/>
            </p:oleObj>
          </a:graphicData>
        </a:graphic>
      </p:graphicFrame>
      <p:graphicFrame>
        <p:nvGraphicFramePr>
          <p:cNvPr id="92186" name="Object 26"/>
          <p:cNvGraphicFramePr>
            <a:graphicFrameLocks noChangeAspect="1"/>
          </p:cNvGraphicFramePr>
          <p:nvPr/>
        </p:nvGraphicFramePr>
        <p:xfrm>
          <a:off x="4419600" y="2362200"/>
          <a:ext cx="265113" cy="279400"/>
        </p:xfrm>
        <a:graphic>
          <a:graphicData uri="http://schemas.openxmlformats.org/presentationml/2006/ole">
            <p:oleObj spid="_x0000_s92186" name="Equation" r:id="rId12" imgW="266400" imgH="279360" progId="Equation.3">
              <p:embed/>
            </p:oleObj>
          </a:graphicData>
        </a:graphic>
      </p:graphicFrame>
      <p:graphicFrame>
        <p:nvGraphicFramePr>
          <p:cNvPr id="92187" name="Object 27"/>
          <p:cNvGraphicFramePr>
            <a:graphicFrameLocks noChangeAspect="1"/>
          </p:cNvGraphicFramePr>
          <p:nvPr/>
        </p:nvGraphicFramePr>
        <p:xfrm>
          <a:off x="5486400" y="2895600"/>
          <a:ext cx="252413" cy="392113"/>
        </p:xfrm>
        <a:graphic>
          <a:graphicData uri="http://schemas.openxmlformats.org/presentationml/2006/ole">
            <p:oleObj spid="_x0000_s92187" name="Equation" r:id="rId13" imgW="253800" imgH="393480" progId="Equation.3">
              <p:embed/>
            </p:oleObj>
          </a:graphicData>
        </a:graphic>
      </p:graphicFrame>
      <p:graphicFrame>
        <p:nvGraphicFramePr>
          <p:cNvPr id="92188" name="Object 28"/>
          <p:cNvGraphicFramePr>
            <a:graphicFrameLocks noChangeAspect="1"/>
          </p:cNvGraphicFramePr>
          <p:nvPr/>
        </p:nvGraphicFramePr>
        <p:xfrm>
          <a:off x="7391400" y="2895600"/>
          <a:ext cx="303213" cy="381000"/>
        </p:xfrm>
        <a:graphic>
          <a:graphicData uri="http://schemas.openxmlformats.org/presentationml/2006/ole">
            <p:oleObj spid="_x0000_s92188" name="Equation" r:id="rId14" imgW="304560" imgH="380880" progId="Equation.3">
              <p:embed/>
            </p:oleObj>
          </a:graphicData>
        </a:graphic>
      </p:graphicFrame>
      <p:graphicFrame>
        <p:nvGraphicFramePr>
          <p:cNvPr id="92189" name="Object 29"/>
          <p:cNvGraphicFramePr>
            <a:graphicFrameLocks noChangeAspect="1"/>
          </p:cNvGraphicFramePr>
          <p:nvPr/>
        </p:nvGraphicFramePr>
        <p:xfrm>
          <a:off x="5143500" y="3549650"/>
          <a:ext cx="228600" cy="520700"/>
        </p:xfrm>
        <a:graphic>
          <a:graphicData uri="http://schemas.openxmlformats.org/presentationml/2006/ole">
            <p:oleObj spid="_x0000_s92189" name="Equation" r:id="rId15" imgW="228600" imgH="520560" progId="Equation.3">
              <p:embed/>
            </p:oleObj>
          </a:graphicData>
        </a:graphic>
      </p:graphicFrame>
      <p:sp>
        <p:nvSpPr>
          <p:cNvPr id="92190" name="Line 30"/>
          <p:cNvSpPr>
            <a:spLocks noChangeShapeType="1"/>
          </p:cNvSpPr>
          <p:nvPr/>
        </p:nvSpPr>
        <p:spPr bwMode="auto">
          <a:xfrm>
            <a:off x="1676400" y="3276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92191" name="Object 31"/>
          <p:cNvGraphicFramePr>
            <a:graphicFrameLocks noChangeAspect="1"/>
          </p:cNvGraphicFramePr>
          <p:nvPr/>
        </p:nvGraphicFramePr>
        <p:xfrm>
          <a:off x="5143500" y="3549650"/>
          <a:ext cx="228600" cy="520700"/>
        </p:xfrm>
        <a:graphic>
          <a:graphicData uri="http://schemas.openxmlformats.org/presentationml/2006/ole">
            <p:oleObj spid="_x0000_s92191" name="Equation" r:id="rId16" imgW="228600" imgH="520560" progId="Equation.3">
              <p:embed/>
            </p:oleObj>
          </a:graphicData>
        </a:graphic>
      </p:graphicFrame>
      <p:graphicFrame>
        <p:nvGraphicFramePr>
          <p:cNvPr id="92192" name="Object 32"/>
          <p:cNvGraphicFramePr>
            <a:graphicFrameLocks noChangeAspect="1"/>
          </p:cNvGraphicFramePr>
          <p:nvPr/>
        </p:nvGraphicFramePr>
        <p:xfrm>
          <a:off x="184150" y="1041400"/>
          <a:ext cx="2387600" cy="582613"/>
        </p:xfrm>
        <a:graphic>
          <a:graphicData uri="http://schemas.openxmlformats.org/presentationml/2006/ole">
            <p:oleObj spid="_x0000_s92192" name="Equation" r:id="rId17" imgW="2387520" imgH="583920" progId="Equation.3">
              <p:embed/>
            </p:oleObj>
          </a:graphicData>
        </a:graphic>
      </p:graphicFrame>
      <p:graphicFrame>
        <p:nvGraphicFramePr>
          <p:cNvPr id="92193" name="Object 33"/>
          <p:cNvGraphicFramePr>
            <a:graphicFrameLocks noChangeAspect="1"/>
          </p:cNvGraphicFramePr>
          <p:nvPr/>
        </p:nvGraphicFramePr>
        <p:xfrm>
          <a:off x="146050" y="5422900"/>
          <a:ext cx="4686300" cy="609600"/>
        </p:xfrm>
        <a:graphic>
          <a:graphicData uri="http://schemas.openxmlformats.org/presentationml/2006/ole">
            <p:oleObj spid="_x0000_s92193" name="Equation" r:id="rId18" imgW="4686120" imgH="609480" progId="Equation.3">
              <p:embed/>
            </p:oleObj>
          </a:graphicData>
        </a:graphic>
      </p:graphicFrame>
      <p:graphicFrame>
        <p:nvGraphicFramePr>
          <p:cNvPr id="92194" name="Object 34"/>
          <p:cNvGraphicFramePr>
            <a:graphicFrameLocks noChangeAspect="1"/>
          </p:cNvGraphicFramePr>
          <p:nvPr/>
        </p:nvGraphicFramePr>
        <p:xfrm>
          <a:off x="5734050" y="5422900"/>
          <a:ext cx="2717800" cy="533400"/>
        </p:xfrm>
        <a:graphic>
          <a:graphicData uri="http://schemas.openxmlformats.org/presentationml/2006/ole">
            <p:oleObj spid="_x0000_s92194" name="Equation" r:id="rId19" imgW="2717640" imgH="533160" progId="Equation.3">
              <p:embed/>
            </p:oleObj>
          </a:graphicData>
        </a:graphic>
      </p:graphicFrame>
      <p:sp>
        <p:nvSpPr>
          <p:cNvPr id="92197" name="Oval 37"/>
          <p:cNvSpPr>
            <a:spLocks noChangeArrowheads="1"/>
          </p:cNvSpPr>
          <p:nvPr/>
        </p:nvSpPr>
        <p:spPr bwMode="auto">
          <a:xfrm>
            <a:off x="8229600" y="2971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2198" name="Line 38"/>
          <p:cNvSpPr>
            <a:spLocks noChangeShapeType="1"/>
          </p:cNvSpPr>
          <p:nvPr/>
        </p:nvSpPr>
        <p:spPr bwMode="auto">
          <a:xfrm>
            <a:off x="4495800" y="6096000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92199" name="Object 39"/>
          <p:cNvGraphicFramePr>
            <a:graphicFrameLocks noChangeAspect="1"/>
          </p:cNvGraphicFramePr>
          <p:nvPr/>
        </p:nvGraphicFramePr>
        <p:xfrm>
          <a:off x="4953000" y="6096000"/>
          <a:ext cx="774700" cy="393700"/>
        </p:xfrm>
        <a:graphic>
          <a:graphicData uri="http://schemas.openxmlformats.org/presentationml/2006/ole">
            <p:oleObj spid="_x0000_s92199" name="Equation" r:id="rId20" imgW="774360" imgH="393480" progId="Equation.3">
              <p:embed/>
            </p:oleObj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271DEDE-330D-4224-8A25-47166FB5DBA1}" type="slidenum">
              <a:rPr lang="en-US"/>
              <a:pPr/>
              <a:t>75</a:t>
            </a:fld>
            <a:endParaRPr lang="en-US"/>
          </a:p>
        </p:txBody>
      </p:sp>
      <p:sp>
        <p:nvSpPr>
          <p:cNvPr id="184322" name="Rectangle 2"/>
          <p:cNvSpPr>
            <a:spLocks noChangeArrowheads="1"/>
          </p:cNvSpPr>
          <p:nvPr/>
        </p:nvSpPr>
        <p:spPr bwMode="auto">
          <a:xfrm>
            <a:off x="152400" y="838200"/>
            <a:ext cx="8839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/>
            <a:r>
              <a:rPr lang="en-US"/>
              <a:t> </a:t>
            </a:r>
          </a:p>
        </p:txBody>
      </p:sp>
      <p:sp>
        <p:nvSpPr>
          <p:cNvPr id="184323" name="Oval 3"/>
          <p:cNvSpPr>
            <a:spLocks noChangeArrowheads="1"/>
          </p:cNvSpPr>
          <p:nvPr/>
        </p:nvSpPr>
        <p:spPr bwMode="auto">
          <a:xfrm>
            <a:off x="2286000" y="2819400"/>
            <a:ext cx="9144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324" name="Oval 4"/>
          <p:cNvSpPr>
            <a:spLocks noChangeArrowheads="1"/>
          </p:cNvSpPr>
          <p:nvPr/>
        </p:nvSpPr>
        <p:spPr bwMode="auto">
          <a:xfrm>
            <a:off x="2438400" y="2971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84325" name="Object 5"/>
          <p:cNvGraphicFramePr>
            <a:graphicFrameLocks noChangeAspect="1"/>
          </p:cNvGraphicFramePr>
          <p:nvPr/>
        </p:nvGraphicFramePr>
        <p:xfrm>
          <a:off x="2514600" y="2971800"/>
          <a:ext cx="430213" cy="531813"/>
        </p:xfrm>
        <a:graphic>
          <a:graphicData uri="http://schemas.openxmlformats.org/presentationml/2006/ole">
            <p:oleObj spid="_x0000_s184325" name="Equation" r:id="rId3" imgW="431640" imgH="533160" progId="Equation.3">
              <p:embed/>
            </p:oleObj>
          </a:graphicData>
        </a:graphic>
      </p:graphicFrame>
      <p:sp>
        <p:nvSpPr>
          <p:cNvPr id="184326" name="Oval 6"/>
          <p:cNvSpPr>
            <a:spLocks noChangeArrowheads="1"/>
          </p:cNvSpPr>
          <p:nvPr/>
        </p:nvSpPr>
        <p:spPr bwMode="auto">
          <a:xfrm>
            <a:off x="4419600" y="2971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327" name="Oval 7"/>
          <p:cNvSpPr>
            <a:spLocks noChangeArrowheads="1"/>
          </p:cNvSpPr>
          <p:nvPr/>
        </p:nvSpPr>
        <p:spPr bwMode="auto">
          <a:xfrm>
            <a:off x="6324600" y="2971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328" name="Oval 8"/>
          <p:cNvSpPr>
            <a:spLocks noChangeArrowheads="1"/>
          </p:cNvSpPr>
          <p:nvPr/>
        </p:nvSpPr>
        <p:spPr bwMode="auto">
          <a:xfrm>
            <a:off x="3733800" y="1447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329" name="Oval 9"/>
          <p:cNvSpPr>
            <a:spLocks noChangeArrowheads="1"/>
          </p:cNvSpPr>
          <p:nvPr/>
        </p:nvSpPr>
        <p:spPr bwMode="auto">
          <a:xfrm>
            <a:off x="5257800" y="1447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330" name="Line 10"/>
          <p:cNvSpPr>
            <a:spLocks noChangeShapeType="1"/>
          </p:cNvSpPr>
          <p:nvPr/>
        </p:nvSpPr>
        <p:spPr bwMode="auto">
          <a:xfrm>
            <a:off x="3200400" y="32766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331" name="Oval 11"/>
          <p:cNvSpPr>
            <a:spLocks noChangeArrowheads="1"/>
          </p:cNvSpPr>
          <p:nvPr/>
        </p:nvSpPr>
        <p:spPr bwMode="auto">
          <a:xfrm>
            <a:off x="5105400" y="1295400"/>
            <a:ext cx="9144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332" name="Line 12"/>
          <p:cNvSpPr>
            <a:spLocks noChangeShapeType="1"/>
          </p:cNvSpPr>
          <p:nvPr/>
        </p:nvSpPr>
        <p:spPr bwMode="auto">
          <a:xfrm>
            <a:off x="5029200" y="3276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333" name="Line 13"/>
          <p:cNvSpPr>
            <a:spLocks noChangeShapeType="1"/>
          </p:cNvSpPr>
          <p:nvPr/>
        </p:nvSpPr>
        <p:spPr bwMode="auto">
          <a:xfrm>
            <a:off x="6934200" y="3276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334" name="Line 14"/>
          <p:cNvSpPr>
            <a:spLocks noChangeShapeType="1"/>
          </p:cNvSpPr>
          <p:nvPr/>
        </p:nvSpPr>
        <p:spPr bwMode="auto">
          <a:xfrm flipH="1" flipV="1">
            <a:off x="4191000" y="2057400"/>
            <a:ext cx="381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335" name="Line 15"/>
          <p:cNvSpPr>
            <a:spLocks noChangeShapeType="1"/>
          </p:cNvSpPr>
          <p:nvPr/>
        </p:nvSpPr>
        <p:spPr bwMode="auto">
          <a:xfrm flipV="1">
            <a:off x="4876800" y="2133600"/>
            <a:ext cx="381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336" name="Freeform 16"/>
          <p:cNvSpPr>
            <a:spLocks/>
          </p:cNvSpPr>
          <p:nvPr/>
        </p:nvSpPr>
        <p:spPr bwMode="auto">
          <a:xfrm>
            <a:off x="2971800" y="3505200"/>
            <a:ext cx="5410200" cy="800100"/>
          </a:xfrm>
          <a:custGeom>
            <a:avLst/>
            <a:gdLst/>
            <a:ahLst/>
            <a:cxnLst>
              <a:cxn ang="0">
                <a:pos x="3408" y="0"/>
              </a:cxn>
              <a:cxn ang="0">
                <a:pos x="2256" y="432"/>
              </a:cxn>
              <a:cxn ang="0">
                <a:pos x="624" y="432"/>
              </a:cxn>
              <a:cxn ang="0">
                <a:pos x="0" y="144"/>
              </a:cxn>
            </a:cxnLst>
            <a:rect l="0" t="0" r="r" b="b"/>
            <a:pathLst>
              <a:path w="3408" h="504">
                <a:moveTo>
                  <a:pt x="3408" y="0"/>
                </a:moveTo>
                <a:cubicBezTo>
                  <a:pt x="3064" y="180"/>
                  <a:pt x="2720" y="360"/>
                  <a:pt x="2256" y="432"/>
                </a:cubicBezTo>
                <a:cubicBezTo>
                  <a:pt x="1792" y="504"/>
                  <a:pt x="1000" y="480"/>
                  <a:pt x="624" y="432"/>
                </a:cubicBezTo>
                <a:cubicBezTo>
                  <a:pt x="248" y="384"/>
                  <a:pt x="124" y="264"/>
                  <a:pt x="0" y="1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84337" name="Object 17"/>
          <p:cNvGraphicFramePr>
            <a:graphicFrameLocks noChangeAspect="1"/>
          </p:cNvGraphicFramePr>
          <p:nvPr/>
        </p:nvGraphicFramePr>
        <p:xfrm>
          <a:off x="5181600" y="3886200"/>
          <a:ext cx="303213" cy="381000"/>
        </p:xfrm>
        <a:graphic>
          <a:graphicData uri="http://schemas.openxmlformats.org/presentationml/2006/ole">
            <p:oleObj spid="_x0000_s184337" name="Equation" r:id="rId4" imgW="304560" imgH="380880" progId="Equation.3">
              <p:embed/>
            </p:oleObj>
          </a:graphicData>
        </a:graphic>
      </p:graphicFrame>
      <p:graphicFrame>
        <p:nvGraphicFramePr>
          <p:cNvPr id="184338" name="Object 18"/>
          <p:cNvGraphicFramePr>
            <a:graphicFrameLocks noChangeAspect="1"/>
          </p:cNvGraphicFramePr>
          <p:nvPr/>
        </p:nvGraphicFramePr>
        <p:xfrm>
          <a:off x="5338763" y="1447800"/>
          <a:ext cx="419100" cy="531813"/>
        </p:xfrm>
        <a:graphic>
          <a:graphicData uri="http://schemas.openxmlformats.org/presentationml/2006/ole">
            <p:oleObj spid="_x0000_s184338" name="Equation" r:id="rId5" imgW="419040" imgH="533160" progId="Equation.3">
              <p:embed/>
            </p:oleObj>
          </a:graphicData>
        </a:graphic>
      </p:graphicFrame>
      <p:graphicFrame>
        <p:nvGraphicFramePr>
          <p:cNvPr id="184339" name="Object 19"/>
          <p:cNvGraphicFramePr>
            <a:graphicFrameLocks noChangeAspect="1"/>
          </p:cNvGraphicFramePr>
          <p:nvPr/>
        </p:nvGraphicFramePr>
        <p:xfrm>
          <a:off x="3803650" y="1452563"/>
          <a:ext cx="442913" cy="520700"/>
        </p:xfrm>
        <a:graphic>
          <a:graphicData uri="http://schemas.openxmlformats.org/presentationml/2006/ole">
            <p:oleObj spid="_x0000_s184339" name="Equation" r:id="rId6" imgW="444240" imgH="520560" progId="Equation.3">
              <p:embed/>
            </p:oleObj>
          </a:graphicData>
        </a:graphic>
      </p:graphicFrame>
      <p:graphicFrame>
        <p:nvGraphicFramePr>
          <p:cNvPr id="184340" name="Object 20"/>
          <p:cNvGraphicFramePr>
            <a:graphicFrameLocks noChangeAspect="1"/>
          </p:cNvGraphicFramePr>
          <p:nvPr/>
        </p:nvGraphicFramePr>
        <p:xfrm>
          <a:off x="8305800" y="2971800"/>
          <a:ext cx="419100" cy="531813"/>
        </p:xfrm>
        <a:graphic>
          <a:graphicData uri="http://schemas.openxmlformats.org/presentationml/2006/ole">
            <p:oleObj spid="_x0000_s184340" name="Equation" r:id="rId7" imgW="419040" imgH="533160" progId="Equation.3">
              <p:embed/>
            </p:oleObj>
          </a:graphicData>
        </a:graphic>
      </p:graphicFrame>
      <p:graphicFrame>
        <p:nvGraphicFramePr>
          <p:cNvPr id="184341" name="Object 21"/>
          <p:cNvGraphicFramePr>
            <a:graphicFrameLocks noChangeAspect="1"/>
          </p:cNvGraphicFramePr>
          <p:nvPr/>
        </p:nvGraphicFramePr>
        <p:xfrm>
          <a:off x="6394450" y="2976563"/>
          <a:ext cx="442913" cy="520700"/>
        </p:xfrm>
        <a:graphic>
          <a:graphicData uri="http://schemas.openxmlformats.org/presentationml/2006/ole">
            <p:oleObj spid="_x0000_s184341" name="Equation" r:id="rId8" imgW="444240" imgH="520560" progId="Equation.3">
              <p:embed/>
            </p:oleObj>
          </a:graphicData>
        </a:graphic>
      </p:graphicFrame>
      <p:graphicFrame>
        <p:nvGraphicFramePr>
          <p:cNvPr id="184342" name="Object 22"/>
          <p:cNvGraphicFramePr>
            <a:graphicFrameLocks noChangeAspect="1"/>
          </p:cNvGraphicFramePr>
          <p:nvPr/>
        </p:nvGraphicFramePr>
        <p:xfrm>
          <a:off x="4525963" y="2976563"/>
          <a:ext cx="368300" cy="520700"/>
        </p:xfrm>
        <a:graphic>
          <a:graphicData uri="http://schemas.openxmlformats.org/presentationml/2006/ole">
            <p:oleObj spid="_x0000_s184342" name="Equation" r:id="rId9" imgW="368280" imgH="520560" progId="Equation.3">
              <p:embed/>
            </p:oleObj>
          </a:graphicData>
        </a:graphic>
      </p:graphicFrame>
      <p:graphicFrame>
        <p:nvGraphicFramePr>
          <p:cNvPr id="184343" name="Object 23"/>
          <p:cNvGraphicFramePr>
            <a:graphicFrameLocks noChangeAspect="1"/>
          </p:cNvGraphicFramePr>
          <p:nvPr/>
        </p:nvGraphicFramePr>
        <p:xfrm>
          <a:off x="3657600" y="2971800"/>
          <a:ext cx="265113" cy="279400"/>
        </p:xfrm>
        <a:graphic>
          <a:graphicData uri="http://schemas.openxmlformats.org/presentationml/2006/ole">
            <p:oleObj spid="_x0000_s184343" name="Equation" r:id="rId10" imgW="266400" imgH="279360" progId="Equation.3">
              <p:embed/>
            </p:oleObj>
          </a:graphicData>
        </a:graphic>
      </p:graphicFrame>
      <p:graphicFrame>
        <p:nvGraphicFramePr>
          <p:cNvPr id="184344" name="Object 24"/>
          <p:cNvGraphicFramePr>
            <a:graphicFrameLocks noChangeAspect="1"/>
          </p:cNvGraphicFramePr>
          <p:nvPr/>
        </p:nvGraphicFramePr>
        <p:xfrm>
          <a:off x="5105400" y="2362200"/>
          <a:ext cx="265113" cy="279400"/>
        </p:xfrm>
        <a:graphic>
          <a:graphicData uri="http://schemas.openxmlformats.org/presentationml/2006/ole">
            <p:oleObj spid="_x0000_s184344" name="Equation" r:id="rId11" imgW="266400" imgH="279360" progId="Equation.3">
              <p:embed/>
            </p:oleObj>
          </a:graphicData>
        </a:graphic>
      </p:graphicFrame>
      <p:graphicFrame>
        <p:nvGraphicFramePr>
          <p:cNvPr id="184345" name="Object 25"/>
          <p:cNvGraphicFramePr>
            <a:graphicFrameLocks noChangeAspect="1"/>
          </p:cNvGraphicFramePr>
          <p:nvPr/>
        </p:nvGraphicFramePr>
        <p:xfrm>
          <a:off x="4419600" y="2362200"/>
          <a:ext cx="265113" cy="279400"/>
        </p:xfrm>
        <a:graphic>
          <a:graphicData uri="http://schemas.openxmlformats.org/presentationml/2006/ole">
            <p:oleObj spid="_x0000_s184345" name="Equation" r:id="rId12" imgW="266400" imgH="279360" progId="Equation.3">
              <p:embed/>
            </p:oleObj>
          </a:graphicData>
        </a:graphic>
      </p:graphicFrame>
      <p:graphicFrame>
        <p:nvGraphicFramePr>
          <p:cNvPr id="184346" name="Object 26"/>
          <p:cNvGraphicFramePr>
            <a:graphicFrameLocks noChangeAspect="1"/>
          </p:cNvGraphicFramePr>
          <p:nvPr/>
        </p:nvGraphicFramePr>
        <p:xfrm>
          <a:off x="5486400" y="2895600"/>
          <a:ext cx="252413" cy="392113"/>
        </p:xfrm>
        <a:graphic>
          <a:graphicData uri="http://schemas.openxmlformats.org/presentationml/2006/ole">
            <p:oleObj spid="_x0000_s184346" name="Equation" r:id="rId13" imgW="253800" imgH="393480" progId="Equation.3">
              <p:embed/>
            </p:oleObj>
          </a:graphicData>
        </a:graphic>
      </p:graphicFrame>
      <p:graphicFrame>
        <p:nvGraphicFramePr>
          <p:cNvPr id="184347" name="Object 27"/>
          <p:cNvGraphicFramePr>
            <a:graphicFrameLocks noChangeAspect="1"/>
          </p:cNvGraphicFramePr>
          <p:nvPr/>
        </p:nvGraphicFramePr>
        <p:xfrm>
          <a:off x="7391400" y="2895600"/>
          <a:ext cx="303213" cy="381000"/>
        </p:xfrm>
        <a:graphic>
          <a:graphicData uri="http://schemas.openxmlformats.org/presentationml/2006/ole">
            <p:oleObj spid="_x0000_s184347" name="Equation" r:id="rId14" imgW="304560" imgH="380880" progId="Equation.3">
              <p:embed/>
            </p:oleObj>
          </a:graphicData>
        </a:graphic>
      </p:graphicFrame>
      <p:graphicFrame>
        <p:nvGraphicFramePr>
          <p:cNvPr id="184348" name="Object 28"/>
          <p:cNvGraphicFramePr>
            <a:graphicFrameLocks noChangeAspect="1"/>
          </p:cNvGraphicFramePr>
          <p:nvPr/>
        </p:nvGraphicFramePr>
        <p:xfrm>
          <a:off x="5143500" y="3549650"/>
          <a:ext cx="228600" cy="520700"/>
        </p:xfrm>
        <a:graphic>
          <a:graphicData uri="http://schemas.openxmlformats.org/presentationml/2006/ole">
            <p:oleObj spid="_x0000_s184348" name="Equation" r:id="rId15" imgW="228600" imgH="520560" progId="Equation.3">
              <p:embed/>
            </p:oleObj>
          </a:graphicData>
        </a:graphic>
      </p:graphicFrame>
      <p:sp>
        <p:nvSpPr>
          <p:cNvPr id="184349" name="Line 29"/>
          <p:cNvSpPr>
            <a:spLocks noChangeShapeType="1"/>
          </p:cNvSpPr>
          <p:nvPr/>
        </p:nvSpPr>
        <p:spPr bwMode="auto">
          <a:xfrm>
            <a:off x="1676400" y="3276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84350" name="Object 30"/>
          <p:cNvGraphicFramePr>
            <a:graphicFrameLocks noChangeAspect="1"/>
          </p:cNvGraphicFramePr>
          <p:nvPr/>
        </p:nvGraphicFramePr>
        <p:xfrm>
          <a:off x="5143500" y="3549650"/>
          <a:ext cx="228600" cy="520700"/>
        </p:xfrm>
        <a:graphic>
          <a:graphicData uri="http://schemas.openxmlformats.org/presentationml/2006/ole">
            <p:oleObj spid="_x0000_s184350" name="Equation" r:id="rId16" imgW="228600" imgH="520560" progId="Equation.3">
              <p:embed/>
            </p:oleObj>
          </a:graphicData>
        </a:graphic>
      </p:graphicFrame>
      <p:graphicFrame>
        <p:nvGraphicFramePr>
          <p:cNvPr id="184351" name="Object 31"/>
          <p:cNvGraphicFramePr>
            <a:graphicFrameLocks noChangeAspect="1"/>
          </p:cNvGraphicFramePr>
          <p:nvPr/>
        </p:nvGraphicFramePr>
        <p:xfrm>
          <a:off x="184150" y="1041400"/>
          <a:ext cx="2387600" cy="582613"/>
        </p:xfrm>
        <a:graphic>
          <a:graphicData uri="http://schemas.openxmlformats.org/presentationml/2006/ole">
            <p:oleObj spid="_x0000_s184351" name="Equation" r:id="rId17" imgW="2387520" imgH="583920" progId="Equation.3">
              <p:embed/>
            </p:oleObj>
          </a:graphicData>
        </a:graphic>
      </p:graphicFrame>
      <p:graphicFrame>
        <p:nvGraphicFramePr>
          <p:cNvPr id="184352" name="Object 32"/>
          <p:cNvGraphicFramePr>
            <a:graphicFrameLocks noChangeAspect="1"/>
          </p:cNvGraphicFramePr>
          <p:nvPr/>
        </p:nvGraphicFramePr>
        <p:xfrm>
          <a:off x="628650" y="5435600"/>
          <a:ext cx="3721100" cy="584200"/>
        </p:xfrm>
        <a:graphic>
          <a:graphicData uri="http://schemas.openxmlformats.org/presentationml/2006/ole">
            <p:oleObj spid="_x0000_s184352" name="Equation" r:id="rId18" imgW="3720960" imgH="583920" progId="Equation.3">
              <p:embed/>
            </p:oleObj>
          </a:graphicData>
        </a:graphic>
      </p:graphicFrame>
      <p:graphicFrame>
        <p:nvGraphicFramePr>
          <p:cNvPr id="184353" name="Object 33"/>
          <p:cNvGraphicFramePr>
            <a:graphicFrameLocks noChangeAspect="1"/>
          </p:cNvGraphicFramePr>
          <p:nvPr/>
        </p:nvGraphicFramePr>
        <p:xfrm>
          <a:off x="5873750" y="5410200"/>
          <a:ext cx="2438400" cy="558800"/>
        </p:xfrm>
        <a:graphic>
          <a:graphicData uri="http://schemas.openxmlformats.org/presentationml/2006/ole">
            <p:oleObj spid="_x0000_s184353" name="Equation" r:id="rId19" imgW="2438280" imgH="558720" progId="Equation.3">
              <p:embed/>
            </p:oleObj>
          </a:graphicData>
        </a:graphic>
      </p:graphicFrame>
      <p:sp>
        <p:nvSpPr>
          <p:cNvPr id="184354" name="Oval 34"/>
          <p:cNvSpPr>
            <a:spLocks noChangeArrowheads="1"/>
          </p:cNvSpPr>
          <p:nvPr/>
        </p:nvSpPr>
        <p:spPr bwMode="auto">
          <a:xfrm>
            <a:off x="8229600" y="2971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4355" name="Line 35"/>
          <p:cNvSpPr>
            <a:spLocks noChangeShapeType="1"/>
          </p:cNvSpPr>
          <p:nvPr/>
        </p:nvSpPr>
        <p:spPr bwMode="auto">
          <a:xfrm>
            <a:off x="4038600" y="6096000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184356" name="Object 36"/>
          <p:cNvGraphicFramePr>
            <a:graphicFrameLocks noChangeAspect="1"/>
          </p:cNvGraphicFramePr>
          <p:nvPr/>
        </p:nvGraphicFramePr>
        <p:xfrm>
          <a:off x="4495800" y="6070600"/>
          <a:ext cx="774700" cy="444500"/>
        </p:xfrm>
        <a:graphic>
          <a:graphicData uri="http://schemas.openxmlformats.org/presentationml/2006/ole">
            <p:oleObj spid="_x0000_s184356" name="Equation" r:id="rId20" imgW="774360" imgH="444240" progId="Equation.3">
              <p:embed/>
            </p:oleObj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958D5D1-C850-4D1F-9FC7-44F60529EF09}" type="slidenum">
              <a:rPr lang="en-US"/>
              <a:pPr/>
              <a:t>76</a:t>
            </a:fld>
            <a:endParaRPr lang="en-US"/>
          </a:p>
        </p:txBody>
      </p:sp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 </a:t>
            </a:r>
          </a:p>
        </p:txBody>
      </p:sp>
      <p:sp>
        <p:nvSpPr>
          <p:cNvPr id="93188" name="Oval 4"/>
          <p:cNvSpPr>
            <a:spLocks noChangeArrowheads="1"/>
          </p:cNvSpPr>
          <p:nvPr/>
        </p:nvSpPr>
        <p:spPr bwMode="auto">
          <a:xfrm>
            <a:off x="2286000" y="2819400"/>
            <a:ext cx="9144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3189" name="Oval 5"/>
          <p:cNvSpPr>
            <a:spLocks noChangeArrowheads="1"/>
          </p:cNvSpPr>
          <p:nvPr/>
        </p:nvSpPr>
        <p:spPr bwMode="auto">
          <a:xfrm>
            <a:off x="2438400" y="2971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93190" name="Object 6"/>
          <p:cNvGraphicFramePr>
            <a:graphicFrameLocks noChangeAspect="1"/>
          </p:cNvGraphicFramePr>
          <p:nvPr/>
        </p:nvGraphicFramePr>
        <p:xfrm>
          <a:off x="2514600" y="2971800"/>
          <a:ext cx="430213" cy="531813"/>
        </p:xfrm>
        <a:graphic>
          <a:graphicData uri="http://schemas.openxmlformats.org/presentationml/2006/ole">
            <p:oleObj spid="_x0000_s93190" name="Equation" r:id="rId3" imgW="431640" imgH="533160" progId="Equation.3">
              <p:embed/>
            </p:oleObj>
          </a:graphicData>
        </a:graphic>
      </p:graphicFrame>
      <p:sp>
        <p:nvSpPr>
          <p:cNvPr id="93191" name="Oval 7"/>
          <p:cNvSpPr>
            <a:spLocks noChangeArrowheads="1"/>
          </p:cNvSpPr>
          <p:nvPr/>
        </p:nvSpPr>
        <p:spPr bwMode="auto">
          <a:xfrm>
            <a:off x="4419600" y="2971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3192" name="Oval 8"/>
          <p:cNvSpPr>
            <a:spLocks noChangeArrowheads="1"/>
          </p:cNvSpPr>
          <p:nvPr/>
        </p:nvSpPr>
        <p:spPr bwMode="auto">
          <a:xfrm>
            <a:off x="6324600" y="2971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3193" name="Oval 9"/>
          <p:cNvSpPr>
            <a:spLocks noChangeArrowheads="1"/>
          </p:cNvSpPr>
          <p:nvPr/>
        </p:nvSpPr>
        <p:spPr bwMode="auto">
          <a:xfrm>
            <a:off x="3733800" y="1447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3194" name="Oval 10"/>
          <p:cNvSpPr>
            <a:spLocks noChangeArrowheads="1"/>
          </p:cNvSpPr>
          <p:nvPr/>
        </p:nvSpPr>
        <p:spPr bwMode="auto">
          <a:xfrm>
            <a:off x="5257800" y="1447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3195" name="Line 11"/>
          <p:cNvSpPr>
            <a:spLocks noChangeShapeType="1"/>
          </p:cNvSpPr>
          <p:nvPr/>
        </p:nvSpPr>
        <p:spPr bwMode="auto">
          <a:xfrm>
            <a:off x="3200400" y="32766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3196" name="Oval 12"/>
          <p:cNvSpPr>
            <a:spLocks noChangeArrowheads="1"/>
          </p:cNvSpPr>
          <p:nvPr/>
        </p:nvSpPr>
        <p:spPr bwMode="auto">
          <a:xfrm>
            <a:off x="5105400" y="1295400"/>
            <a:ext cx="9144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3197" name="Line 13"/>
          <p:cNvSpPr>
            <a:spLocks noChangeShapeType="1"/>
          </p:cNvSpPr>
          <p:nvPr/>
        </p:nvSpPr>
        <p:spPr bwMode="auto">
          <a:xfrm>
            <a:off x="5029200" y="3276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3198" name="Line 14"/>
          <p:cNvSpPr>
            <a:spLocks noChangeShapeType="1"/>
          </p:cNvSpPr>
          <p:nvPr/>
        </p:nvSpPr>
        <p:spPr bwMode="auto">
          <a:xfrm>
            <a:off x="6934200" y="3276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3199" name="Line 15"/>
          <p:cNvSpPr>
            <a:spLocks noChangeShapeType="1"/>
          </p:cNvSpPr>
          <p:nvPr/>
        </p:nvSpPr>
        <p:spPr bwMode="auto">
          <a:xfrm flipH="1" flipV="1">
            <a:off x="4191000" y="2057400"/>
            <a:ext cx="381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3200" name="Line 16"/>
          <p:cNvSpPr>
            <a:spLocks noChangeShapeType="1"/>
          </p:cNvSpPr>
          <p:nvPr/>
        </p:nvSpPr>
        <p:spPr bwMode="auto">
          <a:xfrm flipV="1">
            <a:off x="4876800" y="2133600"/>
            <a:ext cx="381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3201" name="Freeform 17"/>
          <p:cNvSpPr>
            <a:spLocks/>
          </p:cNvSpPr>
          <p:nvPr/>
        </p:nvSpPr>
        <p:spPr bwMode="auto">
          <a:xfrm>
            <a:off x="2971800" y="3505200"/>
            <a:ext cx="5410200" cy="800100"/>
          </a:xfrm>
          <a:custGeom>
            <a:avLst/>
            <a:gdLst/>
            <a:ahLst/>
            <a:cxnLst>
              <a:cxn ang="0">
                <a:pos x="3408" y="0"/>
              </a:cxn>
              <a:cxn ang="0">
                <a:pos x="2256" y="432"/>
              </a:cxn>
              <a:cxn ang="0">
                <a:pos x="624" y="432"/>
              </a:cxn>
              <a:cxn ang="0">
                <a:pos x="0" y="144"/>
              </a:cxn>
            </a:cxnLst>
            <a:rect l="0" t="0" r="r" b="b"/>
            <a:pathLst>
              <a:path w="3408" h="504">
                <a:moveTo>
                  <a:pt x="3408" y="0"/>
                </a:moveTo>
                <a:cubicBezTo>
                  <a:pt x="3064" y="180"/>
                  <a:pt x="2720" y="360"/>
                  <a:pt x="2256" y="432"/>
                </a:cubicBezTo>
                <a:cubicBezTo>
                  <a:pt x="1792" y="504"/>
                  <a:pt x="1000" y="480"/>
                  <a:pt x="624" y="432"/>
                </a:cubicBezTo>
                <a:cubicBezTo>
                  <a:pt x="248" y="384"/>
                  <a:pt x="124" y="264"/>
                  <a:pt x="0" y="1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93202" name="Object 18"/>
          <p:cNvGraphicFramePr>
            <a:graphicFrameLocks noChangeAspect="1"/>
          </p:cNvGraphicFramePr>
          <p:nvPr/>
        </p:nvGraphicFramePr>
        <p:xfrm>
          <a:off x="5181600" y="3886200"/>
          <a:ext cx="303213" cy="381000"/>
        </p:xfrm>
        <a:graphic>
          <a:graphicData uri="http://schemas.openxmlformats.org/presentationml/2006/ole">
            <p:oleObj spid="_x0000_s93202" name="Equation" r:id="rId4" imgW="304560" imgH="380880" progId="Equation.3">
              <p:embed/>
            </p:oleObj>
          </a:graphicData>
        </a:graphic>
      </p:graphicFrame>
      <p:graphicFrame>
        <p:nvGraphicFramePr>
          <p:cNvPr id="93203" name="Object 19"/>
          <p:cNvGraphicFramePr>
            <a:graphicFrameLocks noChangeAspect="1"/>
          </p:cNvGraphicFramePr>
          <p:nvPr/>
        </p:nvGraphicFramePr>
        <p:xfrm>
          <a:off x="5338763" y="1447800"/>
          <a:ext cx="419100" cy="531813"/>
        </p:xfrm>
        <a:graphic>
          <a:graphicData uri="http://schemas.openxmlformats.org/presentationml/2006/ole">
            <p:oleObj spid="_x0000_s93203" name="Equation" r:id="rId5" imgW="419040" imgH="533160" progId="Equation.3">
              <p:embed/>
            </p:oleObj>
          </a:graphicData>
        </a:graphic>
      </p:graphicFrame>
      <p:graphicFrame>
        <p:nvGraphicFramePr>
          <p:cNvPr id="93204" name="Object 20"/>
          <p:cNvGraphicFramePr>
            <a:graphicFrameLocks noChangeAspect="1"/>
          </p:cNvGraphicFramePr>
          <p:nvPr/>
        </p:nvGraphicFramePr>
        <p:xfrm>
          <a:off x="3803650" y="1452563"/>
          <a:ext cx="442913" cy="520700"/>
        </p:xfrm>
        <a:graphic>
          <a:graphicData uri="http://schemas.openxmlformats.org/presentationml/2006/ole">
            <p:oleObj spid="_x0000_s93204" name="Equation" r:id="rId6" imgW="444240" imgH="520560" progId="Equation.3">
              <p:embed/>
            </p:oleObj>
          </a:graphicData>
        </a:graphic>
      </p:graphicFrame>
      <p:graphicFrame>
        <p:nvGraphicFramePr>
          <p:cNvPr id="93205" name="Object 21"/>
          <p:cNvGraphicFramePr>
            <a:graphicFrameLocks noChangeAspect="1"/>
          </p:cNvGraphicFramePr>
          <p:nvPr/>
        </p:nvGraphicFramePr>
        <p:xfrm>
          <a:off x="8305800" y="2971800"/>
          <a:ext cx="419100" cy="531813"/>
        </p:xfrm>
        <a:graphic>
          <a:graphicData uri="http://schemas.openxmlformats.org/presentationml/2006/ole">
            <p:oleObj spid="_x0000_s93205" name="Equation" r:id="rId7" imgW="419040" imgH="533160" progId="Equation.3">
              <p:embed/>
            </p:oleObj>
          </a:graphicData>
        </a:graphic>
      </p:graphicFrame>
      <p:graphicFrame>
        <p:nvGraphicFramePr>
          <p:cNvPr id="93206" name="Object 22"/>
          <p:cNvGraphicFramePr>
            <a:graphicFrameLocks noChangeAspect="1"/>
          </p:cNvGraphicFramePr>
          <p:nvPr/>
        </p:nvGraphicFramePr>
        <p:xfrm>
          <a:off x="6394450" y="2976563"/>
          <a:ext cx="442913" cy="520700"/>
        </p:xfrm>
        <a:graphic>
          <a:graphicData uri="http://schemas.openxmlformats.org/presentationml/2006/ole">
            <p:oleObj spid="_x0000_s93206" name="Equation" r:id="rId8" imgW="444240" imgH="520560" progId="Equation.3">
              <p:embed/>
            </p:oleObj>
          </a:graphicData>
        </a:graphic>
      </p:graphicFrame>
      <p:graphicFrame>
        <p:nvGraphicFramePr>
          <p:cNvPr id="93207" name="Object 23"/>
          <p:cNvGraphicFramePr>
            <a:graphicFrameLocks noChangeAspect="1"/>
          </p:cNvGraphicFramePr>
          <p:nvPr/>
        </p:nvGraphicFramePr>
        <p:xfrm>
          <a:off x="4525963" y="2976563"/>
          <a:ext cx="368300" cy="520700"/>
        </p:xfrm>
        <a:graphic>
          <a:graphicData uri="http://schemas.openxmlformats.org/presentationml/2006/ole">
            <p:oleObj spid="_x0000_s93207" name="Equation" r:id="rId9" imgW="368280" imgH="520560" progId="Equation.3">
              <p:embed/>
            </p:oleObj>
          </a:graphicData>
        </a:graphic>
      </p:graphicFrame>
      <p:graphicFrame>
        <p:nvGraphicFramePr>
          <p:cNvPr id="93208" name="Object 24"/>
          <p:cNvGraphicFramePr>
            <a:graphicFrameLocks noChangeAspect="1"/>
          </p:cNvGraphicFramePr>
          <p:nvPr/>
        </p:nvGraphicFramePr>
        <p:xfrm>
          <a:off x="3657600" y="2971800"/>
          <a:ext cx="265113" cy="279400"/>
        </p:xfrm>
        <a:graphic>
          <a:graphicData uri="http://schemas.openxmlformats.org/presentationml/2006/ole">
            <p:oleObj spid="_x0000_s93208" name="Equation" r:id="rId10" imgW="266400" imgH="279360" progId="Equation.3">
              <p:embed/>
            </p:oleObj>
          </a:graphicData>
        </a:graphic>
      </p:graphicFrame>
      <p:graphicFrame>
        <p:nvGraphicFramePr>
          <p:cNvPr id="93209" name="Object 25"/>
          <p:cNvGraphicFramePr>
            <a:graphicFrameLocks noChangeAspect="1"/>
          </p:cNvGraphicFramePr>
          <p:nvPr/>
        </p:nvGraphicFramePr>
        <p:xfrm>
          <a:off x="5105400" y="2362200"/>
          <a:ext cx="265113" cy="279400"/>
        </p:xfrm>
        <a:graphic>
          <a:graphicData uri="http://schemas.openxmlformats.org/presentationml/2006/ole">
            <p:oleObj spid="_x0000_s93209" name="Equation" r:id="rId11" imgW="266400" imgH="279360" progId="Equation.3">
              <p:embed/>
            </p:oleObj>
          </a:graphicData>
        </a:graphic>
      </p:graphicFrame>
      <p:graphicFrame>
        <p:nvGraphicFramePr>
          <p:cNvPr id="93210" name="Object 26"/>
          <p:cNvGraphicFramePr>
            <a:graphicFrameLocks noChangeAspect="1"/>
          </p:cNvGraphicFramePr>
          <p:nvPr/>
        </p:nvGraphicFramePr>
        <p:xfrm>
          <a:off x="4419600" y="2362200"/>
          <a:ext cx="265113" cy="279400"/>
        </p:xfrm>
        <a:graphic>
          <a:graphicData uri="http://schemas.openxmlformats.org/presentationml/2006/ole">
            <p:oleObj spid="_x0000_s93210" name="Equation" r:id="rId12" imgW="266400" imgH="279360" progId="Equation.3">
              <p:embed/>
            </p:oleObj>
          </a:graphicData>
        </a:graphic>
      </p:graphicFrame>
      <p:graphicFrame>
        <p:nvGraphicFramePr>
          <p:cNvPr id="93211" name="Object 27"/>
          <p:cNvGraphicFramePr>
            <a:graphicFrameLocks noChangeAspect="1"/>
          </p:cNvGraphicFramePr>
          <p:nvPr/>
        </p:nvGraphicFramePr>
        <p:xfrm>
          <a:off x="5486400" y="2895600"/>
          <a:ext cx="252413" cy="392113"/>
        </p:xfrm>
        <a:graphic>
          <a:graphicData uri="http://schemas.openxmlformats.org/presentationml/2006/ole">
            <p:oleObj spid="_x0000_s93211" name="Equation" r:id="rId13" imgW="253800" imgH="393480" progId="Equation.3">
              <p:embed/>
            </p:oleObj>
          </a:graphicData>
        </a:graphic>
      </p:graphicFrame>
      <p:graphicFrame>
        <p:nvGraphicFramePr>
          <p:cNvPr id="93212" name="Object 28"/>
          <p:cNvGraphicFramePr>
            <a:graphicFrameLocks noChangeAspect="1"/>
          </p:cNvGraphicFramePr>
          <p:nvPr/>
        </p:nvGraphicFramePr>
        <p:xfrm>
          <a:off x="7391400" y="2895600"/>
          <a:ext cx="303213" cy="381000"/>
        </p:xfrm>
        <a:graphic>
          <a:graphicData uri="http://schemas.openxmlformats.org/presentationml/2006/ole">
            <p:oleObj spid="_x0000_s93212" name="Equation" r:id="rId14" imgW="304560" imgH="380880" progId="Equation.3">
              <p:embed/>
            </p:oleObj>
          </a:graphicData>
        </a:graphic>
      </p:graphicFrame>
      <p:graphicFrame>
        <p:nvGraphicFramePr>
          <p:cNvPr id="93213" name="Object 29"/>
          <p:cNvGraphicFramePr>
            <a:graphicFrameLocks noChangeAspect="1"/>
          </p:cNvGraphicFramePr>
          <p:nvPr/>
        </p:nvGraphicFramePr>
        <p:xfrm>
          <a:off x="5143500" y="3549650"/>
          <a:ext cx="228600" cy="520700"/>
        </p:xfrm>
        <a:graphic>
          <a:graphicData uri="http://schemas.openxmlformats.org/presentationml/2006/ole">
            <p:oleObj spid="_x0000_s93213" name="Equation" r:id="rId15" imgW="228600" imgH="520560" progId="Equation.3">
              <p:embed/>
            </p:oleObj>
          </a:graphicData>
        </a:graphic>
      </p:graphicFrame>
      <p:sp>
        <p:nvSpPr>
          <p:cNvPr id="93214" name="Line 30"/>
          <p:cNvSpPr>
            <a:spLocks noChangeShapeType="1"/>
          </p:cNvSpPr>
          <p:nvPr/>
        </p:nvSpPr>
        <p:spPr bwMode="auto">
          <a:xfrm>
            <a:off x="1676400" y="3276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93215" name="Object 31"/>
          <p:cNvGraphicFramePr>
            <a:graphicFrameLocks noChangeAspect="1"/>
          </p:cNvGraphicFramePr>
          <p:nvPr/>
        </p:nvGraphicFramePr>
        <p:xfrm>
          <a:off x="5143500" y="3549650"/>
          <a:ext cx="228600" cy="520700"/>
        </p:xfrm>
        <a:graphic>
          <a:graphicData uri="http://schemas.openxmlformats.org/presentationml/2006/ole">
            <p:oleObj spid="_x0000_s93215" name="Equation" r:id="rId16" imgW="228600" imgH="520560" progId="Equation.3">
              <p:embed/>
            </p:oleObj>
          </a:graphicData>
        </a:graphic>
      </p:graphicFrame>
      <p:sp>
        <p:nvSpPr>
          <p:cNvPr id="93217" name="Oval 33"/>
          <p:cNvSpPr>
            <a:spLocks noChangeArrowheads="1"/>
          </p:cNvSpPr>
          <p:nvPr/>
        </p:nvSpPr>
        <p:spPr bwMode="auto">
          <a:xfrm>
            <a:off x="8229600" y="2971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93218" name="Object 34"/>
          <p:cNvGraphicFramePr>
            <a:graphicFrameLocks noChangeAspect="1"/>
          </p:cNvGraphicFramePr>
          <p:nvPr/>
        </p:nvGraphicFramePr>
        <p:xfrm>
          <a:off x="1905000" y="5226050"/>
          <a:ext cx="5462588" cy="571500"/>
        </p:xfrm>
        <a:graphic>
          <a:graphicData uri="http://schemas.openxmlformats.org/presentationml/2006/ole">
            <p:oleObj spid="_x0000_s93218" name="Equation" r:id="rId17" imgW="5460840" imgH="571320" progId="Equation.3">
              <p:embed/>
            </p:oleObj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1A654D-21D6-4AC9-8297-14D63C37A180}" type="slidenum">
              <a:rPr lang="en-US"/>
              <a:pPr/>
              <a:t>77</a:t>
            </a:fld>
            <a:endParaRPr lang="en-US"/>
          </a:p>
        </p:txBody>
      </p:sp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Formally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language accepted by NFA        is: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where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and there is some </a:t>
            </a:r>
          </a:p>
        </p:txBody>
      </p:sp>
      <p:graphicFrame>
        <p:nvGraphicFramePr>
          <p:cNvPr id="243712" name="Object 1024"/>
          <p:cNvGraphicFramePr>
            <a:graphicFrameLocks noChangeAspect="1"/>
          </p:cNvGraphicFramePr>
          <p:nvPr/>
        </p:nvGraphicFramePr>
        <p:xfrm>
          <a:off x="6248400" y="914400"/>
          <a:ext cx="544513" cy="393700"/>
        </p:xfrm>
        <a:graphic>
          <a:graphicData uri="http://schemas.openxmlformats.org/presentationml/2006/ole">
            <p:oleObj spid="_x0000_s243712" name="Equation" r:id="rId3" imgW="545760" imgH="393480" progId="Equation.3">
              <p:embed/>
            </p:oleObj>
          </a:graphicData>
        </a:graphic>
      </p:graphicFrame>
      <p:graphicFrame>
        <p:nvGraphicFramePr>
          <p:cNvPr id="243713" name="Object 1025"/>
          <p:cNvGraphicFramePr>
            <a:graphicFrameLocks noChangeAspect="1"/>
          </p:cNvGraphicFramePr>
          <p:nvPr/>
        </p:nvGraphicFramePr>
        <p:xfrm>
          <a:off x="2362200" y="1676400"/>
          <a:ext cx="4457700" cy="582613"/>
        </p:xfrm>
        <a:graphic>
          <a:graphicData uri="http://schemas.openxmlformats.org/presentationml/2006/ole">
            <p:oleObj spid="_x0000_s243713" name="Equation" r:id="rId4" imgW="4457520" imgH="583920" progId="Equation.3">
              <p:embed/>
            </p:oleObj>
          </a:graphicData>
        </a:graphic>
      </p:graphicFrame>
      <p:graphicFrame>
        <p:nvGraphicFramePr>
          <p:cNvPr id="243714" name="Object 1026"/>
          <p:cNvGraphicFramePr>
            <a:graphicFrameLocks noChangeAspect="1"/>
          </p:cNvGraphicFramePr>
          <p:nvPr/>
        </p:nvGraphicFramePr>
        <p:xfrm>
          <a:off x="1905000" y="3733800"/>
          <a:ext cx="6134100" cy="660400"/>
        </p:xfrm>
        <a:graphic>
          <a:graphicData uri="http://schemas.openxmlformats.org/presentationml/2006/ole">
            <p:oleObj spid="_x0000_s243714" name="Equation" r:id="rId5" imgW="6134040" imgH="660240" progId="Equation.3">
              <p:embed/>
            </p:oleObj>
          </a:graphicData>
        </a:graphic>
      </p:graphicFrame>
      <p:graphicFrame>
        <p:nvGraphicFramePr>
          <p:cNvPr id="243715" name="Object 1027"/>
          <p:cNvGraphicFramePr>
            <a:graphicFrameLocks noChangeAspect="1"/>
          </p:cNvGraphicFramePr>
          <p:nvPr/>
        </p:nvGraphicFramePr>
        <p:xfrm>
          <a:off x="4038600" y="5486400"/>
          <a:ext cx="1397000" cy="582613"/>
        </p:xfrm>
        <a:graphic>
          <a:graphicData uri="http://schemas.openxmlformats.org/presentationml/2006/ole">
            <p:oleObj spid="_x0000_s243715" name="Equation" r:id="rId6" imgW="1396800" imgH="583920" progId="Equation.3">
              <p:embed/>
            </p:oleObj>
          </a:graphicData>
        </a:graphic>
      </p:graphicFrame>
      <p:sp>
        <p:nvSpPr>
          <p:cNvPr id="94219" name="Text Box 11"/>
          <p:cNvSpPr txBox="1">
            <a:spLocks noChangeArrowheads="1"/>
          </p:cNvSpPr>
          <p:nvPr/>
        </p:nvSpPr>
        <p:spPr bwMode="auto">
          <a:xfrm>
            <a:off x="6096000" y="5486400"/>
            <a:ext cx="24701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(final state)</a:t>
            </a:r>
          </a:p>
        </p:txBody>
      </p:sp>
      <p:sp>
        <p:nvSpPr>
          <p:cNvPr id="94220" name="Line 12"/>
          <p:cNvSpPr>
            <a:spLocks noChangeShapeType="1"/>
          </p:cNvSpPr>
          <p:nvPr/>
        </p:nvSpPr>
        <p:spPr bwMode="auto">
          <a:xfrm flipV="1">
            <a:off x="4343400" y="4419600"/>
            <a:ext cx="25146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AC74100-0ADF-44C9-B932-2C4FA493F8AE}" type="slidenum">
              <a:rPr lang="en-US"/>
              <a:pPr/>
              <a:t>78</a:t>
            </a:fld>
            <a:endParaRPr lang="en-US"/>
          </a:p>
        </p:txBody>
      </p:sp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95236" name="Oval 4"/>
          <p:cNvSpPr>
            <a:spLocks noChangeArrowheads="1"/>
          </p:cNvSpPr>
          <p:nvPr/>
        </p:nvSpPr>
        <p:spPr bwMode="auto">
          <a:xfrm>
            <a:off x="2514600" y="3352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5237" name="Oval 5"/>
          <p:cNvSpPr>
            <a:spLocks noChangeArrowheads="1"/>
          </p:cNvSpPr>
          <p:nvPr/>
        </p:nvSpPr>
        <p:spPr bwMode="auto">
          <a:xfrm>
            <a:off x="5486400" y="1905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5238" name="Oval 6"/>
          <p:cNvSpPr>
            <a:spLocks noChangeArrowheads="1"/>
          </p:cNvSpPr>
          <p:nvPr/>
        </p:nvSpPr>
        <p:spPr bwMode="auto">
          <a:xfrm>
            <a:off x="5562600" y="4495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5239" name="Oval 7"/>
          <p:cNvSpPr>
            <a:spLocks noChangeArrowheads="1"/>
          </p:cNvSpPr>
          <p:nvPr/>
        </p:nvSpPr>
        <p:spPr bwMode="auto">
          <a:xfrm>
            <a:off x="5562600" y="31242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5240" name="Oval 8"/>
          <p:cNvSpPr>
            <a:spLocks noChangeArrowheads="1"/>
          </p:cNvSpPr>
          <p:nvPr/>
        </p:nvSpPr>
        <p:spPr bwMode="auto">
          <a:xfrm>
            <a:off x="5410200" y="2971800"/>
            <a:ext cx="914400" cy="914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5241" name="Line 9"/>
          <p:cNvSpPr>
            <a:spLocks noChangeShapeType="1"/>
          </p:cNvSpPr>
          <p:nvPr/>
        </p:nvSpPr>
        <p:spPr bwMode="auto">
          <a:xfrm>
            <a:off x="1905000" y="3657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5242" name="Freeform 10"/>
          <p:cNvSpPr>
            <a:spLocks/>
          </p:cNvSpPr>
          <p:nvPr/>
        </p:nvSpPr>
        <p:spPr bwMode="auto">
          <a:xfrm>
            <a:off x="2946400" y="1866900"/>
            <a:ext cx="2540000" cy="1562100"/>
          </a:xfrm>
          <a:custGeom>
            <a:avLst/>
            <a:gdLst/>
            <a:ahLst/>
            <a:cxnLst>
              <a:cxn ang="0">
                <a:pos x="16" y="984"/>
              </a:cxn>
              <a:cxn ang="0">
                <a:pos x="112" y="552"/>
              </a:cxn>
              <a:cxn ang="0">
                <a:pos x="688" y="648"/>
              </a:cxn>
              <a:cxn ang="0">
                <a:pos x="784" y="168"/>
              </a:cxn>
              <a:cxn ang="0">
                <a:pos x="1120" y="24"/>
              </a:cxn>
              <a:cxn ang="0">
                <a:pos x="1360" y="312"/>
              </a:cxn>
              <a:cxn ang="0">
                <a:pos x="1600" y="264"/>
              </a:cxn>
            </a:cxnLst>
            <a:rect l="0" t="0" r="r" b="b"/>
            <a:pathLst>
              <a:path w="1600" h="984">
                <a:moveTo>
                  <a:pt x="16" y="984"/>
                </a:moveTo>
                <a:cubicBezTo>
                  <a:pt x="8" y="796"/>
                  <a:pt x="0" y="608"/>
                  <a:pt x="112" y="552"/>
                </a:cubicBezTo>
                <a:cubicBezTo>
                  <a:pt x="224" y="496"/>
                  <a:pt x="576" y="712"/>
                  <a:pt x="688" y="648"/>
                </a:cubicBezTo>
                <a:cubicBezTo>
                  <a:pt x="800" y="584"/>
                  <a:pt x="712" y="272"/>
                  <a:pt x="784" y="168"/>
                </a:cubicBezTo>
                <a:cubicBezTo>
                  <a:pt x="856" y="64"/>
                  <a:pt x="1024" y="0"/>
                  <a:pt x="1120" y="24"/>
                </a:cubicBezTo>
                <a:cubicBezTo>
                  <a:pt x="1216" y="48"/>
                  <a:pt x="1280" y="272"/>
                  <a:pt x="1360" y="312"/>
                </a:cubicBezTo>
                <a:cubicBezTo>
                  <a:pt x="1440" y="352"/>
                  <a:pt x="1520" y="308"/>
                  <a:pt x="1600" y="264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5243" name="Freeform 11"/>
          <p:cNvSpPr>
            <a:spLocks/>
          </p:cNvSpPr>
          <p:nvPr/>
        </p:nvSpPr>
        <p:spPr bwMode="auto">
          <a:xfrm>
            <a:off x="3124200" y="3124200"/>
            <a:ext cx="2286000" cy="990600"/>
          </a:xfrm>
          <a:custGeom>
            <a:avLst/>
            <a:gdLst/>
            <a:ahLst/>
            <a:cxnLst>
              <a:cxn ang="0">
                <a:pos x="0" y="384"/>
              </a:cxn>
              <a:cxn ang="0">
                <a:pos x="336" y="624"/>
              </a:cxn>
              <a:cxn ang="0">
                <a:pos x="624" y="384"/>
              </a:cxn>
              <a:cxn ang="0">
                <a:pos x="576" y="96"/>
              </a:cxn>
              <a:cxn ang="0">
                <a:pos x="960" y="48"/>
              </a:cxn>
              <a:cxn ang="0">
                <a:pos x="1056" y="384"/>
              </a:cxn>
              <a:cxn ang="0">
                <a:pos x="1296" y="336"/>
              </a:cxn>
              <a:cxn ang="0">
                <a:pos x="1440" y="192"/>
              </a:cxn>
            </a:cxnLst>
            <a:rect l="0" t="0" r="r" b="b"/>
            <a:pathLst>
              <a:path w="1440" h="624">
                <a:moveTo>
                  <a:pt x="0" y="384"/>
                </a:moveTo>
                <a:cubicBezTo>
                  <a:pt x="116" y="504"/>
                  <a:pt x="232" y="624"/>
                  <a:pt x="336" y="624"/>
                </a:cubicBezTo>
                <a:cubicBezTo>
                  <a:pt x="440" y="624"/>
                  <a:pt x="584" y="472"/>
                  <a:pt x="624" y="384"/>
                </a:cubicBezTo>
                <a:cubicBezTo>
                  <a:pt x="664" y="296"/>
                  <a:pt x="520" y="152"/>
                  <a:pt x="576" y="96"/>
                </a:cubicBezTo>
                <a:cubicBezTo>
                  <a:pt x="632" y="40"/>
                  <a:pt x="880" y="0"/>
                  <a:pt x="960" y="48"/>
                </a:cubicBezTo>
                <a:cubicBezTo>
                  <a:pt x="1040" y="96"/>
                  <a:pt x="1000" y="336"/>
                  <a:pt x="1056" y="384"/>
                </a:cubicBezTo>
                <a:cubicBezTo>
                  <a:pt x="1112" y="432"/>
                  <a:pt x="1232" y="368"/>
                  <a:pt x="1296" y="336"/>
                </a:cubicBezTo>
                <a:cubicBezTo>
                  <a:pt x="1360" y="304"/>
                  <a:pt x="1400" y="248"/>
                  <a:pt x="1440" y="192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5244" name="Freeform 12"/>
          <p:cNvSpPr>
            <a:spLocks/>
          </p:cNvSpPr>
          <p:nvPr/>
        </p:nvSpPr>
        <p:spPr bwMode="auto">
          <a:xfrm>
            <a:off x="2819400" y="3962400"/>
            <a:ext cx="2743200" cy="1600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88" y="480"/>
              </a:cxn>
              <a:cxn ang="0">
                <a:pos x="672" y="240"/>
              </a:cxn>
              <a:cxn ang="0">
                <a:pos x="768" y="816"/>
              </a:cxn>
              <a:cxn ang="0">
                <a:pos x="1008" y="528"/>
              </a:cxn>
              <a:cxn ang="0">
                <a:pos x="1296" y="1008"/>
              </a:cxn>
              <a:cxn ang="0">
                <a:pos x="1536" y="528"/>
              </a:cxn>
              <a:cxn ang="0">
                <a:pos x="1728" y="480"/>
              </a:cxn>
            </a:cxnLst>
            <a:rect l="0" t="0" r="r" b="b"/>
            <a:pathLst>
              <a:path w="1728" h="1008">
                <a:moveTo>
                  <a:pt x="0" y="0"/>
                </a:moveTo>
                <a:cubicBezTo>
                  <a:pt x="88" y="220"/>
                  <a:pt x="176" y="440"/>
                  <a:pt x="288" y="480"/>
                </a:cubicBezTo>
                <a:cubicBezTo>
                  <a:pt x="400" y="520"/>
                  <a:pt x="592" y="184"/>
                  <a:pt x="672" y="240"/>
                </a:cubicBezTo>
                <a:cubicBezTo>
                  <a:pt x="752" y="296"/>
                  <a:pt x="712" y="768"/>
                  <a:pt x="768" y="816"/>
                </a:cubicBezTo>
                <a:cubicBezTo>
                  <a:pt x="824" y="864"/>
                  <a:pt x="920" y="496"/>
                  <a:pt x="1008" y="528"/>
                </a:cubicBezTo>
                <a:cubicBezTo>
                  <a:pt x="1096" y="560"/>
                  <a:pt x="1208" y="1008"/>
                  <a:pt x="1296" y="1008"/>
                </a:cubicBezTo>
                <a:cubicBezTo>
                  <a:pt x="1384" y="1008"/>
                  <a:pt x="1464" y="616"/>
                  <a:pt x="1536" y="528"/>
                </a:cubicBezTo>
                <a:cubicBezTo>
                  <a:pt x="1608" y="440"/>
                  <a:pt x="1668" y="460"/>
                  <a:pt x="1728" y="480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5245" name="Oval 13"/>
          <p:cNvSpPr>
            <a:spLocks noChangeArrowheads="1"/>
          </p:cNvSpPr>
          <p:nvPr/>
        </p:nvSpPr>
        <p:spPr bwMode="auto">
          <a:xfrm>
            <a:off x="5105400" y="1600200"/>
            <a:ext cx="1371600" cy="3886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95246" name="Object 14"/>
          <p:cNvGraphicFramePr>
            <a:graphicFrameLocks noChangeAspect="1"/>
          </p:cNvGraphicFramePr>
          <p:nvPr/>
        </p:nvGraphicFramePr>
        <p:xfrm>
          <a:off x="2590800" y="3352800"/>
          <a:ext cx="430213" cy="531813"/>
        </p:xfrm>
        <a:graphic>
          <a:graphicData uri="http://schemas.openxmlformats.org/presentationml/2006/ole">
            <p:oleObj spid="_x0000_s95246" name="Equation" r:id="rId3" imgW="431640" imgH="533160" progId="Equation.3">
              <p:embed/>
            </p:oleObj>
          </a:graphicData>
        </a:graphic>
      </p:graphicFrame>
      <p:graphicFrame>
        <p:nvGraphicFramePr>
          <p:cNvPr id="95247" name="Object 15"/>
          <p:cNvGraphicFramePr>
            <a:graphicFrameLocks noChangeAspect="1"/>
          </p:cNvGraphicFramePr>
          <p:nvPr/>
        </p:nvGraphicFramePr>
        <p:xfrm>
          <a:off x="5638800" y="3124200"/>
          <a:ext cx="442913" cy="531813"/>
        </p:xfrm>
        <a:graphic>
          <a:graphicData uri="http://schemas.openxmlformats.org/presentationml/2006/ole">
            <p:oleObj spid="_x0000_s95247" name="Equation" r:id="rId4" imgW="444240" imgH="533160" progId="Equation.3">
              <p:embed/>
            </p:oleObj>
          </a:graphicData>
        </a:graphic>
      </p:graphicFrame>
      <p:graphicFrame>
        <p:nvGraphicFramePr>
          <p:cNvPr id="95248" name="Object 16"/>
          <p:cNvGraphicFramePr>
            <a:graphicFrameLocks noChangeAspect="1"/>
          </p:cNvGraphicFramePr>
          <p:nvPr/>
        </p:nvGraphicFramePr>
        <p:xfrm>
          <a:off x="3429000" y="2438400"/>
          <a:ext cx="330200" cy="279400"/>
        </p:xfrm>
        <a:graphic>
          <a:graphicData uri="http://schemas.openxmlformats.org/presentationml/2006/ole">
            <p:oleObj spid="_x0000_s95248" name="Equation" r:id="rId5" imgW="330120" imgH="279360" progId="Equation.3">
              <p:embed/>
            </p:oleObj>
          </a:graphicData>
        </a:graphic>
      </p:graphicFrame>
      <p:graphicFrame>
        <p:nvGraphicFramePr>
          <p:cNvPr id="95249" name="Object 17"/>
          <p:cNvGraphicFramePr>
            <a:graphicFrameLocks noChangeAspect="1"/>
          </p:cNvGraphicFramePr>
          <p:nvPr/>
        </p:nvGraphicFramePr>
        <p:xfrm>
          <a:off x="4114800" y="4495800"/>
          <a:ext cx="330200" cy="279400"/>
        </p:xfrm>
        <a:graphic>
          <a:graphicData uri="http://schemas.openxmlformats.org/presentationml/2006/ole">
            <p:oleObj spid="_x0000_s95249" name="Equation" r:id="rId6" imgW="330120" imgH="279360" progId="Equation.3">
              <p:embed/>
            </p:oleObj>
          </a:graphicData>
        </a:graphic>
      </p:graphicFrame>
      <p:graphicFrame>
        <p:nvGraphicFramePr>
          <p:cNvPr id="95250" name="Object 18"/>
          <p:cNvGraphicFramePr>
            <a:graphicFrameLocks noChangeAspect="1"/>
          </p:cNvGraphicFramePr>
          <p:nvPr/>
        </p:nvGraphicFramePr>
        <p:xfrm>
          <a:off x="3657600" y="3657600"/>
          <a:ext cx="330200" cy="279400"/>
        </p:xfrm>
        <a:graphic>
          <a:graphicData uri="http://schemas.openxmlformats.org/presentationml/2006/ole">
            <p:oleObj spid="_x0000_s95250" name="Equation" r:id="rId7" imgW="330120" imgH="279360" progId="Equation.3">
              <p:embed/>
            </p:oleObj>
          </a:graphicData>
        </a:graphic>
      </p:graphicFrame>
      <p:graphicFrame>
        <p:nvGraphicFramePr>
          <p:cNvPr id="95251" name="Object 19"/>
          <p:cNvGraphicFramePr>
            <a:graphicFrameLocks noChangeAspect="1"/>
          </p:cNvGraphicFramePr>
          <p:nvPr/>
        </p:nvGraphicFramePr>
        <p:xfrm>
          <a:off x="4851400" y="965200"/>
          <a:ext cx="2057400" cy="582613"/>
        </p:xfrm>
        <a:graphic>
          <a:graphicData uri="http://schemas.openxmlformats.org/presentationml/2006/ole">
            <p:oleObj spid="_x0000_s95251" name="Equation" r:id="rId8" imgW="2057400" imgH="583920" progId="Equation.3">
              <p:embed/>
            </p:oleObj>
          </a:graphicData>
        </a:graphic>
      </p:graphicFrame>
      <p:graphicFrame>
        <p:nvGraphicFramePr>
          <p:cNvPr id="95252" name="Object 20"/>
          <p:cNvGraphicFramePr>
            <a:graphicFrameLocks noChangeAspect="1"/>
          </p:cNvGraphicFramePr>
          <p:nvPr/>
        </p:nvGraphicFramePr>
        <p:xfrm>
          <a:off x="285750" y="965200"/>
          <a:ext cx="1993900" cy="558800"/>
        </p:xfrm>
        <a:graphic>
          <a:graphicData uri="http://schemas.openxmlformats.org/presentationml/2006/ole">
            <p:oleObj spid="_x0000_s95252" name="Equation" r:id="rId9" imgW="1993680" imgH="558720" progId="Equation.3">
              <p:embed/>
            </p:oleObj>
          </a:graphicData>
        </a:graphic>
      </p:graphicFrame>
      <p:graphicFrame>
        <p:nvGraphicFramePr>
          <p:cNvPr id="95253" name="Object 21"/>
          <p:cNvGraphicFramePr>
            <a:graphicFrameLocks noChangeAspect="1"/>
          </p:cNvGraphicFramePr>
          <p:nvPr/>
        </p:nvGraphicFramePr>
        <p:xfrm>
          <a:off x="7321550" y="3175000"/>
          <a:ext cx="1397000" cy="582613"/>
        </p:xfrm>
        <a:graphic>
          <a:graphicData uri="http://schemas.openxmlformats.org/presentationml/2006/ole">
            <p:oleObj spid="_x0000_s95253" name="Equation" r:id="rId10" imgW="1396800" imgH="583920" progId="Equation.3">
              <p:embed/>
            </p:oleObj>
          </a:graphicData>
        </a:graphic>
      </p:graphicFrame>
      <p:graphicFrame>
        <p:nvGraphicFramePr>
          <p:cNvPr id="95254" name="Object 22"/>
          <p:cNvGraphicFramePr>
            <a:graphicFrameLocks noChangeAspect="1"/>
          </p:cNvGraphicFramePr>
          <p:nvPr/>
        </p:nvGraphicFramePr>
        <p:xfrm>
          <a:off x="5600700" y="1905000"/>
          <a:ext cx="354013" cy="531813"/>
        </p:xfrm>
        <a:graphic>
          <a:graphicData uri="http://schemas.openxmlformats.org/presentationml/2006/ole">
            <p:oleObj spid="_x0000_s95254" name="Equation" r:id="rId11" imgW="355320" imgH="533160" progId="Equation.3">
              <p:embed/>
            </p:oleObj>
          </a:graphicData>
        </a:graphic>
      </p:graphicFrame>
      <p:graphicFrame>
        <p:nvGraphicFramePr>
          <p:cNvPr id="95255" name="Object 23"/>
          <p:cNvGraphicFramePr>
            <a:graphicFrameLocks noChangeAspect="1"/>
          </p:cNvGraphicFramePr>
          <p:nvPr/>
        </p:nvGraphicFramePr>
        <p:xfrm>
          <a:off x="5632450" y="4457700"/>
          <a:ext cx="442913" cy="609600"/>
        </p:xfrm>
        <a:graphic>
          <a:graphicData uri="http://schemas.openxmlformats.org/presentationml/2006/ole">
            <p:oleObj spid="_x0000_s95255" name="Equation" r:id="rId12" imgW="444240" imgH="609480" progId="Equation.3">
              <p:embed/>
            </p:oleObj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 dirty="0"/>
              <a:t>NFAs accept the Regular Languages</a:t>
            </a:r>
          </a:p>
        </p:txBody>
      </p:sp>
      <p:sp>
        <p:nvSpPr>
          <p:cNvPr id="19149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A20AD7-A39E-4BA5-9E42-CB3E6DC12E8C}" type="slidenum">
              <a:rPr lang="en-US"/>
              <a:pPr/>
              <a:t>80</a:t>
            </a:fld>
            <a:endParaRPr lang="en-US"/>
          </a:p>
        </p:txBody>
      </p:sp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Equivalence of Machines</a:t>
            </a:r>
          </a:p>
        </p:txBody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Definition for Automata:</a:t>
            </a:r>
          </a:p>
          <a:p>
            <a:endParaRPr lang="en-US"/>
          </a:p>
          <a:p>
            <a:r>
              <a:rPr lang="en-US"/>
              <a:t>Machine           is equivalent to machine</a:t>
            </a:r>
          </a:p>
          <a:p>
            <a:endParaRPr lang="en-US"/>
          </a:p>
          <a:p>
            <a:r>
              <a:rPr lang="en-US"/>
              <a:t>if </a:t>
            </a:r>
          </a:p>
          <a:p>
            <a:endParaRPr lang="en-US"/>
          </a:p>
          <a:p>
            <a:r>
              <a:rPr lang="en-US"/>
              <a:t>  </a:t>
            </a:r>
          </a:p>
          <a:p>
            <a:endParaRPr lang="en-US"/>
          </a:p>
        </p:txBody>
      </p:sp>
      <p:graphicFrame>
        <p:nvGraphicFramePr>
          <p:cNvPr id="244736" name="Object 2048"/>
          <p:cNvGraphicFramePr>
            <a:graphicFrameLocks noChangeAspect="1"/>
          </p:cNvGraphicFramePr>
          <p:nvPr/>
        </p:nvGraphicFramePr>
        <p:xfrm>
          <a:off x="2101850" y="2565400"/>
          <a:ext cx="646113" cy="571500"/>
        </p:xfrm>
        <a:graphic>
          <a:graphicData uri="http://schemas.openxmlformats.org/presentationml/2006/ole">
            <p:oleObj spid="_x0000_s244736" name="Equation" r:id="rId3" imgW="647640" imgH="571320" progId="Equation.3">
              <p:embed/>
            </p:oleObj>
          </a:graphicData>
        </a:graphic>
      </p:graphicFrame>
      <p:graphicFrame>
        <p:nvGraphicFramePr>
          <p:cNvPr id="244737" name="Object 2049"/>
          <p:cNvGraphicFramePr>
            <a:graphicFrameLocks noChangeAspect="1"/>
          </p:cNvGraphicFramePr>
          <p:nvPr/>
        </p:nvGraphicFramePr>
        <p:xfrm>
          <a:off x="7848600" y="2590800"/>
          <a:ext cx="723900" cy="571500"/>
        </p:xfrm>
        <a:graphic>
          <a:graphicData uri="http://schemas.openxmlformats.org/presentationml/2006/ole">
            <p:oleObj spid="_x0000_s244737" name="Equation" r:id="rId4" imgW="723600" imgH="571320" progId="Equation.3">
              <p:embed/>
            </p:oleObj>
          </a:graphicData>
        </a:graphic>
      </p:graphicFrame>
      <p:graphicFrame>
        <p:nvGraphicFramePr>
          <p:cNvPr id="244738" name="Object 2050"/>
          <p:cNvGraphicFramePr>
            <a:graphicFrameLocks noChangeAspect="1"/>
          </p:cNvGraphicFramePr>
          <p:nvPr/>
        </p:nvGraphicFramePr>
        <p:xfrm>
          <a:off x="914400" y="3810000"/>
          <a:ext cx="3200400" cy="571500"/>
        </p:xfrm>
        <a:graphic>
          <a:graphicData uri="http://schemas.openxmlformats.org/presentationml/2006/ole">
            <p:oleObj spid="_x0000_s244738" name="Equation" r:id="rId5" imgW="3200400" imgH="571320" progId="Equation.3">
              <p:embed/>
            </p:oleObj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B08566E-9388-4EE8-B7C9-08C9A406FDAD}" type="slidenum">
              <a:rPr lang="en-US"/>
              <a:pPr/>
              <a:t>81</a:t>
            </a:fld>
            <a:endParaRPr lang="en-US"/>
          </a:p>
        </p:txBody>
      </p:sp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equivalent machines</a:t>
            </a:r>
          </a:p>
        </p:txBody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 </a:t>
            </a:r>
          </a:p>
          <a:p>
            <a:endParaRPr lang="en-US"/>
          </a:p>
        </p:txBody>
      </p:sp>
      <p:sp>
        <p:nvSpPr>
          <p:cNvPr id="97284" name="Oval 4"/>
          <p:cNvSpPr>
            <a:spLocks noChangeArrowheads="1"/>
          </p:cNvSpPr>
          <p:nvPr/>
        </p:nvSpPr>
        <p:spPr bwMode="auto">
          <a:xfrm>
            <a:off x="5257800" y="22098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7285" name="Oval 5"/>
          <p:cNvSpPr>
            <a:spLocks noChangeArrowheads="1"/>
          </p:cNvSpPr>
          <p:nvPr/>
        </p:nvSpPr>
        <p:spPr bwMode="auto">
          <a:xfrm>
            <a:off x="5105400" y="20574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45760" name="Object 1024"/>
          <p:cNvGraphicFramePr>
            <a:graphicFrameLocks noChangeAspect="1"/>
          </p:cNvGraphicFramePr>
          <p:nvPr/>
        </p:nvGraphicFramePr>
        <p:xfrm>
          <a:off x="5410200" y="2286000"/>
          <a:ext cx="430213" cy="531813"/>
        </p:xfrm>
        <a:graphic>
          <a:graphicData uri="http://schemas.openxmlformats.org/presentationml/2006/ole">
            <p:oleObj spid="_x0000_s245760" name="Equation" r:id="rId3" imgW="431640" imgH="533160" progId="Equation.3">
              <p:embed/>
            </p:oleObj>
          </a:graphicData>
        </a:graphic>
      </p:graphicFrame>
      <p:graphicFrame>
        <p:nvGraphicFramePr>
          <p:cNvPr id="245761" name="Object 1025"/>
          <p:cNvGraphicFramePr>
            <a:graphicFrameLocks noChangeAspect="1"/>
          </p:cNvGraphicFramePr>
          <p:nvPr/>
        </p:nvGraphicFramePr>
        <p:xfrm>
          <a:off x="7543800" y="2209800"/>
          <a:ext cx="368300" cy="520700"/>
        </p:xfrm>
        <a:graphic>
          <a:graphicData uri="http://schemas.openxmlformats.org/presentationml/2006/ole">
            <p:oleObj spid="_x0000_s245761" name="Equation" r:id="rId4" imgW="368280" imgH="520560" progId="Equation.3">
              <p:embed/>
            </p:oleObj>
          </a:graphicData>
        </a:graphic>
      </p:graphicFrame>
      <p:sp>
        <p:nvSpPr>
          <p:cNvPr id="97290" name="Oval 10"/>
          <p:cNvSpPr>
            <a:spLocks noChangeArrowheads="1"/>
          </p:cNvSpPr>
          <p:nvPr/>
        </p:nvSpPr>
        <p:spPr bwMode="auto">
          <a:xfrm>
            <a:off x="7391400" y="22098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7291" name="Line 11"/>
          <p:cNvSpPr>
            <a:spLocks noChangeShapeType="1"/>
          </p:cNvSpPr>
          <p:nvPr/>
        </p:nvSpPr>
        <p:spPr bwMode="auto">
          <a:xfrm>
            <a:off x="6096000" y="2590800"/>
            <a:ext cx="12954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7293" name="Freeform 13"/>
          <p:cNvSpPr>
            <a:spLocks/>
          </p:cNvSpPr>
          <p:nvPr/>
        </p:nvSpPr>
        <p:spPr bwMode="auto">
          <a:xfrm>
            <a:off x="6019800" y="2057400"/>
            <a:ext cx="1524000" cy="228600"/>
          </a:xfrm>
          <a:custGeom>
            <a:avLst/>
            <a:gdLst/>
            <a:ahLst/>
            <a:cxnLst>
              <a:cxn ang="0">
                <a:pos x="960" y="144"/>
              </a:cxn>
              <a:cxn ang="0">
                <a:pos x="528" y="0"/>
              </a:cxn>
              <a:cxn ang="0">
                <a:pos x="0" y="144"/>
              </a:cxn>
            </a:cxnLst>
            <a:rect l="0" t="0" r="r" b="b"/>
            <a:pathLst>
              <a:path w="960" h="144">
                <a:moveTo>
                  <a:pt x="960" y="144"/>
                </a:moveTo>
                <a:cubicBezTo>
                  <a:pt x="824" y="72"/>
                  <a:pt x="688" y="0"/>
                  <a:pt x="528" y="0"/>
                </a:cubicBezTo>
                <a:cubicBezTo>
                  <a:pt x="368" y="0"/>
                  <a:pt x="184" y="72"/>
                  <a:pt x="0" y="1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7295" name="Line 15"/>
          <p:cNvSpPr>
            <a:spLocks noChangeShapeType="1"/>
          </p:cNvSpPr>
          <p:nvPr/>
        </p:nvSpPr>
        <p:spPr bwMode="auto">
          <a:xfrm>
            <a:off x="4572000" y="2514600"/>
            <a:ext cx="5334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45762" name="Object 1026"/>
          <p:cNvGraphicFramePr>
            <a:graphicFrameLocks noChangeAspect="1"/>
          </p:cNvGraphicFramePr>
          <p:nvPr/>
        </p:nvGraphicFramePr>
        <p:xfrm>
          <a:off x="6705600" y="1600200"/>
          <a:ext cx="252413" cy="381000"/>
        </p:xfrm>
        <a:graphic>
          <a:graphicData uri="http://schemas.openxmlformats.org/presentationml/2006/ole">
            <p:oleObj spid="_x0000_s245762" name="Equation" r:id="rId5" imgW="253800" imgH="380880" progId="Equation.3">
              <p:embed/>
            </p:oleObj>
          </a:graphicData>
        </a:graphic>
      </p:graphicFrame>
      <p:graphicFrame>
        <p:nvGraphicFramePr>
          <p:cNvPr id="245763" name="Object 1027"/>
          <p:cNvGraphicFramePr>
            <a:graphicFrameLocks noChangeAspect="1"/>
          </p:cNvGraphicFramePr>
          <p:nvPr/>
        </p:nvGraphicFramePr>
        <p:xfrm>
          <a:off x="6781800" y="2667000"/>
          <a:ext cx="163513" cy="368300"/>
        </p:xfrm>
        <a:graphic>
          <a:graphicData uri="http://schemas.openxmlformats.org/presentationml/2006/ole">
            <p:oleObj spid="_x0000_s245763" name="Equation" r:id="rId6" imgW="164880" imgH="368280" progId="Equation.3">
              <p:embed/>
            </p:oleObj>
          </a:graphicData>
        </a:graphic>
      </p:graphicFrame>
      <p:sp>
        <p:nvSpPr>
          <p:cNvPr id="97301" name="Oval 21"/>
          <p:cNvSpPr>
            <a:spLocks noChangeArrowheads="1"/>
          </p:cNvSpPr>
          <p:nvPr/>
        </p:nvSpPr>
        <p:spPr bwMode="auto">
          <a:xfrm>
            <a:off x="3886200" y="5181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7302" name="Oval 22"/>
          <p:cNvSpPr>
            <a:spLocks noChangeArrowheads="1"/>
          </p:cNvSpPr>
          <p:nvPr/>
        </p:nvSpPr>
        <p:spPr bwMode="auto">
          <a:xfrm>
            <a:off x="3733800" y="5029200"/>
            <a:ext cx="9906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45764" name="Object 1028"/>
          <p:cNvGraphicFramePr>
            <a:graphicFrameLocks noChangeAspect="1"/>
          </p:cNvGraphicFramePr>
          <p:nvPr/>
        </p:nvGraphicFramePr>
        <p:xfrm>
          <a:off x="4038600" y="5257800"/>
          <a:ext cx="430213" cy="531813"/>
        </p:xfrm>
        <a:graphic>
          <a:graphicData uri="http://schemas.openxmlformats.org/presentationml/2006/ole">
            <p:oleObj spid="_x0000_s245764" name="Equation" r:id="rId7" imgW="431640" imgH="533160" progId="Equation.3">
              <p:embed/>
            </p:oleObj>
          </a:graphicData>
        </a:graphic>
      </p:graphicFrame>
      <p:graphicFrame>
        <p:nvGraphicFramePr>
          <p:cNvPr id="245765" name="Object 1029"/>
          <p:cNvGraphicFramePr>
            <a:graphicFrameLocks noChangeAspect="1"/>
          </p:cNvGraphicFramePr>
          <p:nvPr/>
        </p:nvGraphicFramePr>
        <p:xfrm>
          <a:off x="6172200" y="5181600"/>
          <a:ext cx="368300" cy="520700"/>
        </p:xfrm>
        <a:graphic>
          <a:graphicData uri="http://schemas.openxmlformats.org/presentationml/2006/ole">
            <p:oleObj spid="_x0000_s245765" name="Equation" r:id="rId8" imgW="368280" imgH="520560" progId="Equation.3">
              <p:embed/>
            </p:oleObj>
          </a:graphicData>
        </a:graphic>
      </p:graphicFrame>
      <p:graphicFrame>
        <p:nvGraphicFramePr>
          <p:cNvPr id="245766" name="Object 1030"/>
          <p:cNvGraphicFramePr>
            <a:graphicFrameLocks noChangeAspect="1"/>
          </p:cNvGraphicFramePr>
          <p:nvPr/>
        </p:nvGraphicFramePr>
        <p:xfrm>
          <a:off x="8305800" y="5181600"/>
          <a:ext cx="442913" cy="520700"/>
        </p:xfrm>
        <a:graphic>
          <a:graphicData uri="http://schemas.openxmlformats.org/presentationml/2006/ole">
            <p:oleObj spid="_x0000_s245766" name="Equation" r:id="rId9" imgW="444240" imgH="520560" progId="Equation.3">
              <p:embed/>
            </p:oleObj>
          </a:graphicData>
        </a:graphic>
      </p:graphicFrame>
      <p:sp>
        <p:nvSpPr>
          <p:cNvPr id="97306" name="Oval 26"/>
          <p:cNvSpPr>
            <a:spLocks noChangeArrowheads="1"/>
          </p:cNvSpPr>
          <p:nvPr/>
        </p:nvSpPr>
        <p:spPr bwMode="auto">
          <a:xfrm>
            <a:off x="8153400" y="5181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7307" name="Oval 27"/>
          <p:cNvSpPr>
            <a:spLocks noChangeArrowheads="1"/>
          </p:cNvSpPr>
          <p:nvPr/>
        </p:nvSpPr>
        <p:spPr bwMode="auto">
          <a:xfrm>
            <a:off x="6019800" y="5181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7308" name="Line 28"/>
          <p:cNvSpPr>
            <a:spLocks noChangeShapeType="1"/>
          </p:cNvSpPr>
          <p:nvPr/>
        </p:nvSpPr>
        <p:spPr bwMode="auto">
          <a:xfrm>
            <a:off x="4724400" y="5562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7309" name="Line 29"/>
          <p:cNvSpPr>
            <a:spLocks noChangeShapeType="1"/>
          </p:cNvSpPr>
          <p:nvPr/>
        </p:nvSpPr>
        <p:spPr bwMode="auto">
          <a:xfrm>
            <a:off x="6705600" y="55626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7310" name="Freeform 30"/>
          <p:cNvSpPr>
            <a:spLocks/>
          </p:cNvSpPr>
          <p:nvPr/>
        </p:nvSpPr>
        <p:spPr bwMode="auto">
          <a:xfrm>
            <a:off x="4648200" y="5029200"/>
            <a:ext cx="1524000" cy="228600"/>
          </a:xfrm>
          <a:custGeom>
            <a:avLst/>
            <a:gdLst/>
            <a:ahLst/>
            <a:cxnLst>
              <a:cxn ang="0">
                <a:pos x="960" y="144"/>
              </a:cxn>
              <a:cxn ang="0">
                <a:pos x="528" y="0"/>
              </a:cxn>
              <a:cxn ang="0">
                <a:pos x="0" y="144"/>
              </a:cxn>
            </a:cxnLst>
            <a:rect l="0" t="0" r="r" b="b"/>
            <a:pathLst>
              <a:path w="960" h="144">
                <a:moveTo>
                  <a:pt x="960" y="144"/>
                </a:moveTo>
                <a:cubicBezTo>
                  <a:pt x="824" y="72"/>
                  <a:pt x="688" y="0"/>
                  <a:pt x="528" y="0"/>
                </a:cubicBezTo>
                <a:cubicBezTo>
                  <a:pt x="368" y="0"/>
                  <a:pt x="184" y="72"/>
                  <a:pt x="0" y="1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7311" name="Line 31"/>
          <p:cNvSpPr>
            <a:spLocks noChangeShapeType="1"/>
          </p:cNvSpPr>
          <p:nvPr/>
        </p:nvSpPr>
        <p:spPr bwMode="auto">
          <a:xfrm>
            <a:off x="3187700" y="5562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45767" name="Object 1031"/>
          <p:cNvGraphicFramePr>
            <a:graphicFrameLocks noChangeAspect="1"/>
          </p:cNvGraphicFramePr>
          <p:nvPr/>
        </p:nvGraphicFramePr>
        <p:xfrm>
          <a:off x="5334000" y="4572000"/>
          <a:ext cx="252413" cy="381000"/>
        </p:xfrm>
        <a:graphic>
          <a:graphicData uri="http://schemas.openxmlformats.org/presentationml/2006/ole">
            <p:oleObj spid="_x0000_s245767" name="Equation" r:id="rId10" imgW="253800" imgH="380880" progId="Equation.3">
              <p:embed/>
            </p:oleObj>
          </a:graphicData>
        </a:graphic>
      </p:graphicFrame>
      <p:graphicFrame>
        <p:nvGraphicFramePr>
          <p:cNvPr id="245768" name="Object 1032"/>
          <p:cNvGraphicFramePr>
            <a:graphicFrameLocks noChangeAspect="1"/>
          </p:cNvGraphicFramePr>
          <p:nvPr/>
        </p:nvGraphicFramePr>
        <p:xfrm>
          <a:off x="5410200" y="5638800"/>
          <a:ext cx="163513" cy="368300"/>
        </p:xfrm>
        <a:graphic>
          <a:graphicData uri="http://schemas.openxmlformats.org/presentationml/2006/ole">
            <p:oleObj spid="_x0000_s245768" name="Equation" r:id="rId11" imgW="164880" imgH="368280" progId="Equation.3">
              <p:embed/>
            </p:oleObj>
          </a:graphicData>
        </a:graphic>
      </p:graphicFrame>
      <p:graphicFrame>
        <p:nvGraphicFramePr>
          <p:cNvPr id="245769" name="Object 1033"/>
          <p:cNvGraphicFramePr>
            <a:graphicFrameLocks noChangeAspect="1"/>
          </p:cNvGraphicFramePr>
          <p:nvPr/>
        </p:nvGraphicFramePr>
        <p:xfrm>
          <a:off x="7378700" y="5160963"/>
          <a:ext cx="163513" cy="368300"/>
        </p:xfrm>
        <a:graphic>
          <a:graphicData uri="http://schemas.openxmlformats.org/presentationml/2006/ole">
            <p:oleObj spid="_x0000_s245769" name="Equation" r:id="rId12" imgW="164880" imgH="368280" progId="Equation.3">
              <p:embed/>
            </p:oleObj>
          </a:graphicData>
        </a:graphic>
      </p:graphicFrame>
      <p:graphicFrame>
        <p:nvGraphicFramePr>
          <p:cNvPr id="245770" name="Object 1034"/>
          <p:cNvGraphicFramePr>
            <a:graphicFrameLocks noChangeAspect="1"/>
          </p:cNvGraphicFramePr>
          <p:nvPr/>
        </p:nvGraphicFramePr>
        <p:xfrm>
          <a:off x="6426200" y="6172200"/>
          <a:ext cx="252413" cy="381000"/>
        </p:xfrm>
        <a:graphic>
          <a:graphicData uri="http://schemas.openxmlformats.org/presentationml/2006/ole">
            <p:oleObj spid="_x0000_s245770" name="Equation" r:id="rId13" imgW="253800" imgH="380880" progId="Equation.3">
              <p:embed/>
            </p:oleObj>
          </a:graphicData>
        </a:graphic>
      </p:graphicFrame>
      <p:sp>
        <p:nvSpPr>
          <p:cNvPr id="97316" name="Freeform 36"/>
          <p:cNvSpPr>
            <a:spLocks/>
          </p:cNvSpPr>
          <p:nvPr/>
        </p:nvSpPr>
        <p:spPr bwMode="auto">
          <a:xfrm>
            <a:off x="4419600" y="5867400"/>
            <a:ext cx="3962400" cy="711200"/>
          </a:xfrm>
          <a:custGeom>
            <a:avLst/>
            <a:gdLst/>
            <a:ahLst/>
            <a:cxnLst>
              <a:cxn ang="0">
                <a:pos x="0" y="96"/>
              </a:cxn>
              <a:cxn ang="0">
                <a:pos x="432" y="384"/>
              </a:cxn>
              <a:cxn ang="0">
                <a:pos x="1968" y="384"/>
              </a:cxn>
              <a:cxn ang="0">
                <a:pos x="2496" y="0"/>
              </a:cxn>
            </a:cxnLst>
            <a:rect l="0" t="0" r="r" b="b"/>
            <a:pathLst>
              <a:path w="2496" h="448">
                <a:moveTo>
                  <a:pt x="0" y="96"/>
                </a:moveTo>
                <a:cubicBezTo>
                  <a:pt x="52" y="216"/>
                  <a:pt x="104" y="336"/>
                  <a:pt x="432" y="384"/>
                </a:cubicBezTo>
                <a:cubicBezTo>
                  <a:pt x="760" y="432"/>
                  <a:pt x="1624" y="448"/>
                  <a:pt x="1968" y="384"/>
                </a:cubicBezTo>
                <a:cubicBezTo>
                  <a:pt x="2312" y="320"/>
                  <a:pt x="2404" y="160"/>
                  <a:pt x="2496" y="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7317" name="Freeform 37"/>
          <p:cNvSpPr>
            <a:spLocks/>
          </p:cNvSpPr>
          <p:nvPr/>
        </p:nvSpPr>
        <p:spPr bwMode="auto">
          <a:xfrm>
            <a:off x="8293100" y="4572000"/>
            <a:ext cx="571500" cy="685800"/>
          </a:xfrm>
          <a:custGeom>
            <a:avLst/>
            <a:gdLst/>
            <a:ahLst/>
            <a:cxnLst>
              <a:cxn ang="0">
                <a:pos x="248" y="432"/>
              </a:cxn>
              <a:cxn ang="0">
                <a:pos x="344" y="144"/>
              </a:cxn>
              <a:cxn ang="0">
                <a:pos x="152" y="0"/>
              </a:cxn>
              <a:cxn ang="0">
                <a:pos x="8" y="144"/>
              </a:cxn>
              <a:cxn ang="0">
                <a:pos x="104" y="384"/>
              </a:cxn>
            </a:cxnLst>
            <a:rect l="0" t="0" r="r" b="b"/>
            <a:pathLst>
              <a:path w="360" h="432">
                <a:moveTo>
                  <a:pt x="248" y="432"/>
                </a:moveTo>
                <a:cubicBezTo>
                  <a:pt x="304" y="324"/>
                  <a:pt x="360" y="216"/>
                  <a:pt x="344" y="144"/>
                </a:cubicBezTo>
                <a:cubicBezTo>
                  <a:pt x="328" y="72"/>
                  <a:pt x="208" y="0"/>
                  <a:pt x="152" y="0"/>
                </a:cubicBezTo>
                <a:cubicBezTo>
                  <a:pt x="96" y="0"/>
                  <a:pt x="16" y="80"/>
                  <a:pt x="8" y="144"/>
                </a:cubicBezTo>
                <a:cubicBezTo>
                  <a:pt x="0" y="208"/>
                  <a:pt x="52" y="296"/>
                  <a:pt x="104" y="3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45771" name="Object 1035"/>
          <p:cNvGraphicFramePr>
            <a:graphicFrameLocks noChangeAspect="1"/>
          </p:cNvGraphicFramePr>
          <p:nvPr/>
        </p:nvGraphicFramePr>
        <p:xfrm>
          <a:off x="8305800" y="4114800"/>
          <a:ext cx="508000" cy="457200"/>
        </p:xfrm>
        <a:graphic>
          <a:graphicData uri="http://schemas.openxmlformats.org/presentationml/2006/ole">
            <p:oleObj spid="_x0000_s245771" name="Equation" r:id="rId14" imgW="507960" imgH="457200" progId="Equation.3">
              <p:embed/>
            </p:oleObj>
          </a:graphicData>
        </a:graphic>
      </p:graphicFrame>
      <p:sp>
        <p:nvSpPr>
          <p:cNvPr id="97319" name="Text Box 39"/>
          <p:cNvSpPr txBox="1">
            <a:spLocks noChangeArrowheads="1"/>
          </p:cNvSpPr>
          <p:nvPr/>
        </p:nvSpPr>
        <p:spPr bwMode="auto">
          <a:xfrm>
            <a:off x="5867400" y="990600"/>
            <a:ext cx="10509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NFA</a:t>
            </a:r>
          </a:p>
        </p:txBody>
      </p:sp>
      <p:sp>
        <p:nvSpPr>
          <p:cNvPr id="97320" name="Text Box 40"/>
          <p:cNvSpPr txBox="1">
            <a:spLocks noChangeArrowheads="1"/>
          </p:cNvSpPr>
          <p:nvPr/>
        </p:nvSpPr>
        <p:spPr bwMode="auto">
          <a:xfrm>
            <a:off x="5791200" y="3962400"/>
            <a:ext cx="10207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DFA</a:t>
            </a:r>
          </a:p>
        </p:txBody>
      </p:sp>
      <p:graphicFrame>
        <p:nvGraphicFramePr>
          <p:cNvPr id="245772" name="Object 1036"/>
          <p:cNvGraphicFramePr>
            <a:graphicFrameLocks noChangeAspect="1"/>
          </p:cNvGraphicFramePr>
          <p:nvPr/>
        </p:nvGraphicFramePr>
        <p:xfrm>
          <a:off x="228600" y="1752600"/>
          <a:ext cx="2921000" cy="571500"/>
        </p:xfrm>
        <a:graphic>
          <a:graphicData uri="http://schemas.openxmlformats.org/presentationml/2006/ole">
            <p:oleObj spid="_x0000_s245772" name="Equation" r:id="rId15" imgW="2920680" imgH="571320" progId="Equation.3">
              <p:embed/>
            </p:oleObj>
          </a:graphicData>
        </a:graphic>
      </p:graphicFrame>
      <p:graphicFrame>
        <p:nvGraphicFramePr>
          <p:cNvPr id="245773" name="Object 1037"/>
          <p:cNvGraphicFramePr>
            <a:graphicFrameLocks noChangeAspect="1"/>
          </p:cNvGraphicFramePr>
          <p:nvPr/>
        </p:nvGraphicFramePr>
        <p:xfrm>
          <a:off x="152400" y="4724400"/>
          <a:ext cx="2997200" cy="571500"/>
        </p:xfrm>
        <a:graphic>
          <a:graphicData uri="http://schemas.openxmlformats.org/presentationml/2006/ole">
            <p:oleObj spid="_x0000_s245773" name="Equation" r:id="rId16" imgW="2997000" imgH="571320" progId="Equation.3">
              <p:embed/>
            </p:oleObj>
          </a:graphicData>
        </a:graphic>
      </p:graphicFrame>
      <p:graphicFrame>
        <p:nvGraphicFramePr>
          <p:cNvPr id="245774" name="Object 1038"/>
          <p:cNvGraphicFramePr>
            <a:graphicFrameLocks noChangeAspect="1"/>
          </p:cNvGraphicFramePr>
          <p:nvPr/>
        </p:nvGraphicFramePr>
        <p:xfrm>
          <a:off x="7010400" y="990600"/>
          <a:ext cx="646113" cy="571500"/>
        </p:xfrm>
        <a:graphic>
          <a:graphicData uri="http://schemas.openxmlformats.org/presentationml/2006/ole">
            <p:oleObj spid="_x0000_s245774" name="Equation" r:id="rId17" imgW="647640" imgH="571320" progId="Equation.3">
              <p:embed/>
            </p:oleObj>
          </a:graphicData>
        </a:graphic>
      </p:graphicFrame>
      <p:graphicFrame>
        <p:nvGraphicFramePr>
          <p:cNvPr id="245775" name="Object 1039"/>
          <p:cNvGraphicFramePr>
            <a:graphicFrameLocks noChangeAspect="1"/>
          </p:cNvGraphicFramePr>
          <p:nvPr/>
        </p:nvGraphicFramePr>
        <p:xfrm>
          <a:off x="6858000" y="3962400"/>
          <a:ext cx="723900" cy="571500"/>
        </p:xfrm>
        <a:graphic>
          <a:graphicData uri="http://schemas.openxmlformats.org/presentationml/2006/ole">
            <p:oleObj spid="_x0000_s245775" name="Equation" r:id="rId18" imgW="723600" imgH="571320" progId="Equation.3">
              <p:embed/>
            </p:oleObj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B678512-087F-45BB-A4D4-489DDF0733A2}" type="slidenum">
              <a:rPr lang="en-US"/>
              <a:pPr/>
              <a:t>82</a:t>
            </a:fld>
            <a:endParaRPr lang="en-US"/>
          </a:p>
        </p:txBody>
      </p:sp>
      <p:sp>
        <p:nvSpPr>
          <p:cNvPr id="180226" name="Text Box 2050"/>
          <p:cNvSpPr txBox="1">
            <a:spLocks noChangeArrowheads="1"/>
          </p:cNvSpPr>
          <p:nvPr/>
        </p:nvSpPr>
        <p:spPr bwMode="auto">
          <a:xfrm>
            <a:off x="2743200" y="304800"/>
            <a:ext cx="28575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We will prove:</a:t>
            </a:r>
          </a:p>
        </p:txBody>
      </p:sp>
      <p:sp>
        <p:nvSpPr>
          <p:cNvPr id="180227" name="Text Box 2051"/>
          <p:cNvSpPr txBox="1">
            <a:spLocks noChangeArrowheads="1"/>
          </p:cNvSpPr>
          <p:nvPr/>
        </p:nvSpPr>
        <p:spPr bwMode="auto">
          <a:xfrm>
            <a:off x="762000" y="1600200"/>
            <a:ext cx="2222500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Languages </a:t>
            </a:r>
          </a:p>
          <a:p>
            <a:r>
              <a:rPr lang="en-US"/>
              <a:t>accepted</a:t>
            </a:r>
          </a:p>
          <a:p>
            <a:r>
              <a:rPr lang="en-US"/>
              <a:t>by NFAs</a:t>
            </a:r>
          </a:p>
        </p:txBody>
      </p:sp>
      <p:sp>
        <p:nvSpPr>
          <p:cNvPr id="180228" name="Text Box 2052"/>
          <p:cNvSpPr txBox="1">
            <a:spLocks noChangeArrowheads="1"/>
          </p:cNvSpPr>
          <p:nvPr/>
        </p:nvSpPr>
        <p:spPr bwMode="auto">
          <a:xfrm>
            <a:off x="5410200" y="1905000"/>
            <a:ext cx="210026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Regular</a:t>
            </a:r>
          </a:p>
          <a:p>
            <a:r>
              <a:rPr lang="en-US"/>
              <a:t>Languages</a:t>
            </a:r>
          </a:p>
        </p:txBody>
      </p:sp>
      <p:sp>
        <p:nvSpPr>
          <p:cNvPr id="180229" name="AutoShape 2053"/>
          <p:cNvSpPr>
            <a:spLocks/>
          </p:cNvSpPr>
          <p:nvPr/>
        </p:nvSpPr>
        <p:spPr bwMode="auto">
          <a:xfrm>
            <a:off x="457200" y="1600200"/>
            <a:ext cx="228600" cy="1752600"/>
          </a:xfrm>
          <a:prstGeom prst="leftBrace">
            <a:avLst>
              <a:gd name="adj1" fmla="val 63889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0230" name="AutoShape 2054"/>
          <p:cNvSpPr>
            <a:spLocks/>
          </p:cNvSpPr>
          <p:nvPr/>
        </p:nvSpPr>
        <p:spPr bwMode="auto">
          <a:xfrm>
            <a:off x="5105400" y="1600200"/>
            <a:ext cx="228600" cy="1752600"/>
          </a:xfrm>
          <a:prstGeom prst="leftBrace">
            <a:avLst>
              <a:gd name="adj1" fmla="val 63889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0231" name="AutoShape 2055"/>
          <p:cNvSpPr>
            <a:spLocks/>
          </p:cNvSpPr>
          <p:nvPr/>
        </p:nvSpPr>
        <p:spPr bwMode="auto">
          <a:xfrm flipH="1">
            <a:off x="7696200" y="1600200"/>
            <a:ext cx="228600" cy="1752600"/>
          </a:xfrm>
          <a:prstGeom prst="leftBrace">
            <a:avLst>
              <a:gd name="adj1" fmla="val 63889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0232" name="AutoShape 2056"/>
          <p:cNvSpPr>
            <a:spLocks/>
          </p:cNvSpPr>
          <p:nvPr/>
        </p:nvSpPr>
        <p:spPr bwMode="auto">
          <a:xfrm flipH="1">
            <a:off x="2971800" y="1600200"/>
            <a:ext cx="228600" cy="1752600"/>
          </a:xfrm>
          <a:prstGeom prst="leftBrace">
            <a:avLst>
              <a:gd name="adj1" fmla="val 63889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80233" name="Object 2057"/>
          <p:cNvGraphicFramePr>
            <a:graphicFrameLocks noChangeAspect="1"/>
          </p:cNvGraphicFramePr>
          <p:nvPr/>
        </p:nvGraphicFramePr>
        <p:xfrm>
          <a:off x="3810000" y="2209800"/>
          <a:ext cx="685800" cy="685800"/>
        </p:xfrm>
        <a:graphic>
          <a:graphicData uri="http://schemas.openxmlformats.org/presentationml/2006/ole">
            <p:oleObj spid="_x0000_s180233" name="Equation" r:id="rId3" imgW="304560" imgH="177480" progId="Equation.3">
              <p:embed/>
            </p:oleObj>
          </a:graphicData>
        </a:graphic>
      </p:graphicFrame>
      <p:sp>
        <p:nvSpPr>
          <p:cNvPr id="180234" name="Text Box 2058"/>
          <p:cNvSpPr txBox="1">
            <a:spLocks noChangeArrowheads="1"/>
          </p:cNvSpPr>
          <p:nvPr/>
        </p:nvSpPr>
        <p:spPr bwMode="auto">
          <a:xfrm>
            <a:off x="152400" y="4953000"/>
            <a:ext cx="506730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NFAs and DFAs have the </a:t>
            </a:r>
          </a:p>
          <a:p>
            <a:r>
              <a:rPr lang="en-US"/>
              <a:t>same computation power</a:t>
            </a:r>
          </a:p>
        </p:txBody>
      </p:sp>
      <p:sp>
        <p:nvSpPr>
          <p:cNvPr id="180237" name="Text Box 2061"/>
          <p:cNvSpPr txBox="1">
            <a:spLocks noChangeArrowheads="1"/>
          </p:cNvSpPr>
          <p:nvPr/>
        </p:nvSpPr>
        <p:spPr bwMode="auto">
          <a:xfrm>
            <a:off x="5562600" y="3429000"/>
            <a:ext cx="1966913" cy="1544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800">
                <a:solidFill>
                  <a:srgbClr val="006600"/>
                </a:solidFill>
              </a:rPr>
              <a:t>Languages </a:t>
            </a:r>
          </a:p>
          <a:p>
            <a:r>
              <a:rPr lang="en-US" sz="2800">
                <a:solidFill>
                  <a:srgbClr val="006600"/>
                </a:solidFill>
              </a:rPr>
              <a:t>accepted</a:t>
            </a:r>
          </a:p>
          <a:p>
            <a:r>
              <a:rPr lang="en-US" sz="2800">
                <a:solidFill>
                  <a:srgbClr val="006600"/>
                </a:solidFill>
              </a:rPr>
              <a:t>by DFAs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E33D01-7148-453B-938E-51CFC01AD4AC}" type="slidenum">
              <a:rPr lang="en-US"/>
              <a:pPr/>
              <a:t>83</a:t>
            </a:fld>
            <a:endParaRPr lang="en-US"/>
          </a:p>
        </p:txBody>
      </p:sp>
      <p:sp>
        <p:nvSpPr>
          <p:cNvPr id="173059" name="Text Box 3"/>
          <p:cNvSpPr txBox="1">
            <a:spLocks noChangeArrowheads="1"/>
          </p:cNvSpPr>
          <p:nvPr/>
        </p:nvSpPr>
        <p:spPr bwMode="auto">
          <a:xfrm>
            <a:off x="762000" y="1600200"/>
            <a:ext cx="2222500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Languages </a:t>
            </a:r>
          </a:p>
          <a:p>
            <a:r>
              <a:rPr lang="en-US"/>
              <a:t>accepted</a:t>
            </a:r>
          </a:p>
          <a:p>
            <a:r>
              <a:rPr lang="en-US"/>
              <a:t>by NFAs</a:t>
            </a:r>
          </a:p>
        </p:txBody>
      </p:sp>
      <p:sp>
        <p:nvSpPr>
          <p:cNvPr id="173060" name="Text Box 4"/>
          <p:cNvSpPr txBox="1">
            <a:spLocks noChangeArrowheads="1"/>
          </p:cNvSpPr>
          <p:nvPr/>
        </p:nvSpPr>
        <p:spPr bwMode="auto">
          <a:xfrm>
            <a:off x="5410200" y="1905000"/>
            <a:ext cx="210026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Regular</a:t>
            </a:r>
          </a:p>
          <a:p>
            <a:r>
              <a:rPr lang="en-US"/>
              <a:t>Languages</a:t>
            </a:r>
          </a:p>
        </p:txBody>
      </p:sp>
      <p:sp>
        <p:nvSpPr>
          <p:cNvPr id="173061" name="AutoShape 5"/>
          <p:cNvSpPr>
            <a:spLocks/>
          </p:cNvSpPr>
          <p:nvPr/>
        </p:nvSpPr>
        <p:spPr bwMode="auto">
          <a:xfrm>
            <a:off x="457200" y="1600200"/>
            <a:ext cx="228600" cy="1752600"/>
          </a:xfrm>
          <a:prstGeom prst="leftBrace">
            <a:avLst>
              <a:gd name="adj1" fmla="val 63889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3062" name="AutoShape 6"/>
          <p:cNvSpPr>
            <a:spLocks/>
          </p:cNvSpPr>
          <p:nvPr/>
        </p:nvSpPr>
        <p:spPr bwMode="auto">
          <a:xfrm>
            <a:off x="5105400" y="1600200"/>
            <a:ext cx="228600" cy="1752600"/>
          </a:xfrm>
          <a:prstGeom prst="leftBrace">
            <a:avLst>
              <a:gd name="adj1" fmla="val 63889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3063" name="AutoShape 7"/>
          <p:cNvSpPr>
            <a:spLocks/>
          </p:cNvSpPr>
          <p:nvPr/>
        </p:nvSpPr>
        <p:spPr bwMode="auto">
          <a:xfrm flipH="1">
            <a:off x="7696200" y="1600200"/>
            <a:ext cx="228600" cy="1752600"/>
          </a:xfrm>
          <a:prstGeom prst="leftBrace">
            <a:avLst>
              <a:gd name="adj1" fmla="val 63889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3064" name="AutoShape 8"/>
          <p:cNvSpPr>
            <a:spLocks/>
          </p:cNvSpPr>
          <p:nvPr/>
        </p:nvSpPr>
        <p:spPr bwMode="auto">
          <a:xfrm flipH="1">
            <a:off x="2971800" y="1600200"/>
            <a:ext cx="228600" cy="1752600"/>
          </a:xfrm>
          <a:prstGeom prst="leftBrace">
            <a:avLst>
              <a:gd name="adj1" fmla="val 63889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46784" name="Object 1024"/>
          <p:cNvGraphicFramePr>
            <a:graphicFrameLocks noChangeAspect="1"/>
          </p:cNvGraphicFramePr>
          <p:nvPr/>
        </p:nvGraphicFramePr>
        <p:xfrm>
          <a:off x="3657600" y="2133600"/>
          <a:ext cx="938213" cy="747713"/>
        </p:xfrm>
        <a:graphic>
          <a:graphicData uri="http://schemas.openxmlformats.org/presentationml/2006/ole">
            <p:oleObj spid="_x0000_s246784" name="Equation" r:id="rId3" imgW="393480" imgH="368280" progId="Equation.3">
              <p:embed/>
            </p:oleObj>
          </a:graphicData>
        </a:graphic>
      </p:graphicFrame>
      <p:sp>
        <p:nvSpPr>
          <p:cNvPr id="173066" name="Text Box 10"/>
          <p:cNvSpPr txBox="1">
            <a:spLocks noChangeArrowheads="1"/>
          </p:cNvSpPr>
          <p:nvPr/>
        </p:nvSpPr>
        <p:spPr bwMode="auto">
          <a:xfrm>
            <a:off x="3352800" y="304800"/>
            <a:ext cx="14033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Step 1</a:t>
            </a:r>
          </a:p>
        </p:txBody>
      </p:sp>
      <p:sp>
        <p:nvSpPr>
          <p:cNvPr id="173067" name="Text Box 11"/>
          <p:cNvSpPr txBox="1">
            <a:spLocks noChangeArrowheads="1"/>
          </p:cNvSpPr>
          <p:nvPr/>
        </p:nvSpPr>
        <p:spPr bwMode="auto">
          <a:xfrm>
            <a:off x="319088" y="3911600"/>
            <a:ext cx="1347787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Proof:</a:t>
            </a:r>
          </a:p>
        </p:txBody>
      </p:sp>
      <p:sp>
        <p:nvSpPr>
          <p:cNvPr id="173068" name="Text Box 12"/>
          <p:cNvSpPr txBox="1">
            <a:spLocks noChangeArrowheads="1"/>
          </p:cNvSpPr>
          <p:nvPr/>
        </p:nvSpPr>
        <p:spPr bwMode="auto">
          <a:xfrm>
            <a:off x="1752600" y="3962400"/>
            <a:ext cx="57689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Every DFA is trivially an NFA</a:t>
            </a:r>
          </a:p>
        </p:txBody>
      </p:sp>
      <p:sp>
        <p:nvSpPr>
          <p:cNvPr id="173069" name="Text Box 13"/>
          <p:cNvSpPr txBox="1">
            <a:spLocks noChangeArrowheads="1"/>
          </p:cNvSpPr>
          <p:nvPr/>
        </p:nvSpPr>
        <p:spPr bwMode="auto">
          <a:xfrm>
            <a:off x="1752600" y="5181600"/>
            <a:ext cx="694848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Any language      accepted by a DFA</a:t>
            </a:r>
          </a:p>
          <a:p>
            <a:r>
              <a:rPr lang="en-US"/>
              <a:t>is also accepted by an NFA</a:t>
            </a:r>
          </a:p>
        </p:txBody>
      </p:sp>
      <p:sp>
        <p:nvSpPr>
          <p:cNvPr id="173070" name="AutoShape 14"/>
          <p:cNvSpPr>
            <a:spLocks noChangeArrowheads="1"/>
          </p:cNvSpPr>
          <p:nvPr/>
        </p:nvSpPr>
        <p:spPr bwMode="auto">
          <a:xfrm>
            <a:off x="4114800" y="4648200"/>
            <a:ext cx="485775" cy="4572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46785" name="Object 1025"/>
          <p:cNvGraphicFramePr>
            <a:graphicFrameLocks noChangeAspect="1"/>
          </p:cNvGraphicFramePr>
          <p:nvPr/>
        </p:nvGraphicFramePr>
        <p:xfrm>
          <a:off x="4495800" y="5257800"/>
          <a:ext cx="330200" cy="393700"/>
        </p:xfrm>
        <a:graphic>
          <a:graphicData uri="http://schemas.openxmlformats.org/presentationml/2006/ole">
            <p:oleObj spid="_x0000_s246785" name="Equation" r:id="rId4" imgW="330120" imgH="393480" progId="Equation.3">
              <p:embed/>
            </p:oleObj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D0B105A-436A-4DC2-842B-ABFA3EA8CB14}" type="slidenum">
              <a:rPr lang="en-US"/>
              <a:pPr/>
              <a:t>84</a:t>
            </a:fld>
            <a:endParaRPr lang="en-US"/>
          </a:p>
        </p:txBody>
      </p:sp>
      <p:sp>
        <p:nvSpPr>
          <p:cNvPr id="179202" name="Text Box 2"/>
          <p:cNvSpPr txBox="1">
            <a:spLocks noChangeArrowheads="1"/>
          </p:cNvSpPr>
          <p:nvPr/>
        </p:nvSpPr>
        <p:spPr bwMode="auto">
          <a:xfrm>
            <a:off x="762000" y="1600200"/>
            <a:ext cx="2222500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Languages </a:t>
            </a:r>
          </a:p>
          <a:p>
            <a:r>
              <a:rPr lang="en-US"/>
              <a:t>accepted</a:t>
            </a:r>
          </a:p>
          <a:p>
            <a:r>
              <a:rPr lang="en-US"/>
              <a:t>by NFAs</a:t>
            </a:r>
          </a:p>
        </p:txBody>
      </p:sp>
      <p:sp>
        <p:nvSpPr>
          <p:cNvPr id="179203" name="Text Box 3"/>
          <p:cNvSpPr txBox="1">
            <a:spLocks noChangeArrowheads="1"/>
          </p:cNvSpPr>
          <p:nvPr/>
        </p:nvSpPr>
        <p:spPr bwMode="auto">
          <a:xfrm>
            <a:off x="5410200" y="1905000"/>
            <a:ext cx="2100263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Regular</a:t>
            </a:r>
          </a:p>
          <a:p>
            <a:r>
              <a:rPr lang="en-US"/>
              <a:t>Languages</a:t>
            </a:r>
          </a:p>
        </p:txBody>
      </p:sp>
      <p:sp>
        <p:nvSpPr>
          <p:cNvPr id="179204" name="AutoShape 4"/>
          <p:cNvSpPr>
            <a:spLocks/>
          </p:cNvSpPr>
          <p:nvPr/>
        </p:nvSpPr>
        <p:spPr bwMode="auto">
          <a:xfrm>
            <a:off x="457200" y="1600200"/>
            <a:ext cx="228600" cy="1752600"/>
          </a:xfrm>
          <a:prstGeom prst="leftBrace">
            <a:avLst>
              <a:gd name="adj1" fmla="val 63889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9205" name="AutoShape 5"/>
          <p:cNvSpPr>
            <a:spLocks/>
          </p:cNvSpPr>
          <p:nvPr/>
        </p:nvSpPr>
        <p:spPr bwMode="auto">
          <a:xfrm>
            <a:off x="5105400" y="1600200"/>
            <a:ext cx="228600" cy="1752600"/>
          </a:xfrm>
          <a:prstGeom prst="leftBrace">
            <a:avLst>
              <a:gd name="adj1" fmla="val 63889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9206" name="AutoShape 6"/>
          <p:cNvSpPr>
            <a:spLocks/>
          </p:cNvSpPr>
          <p:nvPr/>
        </p:nvSpPr>
        <p:spPr bwMode="auto">
          <a:xfrm flipH="1">
            <a:off x="7696200" y="1600200"/>
            <a:ext cx="228600" cy="1752600"/>
          </a:xfrm>
          <a:prstGeom prst="leftBrace">
            <a:avLst>
              <a:gd name="adj1" fmla="val 63889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9207" name="AutoShape 7"/>
          <p:cNvSpPr>
            <a:spLocks/>
          </p:cNvSpPr>
          <p:nvPr/>
        </p:nvSpPr>
        <p:spPr bwMode="auto">
          <a:xfrm flipH="1">
            <a:off x="2971800" y="1600200"/>
            <a:ext cx="228600" cy="1752600"/>
          </a:xfrm>
          <a:prstGeom prst="leftBrace">
            <a:avLst>
              <a:gd name="adj1" fmla="val 63889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79208" name="Object 8"/>
          <p:cNvGraphicFramePr>
            <a:graphicFrameLocks noChangeAspect="1"/>
          </p:cNvGraphicFramePr>
          <p:nvPr/>
        </p:nvGraphicFramePr>
        <p:xfrm>
          <a:off x="3657600" y="2133600"/>
          <a:ext cx="938213" cy="747713"/>
        </p:xfrm>
        <a:graphic>
          <a:graphicData uri="http://schemas.openxmlformats.org/presentationml/2006/ole">
            <p:oleObj spid="_x0000_s179208" name="Equation" r:id="rId3" imgW="393480" imgH="368280" progId="Equation.3">
              <p:embed/>
            </p:oleObj>
          </a:graphicData>
        </a:graphic>
      </p:graphicFrame>
      <p:sp>
        <p:nvSpPr>
          <p:cNvPr id="179209" name="Text Box 9"/>
          <p:cNvSpPr txBox="1">
            <a:spLocks noChangeArrowheads="1"/>
          </p:cNvSpPr>
          <p:nvPr/>
        </p:nvSpPr>
        <p:spPr bwMode="auto">
          <a:xfrm>
            <a:off x="3352800" y="304800"/>
            <a:ext cx="14684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Step 2</a:t>
            </a:r>
          </a:p>
        </p:txBody>
      </p:sp>
      <p:sp>
        <p:nvSpPr>
          <p:cNvPr id="179210" name="Text Box 10"/>
          <p:cNvSpPr txBox="1">
            <a:spLocks noChangeArrowheads="1"/>
          </p:cNvSpPr>
          <p:nvPr/>
        </p:nvSpPr>
        <p:spPr bwMode="auto">
          <a:xfrm>
            <a:off x="288925" y="3759200"/>
            <a:ext cx="13477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Proof:</a:t>
            </a:r>
          </a:p>
        </p:txBody>
      </p:sp>
      <p:sp>
        <p:nvSpPr>
          <p:cNvPr id="179211" name="Text Box 11"/>
          <p:cNvSpPr txBox="1">
            <a:spLocks noChangeArrowheads="1"/>
          </p:cNvSpPr>
          <p:nvPr/>
        </p:nvSpPr>
        <p:spPr bwMode="auto">
          <a:xfrm>
            <a:off x="1828800" y="3733800"/>
            <a:ext cx="633095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Any NFA can be converted to an</a:t>
            </a:r>
          </a:p>
          <a:p>
            <a:r>
              <a:rPr lang="en-US"/>
              <a:t>equivalent DFA</a:t>
            </a:r>
          </a:p>
        </p:txBody>
      </p:sp>
      <p:sp>
        <p:nvSpPr>
          <p:cNvPr id="179212" name="Text Box 12"/>
          <p:cNvSpPr txBox="1">
            <a:spLocks noChangeArrowheads="1"/>
          </p:cNvSpPr>
          <p:nvPr/>
        </p:nvSpPr>
        <p:spPr bwMode="auto">
          <a:xfrm>
            <a:off x="1889125" y="5511800"/>
            <a:ext cx="719137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Any language      accepted by an NFA</a:t>
            </a:r>
          </a:p>
          <a:p>
            <a:r>
              <a:rPr lang="en-US"/>
              <a:t>is also accepted by a DFA</a:t>
            </a:r>
          </a:p>
        </p:txBody>
      </p:sp>
      <p:graphicFrame>
        <p:nvGraphicFramePr>
          <p:cNvPr id="179213" name="Object 13"/>
          <p:cNvGraphicFramePr>
            <a:graphicFrameLocks noChangeAspect="1"/>
          </p:cNvGraphicFramePr>
          <p:nvPr/>
        </p:nvGraphicFramePr>
        <p:xfrm>
          <a:off x="4572000" y="5562600"/>
          <a:ext cx="330200" cy="393700"/>
        </p:xfrm>
        <a:graphic>
          <a:graphicData uri="http://schemas.openxmlformats.org/presentationml/2006/ole">
            <p:oleObj spid="_x0000_s179213" name="Equation" r:id="rId4" imgW="330120" imgH="393480" progId="Equation.3">
              <p:embed/>
            </p:oleObj>
          </a:graphicData>
        </a:graphic>
      </p:graphicFrame>
      <p:sp>
        <p:nvSpPr>
          <p:cNvPr id="179214" name="AutoShape 14"/>
          <p:cNvSpPr>
            <a:spLocks noChangeArrowheads="1"/>
          </p:cNvSpPr>
          <p:nvPr/>
        </p:nvSpPr>
        <p:spPr bwMode="auto">
          <a:xfrm>
            <a:off x="4876800" y="4800600"/>
            <a:ext cx="485775" cy="609600"/>
          </a:xfrm>
          <a:prstGeom prst="downArrow">
            <a:avLst>
              <a:gd name="adj1" fmla="val 50000"/>
              <a:gd name="adj2" fmla="val 31373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0AB21AB-ECA8-497A-A04D-C4DE8C229836}" type="slidenum">
              <a:rPr lang="en-US"/>
              <a:pPr/>
              <a:t>85</a:t>
            </a:fld>
            <a:endParaRPr lang="en-US"/>
          </a:p>
        </p:txBody>
      </p:sp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Convert NFA to DFA</a:t>
            </a:r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 </a:t>
            </a:r>
          </a:p>
        </p:txBody>
      </p:sp>
      <p:sp>
        <p:nvSpPr>
          <p:cNvPr id="102405" name="Oval 5"/>
          <p:cNvSpPr>
            <a:spLocks noChangeArrowheads="1"/>
          </p:cNvSpPr>
          <p:nvPr/>
        </p:nvSpPr>
        <p:spPr bwMode="auto">
          <a:xfrm>
            <a:off x="1905000" y="1524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406" name="Oval 6"/>
          <p:cNvSpPr>
            <a:spLocks noChangeArrowheads="1"/>
          </p:cNvSpPr>
          <p:nvPr/>
        </p:nvSpPr>
        <p:spPr bwMode="auto">
          <a:xfrm>
            <a:off x="3962400" y="1524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407" name="Oval 7"/>
          <p:cNvSpPr>
            <a:spLocks noChangeArrowheads="1"/>
          </p:cNvSpPr>
          <p:nvPr/>
        </p:nvSpPr>
        <p:spPr bwMode="auto">
          <a:xfrm>
            <a:off x="6019800" y="1524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408" name="Line 8"/>
          <p:cNvSpPr>
            <a:spLocks noChangeShapeType="1"/>
          </p:cNvSpPr>
          <p:nvPr/>
        </p:nvSpPr>
        <p:spPr bwMode="auto">
          <a:xfrm>
            <a:off x="2514600" y="18288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409" name="Line 9"/>
          <p:cNvSpPr>
            <a:spLocks noChangeShapeType="1"/>
          </p:cNvSpPr>
          <p:nvPr/>
        </p:nvSpPr>
        <p:spPr bwMode="auto">
          <a:xfrm>
            <a:off x="4648200" y="18288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411" name="Oval 11"/>
          <p:cNvSpPr>
            <a:spLocks noChangeArrowheads="1"/>
          </p:cNvSpPr>
          <p:nvPr/>
        </p:nvSpPr>
        <p:spPr bwMode="auto">
          <a:xfrm>
            <a:off x="3886200" y="14478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412" name="Freeform 12"/>
          <p:cNvSpPr>
            <a:spLocks/>
          </p:cNvSpPr>
          <p:nvPr/>
        </p:nvSpPr>
        <p:spPr bwMode="auto">
          <a:xfrm>
            <a:off x="3848100" y="889000"/>
            <a:ext cx="762000" cy="635000"/>
          </a:xfrm>
          <a:custGeom>
            <a:avLst/>
            <a:gdLst/>
            <a:ahLst/>
            <a:cxnLst>
              <a:cxn ang="0">
                <a:pos x="120" y="400"/>
              </a:cxn>
              <a:cxn ang="0">
                <a:pos x="24" y="112"/>
              </a:cxn>
              <a:cxn ang="0">
                <a:pos x="264" y="16"/>
              </a:cxn>
              <a:cxn ang="0">
                <a:pos x="456" y="64"/>
              </a:cxn>
              <a:cxn ang="0">
                <a:pos x="408" y="400"/>
              </a:cxn>
            </a:cxnLst>
            <a:rect l="0" t="0" r="r" b="b"/>
            <a:pathLst>
              <a:path w="480" h="400">
                <a:moveTo>
                  <a:pt x="120" y="400"/>
                </a:moveTo>
                <a:cubicBezTo>
                  <a:pt x="60" y="288"/>
                  <a:pt x="0" y="176"/>
                  <a:pt x="24" y="112"/>
                </a:cubicBezTo>
                <a:cubicBezTo>
                  <a:pt x="48" y="48"/>
                  <a:pt x="192" y="24"/>
                  <a:pt x="264" y="16"/>
                </a:cubicBezTo>
                <a:cubicBezTo>
                  <a:pt x="336" y="8"/>
                  <a:pt x="432" y="0"/>
                  <a:pt x="456" y="64"/>
                </a:cubicBezTo>
                <a:cubicBezTo>
                  <a:pt x="480" y="128"/>
                  <a:pt x="444" y="264"/>
                  <a:pt x="408" y="40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413" name="Freeform 13"/>
          <p:cNvSpPr>
            <a:spLocks/>
          </p:cNvSpPr>
          <p:nvPr/>
        </p:nvSpPr>
        <p:spPr bwMode="auto">
          <a:xfrm>
            <a:off x="2209800" y="2057400"/>
            <a:ext cx="3898900" cy="596900"/>
          </a:xfrm>
          <a:custGeom>
            <a:avLst/>
            <a:gdLst/>
            <a:ahLst/>
            <a:cxnLst>
              <a:cxn ang="0">
                <a:pos x="2448" y="0"/>
              </a:cxn>
              <a:cxn ang="0">
                <a:pos x="2112" y="288"/>
              </a:cxn>
              <a:cxn ang="0">
                <a:pos x="384" y="336"/>
              </a:cxn>
              <a:cxn ang="0">
                <a:pos x="0" y="48"/>
              </a:cxn>
            </a:cxnLst>
            <a:rect l="0" t="0" r="r" b="b"/>
            <a:pathLst>
              <a:path w="2456" h="376">
                <a:moveTo>
                  <a:pt x="2448" y="0"/>
                </a:moveTo>
                <a:cubicBezTo>
                  <a:pt x="2452" y="116"/>
                  <a:pt x="2456" y="232"/>
                  <a:pt x="2112" y="288"/>
                </a:cubicBezTo>
                <a:cubicBezTo>
                  <a:pt x="1768" y="344"/>
                  <a:pt x="736" y="376"/>
                  <a:pt x="384" y="336"/>
                </a:cubicBezTo>
                <a:cubicBezTo>
                  <a:pt x="32" y="296"/>
                  <a:pt x="16" y="172"/>
                  <a:pt x="0" y="4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414" name="Line 14"/>
          <p:cNvSpPr>
            <a:spLocks noChangeShapeType="1"/>
          </p:cNvSpPr>
          <p:nvPr/>
        </p:nvSpPr>
        <p:spPr bwMode="auto">
          <a:xfrm>
            <a:off x="1371600" y="18288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47808" name="Object 1024"/>
          <p:cNvGraphicFramePr>
            <a:graphicFrameLocks noChangeAspect="1"/>
          </p:cNvGraphicFramePr>
          <p:nvPr/>
        </p:nvGraphicFramePr>
        <p:xfrm>
          <a:off x="3048000" y="1524000"/>
          <a:ext cx="265113" cy="279400"/>
        </p:xfrm>
        <a:graphic>
          <a:graphicData uri="http://schemas.openxmlformats.org/presentationml/2006/ole">
            <p:oleObj spid="_x0000_s247808" name="Equation" r:id="rId3" imgW="266400" imgH="279360" progId="Equation.3">
              <p:embed/>
            </p:oleObj>
          </a:graphicData>
        </a:graphic>
      </p:graphicFrame>
      <p:graphicFrame>
        <p:nvGraphicFramePr>
          <p:cNvPr id="247809" name="Object 1025"/>
          <p:cNvGraphicFramePr>
            <a:graphicFrameLocks noChangeAspect="1"/>
          </p:cNvGraphicFramePr>
          <p:nvPr/>
        </p:nvGraphicFramePr>
        <p:xfrm>
          <a:off x="4800600" y="2209800"/>
          <a:ext cx="252413" cy="392113"/>
        </p:xfrm>
        <a:graphic>
          <a:graphicData uri="http://schemas.openxmlformats.org/presentationml/2006/ole">
            <p:oleObj spid="_x0000_s247809" name="Equation" r:id="rId4" imgW="253800" imgH="393480" progId="Equation.3">
              <p:embed/>
            </p:oleObj>
          </a:graphicData>
        </a:graphic>
      </p:graphicFrame>
      <p:graphicFrame>
        <p:nvGraphicFramePr>
          <p:cNvPr id="247810" name="Object 1026"/>
          <p:cNvGraphicFramePr>
            <a:graphicFrameLocks noChangeAspect="1"/>
          </p:cNvGraphicFramePr>
          <p:nvPr/>
        </p:nvGraphicFramePr>
        <p:xfrm>
          <a:off x="4648200" y="838200"/>
          <a:ext cx="265113" cy="279400"/>
        </p:xfrm>
        <a:graphic>
          <a:graphicData uri="http://schemas.openxmlformats.org/presentationml/2006/ole">
            <p:oleObj spid="_x0000_s247810" name="Equation" r:id="rId5" imgW="266400" imgH="279360" progId="Equation.3">
              <p:embed/>
            </p:oleObj>
          </a:graphicData>
        </a:graphic>
      </p:graphicFrame>
      <p:graphicFrame>
        <p:nvGraphicFramePr>
          <p:cNvPr id="247811" name="Object 1027"/>
          <p:cNvGraphicFramePr>
            <a:graphicFrameLocks noChangeAspect="1"/>
          </p:cNvGraphicFramePr>
          <p:nvPr/>
        </p:nvGraphicFramePr>
        <p:xfrm>
          <a:off x="5181600" y="1447800"/>
          <a:ext cx="303213" cy="381000"/>
        </p:xfrm>
        <a:graphic>
          <a:graphicData uri="http://schemas.openxmlformats.org/presentationml/2006/ole">
            <p:oleObj spid="_x0000_s247811" name="Equation" r:id="rId6" imgW="304560" imgH="380880" progId="Equation.3">
              <p:embed/>
            </p:oleObj>
          </a:graphicData>
        </a:graphic>
      </p:graphicFrame>
      <p:graphicFrame>
        <p:nvGraphicFramePr>
          <p:cNvPr id="247812" name="Object 1028"/>
          <p:cNvGraphicFramePr>
            <a:graphicFrameLocks noChangeAspect="1"/>
          </p:cNvGraphicFramePr>
          <p:nvPr/>
        </p:nvGraphicFramePr>
        <p:xfrm>
          <a:off x="1981200" y="1524000"/>
          <a:ext cx="430213" cy="531813"/>
        </p:xfrm>
        <a:graphic>
          <a:graphicData uri="http://schemas.openxmlformats.org/presentationml/2006/ole">
            <p:oleObj spid="_x0000_s247812" name="Equation" r:id="rId7" imgW="431640" imgH="533160" progId="Equation.3">
              <p:embed/>
            </p:oleObj>
          </a:graphicData>
        </a:graphic>
      </p:graphicFrame>
      <p:graphicFrame>
        <p:nvGraphicFramePr>
          <p:cNvPr id="247813" name="Object 1029"/>
          <p:cNvGraphicFramePr>
            <a:graphicFrameLocks noChangeAspect="1"/>
          </p:cNvGraphicFramePr>
          <p:nvPr/>
        </p:nvGraphicFramePr>
        <p:xfrm>
          <a:off x="4068763" y="1528763"/>
          <a:ext cx="368300" cy="520700"/>
        </p:xfrm>
        <a:graphic>
          <a:graphicData uri="http://schemas.openxmlformats.org/presentationml/2006/ole">
            <p:oleObj spid="_x0000_s247813" name="Equation" r:id="rId8" imgW="368280" imgH="520560" progId="Equation.3">
              <p:embed/>
            </p:oleObj>
          </a:graphicData>
        </a:graphic>
      </p:graphicFrame>
      <p:graphicFrame>
        <p:nvGraphicFramePr>
          <p:cNvPr id="247814" name="Object 1030"/>
          <p:cNvGraphicFramePr>
            <a:graphicFrameLocks noChangeAspect="1"/>
          </p:cNvGraphicFramePr>
          <p:nvPr/>
        </p:nvGraphicFramePr>
        <p:xfrm>
          <a:off x="6089650" y="1528763"/>
          <a:ext cx="442913" cy="520700"/>
        </p:xfrm>
        <a:graphic>
          <a:graphicData uri="http://schemas.openxmlformats.org/presentationml/2006/ole">
            <p:oleObj spid="_x0000_s247814" name="Equation" r:id="rId9" imgW="444240" imgH="520560" progId="Equation.3">
              <p:embed/>
            </p:oleObj>
          </a:graphicData>
        </a:graphic>
      </p:graphicFrame>
      <p:sp>
        <p:nvSpPr>
          <p:cNvPr id="102423" name="Text Box 23"/>
          <p:cNvSpPr txBox="1">
            <a:spLocks noChangeArrowheads="1"/>
          </p:cNvSpPr>
          <p:nvPr/>
        </p:nvSpPr>
        <p:spPr bwMode="auto">
          <a:xfrm>
            <a:off x="212725" y="863600"/>
            <a:ext cx="10572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NFA</a:t>
            </a:r>
            <a:endParaRPr lang="en-US"/>
          </a:p>
        </p:txBody>
      </p:sp>
      <p:sp>
        <p:nvSpPr>
          <p:cNvPr id="102424" name="Text Box 24"/>
          <p:cNvSpPr txBox="1">
            <a:spLocks noChangeArrowheads="1"/>
          </p:cNvSpPr>
          <p:nvPr/>
        </p:nvSpPr>
        <p:spPr bwMode="auto">
          <a:xfrm>
            <a:off x="152400" y="3505200"/>
            <a:ext cx="10207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DFA</a:t>
            </a:r>
            <a:endParaRPr lang="en-US"/>
          </a:p>
        </p:txBody>
      </p:sp>
      <p:sp>
        <p:nvSpPr>
          <p:cNvPr id="102425" name="Oval 25"/>
          <p:cNvSpPr>
            <a:spLocks noChangeArrowheads="1"/>
          </p:cNvSpPr>
          <p:nvPr/>
        </p:nvSpPr>
        <p:spPr bwMode="auto">
          <a:xfrm>
            <a:off x="1828800" y="4114800"/>
            <a:ext cx="10668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47815" name="Object 1031"/>
          <p:cNvGraphicFramePr>
            <a:graphicFrameLocks noChangeAspect="1"/>
          </p:cNvGraphicFramePr>
          <p:nvPr/>
        </p:nvGraphicFramePr>
        <p:xfrm>
          <a:off x="1981200" y="4343400"/>
          <a:ext cx="773113" cy="531813"/>
        </p:xfrm>
        <a:graphic>
          <a:graphicData uri="http://schemas.openxmlformats.org/presentationml/2006/ole">
            <p:oleObj spid="_x0000_s247815" name="Equation" r:id="rId10" imgW="774360" imgH="533160" progId="Equation.3">
              <p:embed/>
            </p:oleObj>
          </a:graphicData>
        </a:graphic>
      </p:graphicFrame>
      <p:sp>
        <p:nvSpPr>
          <p:cNvPr id="102427" name="Line 27"/>
          <p:cNvSpPr>
            <a:spLocks noChangeShapeType="1"/>
          </p:cNvSpPr>
          <p:nvPr/>
        </p:nvSpPr>
        <p:spPr bwMode="auto">
          <a:xfrm>
            <a:off x="1295400" y="4648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47816" name="Object 1032"/>
          <p:cNvGraphicFramePr>
            <a:graphicFrameLocks noChangeAspect="1"/>
          </p:cNvGraphicFramePr>
          <p:nvPr/>
        </p:nvGraphicFramePr>
        <p:xfrm>
          <a:off x="1295400" y="914400"/>
          <a:ext cx="544513" cy="393700"/>
        </p:xfrm>
        <a:graphic>
          <a:graphicData uri="http://schemas.openxmlformats.org/presentationml/2006/ole">
            <p:oleObj spid="_x0000_s247816" name="Equation" r:id="rId11" imgW="545760" imgH="393480" progId="Equation.3">
              <p:embed/>
            </p:oleObj>
          </a:graphicData>
        </a:graphic>
      </p:graphicFrame>
      <p:graphicFrame>
        <p:nvGraphicFramePr>
          <p:cNvPr id="247817" name="Object 1033"/>
          <p:cNvGraphicFramePr>
            <a:graphicFrameLocks noChangeAspect="1"/>
          </p:cNvGraphicFramePr>
          <p:nvPr/>
        </p:nvGraphicFramePr>
        <p:xfrm>
          <a:off x="1219200" y="3581400"/>
          <a:ext cx="646113" cy="430213"/>
        </p:xfrm>
        <a:graphic>
          <a:graphicData uri="http://schemas.openxmlformats.org/presentationml/2006/ole">
            <p:oleObj spid="_x0000_s247817" name="Equation" r:id="rId12" imgW="647640" imgH="431640" progId="Equation.3">
              <p:embed/>
            </p:oleObj>
          </a:graphicData>
        </a:graphic>
      </p:graphicFrame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E0DEDAD-A5F5-43A7-A8EA-E4BEAABA2747}" type="slidenum">
              <a:rPr lang="en-US"/>
              <a:pPr/>
              <a:t>86</a:t>
            </a:fld>
            <a:endParaRPr lang="en-US"/>
          </a:p>
        </p:txBody>
      </p:sp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Convert NFA to DFA</a:t>
            </a:r>
          </a:p>
        </p:txBody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103428" name="Oval 4"/>
          <p:cNvSpPr>
            <a:spLocks noChangeArrowheads="1"/>
          </p:cNvSpPr>
          <p:nvPr/>
        </p:nvSpPr>
        <p:spPr bwMode="auto">
          <a:xfrm>
            <a:off x="1905000" y="1524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429" name="Oval 5"/>
          <p:cNvSpPr>
            <a:spLocks noChangeArrowheads="1"/>
          </p:cNvSpPr>
          <p:nvPr/>
        </p:nvSpPr>
        <p:spPr bwMode="auto">
          <a:xfrm>
            <a:off x="3962400" y="1524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430" name="Oval 6"/>
          <p:cNvSpPr>
            <a:spLocks noChangeArrowheads="1"/>
          </p:cNvSpPr>
          <p:nvPr/>
        </p:nvSpPr>
        <p:spPr bwMode="auto">
          <a:xfrm>
            <a:off x="6019800" y="1524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431" name="Line 7"/>
          <p:cNvSpPr>
            <a:spLocks noChangeShapeType="1"/>
          </p:cNvSpPr>
          <p:nvPr/>
        </p:nvSpPr>
        <p:spPr bwMode="auto">
          <a:xfrm>
            <a:off x="2514600" y="18288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432" name="Line 8"/>
          <p:cNvSpPr>
            <a:spLocks noChangeShapeType="1"/>
          </p:cNvSpPr>
          <p:nvPr/>
        </p:nvSpPr>
        <p:spPr bwMode="auto">
          <a:xfrm>
            <a:off x="4648200" y="18288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433" name="Oval 9"/>
          <p:cNvSpPr>
            <a:spLocks noChangeArrowheads="1"/>
          </p:cNvSpPr>
          <p:nvPr/>
        </p:nvSpPr>
        <p:spPr bwMode="auto">
          <a:xfrm>
            <a:off x="3886200" y="14478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434" name="Freeform 10"/>
          <p:cNvSpPr>
            <a:spLocks/>
          </p:cNvSpPr>
          <p:nvPr/>
        </p:nvSpPr>
        <p:spPr bwMode="auto">
          <a:xfrm>
            <a:off x="3848100" y="889000"/>
            <a:ext cx="762000" cy="635000"/>
          </a:xfrm>
          <a:custGeom>
            <a:avLst/>
            <a:gdLst/>
            <a:ahLst/>
            <a:cxnLst>
              <a:cxn ang="0">
                <a:pos x="120" y="400"/>
              </a:cxn>
              <a:cxn ang="0">
                <a:pos x="24" y="112"/>
              </a:cxn>
              <a:cxn ang="0">
                <a:pos x="264" y="16"/>
              </a:cxn>
              <a:cxn ang="0">
                <a:pos x="456" y="64"/>
              </a:cxn>
              <a:cxn ang="0">
                <a:pos x="408" y="400"/>
              </a:cxn>
            </a:cxnLst>
            <a:rect l="0" t="0" r="r" b="b"/>
            <a:pathLst>
              <a:path w="480" h="400">
                <a:moveTo>
                  <a:pt x="120" y="400"/>
                </a:moveTo>
                <a:cubicBezTo>
                  <a:pt x="60" y="288"/>
                  <a:pt x="0" y="176"/>
                  <a:pt x="24" y="112"/>
                </a:cubicBezTo>
                <a:cubicBezTo>
                  <a:pt x="48" y="48"/>
                  <a:pt x="192" y="24"/>
                  <a:pt x="264" y="16"/>
                </a:cubicBezTo>
                <a:cubicBezTo>
                  <a:pt x="336" y="8"/>
                  <a:pt x="432" y="0"/>
                  <a:pt x="456" y="64"/>
                </a:cubicBezTo>
                <a:cubicBezTo>
                  <a:pt x="480" y="128"/>
                  <a:pt x="444" y="264"/>
                  <a:pt x="408" y="40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435" name="Freeform 11"/>
          <p:cNvSpPr>
            <a:spLocks/>
          </p:cNvSpPr>
          <p:nvPr/>
        </p:nvSpPr>
        <p:spPr bwMode="auto">
          <a:xfrm>
            <a:off x="2209800" y="2057400"/>
            <a:ext cx="3898900" cy="596900"/>
          </a:xfrm>
          <a:custGeom>
            <a:avLst/>
            <a:gdLst/>
            <a:ahLst/>
            <a:cxnLst>
              <a:cxn ang="0">
                <a:pos x="2448" y="0"/>
              </a:cxn>
              <a:cxn ang="0">
                <a:pos x="2112" y="288"/>
              </a:cxn>
              <a:cxn ang="0">
                <a:pos x="384" y="336"/>
              </a:cxn>
              <a:cxn ang="0">
                <a:pos x="0" y="48"/>
              </a:cxn>
            </a:cxnLst>
            <a:rect l="0" t="0" r="r" b="b"/>
            <a:pathLst>
              <a:path w="2456" h="376">
                <a:moveTo>
                  <a:pt x="2448" y="0"/>
                </a:moveTo>
                <a:cubicBezTo>
                  <a:pt x="2452" y="116"/>
                  <a:pt x="2456" y="232"/>
                  <a:pt x="2112" y="288"/>
                </a:cubicBezTo>
                <a:cubicBezTo>
                  <a:pt x="1768" y="344"/>
                  <a:pt x="736" y="376"/>
                  <a:pt x="384" y="336"/>
                </a:cubicBezTo>
                <a:cubicBezTo>
                  <a:pt x="32" y="296"/>
                  <a:pt x="16" y="172"/>
                  <a:pt x="0" y="4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436" name="Line 12"/>
          <p:cNvSpPr>
            <a:spLocks noChangeShapeType="1"/>
          </p:cNvSpPr>
          <p:nvPr/>
        </p:nvSpPr>
        <p:spPr bwMode="auto">
          <a:xfrm>
            <a:off x="1371600" y="18288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3437" name="Object 13"/>
          <p:cNvGraphicFramePr>
            <a:graphicFrameLocks noChangeAspect="1"/>
          </p:cNvGraphicFramePr>
          <p:nvPr/>
        </p:nvGraphicFramePr>
        <p:xfrm>
          <a:off x="3048000" y="1524000"/>
          <a:ext cx="265113" cy="279400"/>
        </p:xfrm>
        <a:graphic>
          <a:graphicData uri="http://schemas.openxmlformats.org/presentationml/2006/ole">
            <p:oleObj spid="_x0000_s103437" name="Equation" r:id="rId3" imgW="266400" imgH="279360" progId="Equation.3">
              <p:embed/>
            </p:oleObj>
          </a:graphicData>
        </a:graphic>
      </p:graphicFrame>
      <p:graphicFrame>
        <p:nvGraphicFramePr>
          <p:cNvPr id="103438" name="Object 14"/>
          <p:cNvGraphicFramePr>
            <a:graphicFrameLocks noChangeAspect="1"/>
          </p:cNvGraphicFramePr>
          <p:nvPr/>
        </p:nvGraphicFramePr>
        <p:xfrm>
          <a:off x="4800600" y="2209800"/>
          <a:ext cx="252413" cy="392113"/>
        </p:xfrm>
        <a:graphic>
          <a:graphicData uri="http://schemas.openxmlformats.org/presentationml/2006/ole">
            <p:oleObj spid="_x0000_s103438" name="Equation" r:id="rId4" imgW="253800" imgH="393480" progId="Equation.3">
              <p:embed/>
            </p:oleObj>
          </a:graphicData>
        </a:graphic>
      </p:graphicFrame>
      <p:graphicFrame>
        <p:nvGraphicFramePr>
          <p:cNvPr id="103439" name="Object 15"/>
          <p:cNvGraphicFramePr>
            <a:graphicFrameLocks noChangeAspect="1"/>
          </p:cNvGraphicFramePr>
          <p:nvPr/>
        </p:nvGraphicFramePr>
        <p:xfrm>
          <a:off x="4648200" y="838200"/>
          <a:ext cx="265113" cy="279400"/>
        </p:xfrm>
        <a:graphic>
          <a:graphicData uri="http://schemas.openxmlformats.org/presentationml/2006/ole">
            <p:oleObj spid="_x0000_s103439" name="Equation" r:id="rId5" imgW="266400" imgH="279360" progId="Equation.3">
              <p:embed/>
            </p:oleObj>
          </a:graphicData>
        </a:graphic>
      </p:graphicFrame>
      <p:graphicFrame>
        <p:nvGraphicFramePr>
          <p:cNvPr id="103440" name="Object 16"/>
          <p:cNvGraphicFramePr>
            <a:graphicFrameLocks noChangeAspect="1"/>
          </p:cNvGraphicFramePr>
          <p:nvPr/>
        </p:nvGraphicFramePr>
        <p:xfrm>
          <a:off x="5181600" y="1447800"/>
          <a:ext cx="303213" cy="381000"/>
        </p:xfrm>
        <a:graphic>
          <a:graphicData uri="http://schemas.openxmlformats.org/presentationml/2006/ole">
            <p:oleObj spid="_x0000_s103440" name="Equation" r:id="rId6" imgW="304560" imgH="380880" progId="Equation.3">
              <p:embed/>
            </p:oleObj>
          </a:graphicData>
        </a:graphic>
      </p:graphicFrame>
      <p:graphicFrame>
        <p:nvGraphicFramePr>
          <p:cNvPr id="103441" name="Object 17"/>
          <p:cNvGraphicFramePr>
            <a:graphicFrameLocks noChangeAspect="1"/>
          </p:cNvGraphicFramePr>
          <p:nvPr/>
        </p:nvGraphicFramePr>
        <p:xfrm>
          <a:off x="1981200" y="1524000"/>
          <a:ext cx="430213" cy="531813"/>
        </p:xfrm>
        <a:graphic>
          <a:graphicData uri="http://schemas.openxmlformats.org/presentationml/2006/ole">
            <p:oleObj spid="_x0000_s103441" name="Equation" r:id="rId7" imgW="431640" imgH="533160" progId="Equation.3">
              <p:embed/>
            </p:oleObj>
          </a:graphicData>
        </a:graphic>
      </p:graphicFrame>
      <p:graphicFrame>
        <p:nvGraphicFramePr>
          <p:cNvPr id="103442" name="Object 18"/>
          <p:cNvGraphicFramePr>
            <a:graphicFrameLocks noChangeAspect="1"/>
          </p:cNvGraphicFramePr>
          <p:nvPr/>
        </p:nvGraphicFramePr>
        <p:xfrm>
          <a:off x="4068763" y="1528763"/>
          <a:ext cx="368300" cy="520700"/>
        </p:xfrm>
        <a:graphic>
          <a:graphicData uri="http://schemas.openxmlformats.org/presentationml/2006/ole">
            <p:oleObj spid="_x0000_s103442" name="Equation" r:id="rId8" imgW="368280" imgH="520560" progId="Equation.3">
              <p:embed/>
            </p:oleObj>
          </a:graphicData>
        </a:graphic>
      </p:graphicFrame>
      <p:graphicFrame>
        <p:nvGraphicFramePr>
          <p:cNvPr id="103443" name="Object 19"/>
          <p:cNvGraphicFramePr>
            <a:graphicFrameLocks noChangeAspect="1"/>
          </p:cNvGraphicFramePr>
          <p:nvPr/>
        </p:nvGraphicFramePr>
        <p:xfrm>
          <a:off x="6089650" y="1528763"/>
          <a:ext cx="442913" cy="520700"/>
        </p:xfrm>
        <a:graphic>
          <a:graphicData uri="http://schemas.openxmlformats.org/presentationml/2006/ole">
            <p:oleObj spid="_x0000_s103443" name="Equation" r:id="rId9" imgW="444240" imgH="520560" progId="Equation.3">
              <p:embed/>
            </p:oleObj>
          </a:graphicData>
        </a:graphic>
      </p:graphicFrame>
      <p:sp>
        <p:nvSpPr>
          <p:cNvPr id="103444" name="Text Box 20"/>
          <p:cNvSpPr txBox="1">
            <a:spLocks noChangeArrowheads="1"/>
          </p:cNvSpPr>
          <p:nvPr/>
        </p:nvSpPr>
        <p:spPr bwMode="auto">
          <a:xfrm>
            <a:off x="212725" y="863600"/>
            <a:ext cx="10572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NFA</a:t>
            </a:r>
            <a:endParaRPr lang="en-US"/>
          </a:p>
        </p:txBody>
      </p:sp>
      <p:sp>
        <p:nvSpPr>
          <p:cNvPr id="103445" name="Text Box 21"/>
          <p:cNvSpPr txBox="1">
            <a:spLocks noChangeArrowheads="1"/>
          </p:cNvSpPr>
          <p:nvPr/>
        </p:nvSpPr>
        <p:spPr bwMode="auto">
          <a:xfrm>
            <a:off x="152400" y="3505200"/>
            <a:ext cx="10207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DFA</a:t>
            </a:r>
            <a:endParaRPr lang="en-US"/>
          </a:p>
        </p:txBody>
      </p:sp>
      <p:sp>
        <p:nvSpPr>
          <p:cNvPr id="103446" name="Oval 22"/>
          <p:cNvSpPr>
            <a:spLocks noChangeArrowheads="1"/>
          </p:cNvSpPr>
          <p:nvPr/>
        </p:nvSpPr>
        <p:spPr bwMode="auto">
          <a:xfrm>
            <a:off x="1828800" y="4114800"/>
            <a:ext cx="10668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3447" name="Object 23"/>
          <p:cNvGraphicFramePr>
            <a:graphicFrameLocks noChangeAspect="1"/>
          </p:cNvGraphicFramePr>
          <p:nvPr/>
        </p:nvGraphicFramePr>
        <p:xfrm>
          <a:off x="1981200" y="4343400"/>
          <a:ext cx="773113" cy="531813"/>
        </p:xfrm>
        <a:graphic>
          <a:graphicData uri="http://schemas.openxmlformats.org/presentationml/2006/ole">
            <p:oleObj spid="_x0000_s103447" name="Equation" r:id="rId10" imgW="774360" imgH="533160" progId="Equation.3">
              <p:embed/>
            </p:oleObj>
          </a:graphicData>
        </a:graphic>
      </p:graphicFrame>
      <p:sp>
        <p:nvSpPr>
          <p:cNvPr id="103448" name="Line 24"/>
          <p:cNvSpPr>
            <a:spLocks noChangeShapeType="1"/>
          </p:cNvSpPr>
          <p:nvPr/>
        </p:nvSpPr>
        <p:spPr bwMode="auto">
          <a:xfrm>
            <a:off x="1295400" y="4648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449" name="Oval 25"/>
          <p:cNvSpPr>
            <a:spLocks noChangeArrowheads="1"/>
          </p:cNvSpPr>
          <p:nvPr/>
        </p:nvSpPr>
        <p:spPr bwMode="auto">
          <a:xfrm>
            <a:off x="4800600" y="3962400"/>
            <a:ext cx="1447800" cy="1371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3450" name="Line 26"/>
          <p:cNvSpPr>
            <a:spLocks noChangeShapeType="1"/>
          </p:cNvSpPr>
          <p:nvPr/>
        </p:nvSpPr>
        <p:spPr bwMode="auto">
          <a:xfrm>
            <a:off x="2895600" y="46482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3451" name="Object 27"/>
          <p:cNvGraphicFramePr>
            <a:graphicFrameLocks noChangeAspect="1"/>
          </p:cNvGraphicFramePr>
          <p:nvPr/>
        </p:nvGraphicFramePr>
        <p:xfrm>
          <a:off x="4876800" y="4419600"/>
          <a:ext cx="1320800" cy="520700"/>
        </p:xfrm>
        <a:graphic>
          <a:graphicData uri="http://schemas.openxmlformats.org/presentationml/2006/ole">
            <p:oleObj spid="_x0000_s103451" name="Equation" r:id="rId11" imgW="1320480" imgH="520560" progId="Equation.3">
              <p:embed/>
            </p:oleObj>
          </a:graphicData>
        </a:graphic>
      </p:graphicFrame>
      <p:graphicFrame>
        <p:nvGraphicFramePr>
          <p:cNvPr id="103452" name="Object 28"/>
          <p:cNvGraphicFramePr>
            <a:graphicFrameLocks noChangeAspect="1"/>
          </p:cNvGraphicFramePr>
          <p:nvPr/>
        </p:nvGraphicFramePr>
        <p:xfrm>
          <a:off x="3657600" y="4267200"/>
          <a:ext cx="265113" cy="279400"/>
        </p:xfrm>
        <a:graphic>
          <a:graphicData uri="http://schemas.openxmlformats.org/presentationml/2006/ole">
            <p:oleObj spid="_x0000_s103452" name="Equation" r:id="rId12" imgW="266400" imgH="279360" progId="Equation.3">
              <p:embed/>
            </p:oleObj>
          </a:graphicData>
        </a:graphic>
      </p:graphicFrame>
      <p:graphicFrame>
        <p:nvGraphicFramePr>
          <p:cNvPr id="103453" name="Object 29"/>
          <p:cNvGraphicFramePr>
            <a:graphicFrameLocks noChangeAspect="1"/>
          </p:cNvGraphicFramePr>
          <p:nvPr/>
        </p:nvGraphicFramePr>
        <p:xfrm>
          <a:off x="1295400" y="914400"/>
          <a:ext cx="544513" cy="393700"/>
        </p:xfrm>
        <a:graphic>
          <a:graphicData uri="http://schemas.openxmlformats.org/presentationml/2006/ole">
            <p:oleObj spid="_x0000_s103453" name="Equation" r:id="rId13" imgW="545760" imgH="393480" progId="Equation.3">
              <p:embed/>
            </p:oleObj>
          </a:graphicData>
        </a:graphic>
      </p:graphicFrame>
      <p:graphicFrame>
        <p:nvGraphicFramePr>
          <p:cNvPr id="103454" name="Object 30"/>
          <p:cNvGraphicFramePr>
            <a:graphicFrameLocks noChangeAspect="1"/>
          </p:cNvGraphicFramePr>
          <p:nvPr/>
        </p:nvGraphicFramePr>
        <p:xfrm>
          <a:off x="1219200" y="3581400"/>
          <a:ext cx="646113" cy="430213"/>
        </p:xfrm>
        <a:graphic>
          <a:graphicData uri="http://schemas.openxmlformats.org/presentationml/2006/ole">
            <p:oleObj spid="_x0000_s103454" name="Equation" r:id="rId14" imgW="647640" imgH="431640" progId="Equation.3">
              <p:embed/>
            </p:oleObj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8F33321-DB5B-4CE0-9559-2BF3E3EE84D9}" type="slidenum">
              <a:rPr lang="en-US"/>
              <a:pPr/>
              <a:t>87</a:t>
            </a:fld>
            <a:endParaRPr lang="en-US"/>
          </a:p>
        </p:txBody>
      </p:sp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Convert NFA to DFA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 </a:t>
            </a:r>
          </a:p>
        </p:txBody>
      </p:sp>
      <p:sp>
        <p:nvSpPr>
          <p:cNvPr id="104452" name="Oval 4"/>
          <p:cNvSpPr>
            <a:spLocks noChangeArrowheads="1"/>
          </p:cNvSpPr>
          <p:nvPr/>
        </p:nvSpPr>
        <p:spPr bwMode="auto">
          <a:xfrm>
            <a:off x="1905000" y="1524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4453" name="Oval 5"/>
          <p:cNvSpPr>
            <a:spLocks noChangeArrowheads="1"/>
          </p:cNvSpPr>
          <p:nvPr/>
        </p:nvSpPr>
        <p:spPr bwMode="auto">
          <a:xfrm>
            <a:off x="3962400" y="1524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4454" name="Oval 6"/>
          <p:cNvSpPr>
            <a:spLocks noChangeArrowheads="1"/>
          </p:cNvSpPr>
          <p:nvPr/>
        </p:nvSpPr>
        <p:spPr bwMode="auto">
          <a:xfrm>
            <a:off x="6019800" y="1524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4455" name="Line 7"/>
          <p:cNvSpPr>
            <a:spLocks noChangeShapeType="1"/>
          </p:cNvSpPr>
          <p:nvPr/>
        </p:nvSpPr>
        <p:spPr bwMode="auto">
          <a:xfrm>
            <a:off x="2514600" y="18288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4456" name="Line 8"/>
          <p:cNvSpPr>
            <a:spLocks noChangeShapeType="1"/>
          </p:cNvSpPr>
          <p:nvPr/>
        </p:nvSpPr>
        <p:spPr bwMode="auto">
          <a:xfrm>
            <a:off x="4648200" y="18288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4457" name="Oval 9"/>
          <p:cNvSpPr>
            <a:spLocks noChangeArrowheads="1"/>
          </p:cNvSpPr>
          <p:nvPr/>
        </p:nvSpPr>
        <p:spPr bwMode="auto">
          <a:xfrm>
            <a:off x="3886200" y="14478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4458" name="Freeform 10"/>
          <p:cNvSpPr>
            <a:spLocks/>
          </p:cNvSpPr>
          <p:nvPr/>
        </p:nvSpPr>
        <p:spPr bwMode="auto">
          <a:xfrm>
            <a:off x="3848100" y="889000"/>
            <a:ext cx="762000" cy="635000"/>
          </a:xfrm>
          <a:custGeom>
            <a:avLst/>
            <a:gdLst/>
            <a:ahLst/>
            <a:cxnLst>
              <a:cxn ang="0">
                <a:pos x="120" y="400"/>
              </a:cxn>
              <a:cxn ang="0">
                <a:pos x="24" y="112"/>
              </a:cxn>
              <a:cxn ang="0">
                <a:pos x="264" y="16"/>
              </a:cxn>
              <a:cxn ang="0">
                <a:pos x="456" y="64"/>
              </a:cxn>
              <a:cxn ang="0">
                <a:pos x="408" y="400"/>
              </a:cxn>
            </a:cxnLst>
            <a:rect l="0" t="0" r="r" b="b"/>
            <a:pathLst>
              <a:path w="480" h="400">
                <a:moveTo>
                  <a:pt x="120" y="400"/>
                </a:moveTo>
                <a:cubicBezTo>
                  <a:pt x="60" y="288"/>
                  <a:pt x="0" y="176"/>
                  <a:pt x="24" y="112"/>
                </a:cubicBezTo>
                <a:cubicBezTo>
                  <a:pt x="48" y="48"/>
                  <a:pt x="192" y="24"/>
                  <a:pt x="264" y="16"/>
                </a:cubicBezTo>
                <a:cubicBezTo>
                  <a:pt x="336" y="8"/>
                  <a:pt x="432" y="0"/>
                  <a:pt x="456" y="64"/>
                </a:cubicBezTo>
                <a:cubicBezTo>
                  <a:pt x="480" y="128"/>
                  <a:pt x="444" y="264"/>
                  <a:pt x="408" y="40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4459" name="Freeform 11"/>
          <p:cNvSpPr>
            <a:spLocks/>
          </p:cNvSpPr>
          <p:nvPr/>
        </p:nvSpPr>
        <p:spPr bwMode="auto">
          <a:xfrm>
            <a:off x="2209800" y="2057400"/>
            <a:ext cx="3898900" cy="596900"/>
          </a:xfrm>
          <a:custGeom>
            <a:avLst/>
            <a:gdLst/>
            <a:ahLst/>
            <a:cxnLst>
              <a:cxn ang="0">
                <a:pos x="2448" y="0"/>
              </a:cxn>
              <a:cxn ang="0">
                <a:pos x="2112" y="288"/>
              </a:cxn>
              <a:cxn ang="0">
                <a:pos x="384" y="336"/>
              </a:cxn>
              <a:cxn ang="0">
                <a:pos x="0" y="48"/>
              </a:cxn>
            </a:cxnLst>
            <a:rect l="0" t="0" r="r" b="b"/>
            <a:pathLst>
              <a:path w="2456" h="376">
                <a:moveTo>
                  <a:pt x="2448" y="0"/>
                </a:moveTo>
                <a:cubicBezTo>
                  <a:pt x="2452" y="116"/>
                  <a:pt x="2456" y="232"/>
                  <a:pt x="2112" y="288"/>
                </a:cubicBezTo>
                <a:cubicBezTo>
                  <a:pt x="1768" y="344"/>
                  <a:pt x="736" y="376"/>
                  <a:pt x="384" y="336"/>
                </a:cubicBezTo>
                <a:cubicBezTo>
                  <a:pt x="32" y="296"/>
                  <a:pt x="16" y="172"/>
                  <a:pt x="0" y="4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4460" name="Line 12"/>
          <p:cNvSpPr>
            <a:spLocks noChangeShapeType="1"/>
          </p:cNvSpPr>
          <p:nvPr/>
        </p:nvSpPr>
        <p:spPr bwMode="auto">
          <a:xfrm>
            <a:off x="1371600" y="18288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48832" name="Object 1024"/>
          <p:cNvGraphicFramePr>
            <a:graphicFrameLocks noChangeAspect="1"/>
          </p:cNvGraphicFramePr>
          <p:nvPr/>
        </p:nvGraphicFramePr>
        <p:xfrm>
          <a:off x="3048000" y="1524000"/>
          <a:ext cx="265113" cy="279400"/>
        </p:xfrm>
        <a:graphic>
          <a:graphicData uri="http://schemas.openxmlformats.org/presentationml/2006/ole">
            <p:oleObj spid="_x0000_s248832" name="Equation" r:id="rId3" imgW="266400" imgH="279360" progId="Equation.3">
              <p:embed/>
            </p:oleObj>
          </a:graphicData>
        </a:graphic>
      </p:graphicFrame>
      <p:graphicFrame>
        <p:nvGraphicFramePr>
          <p:cNvPr id="248833" name="Object 1025"/>
          <p:cNvGraphicFramePr>
            <a:graphicFrameLocks noChangeAspect="1"/>
          </p:cNvGraphicFramePr>
          <p:nvPr/>
        </p:nvGraphicFramePr>
        <p:xfrm>
          <a:off x="4800600" y="2209800"/>
          <a:ext cx="252413" cy="392113"/>
        </p:xfrm>
        <a:graphic>
          <a:graphicData uri="http://schemas.openxmlformats.org/presentationml/2006/ole">
            <p:oleObj spid="_x0000_s248833" name="Equation" r:id="rId4" imgW="253800" imgH="393480" progId="Equation.3">
              <p:embed/>
            </p:oleObj>
          </a:graphicData>
        </a:graphic>
      </p:graphicFrame>
      <p:graphicFrame>
        <p:nvGraphicFramePr>
          <p:cNvPr id="248834" name="Object 1026"/>
          <p:cNvGraphicFramePr>
            <a:graphicFrameLocks noChangeAspect="1"/>
          </p:cNvGraphicFramePr>
          <p:nvPr/>
        </p:nvGraphicFramePr>
        <p:xfrm>
          <a:off x="4648200" y="838200"/>
          <a:ext cx="265113" cy="279400"/>
        </p:xfrm>
        <a:graphic>
          <a:graphicData uri="http://schemas.openxmlformats.org/presentationml/2006/ole">
            <p:oleObj spid="_x0000_s248834" name="Equation" r:id="rId5" imgW="266400" imgH="279360" progId="Equation.3">
              <p:embed/>
            </p:oleObj>
          </a:graphicData>
        </a:graphic>
      </p:graphicFrame>
      <p:graphicFrame>
        <p:nvGraphicFramePr>
          <p:cNvPr id="248835" name="Object 1027"/>
          <p:cNvGraphicFramePr>
            <a:graphicFrameLocks noChangeAspect="1"/>
          </p:cNvGraphicFramePr>
          <p:nvPr/>
        </p:nvGraphicFramePr>
        <p:xfrm>
          <a:off x="5181600" y="1447800"/>
          <a:ext cx="303213" cy="381000"/>
        </p:xfrm>
        <a:graphic>
          <a:graphicData uri="http://schemas.openxmlformats.org/presentationml/2006/ole">
            <p:oleObj spid="_x0000_s248835" name="Equation" r:id="rId6" imgW="304560" imgH="380880" progId="Equation.3">
              <p:embed/>
            </p:oleObj>
          </a:graphicData>
        </a:graphic>
      </p:graphicFrame>
      <p:graphicFrame>
        <p:nvGraphicFramePr>
          <p:cNvPr id="248836" name="Object 1028"/>
          <p:cNvGraphicFramePr>
            <a:graphicFrameLocks noChangeAspect="1"/>
          </p:cNvGraphicFramePr>
          <p:nvPr/>
        </p:nvGraphicFramePr>
        <p:xfrm>
          <a:off x="1981200" y="1524000"/>
          <a:ext cx="430213" cy="531813"/>
        </p:xfrm>
        <a:graphic>
          <a:graphicData uri="http://schemas.openxmlformats.org/presentationml/2006/ole">
            <p:oleObj spid="_x0000_s248836" name="Equation" r:id="rId7" imgW="431640" imgH="533160" progId="Equation.3">
              <p:embed/>
            </p:oleObj>
          </a:graphicData>
        </a:graphic>
      </p:graphicFrame>
      <p:graphicFrame>
        <p:nvGraphicFramePr>
          <p:cNvPr id="248837" name="Object 1029"/>
          <p:cNvGraphicFramePr>
            <a:graphicFrameLocks noChangeAspect="1"/>
          </p:cNvGraphicFramePr>
          <p:nvPr/>
        </p:nvGraphicFramePr>
        <p:xfrm>
          <a:off x="4068763" y="1528763"/>
          <a:ext cx="368300" cy="520700"/>
        </p:xfrm>
        <a:graphic>
          <a:graphicData uri="http://schemas.openxmlformats.org/presentationml/2006/ole">
            <p:oleObj spid="_x0000_s248837" name="Equation" r:id="rId8" imgW="368280" imgH="520560" progId="Equation.3">
              <p:embed/>
            </p:oleObj>
          </a:graphicData>
        </a:graphic>
      </p:graphicFrame>
      <p:graphicFrame>
        <p:nvGraphicFramePr>
          <p:cNvPr id="248838" name="Object 1030"/>
          <p:cNvGraphicFramePr>
            <a:graphicFrameLocks noChangeAspect="1"/>
          </p:cNvGraphicFramePr>
          <p:nvPr/>
        </p:nvGraphicFramePr>
        <p:xfrm>
          <a:off x="6089650" y="1528763"/>
          <a:ext cx="442913" cy="520700"/>
        </p:xfrm>
        <a:graphic>
          <a:graphicData uri="http://schemas.openxmlformats.org/presentationml/2006/ole">
            <p:oleObj spid="_x0000_s248838" name="Equation" r:id="rId9" imgW="444240" imgH="520560" progId="Equation.3">
              <p:embed/>
            </p:oleObj>
          </a:graphicData>
        </a:graphic>
      </p:graphicFrame>
      <p:sp>
        <p:nvSpPr>
          <p:cNvPr id="104468" name="Text Box 20"/>
          <p:cNvSpPr txBox="1">
            <a:spLocks noChangeArrowheads="1"/>
          </p:cNvSpPr>
          <p:nvPr/>
        </p:nvSpPr>
        <p:spPr bwMode="auto">
          <a:xfrm>
            <a:off x="212725" y="863600"/>
            <a:ext cx="10572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NFA</a:t>
            </a:r>
            <a:endParaRPr lang="en-US"/>
          </a:p>
        </p:txBody>
      </p:sp>
      <p:sp>
        <p:nvSpPr>
          <p:cNvPr id="104469" name="Text Box 21"/>
          <p:cNvSpPr txBox="1">
            <a:spLocks noChangeArrowheads="1"/>
          </p:cNvSpPr>
          <p:nvPr/>
        </p:nvSpPr>
        <p:spPr bwMode="auto">
          <a:xfrm>
            <a:off x="152400" y="3505200"/>
            <a:ext cx="10207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DFA</a:t>
            </a:r>
            <a:endParaRPr lang="en-US"/>
          </a:p>
        </p:txBody>
      </p:sp>
      <p:sp>
        <p:nvSpPr>
          <p:cNvPr id="104470" name="Oval 22"/>
          <p:cNvSpPr>
            <a:spLocks noChangeArrowheads="1"/>
          </p:cNvSpPr>
          <p:nvPr/>
        </p:nvSpPr>
        <p:spPr bwMode="auto">
          <a:xfrm>
            <a:off x="1828800" y="4114800"/>
            <a:ext cx="10668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48839" name="Object 1031"/>
          <p:cNvGraphicFramePr>
            <a:graphicFrameLocks noChangeAspect="1"/>
          </p:cNvGraphicFramePr>
          <p:nvPr/>
        </p:nvGraphicFramePr>
        <p:xfrm>
          <a:off x="1981200" y="4343400"/>
          <a:ext cx="773113" cy="531813"/>
        </p:xfrm>
        <a:graphic>
          <a:graphicData uri="http://schemas.openxmlformats.org/presentationml/2006/ole">
            <p:oleObj spid="_x0000_s248839" name="Equation" r:id="rId10" imgW="774360" imgH="533160" progId="Equation.3">
              <p:embed/>
            </p:oleObj>
          </a:graphicData>
        </a:graphic>
      </p:graphicFrame>
      <p:sp>
        <p:nvSpPr>
          <p:cNvPr id="104472" name="Line 24"/>
          <p:cNvSpPr>
            <a:spLocks noChangeShapeType="1"/>
          </p:cNvSpPr>
          <p:nvPr/>
        </p:nvSpPr>
        <p:spPr bwMode="auto">
          <a:xfrm>
            <a:off x="1295400" y="4648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4473" name="Oval 25"/>
          <p:cNvSpPr>
            <a:spLocks noChangeArrowheads="1"/>
          </p:cNvSpPr>
          <p:nvPr/>
        </p:nvSpPr>
        <p:spPr bwMode="auto">
          <a:xfrm>
            <a:off x="4800600" y="3962400"/>
            <a:ext cx="1447800" cy="1371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4474" name="Line 26"/>
          <p:cNvSpPr>
            <a:spLocks noChangeShapeType="1"/>
          </p:cNvSpPr>
          <p:nvPr/>
        </p:nvSpPr>
        <p:spPr bwMode="auto">
          <a:xfrm>
            <a:off x="2895600" y="46482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48840" name="Object 1032"/>
          <p:cNvGraphicFramePr>
            <a:graphicFrameLocks noChangeAspect="1"/>
          </p:cNvGraphicFramePr>
          <p:nvPr/>
        </p:nvGraphicFramePr>
        <p:xfrm>
          <a:off x="4876800" y="4419600"/>
          <a:ext cx="1320800" cy="520700"/>
        </p:xfrm>
        <a:graphic>
          <a:graphicData uri="http://schemas.openxmlformats.org/presentationml/2006/ole">
            <p:oleObj spid="_x0000_s248840" name="Equation" r:id="rId11" imgW="1320480" imgH="520560" progId="Equation.3">
              <p:embed/>
            </p:oleObj>
          </a:graphicData>
        </a:graphic>
      </p:graphicFrame>
      <p:graphicFrame>
        <p:nvGraphicFramePr>
          <p:cNvPr id="248841" name="Object 1033"/>
          <p:cNvGraphicFramePr>
            <a:graphicFrameLocks noChangeAspect="1"/>
          </p:cNvGraphicFramePr>
          <p:nvPr/>
        </p:nvGraphicFramePr>
        <p:xfrm>
          <a:off x="3657600" y="4267200"/>
          <a:ext cx="265113" cy="279400"/>
        </p:xfrm>
        <a:graphic>
          <a:graphicData uri="http://schemas.openxmlformats.org/presentationml/2006/ole">
            <p:oleObj spid="_x0000_s248841" name="Equation" r:id="rId12" imgW="266400" imgH="279360" progId="Equation.3">
              <p:embed/>
            </p:oleObj>
          </a:graphicData>
        </a:graphic>
      </p:graphicFrame>
      <p:sp>
        <p:nvSpPr>
          <p:cNvPr id="104477" name="Oval 29"/>
          <p:cNvSpPr>
            <a:spLocks noChangeArrowheads="1"/>
          </p:cNvSpPr>
          <p:nvPr/>
        </p:nvSpPr>
        <p:spPr bwMode="auto">
          <a:xfrm>
            <a:off x="3352800" y="5715000"/>
            <a:ext cx="10668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4479" name="Line 31"/>
          <p:cNvSpPr>
            <a:spLocks noChangeShapeType="1"/>
          </p:cNvSpPr>
          <p:nvPr/>
        </p:nvSpPr>
        <p:spPr bwMode="auto">
          <a:xfrm>
            <a:off x="2667000" y="5029200"/>
            <a:ext cx="838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48842" name="Object 1034"/>
          <p:cNvGraphicFramePr>
            <a:graphicFrameLocks noChangeAspect="1"/>
          </p:cNvGraphicFramePr>
          <p:nvPr/>
        </p:nvGraphicFramePr>
        <p:xfrm>
          <a:off x="3657600" y="6019800"/>
          <a:ext cx="392113" cy="381000"/>
        </p:xfrm>
        <a:graphic>
          <a:graphicData uri="http://schemas.openxmlformats.org/presentationml/2006/ole">
            <p:oleObj spid="_x0000_s248842" name="Equation" r:id="rId13" imgW="393480" imgH="380880" progId="Equation.3">
              <p:embed/>
            </p:oleObj>
          </a:graphicData>
        </a:graphic>
      </p:graphicFrame>
      <p:graphicFrame>
        <p:nvGraphicFramePr>
          <p:cNvPr id="248843" name="Object 1035"/>
          <p:cNvGraphicFramePr>
            <a:graphicFrameLocks noChangeAspect="1"/>
          </p:cNvGraphicFramePr>
          <p:nvPr/>
        </p:nvGraphicFramePr>
        <p:xfrm>
          <a:off x="3124200" y="5029200"/>
          <a:ext cx="252413" cy="392113"/>
        </p:xfrm>
        <a:graphic>
          <a:graphicData uri="http://schemas.openxmlformats.org/presentationml/2006/ole">
            <p:oleObj spid="_x0000_s248843" name="Equation" r:id="rId14" imgW="253800" imgH="393480" progId="Equation.3">
              <p:embed/>
            </p:oleObj>
          </a:graphicData>
        </a:graphic>
      </p:graphicFrame>
      <p:graphicFrame>
        <p:nvGraphicFramePr>
          <p:cNvPr id="248844" name="Object 1036"/>
          <p:cNvGraphicFramePr>
            <a:graphicFrameLocks noChangeAspect="1"/>
          </p:cNvGraphicFramePr>
          <p:nvPr/>
        </p:nvGraphicFramePr>
        <p:xfrm>
          <a:off x="1295400" y="914400"/>
          <a:ext cx="544513" cy="393700"/>
        </p:xfrm>
        <a:graphic>
          <a:graphicData uri="http://schemas.openxmlformats.org/presentationml/2006/ole">
            <p:oleObj spid="_x0000_s248844" name="Equation" r:id="rId15" imgW="545760" imgH="393480" progId="Equation.3">
              <p:embed/>
            </p:oleObj>
          </a:graphicData>
        </a:graphic>
      </p:graphicFrame>
      <p:graphicFrame>
        <p:nvGraphicFramePr>
          <p:cNvPr id="248845" name="Object 1037"/>
          <p:cNvGraphicFramePr>
            <a:graphicFrameLocks noChangeAspect="1"/>
          </p:cNvGraphicFramePr>
          <p:nvPr/>
        </p:nvGraphicFramePr>
        <p:xfrm>
          <a:off x="1219200" y="3581400"/>
          <a:ext cx="646113" cy="430213"/>
        </p:xfrm>
        <a:graphic>
          <a:graphicData uri="http://schemas.openxmlformats.org/presentationml/2006/ole">
            <p:oleObj spid="_x0000_s248845" name="Equation" r:id="rId16" imgW="647640" imgH="431640" progId="Equation.3">
              <p:embed/>
            </p:oleObj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7AB757-4049-4C49-9559-4E3638613D7F}" type="slidenum">
              <a:rPr lang="en-US"/>
              <a:pPr/>
              <a:t>88</a:t>
            </a:fld>
            <a:endParaRPr lang="en-US"/>
          </a:p>
        </p:txBody>
      </p:sp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Convert NFA to DFA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105476" name="Oval 4"/>
          <p:cNvSpPr>
            <a:spLocks noChangeArrowheads="1"/>
          </p:cNvSpPr>
          <p:nvPr/>
        </p:nvSpPr>
        <p:spPr bwMode="auto">
          <a:xfrm>
            <a:off x="1905000" y="1524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5477" name="Oval 5"/>
          <p:cNvSpPr>
            <a:spLocks noChangeArrowheads="1"/>
          </p:cNvSpPr>
          <p:nvPr/>
        </p:nvSpPr>
        <p:spPr bwMode="auto">
          <a:xfrm>
            <a:off x="3962400" y="1524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5478" name="Oval 6"/>
          <p:cNvSpPr>
            <a:spLocks noChangeArrowheads="1"/>
          </p:cNvSpPr>
          <p:nvPr/>
        </p:nvSpPr>
        <p:spPr bwMode="auto">
          <a:xfrm>
            <a:off x="6019800" y="1524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5479" name="Line 7"/>
          <p:cNvSpPr>
            <a:spLocks noChangeShapeType="1"/>
          </p:cNvSpPr>
          <p:nvPr/>
        </p:nvSpPr>
        <p:spPr bwMode="auto">
          <a:xfrm>
            <a:off x="2514600" y="18288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5480" name="Line 8"/>
          <p:cNvSpPr>
            <a:spLocks noChangeShapeType="1"/>
          </p:cNvSpPr>
          <p:nvPr/>
        </p:nvSpPr>
        <p:spPr bwMode="auto">
          <a:xfrm>
            <a:off x="4648200" y="18288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5481" name="Oval 9"/>
          <p:cNvSpPr>
            <a:spLocks noChangeArrowheads="1"/>
          </p:cNvSpPr>
          <p:nvPr/>
        </p:nvSpPr>
        <p:spPr bwMode="auto">
          <a:xfrm>
            <a:off x="3886200" y="14478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5482" name="Freeform 10"/>
          <p:cNvSpPr>
            <a:spLocks/>
          </p:cNvSpPr>
          <p:nvPr/>
        </p:nvSpPr>
        <p:spPr bwMode="auto">
          <a:xfrm>
            <a:off x="3848100" y="889000"/>
            <a:ext cx="762000" cy="635000"/>
          </a:xfrm>
          <a:custGeom>
            <a:avLst/>
            <a:gdLst/>
            <a:ahLst/>
            <a:cxnLst>
              <a:cxn ang="0">
                <a:pos x="120" y="400"/>
              </a:cxn>
              <a:cxn ang="0">
                <a:pos x="24" y="112"/>
              </a:cxn>
              <a:cxn ang="0">
                <a:pos x="264" y="16"/>
              </a:cxn>
              <a:cxn ang="0">
                <a:pos x="456" y="64"/>
              </a:cxn>
              <a:cxn ang="0">
                <a:pos x="408" y="400"/>
              </a:cxn>
            </a:cxnLst>
            <a:rect l="0" t="0" r="r" b="b"/>
            <a:pathLst>
              <a:path w="480" h="400">
                <a:moveTo>
                  <a:pt x="120" y="400"/>
                </a:moveTo>
                <a:cubicBezTo>
                  <a:pt x="60" y="288"/>
                  <a:pt x="0" y="176"/>
                  <a:pt x="24" y="112"/>
                </a:cubicBezTo>
                <a:cubicBezTo>
                  <a:pt x="48" y="48"/>
                  <a:pt x="192" y="24"/>
                  <a:pt x="264" y="16"/>
                </a:cubicBezTo>
                <a:cubicBezTo>
                  <a:pt x="336" y="8"/>
                  <a:pt x="432" y="0"/>
                  <a:pt x="456" y="64"/>
                </a:cubicBezTo>
                <a:cubicBezTo>
                  <a:pt x="480" y="128"/>
                  <a:pt x="444" y="264"/>
                  <a:pt x="408" y="40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5483" name="Freeform 11"/>
          <p:cNvSpPr>
            <a:spLocks/>
          </p:cNvSpPr>
          <p:nvPr/>
        </p:nvSpPr>
        <p:spPr bwMode="auto">
          <a:xfrm>
            <a:off x="2209800" y="2057400"/>
            <a:ext cx="3898900" cy="596900"/>
          </a:xfrm>
          <a:custGeom>
            <a:avLst/>
            <a:gdLst/>
            <a:ahLst/>
            <a:cxnLst>
              <a:cxn ang="0">
                <a:pos x="2448" y="0"/>
              </a:cxn>
              <a:cxn ang="0">
                <a:pos x="2112" y="288"/>
              </a:cxn>
              <a:cxn ang="0">
                <a:pos x="384" y="336"/>
              </a:cxn>
              <a:cxn ang="0">
                <a:pos x="0" y="48"/>
              </a:cxn>
            </a:cxnLst>
            <a:rect l="0" t="0" r="r" b="b"/>
            <a:pathLst>
              <a:path w="2456" h="376">
                <a:moveTo>
                  <a:pt x="2448" y="0"/>
                </a:moveTo>
                <a:cubicBezTo>
                  <a:pt x="2452" y="116"/>
                  <a:pt x="2456" y="232"/>
                  <a:pt x="2112" y="288"/>
                </a:cubicBezTo>
                <a:cubicBezTo>
                  <a:pt x="1768" y="344"/>
                  <a:pt x="736" y="376"/>
                  <a:pt x="384" y="336"/>
                </a:cubicBezTo>
                <a:cubicBezTo>
                  <a:pt x="32" y="296"/>
                  <a:pt x="16" y="172"/>
                  <a:pt x="0" y="4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5484" name="Line 12"/>
          <p:cNvSpPr>
            <a:spLocks noChangeShapeType="1"/>
          </p:cNvSpPr>
          <p:nvPr/>
        </p:nvSpPr>
        <p:spPr bwMode="auto">
          <a:xfrm>
            <a:off x="1371600" y="18288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49856" name="Object 0"/>
          <p:cNvGraphicFramePr>
            <a:graphicFrameLocks noChangeAspect="1"/>
          </p:cNvGraphicFramePr>
          <p:nvPr/>
        </p:nvGraphicFramePr>
        <p:xfrm>
          <a:off x="3048000" y="1524000"/>
          <a:ext cx="265113" cy="279400"/>
        </p:xfrm>
        <a:graphic>
          <a:graphicData uri="http://schemas.openxmlformats.org/presentationml/2006/ole">
            <p:oleObj spid="_x0000_s249856" name="Equation" r:id="rId3" imgW="266400" imgH="279360" progId="Equation.3">
              <p:embed/>
            </p:oleObj>
          </a:graphicData>
        </a:graphic>
      </p:graphicFrame>
      <p:graphicFrame>
        <p:nvGraphicFramePr>
          <p:cNvPr id="249857" name="Object 1"/>
          <p:cNvGraphicFramePr>
            <a:graphicFrameLocks noChangeAspect="1"/>
          </p:cNvGraphicFramePr>
          <p:nvPr/>
        </p:nvGraphicFramePr>
        <p:xfrm>
          <a:off x="4800600" y="2209800"/>
          <a:ext cx="252413" cy="392113"/>
        </p:xfrm>
        <a:graphic>
          <a:graphicData uri="http://schemas.openxmlformats.org/presentationml/2006/ole">
            <p:oleObj spid="_x0000_s249857" name="Equation" r:id="rId4" imgW="253800" imgH="393480" progId="Equation.3">
              <p:embed/>
            </p:oleObj>
          </a:graphicData>
        </a:graphic>
      </p:graphicFrame>
      <p:graphicFrame>
        <p:nvGraphicFramePr>
          <p:cNvPr id="249858" name="Object 2"/>
          <p:cNvGraphicFramePr>
            <a:graphicFrameLocks noChangeAspect="1"/>
          </p:cNvGraphicFramePr>
          <p:nvPr/>
        </p:nvGraphicFramePr>
        <p:xfrm>
          <a:off x="4648200" y="838200"/>
          <a:ext cx="265113" cy="279400"/>
        </p:xfrm>
        <a:graphic>
          <a:graphicData uri="http://schemas.openxmlformats.org/presentationml/2006/ole">
            <p:oleObj spid="_x0000_s249858" name="Equation" r:id="rId5" imgW="266400" imgH="279360" progId="Equation.3">
              <p:embed/>
            </p:oleObj>
          </a:graphicData>
        </a:graphic>
      </p:graphicFrame>
      <p:graphicFrame>
        <p:nvGraphicFramePr>
          <p:cNvPr id="249859" name="Object 3"/>
          <p:cNvGraphicFramePr>
            <a:graphicFrameLocks noChangeAspect="1"/>
          </p:cNvGraphicFramePr>
          <p:nvPr/>
        </p:nvGraphicFramePr>
        <p:xfrm>
          <a:off x="5181600" y="1447800"/>
          <a:ext cx="303213" cy="381000"/>
        </p:xfrm>
        <a:graphic>
          <a:graphicData uri="http://schemas.openxmlformats.org/presentationml/2006/ole">
            <p:oleObj spid="_x0000_s249859" name="Equation" r:id="rId6" imgW="304560" imgH="380880" progId="Equation.3">
              <p:embed/>
            </p:oleObj>
          </a:graphicData>
        </a:graphic>
      </p:graphicFrame>
      <p:graphicFrame>
        <p:nvGraphicFramePr>
          <p:cNvPr id="249860" name="Object 4"/>
          <p:cNvGraphicFramePr>
            <a:graphicFrameLocks noChangeAspect="1"/>
          </p:cNvGraphicFramePr>
          <p:nvPr/>
        </p:nvGraphicFramePr>
        <p:xfrm>
          <a:off x="1981200" y="1524000"/>
          <a:ext cx="430213" cy="531813"/>
        </p:xfrm>
        <a:graphic>
          <a:graphicData uri="http://schemas.openxmlformats.org/presentationml/2006/ole">
            <p:oleObj spid="_x0000_s249860" name="Equation" r:id="rId7" imgW="431640" imgH="533160" progId="Equation.3">
              <p:embed/>
            </p:oleObj>
          </a:graphicData>
        </a:graphic>
      </p:graphicFrame>
      <p:graphicFrame>
        <p:nvGraphicFramePr>
          <p:cNvPr id="249861" name="Object 5"/>
          <p:cNvGraphicFramePr>
            <a:graphicFrameLocks noChangeAspect="1"/>
          </p:cNvGraphicFramePr>
          <p:nvPr/>
        </p:nvGraphicFramePr>
        <p:xfrm>
          <a:off x="4068763" y="1528763"/>
          <a:ext cx="368300" cy="520700"/>
        </p:xfrm>
        <a:graphic>
          <a:graphicData uri="http://schemas.openxmlformats.org/presentationml/2006/ole">
            <p:oleObj spid="_x0000_s249861" name="Equation" r:id="rId8" imgW="368280" imgH="520560" progId="Equation.3">
              <p:embed/>
            </p:oleObj>
          </a:graphicData>
        </a:graphic>
      </p:graphicFrame>
      <p:graphicFrame>
        <p:nvGraphicFramePr>
          <p:cNvPr id="249862" name="Object 6"/>
          <p:cNvGraphicFramePr>
            <a:graphicFrameLocks noChangeAspect="1"/>
          </p:cNvGraphicFramePr>
          <p:nvPr/>
        </p:nvGraphicFramePr>
        <p:xfrm>
          <a:off x="6089650" y="1528763"/>
          <a:ext cx="442913" cy="520700"/>
        </p:xfrm>
        <a:graphic>
          <a:graphicData uri="http://schemas.openxmlformats.org/presentationml/2006/ole">
            <p:oleObj spid="_x0000_s249862" name="Equation" r:id="rId9" imgW="444240" imgH="520560" progId="Equation.3">
              <p:embed/>
            </p:oleObj>
          </a:graphicData>
        </a:graphic>
      </p:graphicFrame>
      <p:sp>
        <p:nvSpPr>
          <p:cNvPr id="105492" name="Text Box 20"/>
          <p:cNvSpPr txBox="1">
            <a:spLocks noChangeArrowheads="1"/>
          </p:cNvSpPr>
          <p:nvPr/>
        </p:nvSpPr>
        <p:spPr bwMode="auto">
          <a:xfrm>
            <a:off x="212725" y="863600"/>
            <a:ext cx="10572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NFA</a:t>
            </a:r>
            <a:endParaRPr lang="en-US"/>
          </a:p>
        </p:txBody>
      </p:sp>
      <p:sp>
        <p:nvSpPr>
          <p:cNvPr id="105493" name="Text Box 21"/>
          <p:cNvSpPr txBox="1">
            <a:spLocks noChangeArrowheads="1"/>
          </p:cNvSpPr>
          <p:nvPr/>
        </p:nvSpPr>
        <p:spPr bwMode="auto">
          <a:xfrm>
            <a:off x="152400" y="3505200"/>
            <a:ext cx="10207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DFA</a:t>
            </a:r>
            <a:endParaRPr lang="en-US"/>
          </a:p>
        </p:txBody>
      </p:sp>
      <p:sp>
        <p:nvSpPr>
          <p:cNvPr id="105494" name="Oval 22"/>
          <p:cNvSpPr>
            <a:spLocks noChangeArrowheads="1"/>
          </p:cNvSpPr>
          <p:nvPr/>
        </p:nvSpPr>
        <p:spPr bwMode="auto">
          <a:xfrm>
            <a:off x="1828800" y="4114800"/>
            <a:ext cx="10668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49863" name="Object 7"/>
          <p:cNvGraphicFramePr>
            <a:graphicFrameLocks noChangeAspect="1"/>
          </p:cNvGraphicFramePr>
          <p:nvPr/>
        </p:nvGraphicFramePr>
        <p:xfrm>
          <a:off x="1981200" y="4343400"/>
          <a:ext cx="773113" cy="531813"/>
        </p:xfrm>
        <a:graphic>
          <a:graphicData uri="http://schemas.openxmlformats.org/presentationml/2006/ole">
            <p:oleObj spid="_x0000_s249863" name="Equation" r:id="rId10" imgW="774360" imgH="533160" progId="Equation.3">
              <p:embed/>
            </p:oleObj>
          </a:graphicData>
        </a:graphic>
      </p:graphicFrame>
      <p:sp>
        <p:nvSpPr>
          <p:cNvPr id="105496" name="Line 24"/>
          <p:cNvSpPr>
            <a:spLocks noChangeShapeType="1"/>
          </p:cNvSpPr>
          <p:nvPr/>
        </p:nvSpPr>
        <p:spPr bwMode="auto">
          <a:xfrm>
            <a:off x="1295400" y="4648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5497" name="Oval 25"/>
          <p:cNvSpPr>
            <a:spLocks noChangeArrowheads="1"/>
          </p:cNvSpPr>
          <p:nvPr/>
        </p:nvSpPr>
        <p:spPr bwMode="auto">
          <a:xfrm>
            <a:off x="4800600" y="3962400"/>
            <a:ext cx="1447800" cy="1371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5498" name="Line 26"/>
          <p:cNvSpPr>
            <a:spLocks noChangeShapeType="1"/>
          </p:cNvSpPr>
          <p:nvPr/>
        </p:nvSpPr>
        <p:spPr bwMode="auto">
          <a:xfrm>
            <a:off x="2895600" y="46482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49864" name="Object 8"/>
          <p:cNvGraphicFramePr>
            <a:graphicFrameLocks noChangeAspect="1"/>
          </p:cNvGraphicFramePr>
          <p:nvPr/>
        </p:nvGraphicFramePr>
        <p:xfrm>
          <a:off x="4876800" y="4419600"/>
          <a:ext cx="1320800" cy="520700"/>
        </p:xfrm>
        <a:graphic>
          <a:graphicData uri="http://schemas.openxmlformats.org/presentationml/2006/ole">
            <p:oleObj spid="_x0000_s249864" name="Equation" r:id="rId11" imgW="1320480" imgH="520560" progId="Equation.3">
              <p:embed/>
            </p:oleObj>
          </a:graphicData>
        </a:graphic>
      </p:graphicFrame>
      <p:graphicFrame>
        <p:nvGraphicFramePr>
          <p:cNvPr id="249865" name="Object 9"/>
          <p:cNvGraphicFramePr>
            <a:graphicFrameLocks noChangeAspect="1"/>
          </p:cNvGraphicFramePr>
          <p:nvPr/>
        </p:nvGraphicFramePr>
        <p:xfrm>
          <a:off x="3657600" y="4267200"/>
          <a:ext cx="265113" cy="279400"/>
        </p:xfrm>
        <a:graphic>
          <a:graphicData uri="http://schemas.openxmlformats.org/presentationml/2006/ole">
            <p:oleObj spid="_x0000_s249865" name="Equation" r:id="rId12" imgW="266400" imgH="279360" progId="Equation.3">
              <p:embed/>
            </p:oleObj>
          </a:graphicData>
        </a:graphic>
      </p:graphicFrame>
      <p:sp>
        <p:nvSpPr>
          <p:cNvPr id="105501" name="Oval 29"/>
          <p:cNvSpPr>
            <a:spLocks noChangeArrowheads="1"/>
          </p:cNvSpPr>
          <p:nvPr/>
        </p:nvSpPr>
        <p:spPr bwMode="auto">
          <a:xfrm>
            <a:off x="3352800" y="5715000"/>
            <a:ext cx="10668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5502" name="Line 30"/>
          <p:cNvSpPr>
            <a:spLocks noChangeShapeType="1"/>
          </p:cNvSpPr>
          <p:nvPr/>
        </p:nvSpPr>
        <p:spPr bwMode="auto">
          <a:xfrm>
            <a:off x="2667000" y="5029200"/>
            <a:ext cx="838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49866" name="Object 10"/>
          <p:cNvGraphicFramePr>
            <a:graphicFrameLocks noChangeAspect="1"/>
          </p:cNvGraphicFramePr>
          <p:nvPr/>
        </p:nvGraphicFramePr>
        <p:xfrm>
          <a:off x="3657600" y="6019800"/>
          <a:ext cx="392113" cy="381000"/>
        </p:xfrm>
        <a:graphic>
          <a:graphicData uri="http://schemas.openxmlformats.org/presentationml/2006/ole">
            <p:oleObj spid="_x0000_s249866" name="Equation" r:id="rId13" imgW="393480" imgH="380880" progId="Equation.3">
              <p:embed/>
            </p:oleObj>
          </a:graphicData>
        </a:graphic>
      </p:graphicFrame>
      <p:graphicFrame>
        <p:nvGraphicFramePr>
          <p:cNvPr id="249867" name="Object 11"/>
          <p:cNvGraphicFramePr>
            <a:graphicFrameLocks noChangeAspect="1"/>
          </p:cNvGraphicFramePr>
          <p:nvPr/>
        </p:nvGraphicFramePr>
        <p:xfrm>
          <a:off x="3124200" y="5029200"/>
          <a:ext cx="252413" cy="392113"/>
        </p:xfrm>
        <a:graphic>
          <a:graphicData uri="http://schemas.openxmlformats.org/presentationml/2006/ole">
            <p:oleObj spid="_x0000_s249867" name="Equation" r:id="rId14" imgW="253800" imgH="393480" progId="Equation.3">
              <p:embed/>
            </p:oleObj>
          </a:graphicData>
        </a:graphic>
      </p:graphicFrame>
      <p:sp>
        <p:nvSpPr>
          <p:cNvPr id="105505" name="Freeform 33"/>
          <p:cNvSpPr>
            <a:spLocks/>
          </p:cNvSpPr>
          <p:nvPr/>
        </p:nvSpPr>
        <p:spPr bwMode="auto">
          <a:xfrm>
            <a:off x="6019800" y="3530600"/>
            <a:ext cx="1155700" cy="1041400"/>
          </a:xfrm>
          <a:custGeom>
            <a:avLst/>
            <a:gdLst/>
            <a:ahLst/>
            <a:cxnLst>
              <a:cxn ang="0">
                <a:pos x="0" y="416"/>
              </a:cxn>
              <a:cxn ang="0">
                <a:pos x="192" y="32"/>
              </a:cxn>
              <a:cxn ang="0">
                <a:pos x="672" y="224"/>
              </a:cxn>
              <a:cxn ang="0">
                <a:pos x="528" y="512"/>
              </a:cxn>
              <a:cxn ang="0">
                <a:pos x="144" y="656"/>
              </a:cxn>
            </a:cxnLst>
            <a:rect l="0" t="0" r="r" b="b"/>
            <a:pathLst>
              <a:path w="728" h="656">
                <a:moveTo>
                  <a:pt x="0" y="416"/>
                </a:moveTo>
                <a:cubicBezTo>
                  <a:pt x="40" y="240"/>
                  <a:pt x="80" y="64"/>
                  <a:pt x="192" y="32"/>
                </a:cubicBezTo>
                <a:cubicBezTo>
                  <a:pt x="304" y="0"/>
                  <a:pt x="616" y="144"/>
                  <a:pt x="672" y="224"/>
                </a:cubicBezTo>
                <a:cubicBezTo>
                  <a:pt x="728" y="304"/>
                  <a:pt x="616" y="440"/>
                  <a:pt x="528" y="512"/>
                </a:cubicBezTo>
                <a:cubicBezTo>
                  <a:pt x="440" y="584"/>
                  <a:pt x="292" y="620"/>
                  <a:pt x="144" y="65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49868" name="Object 12"/>
          <p:cNvGraphicFramePr>
            <a:graphicFrameLocks noChangeAspect="1"/>
          </p:cNvGraphicFramePr>
          <p:nvPr/>
        </p:nvGraphicFramePr>
        <p:xfrm>
          <a:off x="6858000" y="3352800"/>
          <a:ext cx="265113" cy="279400"/>
        </p:xfrm>
        <a:graphic>
          <a:graphicData uri="http://schemas.openxmlformats.org/presentationml/2006/ole">
            <p:oleObj spid="_x0000_s249868" name="Equation" r:id="rId15" imgW="266400" imgH="279360" progId="Equation.3">
              <p:embed/>
            </p:oleObj>
          </a:graphicData>
        </a:graphic>
      </p:graphicFrame>
      <p:graphicFrame>
        <p:nvGraphicFramePr>
          <p:cNvPr id="249869" name="Object 13"/>
          <p:cNvGraphicFramePr>
            <a:graphicFrameLocks noChangeAspect="1"/>
          </p:cNvGraphicFramePr>
          <p:nvPr/>
        </p:nvGraphicFramePr>
        <p:xfrm>
          <a:off x="1295400" y="914400"/>
          <a:ext cx="544513" cy="393700"/>
        </p:xfrm>
        <a:graphic>
          <a:graphicData uri="http://schemas.openxmlformats.org/presentationml/2006/ole">
            <p:oleObj spid="_x0000_s249869" name="Equation" r:id="rId16" imgW="545760" imgH="393480" progId="Equation.3">
              <p:embed/>
            </p:oleObj>
          </a:graphicData>
        </a:graphic>
      </p:graphicFrame>
      <p:graphicFrame>
        <p:nvGraphicFramePr>
          <p:cNvPr id="249870" name="Object 14"/>
          <p:cNvGraphicFramePr>
            <a:graphicFrameLocks noChangeAspect="1"/>
          </p:cNvGraphicFramePr>
          <p:nvPr/>
        </p:nvGraphicFramePr>
        <p:xfrm>
          <a:off x="1219200" y="3581400"/>
          <a:ext cx="646113" cy="430213"/>
        </p:xfrm>
        <a:graphic>
          <a:graphicData uri="http://schemas.openxmlformats.org/presentationml/2006/ole">
            <p:oleObj spid="_x0000_s249870" name="Equation" r:id="rId17" imgW="647640" imgH="431640" progId="Equation.3">
              <p:embed/>
            </p:oleObj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A5C03E8-B416-4779-8505-C69FD093E9D3}" type="slidenum">
              <a:rPr lang="en-US"/>
              <a:pPr/>
              <a:t>89</a:t>
            </a:fld>
            <a:endParaRPr lang="en-US"/>
          </a:p>
        </p:txBody>
      </p:sp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Convert NFA to DFA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 </a:t>
            </a:r>
          </a:p>
        </p:txBody>
      </p:sp>
      <p:sp>
        <p:nvSpPr>
          <p:cNvPr id="107524" name="Oval 4"/>
          <p:cNvSpPr>
            <a:spLocks noChangeArrowheads="1"/>
          </p:cNvSpPr>
          <p:nvPr/>
        </p:nvSpPr>
        <p:spPr bwMode="auto">
          <a:xfrm>
            <a:off x="1905000" y="1524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7525" name="Oval 5"/>
          <p:cNvSpPr>
            <a:spLocks noChangeArrowheads="1"/>
          </p:cNvSpPr>
          <p:nvPr/>
        </p:nvSpPr>
        <p:spPr bwMode="auto">
          <a:xfrm>
            <a:off x="3962400" y="1524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7526" name="Oval 6"/>
          <p:cNvSpPr>
            <a:spLocks noChangeArrowheads="1"/>
          </p:cNvSpPr>
          <p:nvPr/>
        </p:nvSpPr>
        <p:spPr bwMode="auto">
          <a:xfrm>
            <a:off x="6019800" y="1524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7527" name="Line 7"/>
          <p:cNvSpPr>
            <a:spLocks noChangeShapeType="1"/>
          </p:cNvSpPr>
          <p:nvPr/>
        </p:nvSpPr>
        <p:spPr bwMode="auto">
          <a:xfrm>
            <a:off x="2514600" y="18288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7528" name="Line 8"/>
          <p:cNvSpPr>
            <a:spLocks noChangeShapeType="1"/>
          </p:cNvSpPr>
          <p:nvPr/>
        </p:nvSpPr>
        <p:spPr bwMode="auto">
          <a:xfrm>
            <a:off x="4648200" y="18288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7529" name="Oval 9"/>
          <p:cNvSpPr>
            <a:spLocks noChangeArrowheads="1"/>
          </p:cNvSpPr>
          <p:nvPr/>
        </p:nvSpPr>
        <p:spPr bwMode="auto">
          <a:xfrm>
            <a:off x="3886200" y="14478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7530" name="Freeform 10"/>
          <p:cNvSpPr>
            <a:spLocks/>
          </p:cNvSpPr>
          <p:nvPr/>
        </p:nvSpPr>
        <p:spPr bwMode="auto">
          <a:xfrm>
            <a:off x="3848100" y="889000"/>
            <a:ext cx="762000" cy="635000"/>
          </a:xfrm>
          <a:custGeom>
            <a:avLst/>
            <a:gdLst/>
            <a:ahLst/>
            <a:cxnLst>
              <a:cxn ang="0">
                <a:pos x="120" y="400"/>
              </a:cxn>
              <a:cxn ang="0">
                <a:pos x="24" y="112"/>
              </a:cxn>
              <a:cxn ang="0">
                <a:pos x="264" y="16"/>
              </a:cxn>
              <a:cxn ang="0">
                <a:pos x="456" y="64"/>
              </a:cxn>
              <a:cxn ang="0">
                <a:pos x="408" y="400"/>
              </a:cxn>
            </a:cxnLst>
            <a:rect l="0" t="0" r="r" b="b"/>
            <a:pathLst>
              <a:path w="480" h="400">
                <a:moveTo>
                  <a:pt x="120" y="400"/>
                </a:moveTo>
                <a:cubicBezTo>
                  <a:pt x="60" y="288"/>
                  <a:pt x="0" y="176"/>
                  <a:pt x="24" y="112"/>
                </a:cubicBezTo>
                <a:cubicBezTo>
                  <a:pt x="48" y="48"/>
                  <a:pt x="192" y="24"/>
                  <a:pt x="264" y="16"/>
                </a:cubicBezTo>
                <a:cubicBezTo>
                  <a:pt x="336" y="8"/>
                  <a:pt x="432" y="0"/>
                  <a:pt x="456" y="64"/>
                </a:cubicBezTo>
                <a:cubicBezTo>
                  <a:pt x="480" y="128"/>
                  <a:pt x="444" y="264"/>
                  <a:pt x="408" y="40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7531" name="Freeform 11"/>
          <p:cNvSpPr>
            <a:spLocks/>
          </p:cNvSpPr>
          <p:nvPr/>
        </p:nvSpPr>
        <p:spPr bwMode="auto">
          <a:xfrm>
            <a:off x="2209800" y="2057400"/>
            <a:ext cx="3898900" cy="596900"/>
          </a:xfrm>
          <a:custGeom>
            <a:avLst/>
            <a:gdLst/>
            <a:ahLst/>
            <a:cxnLst>
              <a:cxn ang="0">
                <a:pos x="2448" y="0"/>
              </a:cxn>
              <a:cxn ang="0">
                <a:pos x="2112" y="288"/>
              </a:cxn>
              <a:cxn ang="0">
                <a:pos x="384" y="336"/>
              </a:cxn>
              <a:cxn ang="0">
                <a:pos x="0" y="48"/>
              </a:cxn>
            </a:cxnLst>
            <a:rect l="0" t="0" r="r" b="b"/>
            <a:pathLst>
              <a:path w="2456" h="376">
                <a:moveTo>
                  <a:pt x="2448" y="0"/>
                </a:moveTo>
                <a:cubicBezTo>
                  <a:pt x="2452" y="116"/>
                  <a:pt x="2456" y="232"/>
                  <a:pt x="2112" y="288"/>
                </a:cubicBezTo>
                <a:cubicBezTo>
                  <a:pt x="1768" y="344"/>
                  <a:pt x="736" y="376"/>
                  <a:pt x="384" y="336"/>
                </a:cubicBezTo>
                <a:cubicBezTo>
                  <a:pt x="32" y="296"/>
                  <a:pt x="16" y="172"/>
                  <a:pt x="0" y="4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7532" name="Line 12"/>
          <p:cNvSpPr>
            <a:spLocks noChangeShapeType="1"/>
          </p:cNvSpPr>
          <p:nvPr/>
        </p:nvSpPr>
        <p:spPr bwMode="auto">
          <a:xfrm>
            <a:off x="1371600" y="18288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50880" name="Object 0"/>
          <p:cNvGraphicFramePr>
            <a:graphicFrameLocks noChangeAspect="1"/>
          </p:cNvGraphicFramePr>
          <p:nvPr/>
        </p:nvGraphicFramePr>
        <p:xfrm>
          <a:off x="3048000" y="1524000"/>
          <a:ext cx="265113" cy="279400"/>
        </p:xfrm>
        <a:graphic>
          <a:graphicData uri="http://schemas.openxmlformats.org/presentationml/2006/ole">
            <p:oleObj spid="_x0000_s250880" name="Equation" r:id="rId3" imgW="266400" imgH="279360" progId="Equation.3">
              <p:embed/>
            </p:oleObj>
          </a:graphicData>
        </a:graphic>
      </p:graphicFrame>
      <p:graphicFrame>
        <p:nvGraphicFramePr>
          <p:cNvPr id="250881" name="Object 1"/>
          <p:cNvGraphicFramePr>
            <a:graphicFrameLocks noChangeAspect="1"/>
          </p:cNvGraphicFramePr>
          <p:nvPr/>
        </p:nvGraphicFramePr>
        <p:xfrm>
          <a:off x="4800600" y="2209800"/>
          <a:ext cx="252413" cy="392113"/>
        </p:xfrm>
        <a:graphic>
          <a:graphicData uri="http://schemas.openxmlformats.org/presentationml/2006/ole">
            <p:oleObj spid="_x0000_s250881" name="Equation" r:id="rId4" imgW="253800" imgH="393480" progId="Equation.3">
              <p:embed/>
            </p:oleObj>
          </a:graphicData>
        </a:graphic>
      </p:graphicFrame>
      <p:graphicFrame>
        <p:nvGraphicFramePr>
          <p:cNvPr id="250882" name="Object 2"/>
          <p:cNvGraphicFramePr>
            <a:graphicFrameLocks noChangeAspect="1"/>
          </p:cNvGraphicFramePr>
          <p:nvPr/>
        </p:nvGraphicFramePr>
        <p:xfrm>
          <a:off x="4648200" y="838200"/>
          <a:ext cx="265113" cy="279400"/>
        </p:xfrm>
        <a:graphic>
          <a:graphicData uri="http://schemas.openxmlformats.org/presentationml/2006/ole">
            <p:oleObj spid="_x0000_s250882" name="Equation" r:id="rId5" imgW="266400" imgH="279360" progId="Equation.3">
              <p:embed/>
            </p:oleObj>
          </a:graphicData>
        </a:graphic>
      </p:graphicFrame>
      <p:graphicFrame>
        <p:nvGraphicFramePr>
          <p:cNvPr id="250883" name="Object 3"/>
          <p:cNvGraphicFramePr>
            <a:graphicFrameLocks noChangeAspect="1"/>
          </p:cNvGraphicFramePr>
          <p:nvPr/>
        </p:nvGraphicFramePr>
        <p:xfrm>
          <a:off x="5181600" y="1447800"/>
          <a:ext cx="303213" cy="381000"/>
        </p:xfrm>
        <a:graphic>
          <a:graphicData uri="http://schemas.openxmlformats.org/presentationml/2006/ole">
            <p:oleObj spid="_x0000_s250883" name="Equation" r:id="rId6" imgW="304560" imgH="380880" progId="Equation.3">
              <p:embed/>
            </p:oleObj>
          </a:graphicData>
        </a:graphic>
      </p:graphicFrame>
      <p:graphicFrame>
        <p:nvGraphicFramePr>
          <p:cNvPr id="250884" name="Object 4"/>
          <p:cNvGraphicFramePr>
            <a:graphicFrameLocks noChangeAspect="1"/>
          </p:cNvGraphicFramePr>
          <p:nvPr/>
        </p:nvGraphicFramePr>
        <p:xfrm>
          <a:off x="1981200" y="1524000"/>
          <a:ext cx="430213" cy="531813"/>
        </p:xfrm>
        <a:graphic>
          <a:graphicData uri="http://schemas.openxmlformats.org/presentationml/2006/ole">
            <p:oleObj spid="_x0000_s250884" name="Equation" r:id="rId7" imgW="431640" imgH="533160" progId="Equation.3">
              <p:embed/>
            </p:oleObj>
          </a:graphicData>
        </a:graphic>
      </p:graphicFrame>
      <p:graphicFrame>
        <p:nvGraphicFramePr>
          <p:cNvPr id="250885" name="Object 5"/>
          <p:cNvGraphicFramePr>
            <a:graphicFrameLocks noChangeAspect="1"/>
          </p:cNvGraphicFramePr>
          <p:nvPr/>
        </p:nvGraphicFramePr>
        <p:xfrm>
          <a:off x="4068763" y="1528763"/>
          <a:ext cx="368300" cy="520700"/>
        </p:xfrm>
        <a:graphic>
          <a:graphicData uri="http://schemas.openxmlformats.org/presentationml/2006/ole">
            <p:oleObj spid="_x0000_s250885" name="Equation" r:id="rId8" imgW="368280" imgH="520560" progId="Equation.3">
              <p:embed/>
            </p:oleObj>
          </a:graphicData>
        </a:graphic>
      </p:graphicFrame>
      <p:graphicFrame>
        <p:nvGraphicFramePr>
          <p:cNvPr id="250886" name="Object 6"/>
          <p:cNvGraphicFramePr>
            <a:graphicFrameLocks noChangeAspect="1"/>
          </p:cNvGraphicFramePr>
          <p:nvPr/>
        </p:nvGraphicFramePr>
        <p:xfrm>
          <a:off x="6089650" y="1528763"/>
          <a:ext cx="442913" cy="520700"/>
        </p:xfrm>
        <a:graphic>
          <a:graphicData uri="http://schemas.openxmlformats.org/presentationml/2006/ole">
            <p:oleObj spid="_x0000_s250886" name="Equation" r:id="rId9" imgW="444240" imgH="520560" progId="Equation.3">
              <p:embed/>
            </p:oleObj>
          </a:graphicData>
        </a:graphic>
      </p:graphicFrame>
      <p:sp>
        <p:nvSpPr>
          <p:cNvPr id="107540" name="Text Box 20"/>
          <p:cNvSpPr txBox="1">
            <a:spLocks noChangeArrowheads="1"/>
          </p:cNvSpPr>
          <p:nvPr/>
        </p:nvSpPr>
        <p:spPr bwMode="auto">
          <a:xfrm>
            <a:off x="212725" y="863600"/>
            <a:ext cx="10572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NFA</a:t>
            </a:r>
            <a:endParaRPr lang="en-US"/>
          </a:p>
        </p:txBody>
      </p:sp>
      <p:sp>
        <p:nvSpPr>
          <p:cNvPr id="107541" name="Text Box 21"/>
          <p:cNvSpPr txBox="1">
            <a:spLocks noChangeArrowheads="1"/>
          </p:cNvSpPr>
          <p:nvPr/>
        </p:nvSpPr>
        <p:spPr bwMode="auto">
          <a:xfrm>
            <a:off x="152400" y="3505200"/>
            <a:ext cx="10207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DFA</a:t>
            </a:r>
            <a:endParaRPr lang="en-US"/>
          </a:p>
        </p:txBody>
      </p:sp>
      <p:sp>
        <p:nvSpPr>
          <p:cNvPr id="107542" name="Oval 22"/>
          <p:cNvSpPr>
            <a:spLocks noChangeArrowheads="1"/>
          </p:cNvSpPr>
          <p:nvPr/>
        </p:nvSpPr>
        <p:spPr bwMode="auto">
          <a:xfrm>
            <a:off x="1828800" y="4114800"/>
            <a:ext cx="10668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50887" name="Object 7"/>
          <p:cNvGraphicFramePr>
            <a:graphicFrameLocks noChangeAspect="1"/>
          </p:cNvGraphicFramePr>
          <p:nvPr/>
        </p:nvGraphicFramePr>
        <p:xfrm>
          <a:off x="1981200" y="4343400"/>
          <a:ext cx="773113" cy="531813"/>
        </p:xfrm>
        <a:graphic>
          <a:graphicData uri="http://schemas.openxmlformats.org/presentationml/2006/ole">
            <p:oleObj spid="_x0000_s250887" name="Equation" r:id="rId10" imgW="774360" imgH="533160" progId="Equation.3">
              <p:embed/>
            </p:oleObj>
          </a:graphicData>
        </a:graphic>
      </p:graphicFrame>
      <p:sp>
        <p:nvSpPr>
          <p:cNvPr id="107544" name="Line 24"/>
          <p:cNvSpPr>
            <a:spLocks noChangeShapeType="1"/>
          </p:cNvSpPr>
          <p:nvPr/>
        </p:nvSpPr>
        <p:spPr bwMode="auto">
          <a:xfrm>
            <a:off x="1295400" y="4648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7545" name="Oval 25"/>
          <p:cNvSpPr>
            <a:spLocks noChangeArrowheads="1"/>
          </p:cNvSpPr>
          <p:nvPr/>
        </p:nvSpPr>
        <p:spPr bwMode="auto">
          <a:xfrm>
            <a:off x="4800600" y="3962400"/>
            <a:ext cx="1447800" cy="1371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7546" name="Line 26"/>
          <p:cNvSpPr>
            <a:spLocks noChangeShapeType="1"/>
          </p:cNvSpPr>
          <p:nvPr/>
        </p:nvSpPr>
        <p:spPr bwMode="auto">
          <a:xfrm>
            <a:off x="2895600" y="46482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50888" name="Object 8"/>
          <p:cNvGraphicFramePr>
            <a:graphicFrameLocks noChangeAspect="1"/>
          </p:cNvGraphicFramePr>
          <p:nvPr/>
        </p:nvGraphicFramePr>
        <p:xfrm>
          <a:off x="4876800" y="4419600"/>
          <a:ext cx="1320800" cy="520700"/>
        </p:xfrm>
        <a:graphic>
          <a:graphicData uri="http://schemas.openxmlformats.org/presentationml/2006/ole">
            <p:oleObj spid="_x0000_s250888" name="Equation" r:id="rId11" imgW="1320480" imgH="520560" progId="Equation.3">
              <p:embed/>
            </p:oleObj>
          </a:graphicData>
        </a:graphic>
      </p:graphicFrame>
      <p:graphicFrame>
        <p:nvGraphicFramePr>
          <p:cNvPr id="250889" name="Object 9"/>
          <p:cNvGraphicFramePr>
            <a:graphicFrameLocks noChangeAspect="1"/>
          </p:cNvGraphicFramePr>
          <p:nvPr/>
        </p:nvGraphicFramePr>
        <p:xfrm>
          <a:off x="3657600" y="4267200"/>
          <a:ext cx="265113" cy="279400"/>
        </p:xfrm>
        <a:graphic>
          <a:graphicData uri="http://schemas.openxmlformats.org/presentationml/2006/ole">
            <p:oleObj spid="_x0000_s250889" name="Equation" r:id="rId12" imgW="266400" imgH="279360" progId="Equation.3">
              <p:embed/>
            </p:oleObj>
          </a:graphicData>
        </a:graphic>
      </p:graphicFrame>
      <p:sp>
        <p:nvSpPr>
          <p:cNvPr id="107549" name="Oval 29"/>
          <p:cNvSpPr>
            <a:spLocks noChangeArrowheads="1"/>
          </p:cNvSpPr>
          <p:nvPr/>
        </p:nvSpPr>
        <p:spPr bwMode="auto">
          <a:xfrm>
            <a:off x="3352800" y="5715000"/>
            <a:ext cx="10668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7550" name="Line 30"/>
          <p:cNvSpPr>
            <a:spLocks noChangeShapeType="1"/>
          </p:cNvSpPr>
          <p:nvPr/>
        </p:nvSpPr>
        <p:spPr bwMode="auto">
          <a:xfrm>
            <a:off x="2667000" y="5029200"/>
            <a:ext cx="838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50890" name="Object 10"/>
          <p:cNvGraphicFramePr>
            <a:graphicFrameLocks noChangeAspect="1"/>
          </p:cNvGraphicFramePr>
          <p:nvPr/>
        </p:nvGraphicFramePr>
        <p:xfrm>
          <a:off x="3657600" y="6019800"/>
          <a:ext cx="392113" cy="381000"/>
        </p:xfrm>
        <a:graphic>
          <a:graphicData uri="http://schemas.openxmlformats.org/presentationml/2006/ole">
            <p:oleObj spid="_x0000_s250890" name="Equation" r:id="rId13" imgW="393480" imgH="380880" progId="Equation.3">
              <p:embed/>
            </p:oleObj>
          </a:graphicData>
        </a:graphic>
      </p:graphicFrame>
      <p:graphicFrame>
        <p:nvGraphicFramePr>
          <p:cNvPr id="250891" name="Object 11"/>
          <p:cNvGraphicFramePr>
            <a:graphicFrameLocks noChangeAspect="1"/>
          </p:cNvGraphicFramePr>
          <p:nvPr/>
        </p:nvGraphicFramePr>
        <p:xfrm>
          <a:off x="3124200" y="5029200"/>
          <a:ext cx="252413" cy="392113"/>
        </p:xfrm>
        <a:graphic>
          <a:graphicData uri="http://schemas.openxmlformats.org/presentationml/2006/ole">
            <p:oleObj spid="_x0000_s250891" name="Equation" r:id="rId14" imgW="253800" imgH="393480" progId="Equation.3">
              <p:embed/>
            </p:oleObj>
          </a:graphicData>
        </a:graphic>
      </p:graphicFrame>
      <p:sp>
        <p:nvSpPr>
          <p:cNvPr id="107553" name="Freeform 33"/>
          <p:cNvSpPr>
            <a:spLocks/>
          </p:cNvSpPr>
          <p:nvPr/>
        </p:nvSpPr>
        <p:spPr bwMode="auto">
          <a:xfrm>
            <a:off x="6019800" y="3530600"/>
            <a:ext cx="1155700" cy="1041400"/>
          </a:xfrm>
          <a:custGeom>
            <a:avLst/>
            <a:gdLst/>
            <a:ahLst/>
            <a:cxnLst>
              <a:cxn ang="0">
                <a:pos x="0" y="416"/>
              </a:cxn>
              <a:cxn ang="0">
                <a:pos x="192" y="32"/>
              </a:cxn>
              <a:cxn ang="0">
                <a:pos x="672" y="224"/>
              </a:cxn>
              <a:cxn ang="0">
                <a:pos x="528" y="512"/>
              </a:cxn>
              <a:cxn ang="0">
                <a:pos x="144" y="656"/>
              </a:cxn>
            </a:cxnLst>
            <a:rect l="0" t="0" r="r" b="b"/>
            <a:pathLst>
              <a:path w="728" h="656">
                <a:moveTo>
                  <a:pt x="0" y="416"/>
                </a:moveTo>
                <a:cubicBezTo>
                  <a:pt x="40" y="240"/>
                  <a:pt x="80" y="64"/>
                  <a:pt x="192" y="32"/>
                </a:cubicBezTo>
                <a:cubicBezTo>
                  <a:pt x="304" y="0"/>
                  <a:pt x="616" y="144"/>
                  <a:pt x="672" y="224"/>
                </a:cubicBezTo>
                <a:cubicBezTo>
                  <a:pt x="728" y="304"/>
                  <a:pt x="616" y="440"/>
                  <a:pt x="528" y="512"/>
                </a:cubicBezTo>
                <a:cubicBezTo>
                  <a:pt x="440" y="584"/>
                  <a:pt x="292" y="620"/>
                  <a:pt x="144" y="65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50892" name="Object 12"/>
          <p:cNvGraphicFramePr>
            <a:graphicFrameLocks noChangeAspect="1"/>
          </p:cNvGraphicFramePr>
          <p:nvPr/>
        </p:nvGraphicFramePr>
        <p:xfrm>
          <a:off x="6858000" y="3352800"/>
          <a:ext cx="265113" cy="279400"/>
        </p:xfrm>
        <a:graphic>
          <a:graphicData uri="http://schemas.openxmlformats.org/presentationml/2006/ole">
            <p:oleObj spid="_x0000_s250892" name="Equation" r:id="rId15" imgW="266400" imgH="279360" progId="Equation.3">
              <p:embed/>
            </p:oleObj>
          </a:graphicData>
        </a:graphic>
      </p:graphicFrame>
      <p:sp>
        <p:nvSpPr>
          <p:cNvPr id="107555" name="Freeform 35"/>
          <p:cNvSpPr>
            <a:spLocks/>
          </p:cNvSpPr>
          <p:nvPr/>
        </p:nvSpPr>
        <p:spPr bwMode="auto">
          <a:xfrm>
            <a:off x="2819400" y="3873500"/>
            <a:ext cx="2133600" cy="393700"/>
          </a:xfrm>
          <a:custGeom>
            <a:avLst/>
            <a:gdLst/>
            <a:ahLst/>
            <a:cxnLst>
              <a:cxn ang="0">
                <a:pos x="1344" y="200"/>
              </a:cxn>
              <a:cxn ang="0">
                <a:pos x="720" y="8"/>
              </a:cxn>
              <a:cxn ang="0">
                <a:pos x="0" y="248"/>
              </a:cxn>
            </a:cxnLst>
            <a:rect l="0" t="0" r="r" b="b"/>
            <a:pathLst>
              <a:path w="1344" h="248">
                <a:moveTo>
                  <a:pt x="1344" y="200"/>
                </a:moveTo>
                <a:cubicBezTo>
                  <a:pt x="1144" y="100"/>
                  <a:pt x="944" y="0"/>
                  <a:pt x="720" y="8"/>
                </a:cubicBezTo>
                <a:cubicBezTo>
                  <a:pt x="496" y="16"/>
                  <a:pt x="248" y="132"/>
                  <a:pt x="0" y="24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50893" name="Object 13"/>
          <p:cNvGraphicFramePr>
            <a:graphicFrameLocks noChangeAspect="1"/>
          </p:cNvGraphicFramePr>
          <p:nvPr/>
        </p:nvGraphicFramePr>
        <p:xfrm>
          <a:off x="3886200" y="3429000"/>
          <a:ext cx="252413" cy="392113"/>
        </p:xfrm>
        <a:graphic>
          <a:graphicData uri="http://schemas.openxmlformats.org/presentationml/2006/ole">
            <p:oleObj spid="_x0000_s250893" name="Equation" r:id="rId16" imgW="253800" imgH="393480" progId="Equation.3">
              <p:embed/>
            </p:oleObj>
          </a:graphicData>
        </a:graphic>
      </p:graphicFrame>
      <p:graphicFrame>
        <p:nvGraphicFramePr>
          <p:cNvPr id="250894" name="Object 14"/>
          <p:cNvGraphicFramePr>
            <a:graphicFrameLocks noChangeAspect="1"/>
          </p:cNvGraphicFramePr>
          <p:nvPr/>
        </p:nvGraphicFramePr>
        <p:xfrm>
          <a:off x="1295400" y="914400"/>
          <a:ext cx="544513" cy="393700"/>
        </p:xfrm>
        <a:graphic>
          <a:graphicData uri="http://schemas.openxmlformats.org/presentationml/2006/ole">
            <p:oleObj spid="_x0000_s250894" name="Equation" r:id="rId17" imgW="545760" imgH="393480" progId="Equation.3">
              <p:embed/>
            </p:oleObj>
          </a:graphicData>
        </a:graphic>
      </p:graphicFrame>
      <p:graphicFrame>
        <p:nvGraphicFramePr>
          <p:cNvPr id="250895" name="Object 15"/>
          <p:cNvGraphicFramePr>
            <a:graphicFrameLocks noChangeAspect="1"/>
          </p:cNvGraphicFramePr>
          <p:nvPr/>
        </p:nvGraphicFramePr>
        <p:xfrm>
          <a:off x="1219200" y="3581400"/>
          <a:ext cx="646113" cy="430213"/>
        </p:xfrm>
        <a:graphic>
          <a:graphicData uri="http://schemas.openxmlformats.org/presentationml/2006/ole">
            <p:oleObj spid="_x0000_s250895" name="Equation" r:id="rId18" imgW="647640" imgH="431640" progId="Equation.3">
              <p:embed/>
            </p:oleObj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34FA426-9BCD-41A3-B894-079AD94D8A69}" type="slidenum">
              <a:rPr lang="en-US"/>
              <a:pPr/>
              <a:t>90</a:t>
            </a:fld>
            <a:endParaRPr lang="en-US"/>
          </a:p>
        </p:txBody>
      </p:sp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Convert NFA to DFA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 </a:t>
            </a:r>
          </a:p>
        </p:txBody>
      </p:sp>
      <p:sp>
        <p:nvSpPr>
          <p:cNvPr id="108548" name="Oval 4"/>
          <p:cNvSpPr>
            <a:spLocks noChangeArrowheads="1"/>
          </p:cNvSpPr>
          <p:nvPr/>
        </p:nvSpPr>
        <p:spPr bwMode="auto">
          <a:xfrm>
            <a:off x="1905000" y="1524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549" name="Oval 5"/>
          <p:cNvSpPr>
            <a:spLocks noChangeArrowheads="1"/>
          </p:cNvSpPr>
          <p:nvPr/>
        </p:nvSpPr>
        <p:spPr bwMode="auto">
          <a:xfrm>
            <a:off x="3962400" y="1524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550" name="Oval 6"/>
          <p:cNvSpPr>
            <a:spLocks noChangeArrowheads="1"/>
          </p:cNvSpPr>
          <p:nvPr/>
        </p:nvSpPr>
        <p:spPr bwMode="auto">
          <a:xfrm>
            <a:off x="6019800" y="1524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551" name="Line 7"/>
          <p:cNvSpPr>
            <a:spLocks noChangeShapeType="1"/>
          </p:cNvSpPr>
          <p:nvPr/>
        </p:nvSpPr>
        <p:spPr bwMode="auto">
          <a:xfrm>
            <a:off x="2514600" y="18288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552" name="Line 8"/>
          <p:cNvSpPr>
            <a:spLocks noChangeShapeType="1"/>
          </p:cNvSpPr>
          <p:nvPr/>
        </p:nvSpPr>
        <p:spPr bwMode="auto">
          <a:xfrm>
            <a:off x="4648200" y="18288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553" name="Oval 9"/>
          <p:cNvSpPr>
            <a:spLocks noChangeArrowheads="1"/>
          </p:cNvSpPr>
          <p:nvPr/>
        </p:nvSpPr>
        <p:spPr bwMode="auto">
          <a:xfrm>
            <a:off x="3886200" y="14478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554" name="Freeform 10"/>
          <p:cNvSpPr>
            <a:spLocks/>
          </p:cNvSpPr>
          <p:nvPr/>
        </p:nvSpPr>
        <p:spPr bwMode="auto">
          <a:xfrm>
            <a:off x="3848100" y="889000"/>
            <a:ext cx="762000" cy="635000"/>
          </a:xfrm>
          <a:custGeom>
            <a:avLst/>
            <a:gdLst/>
            <a:ahLst/>
            <a:cxnLst>
              <a:cxn ang="0">
                <a:pos x="120" y="400"/>
              </a:cxn>
              <a:cxn ang="0">
                <a:pos x="24" y="112"/>
              </a:cxn>
              <a:cxn ang="0">
                <a:pos x="264" y="16"/>
              </a:cxn>
              <a:cxn ang="0">
                <a:pos x="456" y="64"/>
              </a:cxn>
              <a:cxn ang="0">
                <a:pos x="408" y="400"/>
              </a:cxn>
            </a:cxnLst>
            <a:rect l="0" t="0" r="r" b="b"/>
            <a:pathLst>
              <a:path w="480" h="400">
                <a:moveTo>
                  <a:pt x="120" y="400"/>
                </a:moveTo>
                <a:cubicBezTo>
                  <a:pt x="60" y="288"/>
                  <a:pt x="0" y="176"/>
                  <a:pt x="24" y="112"/>
                </a:cubicBezTo>
                <a:cubicBezTo>
                  <a:pt x="48" y="48"/>
                  <a:pt x="192" y="24"/>
                  <a:pt x="264" y="16"/>
                </a:cubicBezTo>
                <a:cubicBezTo>
                  <a:pt x="336" y="8"/>
                  <a:pt x="432" y="0"/>
                  <a:pt x="456" y="64"/>
                </a:cubicBezTo>
                <a:cubicBezTo>
                  <a:pt x="480" y="128"/>
                  <a:pt x="444" y="264"/>
                  <a:pt x="408" y="40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555" name="Freeform 11"/>
          <p:cNvSpPr>
            <a:spLocks/>
          </p:cNvSpPr>
          <p:nvPr/>
        </p:nvSpPr>
        <p:spPr bwMode="auto">
          <a:xfrm>
            <a:off x="2209800" y="2057400"/>
            <a:ext cx="3898900" cy="596900"/>
          </a:xfrm>
          <a:custGeom>
            <a:avLst/>
            <a:gdLst/>
            <a:ahLst/>
            <a:cxnLst>
              <a:cxn ang="0">
                <a:pos x="2448" y="0"/>
              </a:cxn>
              <a:cxn ang="0">
                <a:pos x="2112" y="288"/>
              </a:cxn>
              <a:cxn ang="0">
                <a:pos x="384" y="336"/>
              </a:cxn>
              <a:cxn ang="0">
                <a:pos x="0" y="48"/>
              </a:cxn>
            </a:cxnLst>
            <a:rect l="0" t="0" r="r" b="b"/>
            <a:pathLst>
              <a:path w="2456" h="376">
                <a:moveTo>
                  <a:pt x="2448" y="0"/>
                </a:moveTo>
                <a:cubicBezTo>
                  <a:pt x="2452" y="116"/>
                  <a:pt x="2456" y="232"/>
                  <a:pt x="2112" y="288"/>
                </a:cubicBezTo>
                <a:cubicBezTo>
                  <a:pt x="1768" y="344"/>
                  <a:pt x="736" y="376"/>
                  <a:pt x="384" y="336"/>
                </a:cubicBezTo>
                <a:cubicBezTo>
                  <a:pt x="32" y="296"/>
                  <a:pt x="16" y="172"/>
                  <a:pt x="0" y="4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556" name="Line 12"/>
          <p:cNvSpPr>
            <a:spLocks noChangeShapeType="1"/>
          </p:cNvSpPr>
          <p:nvPr/>
        </p:nvSpPr>
        <p:spPr bwMode="auto">
          <a:xfrm>
            <a:off x="1371600" y="18288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8557" name="Object 13"/>
          <p:cNvGraphicFramePr>
            <a:graphicFrameLocks noChangeAspect="1"/>
          </p:cNvGraphicFramePr>
          <p:nvPr/>
        </p:nvGraphicFramePr>
        <p:xfrm>
          <a:off x="3048000" y="1524000"/>
          <a:ext cx="265113" cy="279400"/>
        </p:xfrm>
        <a:graphic>
          <a:graphicData uri="http://schemas.openxmlformats.org/presentationml/2006/ole">
            <p:oleObj spid="_x0000_s108557" name="Equation" r:id="rId3" imgW="266400" imgH="279360" progId="Equation.3">
              <p:embed/>
            </p:oleObj>
          </a:graphicData>
        </a:graphic>
      </p:graphicFrame>
      <p:graphicFrame>
        <p:nvGraphicFramePr>
          <p:cNvPr id="108558" name="Object 14"/>
          <p:cNvGraphicFramePr>
            <a:graphicFrameLocks noChangeAspect="1"/>
          </p:cNvGraphicFramePr>
          <p:nvPr/>
        </p:nvGraphicFramePr>
        <p:xfrm>
          <a:off x="4800600" y="2209800"/>
          <a:ext cx="252413" cy="392113"/>
        </p:xfrm>
        <a:graphic>
          <a:graphicData uri="http://schemas.openxmlformats.org/presentationml/2006/ole">
            <p:oleObj spid="_x0000_s108558" name="Equation" r:id="rId4" imgW="253800" imgH="393480" progId="Equation.3">
              <p:embed/>
            </p:oleObj>
          </a:graphicData>
        </a:graphic>
      </p:graphicFrame>
      <p:graphicFrame>
        <p:nvGraphicFramePr>
          <p:cNvPr id="108559" name="Object 15"/>
          <p:cNvGraphicFramePr>
            <a:graphicFrameLocks noChangeAspect="1"/>
          </p:cNvGraphicFramePr>
          <p:nvPr/>
        </p:nvGraphicFramePr>
        <p:xfrm>
          <a:off x="4648200" y="838200"/>
          <a:ext cx="265113" cy="279400"/>
        </p:xfrm>
        <a:graphic>
          <a:graphicData uri="http://schemas.openxmlformats.org/presentationml/2006/ole">
            <p:oleObj spid="_x0000_s108559" name="Equation" r:id="rId5" imgW="266400" imgH="279360" progId="Equation.3">
              <p:embed/>
            </p:oleObj>
          </a:graphicData>
        </a:graphic>
      </p:graphicFrame>
      <p:graphicFrame>
        <p:nvGraphicFramePr>
          <p:cNvPr id="108560" name="Object 16"/>
          <p:cNvGraphicFramePr>
            <a:graphicFrameLocks noChangeAspect="1"/>
          </p:cNvGraphicFramePr>
          <p:nvPr/>
        </p:nvGraphicFramePr>
        <p:xfrm>
          <a:off x="5181600" y="1447800"/>
          <a:ext cx="303213" cy="381000"/>
        </p:xfrm>
        <a:graphic>
          <a:graphicData uri="http://schemas.openxmlformats.org/presentationml/2006/ole">
            <p:oleObj spid="_x0000_s108560" name="Equation" r:id="rId6" imgW="304560" imgH="380880" progId="Equation.3">
              <p:embed/>
            </p:oleObj>
          </a:graphicData>
        </a:graphic>
      </p:graphicFrame>
      <p:graphicFrame>
        <p:nvGraphicFramePr>
          <p:cNvPr id="108561" name="Object 17"/>
          <p:cNvGraphicFramePr>
            <a:graphicFrameLocks noChangeAspect="1"/>
          </p:cNvGraphicFramePr>
          <p:nvPr/>
        </p:nvGraphicFramePr>
        <p:xfrm>
          <a:off x="1981200" y="1524000"/>
          <a:ext cx="430213" cy="531813"/>
        </p:xfrm>
        <a:graphic>
          <a:graphicData uri="http://schemas.openxmlformats.org/presentationml/2006/ole">
            <p:oleObj spid="_x0000_s108561" name="Equation" r:id="rId7" imgW="431640" imgH="533160" progId="Equation.3">
              <p:embed/>
            </p:oleObj>
          </a:graphicData>
        </a:graphic>
      </p:graphicFrame>
      <p:graphicFrame>
        <p:nvGraphicFramePr>
          <p:cNvPr id="108562" name="Object 18"/>
          <p:cNvGraphicFramePr>
            <a:graphicFrameLocks noChangeAspect="1"/>
          </p:cNvGraphicFramePr>
          <p:nvPr/>
        </p:nvGraphicFramePr>
        <p:xfrm>
          <a:off x="4068763" y="1528763"/>
          <a:ext cx="368300" cy="520700"/>
        </p:xfrm>
        <a:graphic>
          <a:graphicData uri="http://schemas.openxmlformats.org/presentationml/2006/ole">
            <p:oleObj spid="_x0000_s108562" name="Equation" r:id="rId8" imgW="368280" imgH="520560" progId="Equation.3">
              <p:embed/>
            </p:oleObj>
          </a:graphicData>
        </a:graphic>
      </p:graphicFrame>
      <p:graphicFrame>
        <p:nvGraphicFramePr>
          <p:cNvPr id="108563" name="Object 19"/>
          <p:cNvGraphicFramePr>
            <a:graphicFrameLocks noChangeAspect="1"/>
          </p:cNvGraphicFramePr>
          <p:nvPr/>
        </p:nvGraphicFramePr>
        <p:xfrm>
          <a:off x="6089650" y="1528763"/>
          <a:ext cx="442913" cy="520700"/>
        </p:xfrm>
        <a:graphic>
          <a:graphicData uri="http://schemas.openxmlformats.org/presentationml/2006/ole">
            <p:oleObj spid="_x0000_s108563" name="Equation" r:id="rId9" imgW="444240" imgH="520560" progId="Equation.3">
              <p:embed/>
            </p:oleObj>
          </a:graphicData>
        </a:graphic>
      </p:graphicFrame>
      <p:sp>
        <p:nvSpPr>
          <p:cNvPr id="108564" name="Text Box 20"/>
          <p:cNvSpPr txBox="1">
            <a:spLocks noChangeArrowheads="1"/>
          </p:cNvSpPr>
          <p:nvPr/>
        </p:nvSpPr>
        <p:spPr bwMode="auto">
          <a:xfrm>
            <a:off x="212725" y="863600"/>
            <a:ext cx="10572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NFA</a:t>
            </a:r>
            <a:endParaRPr lang="en-US"/>
          </a:p>
        </p:txBody>
      </p:sp>
      <p:sp>
        <p:nvSpPr>
          <p:cNvPr id="108565" name="Text Box 21"/>
          <p:cNvSpPr txBox="1">
            <a:spLocks noChangeArrowheads="1"/>
          </p:cNvSpPr>
          <p:nvPr/>
        </p:nvSpPr>
        <p:spPr bwMode="auto">
          <a:xfrm>
            <a:off x="152400" y="3505200"/>
            <a:ext cx="10207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DFA</a:t>
            </a:r>
            <a:endParaRPr lang="en-US"/>
          </a:p>
        </p:txBody>
      </p:sp>
      <p:sp>
        <p:nvSpPr>
          <p:cNvPr id="108566" name="Oval 22"/>
          <p:cNvSpPr>
            <a:spLocks noChangeArrowheads="1"/>
          </p:cNvSpPr>
          <p:nvPr/>
        </p:nvSpPr>
        <p:spPr bwMode="auto">
          <a:xfrm>
            <a:off x="1828800" y="4114800"/>
            <a:ext cx="10668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8567" name="Object 23"/>
          <p:cNvGraphicFramePr>
            <a:graphicFrameLocks noChangeAspect="1"/>
          </p:cNvGraphicFramePr>
          <p:nvPr/>
        </p:nvGraphicFramePr>
        <p:xfrm>
          <a:off x="1981200" y="4343400"/>
          <a:ext cx="773113" cy="531813"/>
        </p:xfrm>
        <a:graphic>
          <a:graphicData uri="http://schemas.openxmlformats.org/presentationml/2006/ole">
            <p:oleObj spid="_x0000_s108567" name="Equation" r:id="rId10" imgW="774360" imgH="533160" progId="Equation.3">
              <p:embed/>
            </p:oleObj>
          </a:graphicData>
        </a:graphic>
      </p:graphicFrame>
      <p:sp>
        <p:nvSpPr>
          <p:cNvPr id="108568" name="Line 24"/>
          <p:cNvSpPr>
            <a:spLocks noChangeShapeType="1"/>
          </p:cNvSpPr>
          <p:nvPr/>
        </p:nvSpPr>
        <p:spPr bwMode="auto">
          <a:xfrm>
            <a:off x="1295400" y="4648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569" name="Oval 25"/>
          <p:cNvSpPr>
            <a:spLocks noChangeArrowheads="1"/>
          </p:cNvSpPr>
          <p:nvPr/>
        </p:nvSpPr>
        <p:spPr bwMode="auto">
          <a:xfrm>
            <a:off x="4800600" y="3962400"/>
            <a:ext cx="1447800" cy="1371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570" name="Line 26"/>
          <p:cNvSpPr>
            <a:spLocks noChangeShapeType="1"/>
          </p:cNvSpPr>
          <p:nvPr/>
        </p:nvSpPr>
        <p:spPr bwMode="auto">
          <a:xfrm>
            <a:off x="2895600" y="46482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8571" name="Object 27"/>
          <p:cNvGraphicFramePr>
            <a:graphicFrameLocks noChangeAspect="1"/>
          </p:cNvGraphicFramePr>
          <p:nvPr/>
        </p:nvGraphicFramePr>
        <p:xfrm>
          <a:off x="4876800" y="4419600"/>
          <a:ext cx="1320800" cy="520700"/>
        </p:xfrm>
        <a:graphic>
          <a:graphicData uri="http://schemas.openxmlformats.org/presentationml/2006/ole">
            <p:oleObj spid="_x0000_s108571" name="Equation" r:id="rId11" imgW="1320480" imgH="520560" progId="Equation.3">
              <p:embed/>
            </p:oleObj>
          </a:graphicData>
        </a:graphic>
      </p:graphicFrame>
      <p:graphicFrame>
        <p:nvGraphicFramePr>
          <p:cNvPr id="108572" name="Object 28"/>
          <p:cNvGraphicFramePr>
            <a:graphicFrameLocks noChangeAspect="1"/>
          </p:cNvGraphicFramePr>
          <p:nvPr/>
        </p:nvGraphicFramePr>
        <p:xfrm>
          <a:off x="3657600" y="4267200"/>
          <a:ext cx="265113" cy="279400"/>
        </p:xfrm>
        <a:graphic>
          <a:graphicData uri="http://schemas.openxmlformats.org/presentationml/2006/ole">
            <p:oleObj spid="_x0000_s108572" name="Equation" r:id="rId12" imgW="266400" imgH="279360" progId="Equation.3">
              <p:embed/>
            </p:oleObj>
          </a:graphicData>
        </a:graphic>
      </p:graphicFrame>
      <p:sp>
        <p:nvSpPr>
          <p:cNvPr id="108573" name="Oval 29"/>
          <p:cNvSpPr>
            <a:spLocks noChangeArrowheads="1"/>
          </p:cNvSpPr>
          <p:nvPr/>
        </p:nvSpPr>
        <p:spPr bwMode="auto">
          <a:xfrm>
            <a:off x="3352800" y="5715000"/>
            <a:ext cx="10668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8574" name="Line 30"/>
          <p:cNvSpPr>
            <a:spLocks noChangeShapeType="1"/>
          </p:cNvSpPr>
          <p:nvPr/>
        </p:nvSpPr>
        <p:spPr bwMode="auto">
          <a:xfrm>
            <a:off x="2667000" y="5029200"/>
            <a:ext cx="838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8575" name="Object 31"/>
          <p:cNvGraphicFramePr>
            <a:graphicFrameLocks noChangeAspect="1"/>
          </p:cNvGraphicFramePr>
          <p:nvPr/>
        </p:nvGraphicFramePr>
        <p:xfrm>
          <a:off x="3657600" y="6019800"/>
          <a:ext cx="392113" cy="381000"/>
        </p:xfrm>
        <a:graphic>
          <a:graphicData uri="http://schemas.openxmlformats.org/presentationml/2006/ole">
            <p:oleObj spid="_x0000_s108575" name="Equation" r:id="rId13" imgW="393480" imgH="380880" progId="Equation.3">
              <p:embed/>
            </p:oleObj>
          </a:graphicData>
        </a:graphic>
      </p:graphicFrame>
      <p:graphicFrame>
        <p:nvGraphicFramePr>
          <p:cNvPr id="108576" name="Object 32"/>
          <p:cNvGraphicFramePr>
            <a:graphicFrameLocks noChangeAspect="1"/>
          </p:cNvGraphicFramePr>
          <p:nvPr/>
        </p:nvGraphicFramePr>
        <p:xfrm>
          <a:off x="3124200" y="5029200"/>
          <a:ext cx="252413" cy="392113"/>
        </p:xfrm>
        <a:graphic>
          <a:graphicData uri="http://schemas.openxmlformats.org/presentationml/2006/ole">
            <p:oleObj spid="_x0000_s108576" name="Equation" r:id="rId14" imgW="253800" imgH="393480" progId="Equation.3">
              <p:embed/>
            </p:oleObj>
          </a:graphicData>
        </a:graphic>
      </p:graphicFrame>
      <p:sp>
        <p:nvSpPr>
          <p:cNvPr id="108577" name="Freeform 33"/>
          <p:cNvSpPr>
            <a:spLocks/>
          </p:cNvSpPr>
          <p:nvPr/>
        </p:nvSpPr>
        <p:spPr bwMode="auto">
          <a:xfrm>
            <a:off x="6019800" y="3530600"/>
            <a:ext cx="1155700" cy="1041400"/>
          </a:xfrm>
          <a:custGeom>
            <a:avLst/>
            <a:gdLst/>
            <a:ahLst/>
            <a:cxnLst>
              <a:cxn ang="0">
                <a:pos x="0" y="416"/>
              </a:cxn>
              <a:cxn ang="0">
                <a:pos x="192" y="32"/>
              </a:cxn>
              <a:cxn ang="0">
                <a:pos x="672" y="224"/>
              </a:cxn>
              <a:cxn ang="0">
                <a:pos x="528" y="512"/>
              </a:cxn>
              <a:cxn ang="0">
                <a:pos x="144" y="656"/>
              </a:cxn>
            </a:cxnLst>
            <a:rect l="0" t="0" r="r" b="b"/>
            <a:pathLst>
              <a:path w="728" h="656">
                <a:moveTo>
                  <a:pt x="0" y="416"/>
                </a:moveTo>
                <a:cubicBezTo>
                  <a:pt x="40" y="240"/>
                  <a:pt x="80" y="64"/>
                  <a:pt x="192" y="32"/>
                </a:cubicBezTo>
                <a:cubicBezTo>
                  <a:pt x="304" y="0"/>
                  <a:pt x="616" y="144"/>
                  <a:pt x="672" y="224"/>
                </a:cubicBezTo>
                <a:cubicBezTo>
                  <a:pt x="728" y="304"/>
                  <a:pt x="616" y="440"/>
                  <a:pt x="528" y="512"/>
                </a:cubicBezTo>
                <a:cubicBezTo>
                  <a:pt x="440" y="584"/>
                  <a:pt x="292" y="620"/>
                  <a:pt x="144" y="65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8578" name="Object 34"/>
          <p:cNvGraphicFramePr>
            <a:graphicFrameLocks noChangeAspect="1"/>
          </p:cNvGraphicFramePr>
          <p:nvPr/>
        </p:nvGraphicFramePr>
        <p:xfrm>
          <a:off x="6858000" y="3352800"/>
          <a:ext cx="265113" cy="279400"/>
        </p:xfrm>
        <a:graphic>
          <a:graphicData uri="http://schemas.openxmlformats.org/presentationml/2006/ole">
            <p:oleObj spid="_x0000_s108578" name="Equation" r:id="rId15" imgW="266400" imgH="279360" progId="Equation.3">
              <p:embed/>
            </p:oleObj>
          </a:graphicData>
        </a:graphic>
      </p:graphicFrame>
      <p:sp>
        <p:nvSpPr>
          <p:cNvPr id="108579" name="Freeform 35"/>
          <p:cNvSpPr>
            <a:spLocks/>
          </p:cNvSpPr>
          <p:nvPr/>
        </p:nvSpPr>
        <p:spPr bwMode="auto">
          <a:xfrm>
            <a:off x="2819400" y="3873500"/>
            <a:ext cx="2133600" cy="393700"/>
          </a:xfrm>
          <a:custGeom>
            <a:avLst/>
            <a:gdLst/>
            <a:ahLst/>
            <a:cxnLst>
              <a:cxn ang="0">
                <a:pos x="1344" y="200"/>
              </a:cxn>
              <a:cxn ang="0">
                <a:pos x="720" y="8"/>
              </a:cxn>
              <a:cxn ang="0">
                <a:pos x="0" y="248"/>
              </a:cxn>
            </a:cxnLst>
            <a:rect l="0" t="0" r="r" b="b"/>
            <a:pathLst>
              <a:path w="1344" h="248">
                <a:moveTo>
                  <a:pt x="1344" y="200"/>
                </a:moveTo>
                <a:cubicBezTo>
                  <a:pt x="1144" y="100"/>
                  <a:pt x="944" y="0"/>
                  <a:pt x="720" y="8"/>
                </a:cubicBezTo>
                <a:cubicBezTo>
                  <a:pt x="496" y="16"/>
                  <a:pt x="248" y="132"/>
                  <a:pt x="0" y="24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8580" name="Object 36"/>
          <p:cNvGraphicFramePr>
            <a:graphicFrameLocks noChangeAspect="1"/>
          </p:cNvGraphicFramePr>
          <p:nvPr/>
        </p:nvGraphicFramePr>
        <p:xfrm>
          <a:off x="3886200" y="3429000"/>
          <a:ext cx="252413" cy="392113"/>
        </p:xfrm>
        <a:graphic>
          <a:graphicData uri="http://schemas.openxmlformats.org/presentationml/2006/ole">
            <p:oleObj spid="_x0000_s108580" name="Equation" r:id="rId16" imgW="253800" imgH="393480" progId="Equation.3">
              <p:embed/>
            </p:oleObj>
          </a:graphicData>
        </a:graphic>
      </p:graphicFrame>
      <p:sp>
        <p:nvSpPr>
          <p:cNvPr id="108581" name="Freeform 37"/>
          <p:cNvSpPr>
            <a:spLocks/>
          </p:cNvSpPr>
          <p:nvPr/>
        </p:nvSpPr>
        <p:spPr bwMode="auto">
          <a:xfrm>
            <a:off x="4343400" y="5689600"/>
            <a:ext cx="914400" cy="901700"/>
          </a:xfrm>
          <a:custGeom>
            <a:avLst/>
            <a:gdLst/>
            <a:ahLst/>
            <a:cxnLst>
              <a:cxn ang="0">
                <a:pos x="0" y="160"/>
              </a:cxn>
              <a:cxn ang="0">
                <a:pos x="384" y="16"/>
              </a:cxn>
              <a:cxn ang="0">
                <a:pos x="576" y="256"/>
              </a:cxn>
              <a:cxn ang="0">
                <a:pos x="384" y="544"/>
              </a:cxn>
              <a:cxn ang="0">
                <a:pos x="48" y="400"/>
              </a:cxn>
            </a:cxnLst>
            <a:rect l="0" t="0" r="r" b="b"/>
            <a:pathLst>
              <a:path w="576" h="568">
                <a:moveTo>
                  <a:pt x="0" y="160"/>
                </a:moveTo>
                <a:cubicBezTo>
                  <a:pt x="144" y="80"/>
                  <a:pt x="288" y="0"/>
                  <a:pt x="384" y="16"/>
                </a:cubicBezTo>
                <a:cubicBezTo>
                  <a:pt x="480" y="32"/>
                  <a:pt x="576" y="168"/>
                  <a:pt x="576" y="256"/>
                </a:cubicBezTo>
                <a:cubicBezTo>
                  <a:pt x="576" y="344"/>
                  <a:pt x="472" y="520"/>
                  <a:pt x="384" y="544"/>
                </a:cubicBezTo>
                <a:cubicBezTo>
                  <a:pt x="296" y="568"/>
                  <a:pt x="172" y="484"/>
                  <a:pt x="48" y="40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08582" name="Object 38"/>
          <p:cNvGraphicFramePr>
            <a:graphicFrameLocks noChangeAspect="1"/>
          </p:cNvGraphicFramePr>
          <p:nvPr/>
        </p:nvGraphicFramePr>
        <p:xfrm>
          <a:off x="5410200" y="5791200"/>
          <a:ext cx="647700" cy="469900"/>
        </p:xfrm>
        <a:graphic>
          <a:graphicData uri="http://schemas.openxmlformats.org/presentationml/2006/ole">
            <p:oleObj spid="_x0000_s108582" name="Equation" r:id="rId17" imgW="647640" imgH="469800" progId="Equation.3">
              <p:embed/>
            </p:oleObj>
          </a:graphicData>
        </a:graphic>
      </p:graphicFrame>
      <p:graphicFrame>
        <p:nvGraphicFramePr>
          <p:cNvPr id="108583" name="Object 39"/>
          <p:cNvGraphicFramePr>
            <a:graphicFrameLocks noChangeAspect="1"/>
          </p:cNvGraphicFramePr>
          <p:nvPr/>
        </p:nvGraphicFramePr>
        <p:xfrm>
          <a:off x="1295400" y="914400"/>
          <a:ext cx="544513" cy="393700"/>
        </p:xfrm>
        <a:graphic>
          <a:graphicData uri="http://schemas.openxmlformats.org/presentationml/2006/ole">
            <p:oleObj spid="_x0000_s108583" name="Equation" r:id="rId18" imgW="545760" imgH="393480" progId="Equation.3">
              <p:embed/>
            </p:oleObj>
          </a:graphicData>
        </a:graphic>
      </p:graphicFrame>
      <p:graphicFrame>
        <p:nvGraphicFramePr>
          <p:cNvPr id="108584" name="Object 40"/>
          <p:cNvGraphicFramePr>
            <a:graphicFrameLocks noChangeAspect="1"/>
          </p:cNvGraphicFramePr>
          <p:nvPr/>
        </p:nvGraphicFramePr>
        <p:xfrm>
          <a:off x="1219200" y="3581400"/>
          <a:ext cx="646113" cy="430213"/>
        </p:xfrm>
        <a:graphic>
          <a:graphicData uri="http://schemas.openxmlformats.org/presentationml/2006/ole">
            <p:oleObj spid="_x0000_s108584" name="Equation" r:id="rId19" imgW="647640" imgH="431640" progId="Equation.3">
              <p:embed/>
            </p:oleObj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E83E80-7B27-4CA8-BEDC-7366CFB474E8}" type="slidenum">
              <a:rPr lang="en-US"/>
              <a:pPr/>
              <a:t>91</a:t>
            </a:fld>
            <a:endParaRPr lang="en-US"/>
          </a:p>
        </p:txBody>
      </p:sp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 NFA to DFA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110596" name="Oval 4"/>
          <p:cNvSpPr>
            <a:spLocks noChangeArrowheads="1"/>
          </p:cNvSpPr>
          <p:nvPr/>
        </p:nvSpPr>
        <p:spPr bwMode="auto">
          <a:xfrm>
            <a:off x="1905000" y="1524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0597" name="Oval 5"/>
          <p:cNvSpPr>
            <a:spLocks noChangeArrowheads="1"/>
          </p:cNvSpPr>
          <p:nvPr/>
        </p:nvSpPr>
        <p:spPr bwMode="auto">
          <a:xfrm>
            <a:off x="3962400" y="1524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0598" name="Oval 6"/>
          <p:cNvSpPr>
            <a:spLocks noChangeArrowheads="1"/>
          </p:cNvSpPr>
          <p:nvPr/>
        </p:nvSpPr>
        <p:spPr bwMode="auto">
          <a:xfrm>
            <a:off x="6019800" y="1524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0599" name="Line 7"/>
          <p:cNvSpPr>
            <a:spLocks noChangeShapeType="1"/>
          </p:cNvSpPr>
          <p:nvPr/>
        </p:nvSpPr>
        <p:spPr bwMode="auto">
          <a:xfrm>
            <a:off x="2514600" y="18288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0600" name="Line 8"/>
          <p:cNvSpPr>
            <a:spLocks noChangeShapeType="1"/>
          </p:cNvSpPr>
          <p:nvPr/>
        </p:nvSpPr>
        <p:spPr bwMode="auto">
          <a:xfrm>
            <a:off x="4648200" y="18288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0601" name="Oval 9"/>
          <p:cNvSpPr>
            <a:spLocks noChangeArrowheads="1"/>
          </p:cNvSpPr>
          <p:nvPr/>
        </p:nvSpPr>
        <p:spPr bwMode="auto">
          <a:xfrm>
            <a:off x="3886200" y="14478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0602" name="Freeform 10"/>
          <p:cNvSpPr>
            <a:spLocks/>
          </p:cNvSpPr>
          <p:nvPr/>
        </p:nvSpPr>
        <p:spPr bwMode="auto">
          <a:xfrm>
            <a:off x="3848100" y="889000"/>
            <a:ext cx="762000" cy="635000"/>
          </a:xfrm>
          <a:custGeom>
            <a:avLst/>
            <a:gdLst/>
            <a:ahLst/>
            <a:cxnLst>
              <a:cxn ang="0">
                <a:pos x="120" y="400"/>
              </a:cxn>
              <a:cxn ang="0">
                <a:pos x="24" y="112"/>
              </a:cxn>
              <a:cxn ang="0">
                <a:pos x="264" y="16"/>
              </a:cxn>
              <a:cxn ang="0">
                <a:pos x="456" y="64"/>
              </a:cxn>
              <a:cxn ang="0">
                <a:pos x="408" y="400"/>
              </a:cxn>
            </a:cxnLst>
            <a:rect l="0" t="0" r="r" b="b"/>
            <a:pathLst>
              <a:path w="480" h="400">
                <a:moveTo>
                  <a:pt x="120" y="400"/>
                </a:moveTo>
                <a:cubicBezTo>
                  <a:pt x="60" y="288"/>
                  <a:pt x="0" y="176"/>
                  <a:pt x="24" y="112"/>
                </a:cubicBezTo>
                <a:cubicBezTo>
                  <a:pt x="48" y="48"/>
                  <a:pt x="192" y="24"/>
                  <a:pt x="264" y="16"/>
                </a:cubicBezTo>
                <a:cubicBezTo>
                  <a:pt x="336" y="8"/>
                  <a:pt x="432" y="0"/>
                  <a:pt x="456" y="64"/>
                </a:cubicBezTo>
                <a:cubicBezTo>
                  <a:pt x="480" y="128"/>
                  <a:pt x="444" y="264"/>
                  <a:pt x="408" y="40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0603" name="Freeform 11"/>
          <p:cNvSpPr>
            <a:spLocks/>
          </p:cNvSpPr>
          <p:nvPr/>
        </p:nvSpPr>
        <p:spPr bwMode="auto">
          <a:xfrm>
            <a:off x="2209800" y="2057400"/>
            <a:ext cx="3898900" cy="596900"/>
          </a:xfrm>
          <a:custGeom>
            <a:avLst/>
            <a:gdLst/>
            <a:ahLst/>
            <a:cxnLst>
              <a:cxn ang="0">
                <a:pos x="2448" y="0"/>
              </a:cxn>
              <a:cxn ang="0">
                <a:pos x="2112" y="288"/>
              </a:cxn>
              <a:cxn ang="0">
                <a:pos x="384" y="336"/>
              </a:cxn>
              <a:cxn ang="0">
                <a:pos x="0" y="48"/>
              </a:cxn>
            </a:cxnLst>
            <a:rect l="0" t="0" r="r" b="b"/>
            <a:pathLst>
              <a:path w="2456" h="376">
                <a:moveTo>
                  <a:pt x="2448" y="0"/>
                </a:moveTo>
                <a:cubicBezTo>
                  <a:pt x="2452" y="116"/>
                  <a:pt x="2456" y="232"/>
                  <a:pt x="2112" y="288"/>
                </a:cubicBezTo>
                <a:cubicBezTo>
                  <a:pt x="1768" y="344"/>
                  <a:pt x="736" y="376"/>
                  <a:pt x="384" y="336"/>
                </a:cubicBezTo>
                <a:cubicBezTo>
                  <a:pt x="32" y="296"/>
                  <a:pt x="16" y="172"/>
                  <a:pt x="0" y="4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0604" name="Line 12"/>
          <p:cNvSpPr>
            <a:spLocks noChangeShapeType="1"/>
          </p:cNvSpPr>
          <p:nvPr/>
        </p:nvSpPr>
        <p:spPr bwMode="auto">
          <a:xfrm>
            <a:off x="1371600" y="18288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0605" name="Object 13"/>
          <p:cNvGraphicFramePr>
            <a:graphicFrameLocks noChangeAspect="1"/>
          </p:cNvGraphicFramePr>
          <p:nvPr/>
        </p:nvGraphicFramePr>
        <p:xfrm>
          <a:off x="3048000" y="1524000"/>
          <a:ext cx="265113" cy="279400"/>
        </p:xfrm>
        <a:graphic>
          <a:graphicData uri="http://schemas.openxmlformats.org/presentationml/2006/ole">
            <p:oleObj spid="_x0000_s110605" name="Equation" r:id="rId3" imgW="266400" imgH="279360" progId="Equation.3">
              <p:embed/>
            </p:oleObj>
          </a:graphicData>
        </a:graphic>
      </p:graphicFrame>
      <p:graphicFrame>
        <p:nvGraphicFramePr>
          <p:cNvPr id="110606" name="Object 14"/>
          <p:cNvGraphicFramePr>
            <a:graphicFrameLocks noChangeAspect="1"/>
          </p:cNvGraphicFramePr>
          <p:nvPr/>
        </p:nvGraphicFramePr>
        <p:xfrm>
          <a:off x="4800600" y="2209800"/>
          <a:ext cx="252413" cy="392113"/>
        </p:xfrm>
        <a:graphic>
          <a:graphicData uri="http://schemas.openxmlformats.org/presentationml/2006/ole">
            <p:oleObj spid="_x0000_s110606" name="Equation" r:id="rId4" imgW="253800" imgH="393480" progId="Equation.3">
              <p:embed/>
            </p:oleObj>
          </a:graphicData>
        </a:graphic>
      </p:graphicFrame>
      <p:graphicFrame>
        <p:nvGraphicFramePr>
          <p:cNvPr id="110607" name="Object 15"/>
          <p:cNvGraphicFramePr>
            <a:graphicFrameLocks noChangeAspect="1"/>
          </p:cNvGraphicFramePr>
          <p:nvPr/>
        </p:nvGraphicFramePr>
        <p:xfrm>
          <a:off x="4648200" y="838200"/>
          <a:ext cx="265113" cy="279400"/>
        </p:xfrm>
        <a:graphic>
          <a:graphicData uri="http://schemas.openxmlformats.org/presentationml/2006/ole">
            <p:oleObj spid="_x0000_s110607" name="Equation" r:id="rId5" imgW="266400" imgH="279360" progId="Equation.3">
              <p:embed/>
            </p:oleObj>
          </a:graphicData>
        </a:graphic>
      </p:graphicFrame>
      <p:graphicFrame>
        <p:nvGraphicFramePr>
          <p:cNvPr id="110608" name="Object 16"/>
          <p:cNvGraphicFramePr>
            <a:graphicFrameLocks noChangeAspect="1"/>
          </p:cNvGraphicFramePr>
          <p:nvPr/>
        </p:nvGraphicFramePr>
        <p:xfrm>
          <a:off x="5181600" y="1447800"/>
          <a:ext cx="303213" cy="381000"/>
        </p:xfrm>
        <a:graphic>
          <a:graphicData uri="http://schemas.openxmlformats.org/presentationml/2006/ole">
            <p:oleObj spid="_x0000_s110608" name="Equation" r:id="rId6" imgW="304560" imgH="380880" progId="Equation.3">
              <p:embed/>
            </p:oleObj>
          </a:graphicData>
        </a:graphic>
      </p:graphicFrame>
      <p:graphicFrame>
        <p:nvGraphicFramePr>
          <p:cNvPr id="110609" name="Object 17"/>
          <p:cNvGraphicFramePr>
            <a:graphicFrameLocks noChangeAspect="1"/>
          </p:cNvGraphicFramePr>
          <p:nvPr/>
        </p:nvGraphicFramePr>
        <p:xfrm>
          <a:off x="1981200" y="1524000"/>
          <a:ext cx="430213" cy="531813"/>
        </p:xfrm>
        <a:graphic>
          <a:graphicData uri="http://schemas.openxmlformats.org/presentationml/2006/ole">
            <p:oleObj spid="_x0000_s110609" name="Equation" r:id="rId7" imgW="431640" imgH="533160" progId="Equation.3">
              <p:embed/>
            </p:oleObj>
          </a:graphicData>
        </a:graphic>
      </p:graphicFrame>
      <p:graphicFrame>
        <p:nvGraphicFramePr>
          <p:cNvPr id="110610" name="Object 18"/>
          <p:cNvGraphicFramePr>
            <a:graphicFrameLocks noChangeAspect="1"/>
          </p:cNvGraphicFramePr>
          <p:nvPr/>
        </p:nvGraphicFramePr>
        <p:xfrm>
          <a:off x="4068763" y="1528763"/>
          <a:ext cx="368300" cy="520700"/>
        </p:xfrm>
        <a:graphic>
          <a:graphicData uri="http://schemas.openxmlformats.org/presentationml/2006/ole">
            <p:oleObj spid="_x0000_s110610" name="Equation" r:id="rId8" imgW="368280" imgH="520560" progId="Equation.3">
              <p:embed/>
            </p:oleObj>
          </a:graphicData>
        </a:graphic>
      </p:graphicFrame>
      <p:graphicFrame>
        <p:nvGraphicFramePr>
          <p:cNvPr id="110611" name="Object 19"/>
          <p:cNvGraphicFramePr>
            <a:graphicFrameLocks noChangeAspect="1"/>
          </p:cNvGraphicFramePr>
          <p:nvPr/>
        </p:nvGraphicFramePr>
        <p:xfrm>
          <a:off x="6089650" y="1528763"/>
          <a:ext cx="442913" cy="520700"/>
        </p:xfrm>
        <a:graphic>
          <a:graphicData uri="http://schemas.openxmlformats.org/presentationml/2006/ole">
            <p:oleObj spid="_x0000_s110611" name="Equation" r:id="rId9" imgW="444240" imgH="520560" progId="Equation.3">
              <p:embed/>
            </p:oleObj>
          </a:graphicData>
        </a:graphic>
      </p:graphicFrame>
      <p:sp>
        <p:nvSpPr>
          <p:cNvPr id="110612" name="Text Box 20"/>
          <p:cNvSpPr txBox="1">
            <a:spLocks noChangeArrowheads="1"/>
          </p:cNvSpPr>
          <p:nvPr/>
        </p:nvSpPr>
        <p:spPr bwMode="auto">
          <a:xfrm>
            <a:off x="212725" y="863600"/>
            <a:ext cx="10572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NFA</a:t>
            </a:r>
            <a:endParaRPr lang="en-US"/>
          </a:p>
        </p:txBody>
      </p:sp>
      <p:sp>
        <p:nvSpPr>
          <p:cNvPr id="110613" name="Text Box 21"/>
          <p:cNvSpPr txBox="1">
            <a:spLocks noChangeArrowheads="1"/>
          </p:cNvSpPr>
          <p:nvPr/>
        </p:nvSpPr>
        <p:spPr bwMode="auto">
          <a:xfrm>
            <a:off x="152400" y="3505200"/>
            <a:ext cx="10207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DFA</a:t>
            </a:r>
            <a:endParaRPr lang="en-US"/>
          </a:p>
        </p:txBody>
      </p:sp>
      <p:sp>
        <p:nvSpPr>
          <p:cNvPr id="110614" name="Oval 22"/>
          <p:cNvSpPr>
            <a:spLocks noChangeArrowheads="1"/>
          </p:cNvSpPr>
          <p:nvPr/>
        </p:nvSpPr>
        <p:spPr bwMode="auto">
          <a:xfrm>
            <a:off x="1828800" y="4114800"/>
            <a:ext cx="10668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0615" name="Object 23"/>
          <p:cNvGraphicFramePr>
            <a:graphicFrameLocks noChangeAspect="1"/>
          </p:cNvGraphicFramePr>
          <p:nvPr/>
        </p:nvGraphicFramePr>
        <p:xfrm>
          <a:off x="1981200" y="4343400"/>
          <a:ext cx="773113" cy="531813"/>
        </p:xfrm>
        <a:graphic>
          <a:graphicData uri="http://schemas.openxmlformats.org/presentationml/2006/ole">
            <p:oleObj spid="_x0000_s110615" name="Equation" r:id="rId10" imgW="774360" imgH="533160" progId="Equation.3">
              <p:embed/>
            </p:oleObj>
          </a:graphicData>
        </a:graphic>
      </p:graphicFrame>
      <p:sp>
        <p:nvSpPr>
          <p:cNvPr id="110616" name="Line 24"/>
          <p:cNvSpPr>
            <a:spLocks noChangeShapeType="1"/>
          </p:cNvSpPr>
          <p:nvPr/>
        </p:nvSpPr>
        <p:spPr bwMode="auto">
          <a:xfrm>
            <a:off x="1295400" y="4648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0617" name="Oval 25"/>
          <p:cNvSpPr>
            <a:spLocks noChangeArrowheads="1"/>
          </p:cNvSpPr>
          <p:nvPr/>
        </p:nvSpPr>
        <p:spPr bwMode="auto">
          <a:xfrm>
            <a:off x="4800600" y="3962400"/>
            <a:ext cx="1447800" cy="1371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0618" name="Line 26"/>
          <p:cNvSpPr>
            <a:spLocks noChangeShapeType="1"/>
          </p:cNvSpPr>
          <p:nvPr/>
        </p:nvSpPr>
        <p:spPr bwMode="auto">
          <a:xfrm>
            <a:off x="2895600" y="46482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0619" name="Object 27"/>
          <p:cNvGraphicFramePr>
            <a:graphicFrameLocks noChangeAspect="1"/>
          </p:cNvGraphicFramePr>
          <p:nvPr/>
        </p:nvGraphicFramePr>
        <p:xfrm>
          <a:off x="4876800" y="4419600"/>
          <a:ext cx="1320800" cy="520700"/>
        </p:xfrm>
        <a:graphic>
          <a:graphicData uri="http://schemas.openxmlformats.org/presentationml/2006/ole">
            <p:oleObj spid="_x0000_s110619" name="Equation" r:id="rId11" imgW="1320480" imgH="520560" progId="Equation.3">
              <p:embed/>
            </p:oleObj>
          </a:graphicData>
        </a:graphic>
      </p:graphicFrame>
      <p:graphicFrame>
        <p:nvGraphicFramePr>
          <p:cNvPr id="110620" name="Object 28"/>
          <p:cNvGraphicFramePr>
            <a:graphicFrameLocks noChangeAspect="1"/>
          </p:cNvGraphicFramePr>
          <p:nvPr/>
        </p:nvGraphicFramePr>
        <p:xfrm>
          <a:off x="3657600" y="4267200"/>
          <a:ext cx="265113" cy="279400"/>
        </p:xfrm>
        <a:graphic>
          <a:graphicData uri="http://schemas.openxmlformats.org/presentationml/2006/ole">
            <p:oleObj spid="_x0000_s110620" name="Equation" r:id="rId12" imgW="266400" imgH="279360" progId="Equation.3">
              <p:embed/>
            </p:oleObj>
          </a:graphicData>
        </a:graphic>
      </p:graphicFrame>
      <p:sp>
        <p:nvSpPr>
          <p:cNvPr id="110621" name="Oval 29"/>
          <p:cNvSpPr>
            <a:spLocks noChangeArrowheads="1"/>
          </p:cNvSpPr>
          <p:nvPr/>
        </p:nvSpPr>
        <p:spPr bwMode="auto">
          <a:xfrm>
            <a:off x="3352800" y="5715000"/>
            <a:ext cx="10668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0622" name="Line 30"/>
          <p:cNvSpPr>
            <a:spLocks noChangeShapeType="1"/>
          </p:cNvSpPr>
          <p:nvPr/>
        </p:nvSpPr>
        <p:spPr bwMode="auto">
          <a:xfrm>
            <a:off x="2667000" y="5029200"/>
            <a:ext cx="838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0623" name="Object 31"/>
          <p:cNvGraphicFramePr>
            <a:graphicFrameLocks noChangeAspect="1"/>
          </p:cNvGraphicFramePr>
          <p:nvPr/>
        </p:nvGraphicFramePr>
        <p:xfrm>
          <a:off x="3657600" y="6019800"/>
          <a:ext cx="392113" cy="381000"/>
        </p:xfrm>
        <a:graphic>
          <a:graphicData uri="http://schemas.openxmlformats.org/presentationml/2006/ole">
            <p:oleObj spid="_x0000_s110623" name="Equation" r:id="rId13" imgW="393480" imgH="380880" progId="Equation.3">
              <p:embed/>
            </p:oleObj>
          </a:graphicData>
        </a:graphic>
      </p:graphicFrame>
      <p:graphicFrame>
        <p:nvGraphicFramePr>
          <p:cNvPr id="110624" name="Object 32"/>
          <p:cNvGraphicFramePr>
            <a:graphicFrameLocks noChangeAspect="1"/>
          </p:cNvGraphicFramePr>
          <p:nvPr/>
        </p:nvGraphicFramePr>
        <p:xfrm>
          <a:off x="3124200" y="5029200"/>
          <a:ext cx="252413" cy="392113"/>
        </p:xfrm>
        <a:graphic>
          <a:graphicData uri="http://schemas.openxmlformats.org/presentationml/2006/ole">
            <p:oleObj spid="_x0000_s110624" name="Equation" r:id="rId14" imgW="253800" imgH="393480" progId="Equation.3">
              <p:embed/>
            </p:oleObj>
          </a:graphicData>
        </a:graphic>
      </p:graphicFrame>
      <p:sp>
        <p:nvSpPr>
          <p:cNvPr id="110625" name="Freeform 33"/>
          <p:cNvSpPr>
            <a:spLocks/>
          </p:cNvSpPr>
          <p:nvPr/>
        </p:nvSpPr>
        <p:spPr bwMode="auto">
          <a:xfrm>
            <a:off x="6172200" y="3352800"/>
            <a:ext cx="1155700" cy="1041400"/>
          </a:xfrm>
          <a:custGeom>
            <a:avLst/>
            <a:gdLst/>
            <a:ahLst/>
            <a:cxnLst>
              <a:cxn ang="0">
                <a:pos x="0" y="416"/>
              </a:cxn>
              <a:cxn ang="0">
                <a:pos x="192" y="32"/>
              </a:cxn>
              <a:cxn ang="0">
                <a:pos x="672" y="224"/>
              </a:cxn>
              <a:cxn ang="0">
                <a:pos x="528" y="512"/>
              </a:cxn>
              <a:cxn ang="0">
                <a:pos x="144" y="656"/>
              </a:cxn>
            </a:cxnLst>
            <a:rect l="0" t="0" r="r" b="b"/>
            <a:pathLst>
              <a:path w="728" h="656">
                <a:moveTo>
                  <a:pt x="0" y="416"/>
                </a:moveTo>
                <a:cubicBezTo>
                  <a:pt x="40" y="240"/>
                  <a:pt x="80" y="64"/>
                  <a:pt x="192" y="32"/>
                </a:cubicBezTo>
                <a:cubicBezTo>
                  <a:pt x="304" y="0"/>
                  <a:pt x="616" y="144"/>
                  <a:pt x="672" y="224"/>
                </a:cubicBezTo>
                <a:cubicBezTo>
                  <a:pt x="728" y="304"/>
                  <a:pt x="616" y="440"/>
                  <a:pt x="528" y="512"/>
                </a:cubicBezTo>
                <a:cubicBezTo>
                  <a:pt x="440" y="584"/>
                  <a:pt x="292" y="620"/>
                  <a:pt x="144" y="65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0626" name="Object 34"/>
          <p:cNvGraphicFramePr>
            <a:graphicFrameLocks noChangeAspect="1"/>
          </p:cNvGraphicFramePr>
          <p:nvPr/>
        </p:nvGraphicFramePr>
        <p:xfrm>
          <a:off x="6934200" y="3200400"/>
          <a:ext cx="265113" cy="279400"/>
        </p:xfrm>
        <a:graphic>
          <a:graphicData uri="http://schemas.openxmlformats.org/presentationml/2006/ole">
            <p:oleObj spid="_x0000_s110626" name="Equation" r:id="rId15" imgW="266400" imgH="279360" progId="Equation.3">
              <p:embed/>
            </p:oleObj>
          </a:graphicData>
        </a:graphic>
      </p:graphicFrame>
      <p:sp>
        <p:nvSpPr>
          <p:cNvPr id="110627" name="Freeform 35"/>
          <p:cNvSpPr>
            <a:spLocks/>
          </p:cNvSpPr>
          <p:nvPr/>
        </p:nvSpPr>
        <p:spPr bwMode="auto">
          <a:xfrm>
            <a:off x="2743200" y="3873500"/>
            <a:ext cx="2057400" cy="393700"/>
          </a:xfrm>
          <a:custGeom>
            <a:avLst/>
            <a:gdLst/>
            <a:ahLst/>
            <a:cxnLst>
              <a:cxn ang="0">
                <a:pos x="1344" y="200"/>
              </a:cxn>
              <a:cxn ang="0">
                <a:pos x="720" y="8"/>
              </a:cxn>
              <a:cxn ang="0">
                <a:pos x="0" y="248"/>
              </a:cxn>
            </a:cxnLst>
            <a:rect l="0" t="0" r="r" b="b"/>
            <a:pathLst>
              <a:path w="1344" h="248">
                <a:moveTo>
                  <a:pt x="1344" y="200"/>
                </a:moveTo>
                <a:cubicBezTo>
                  <a:pt x="1144" y="100"/>
                  <a:pt x="944" y="0"/>
                  <a:pt x="720" y="8"/>
                </a:cubicBezTo>
                <a:cubicBezTo>
                  <a:pt x="496" y="16"/>
                  <a:pt x="248" y="132"/>
                  <a:pt x="0" y="24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0628" name="Object 36"/>
          <p:cNvGraphicFramePr>
            <a:graphicFrameLocks noChangeAspect="1"/>
          </p:cNvGraphicFramePr>
          <p:nvPr/>
        </p:nvGraphicFramePr>
        <p:xfrm>
          <a:off x="3886200" y="3429000"/>
          <a:ext cx="252413" cy="392113"/>
        </p:xfrm>
        <a:graphic>
          <a:graphicData uri="http://schemas.openxmlformats.org/presentationml/2006/ole">
            <p:oleObj spid="_x0000_s110628" name="Equation" r:id="rId16" imgW="253800" imgH="393480" progId="Equation.3">
              <p:embed/>
            </p:oleObj>
          </a:graphicData>
        </a:graphic>
      </p:graphicFrame>
      <p:sp>
        <p:nvSpPr>
          <p:cNvPr id="110629" name="Freeform 37"/>
          <p:cNvSpPr>
            <a:spLocks/>
          </p:cNvSpPr>
          <p:nvPr/>
        </p:nvSpPr>
        <p:spPr bwMode="auto">
          <a:xfrm>
            <a:off x="4343400" y="5689600"/>
            <a:ext cx="914400" cy="901700"/>
          </a:xfrm>
          <a:custGeom>
            <a:avLst/>
            <a:gdLst/>
            <a:ahLst/>
            <a:cxnLst>
              <a:cxn ang="0">
                <a:pos x="0" y="160"/>
              </a:cxn>
              <a:cxn ang="0">
                <a:pos x="384" y="16"/>
              </a:cxn>
              <a:cxn ang="0">
                <a:pos x="576" y="256"/>
              </a:cxn>
              <a:cxn ang="0">
                <a:pos x="384" y="544"/>
              </a:cxn>
              <a:cxn ang="0">
                <a:pos x="48" y="400"/>
              </a:cxn>
            </a:cxnLst>
            <a:rect l="0" t="0" r="r" b="b"/>
            <a:pathLst>
              <a:path w="576" h="568">
                <a:moveTo>
                  <a:pt x="0" y="160"/>
                </a:moveTo>
                <a:cubicBezTo>
                  <a:pt x="144" y="80"/>
                  <a:pt x="288" y="0"/>
                  <a:pt x="384" y="16"/>
                </a:cubicBezTo>
                <a:cubicBezTo>
                  <a:pt x="480" y="32"/>
                  <a:pt x="576" y="168"/>
                  <a:pt x="576" y="256"/>
                </a:cubicBezTo>
                <a:cubicBezTo>
                  <a:pt x="576" y="344"/>
                  <a:pt x="472" y="520"/>
                  <a:pt x="384" y="544"/>
                </a:cubicBezTo>
                <a:cubicBezTo>
                  <a:pt x="296" y="568"/>
                  <a:pt x="172" y="484"/>
                  <a:pt x="48" y="40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0630" name="Object 38"/>
          <p:cNvGraphicFramePr>
            <a:graphicFrameLocks noChangeAspect="1"/>
          </p:cNvGraphicFramePr>
          <p:nvPr/>
        </p:nvGraphicFramePr>
        <p:xfrm>
          <a:off x="5410200" y="5791200"/>
          <a:ext cx="647700" cy="469900"/>
        </p:xfrm>
        <a:graphic>
          <a:graphicData uri="http://schemas.openxmlformats.org/presentationml/2006/ole">
            <p:oleObj spid="_x0000_s110630" name="Equation" r:id="rId17" imgW="647640" imgH="469800" progId="Equation.3">
              <p:embed/>
            </p:oleObj>
          </a:graphicData>
        </a:graphic>
      </p:graphicFrame>
      <p:sp>
        <p:nvSpPr>
          <p:cNvPr id="110631" name="Oval 39"/>
          <p:cNvSpPr>
            <a:spLocks noChangeArrowheads="1"/>
          </p:cNvSpPr>
          <p:nvPr/>
        </p:nvSpPr>
        <p:spPr bwMode="auto">
          <a:xfrm>
            <a:off x="4648200" y="3810000"/>
            <a:ext cx="1752600" cy="1676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10633" name="Object 41"/>
          <p:cNvGraphicFramePr>
            <a:graphicFrameLocks noChangeAspect="1"/>
          </p:cNvGraphicFramePr>
          <p:nvPr/>
        </p:nvGraphicFramePr>
        <p:xfrm>
          <a:off x="1295400" y="914400"/>
          <a:ext cx="544513" cy="393700"/>
        </p:xfrm>
        <a:graphic>
          <a:graphicData uri="http://schemas.openxmlformats.org/presentationml/2006/ole">
            <p:oleObj spid="_x0000_s110633" name="Equation" r:id="rId18" imgW="545760" imgH="393480" progId="Equation.3">
              <p:embed/>
            </p:oleObj>
          </a:graphicData>
        </a:graphic>
      </p:graphicFrame>
      <p:graphicFrame>
        <p:nvGraphicFramePr>
          <p:cNvPr id="110634" name="Object 42"/>
          <p:cNvGraphicFramePr>
            <a:graphicFrameLocks noChangeAspect="1"/>
          </p:cNvGraphicFramePr>
          <p:nvPr/>
        </p:nvGraphicFramePr>
        <p:xfrm>
          <a:off x="1219200" y="3581400"/>
          <a:ext cx="646113" cy="430213"/>
        </p:xfrm>
        <a:graphic>
          <a:graphicData uri="http://schemas.openxmlformats.org/presentationml/2006/ole">
            <p:oleObj spid="_x0000_s110634" name="Equation" r:id="rId19" imgW="647640" imgH="431640" progId="Equation.3">
              <p:embed/>
            </p:oleObj>
          </a:graphicData>
        </a:graphic>
      </p:graphicFrame>
      <p:graphicFrame>
        <p:nvGraphicFramePr>
          <p:cNvPr id="110635" name="Object 43"/>
          <p:cNvGraphicFramePr>
            <a:graphicFrameLocks noChangeAspect="1"/>
          </p:cNvGraphicFramePr>
          <p:nvPr/>
        </p:nvGraphicFramePr>
        <p:xfrm>
          <a:off x="5638800" y="2438400"/>
          <a:ext cx="3505200" cy="658813"/>
        </p:xfrm>
        <a:graphic>
          <a:graphicData uri="http://schemas.openxmlformats.org/presentationml/2006/ole">
            <p:oleObj spid="_x0000_s110635" name="Equation" r:id="rId20" imgW="2971800" imgH="558720" progId="Equation.3">
              <p:embed/>
            </p:oleObj>
          </a:graphicData>
        </a:graphic>
      </p:graphicFrame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3E555C8-2076-4DC5-86F0-1FDAC504E6E7}" type="slidenum">
              <a:rPr lang="en-US"/>
              <a:pPr/>
              <a:t>92</a:t>
            </a:fld>
            <a:endParaRPr lang="en-US"/>
          </a:p>
        </p:txBody>
      </p:sp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NFA to DFA: Remarks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r>
              <a:rPr lang="en-US"/>
              <a:t>We are given an NFA 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We want to convert it </a:t>
            </a:r>
          </a:p>
          <a:p>
            <a:r>
              <a:rPr lang="en-US"/>
              <a:t>to an equivalent DFA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With</a:t>
            </a:r>
          </a:p>
        </p:txBody>
      </p:sp>
      <p:graphicFrame>
        <p:nvGraphicFramePr>
          <p:cNvPr id="109572" name="Object 4"/>
          <p:cNvGraphicFramePr>
            <a:graphicFrameLocks noChangeAspect="1"/>
          </p:cNvGraphicFramePr>
          <p:nvPr/>
        </p:nvGraphicFramePr>
        <p:xfrm>
          <a:off x="4470400" y="1511300"/>
          <a:ext cx="544513" cy="393700"/>
        </p:xfrm>
        <a:graphic>
          <a:graphicData uri="http://schemas.openxmlformats.org/presentationml/2006/ole">
            <p:oleObj spid="_x0000_s109572" name="Equation" r:id="rId3" imgW="545760" imgH="393480" progId="Equation.3">
              <p:embed/>
            </p:oleObj>
          </a:graphicData>
        </a:graphic>
      </p:graphicFrame>
      <p:graphicFrame>
        <p:nvGraphicFramePr>
          <p:cNvPr id="109573" name="Object 5"/>
          <p:cNvGraphicFramePr>
            <a:graphicFrameLocks noChangeAspect="1"/>
          </p:cNvGraphicFramePr>
          <p:nvPr/>
        </p:nvGraphicFramePr>
        <p:xfrm>
          <a:off x="4464050" y="3790950"/>
          <a:ext cx="646113" cy="430213"/>
        </p:xfrm>
        <a:graphic>
          <a:graphicData uri="http://schemas.openxmlformats.org/presentationml/2006/ole">
            <p:oleObj spid="_x0000_s109573" name="Equation" r:id="rId4" imgW="647640" imgH="431640" progId="Equation.3">
              <p:embed/>
            </p:oleObj>
          </a:graphicData>
        </a:graphic>
      </p:graphicFrame>
      <p:graphicFrame>
        <p:nvGraphicFramePr>
          <p:cNvPr id="109576" name="Object 8"/>
          <p:cNvGraphicFramePr>
            <a:graphicFrameLocks noChangeAspect="1"/>
          </p:cNvGraphicFramePr>
          <p:nvPr/>
        </p:nvGraphicFramePr>
        <p:xfrm>
          <a:off x="1835150" y="5537200"/>
          <a:ext cx="2971800" cy="558800"/>
        </p:xfrm>
        <a:graphic>
          <a:graphicData uri="http://schemas.openxmlformats.org/presentationml/2006/ole">
            <p:oleObj spid="_x0000_s109576" name="Equation" r:id="rId5" imgW="2971800" imgH="558720" progId="Equation.3">
              <p:embed/>
            </p:oleObj>
          </a:graphicData>
        </a:graphic>
      </p:graphicFrame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9A73992-2A35-4A3B-8057-296784BF7420}" type="slidenum">
              <a:rPr lang="en-US"/>
              <a:pPr/>
              <a:t>93</a:t>
            </a:fld>
            <a:endParaRPr lang="en-US"/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If the NFA has states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the DFA has states in the powerset</a:t>
            </a:r>
          </a:p>
          <a:p>
            <a:r>
              <a:rPr lang="en-US"/>
              <a:t> </a:t>
            </a:r>
          </a:p>
          <a:p>
            <a:endParaRPr lang="en-US"/>
          </a:p>
        </p:txBody>
      </p:sp>
      <p:graphicFrame>
        <p:nvGraphicFramePr>
          <p:cNvPr id="251904" name="Object 0"/>
          <p:cNvGraphicFramePr>
            <a:graphicFrameLocks noChangeAspect="1"/>
          </p:cNvGraphicFramePr>
          <p:nvPr/>
        </p:nvGraphicFramePr>
        <p:xfrm>
          <a:off x="3162300" y="1879600"/>
          <a:ext cx="2273300" cy="582613"/>
        </p:xfrm>
        <a:graphic>
          <a:graphicData uri="http://schemas.openxmlformats.org/presentationml/2006/ole">
            <p:oleObj spid="_x0000_s251904" name="Equation" r:id="rId3" imgW="2273040" imgH="583920" progId="Equation.3">
              <p:embed/>
            </p:oleObj>
          </a:graphicData>
        </a:graphic>
      </p:graphicFrame>
      <p:graphicFrame>
        <p:nvGraphicFramePr>
          <p:cNvPr id="251905" name="Object 1"/>
          <p:cNvGraphicFramePr>
            <a:graphicFrameLocks noChangeAspect="1"/>
          </p:cNvGraphicFramePr>
          <p:nvPr/>
        </p:nvGraphicFramePr>
        <p:xfrm>
          <a:off x="1028700" y="4622800"/>
          <a:ext cx="6910388" cy="582613"/>
        </p:xfrm>
        <a:graphic>
          <a:graphicData uri="http://schemas.openxmlformats.org/presentationml/2006/ole">
            <p:oleObj spid="_x0000_s251905" name="Equation" r:id="rId4" imgW="6908760" imgH="583920" progId="Equation.3">
              <p:embed/>
            </p:oleObj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48729A2-092D-4F22-8DC3-724EEC939964}" type="slidenum">
              <a:rPr lang="en-US"/>
              <a:pPr/>
              <a:t>94</a:t>
            </a:fld>
            <a:endParaRPr lang="en-US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Procedure NFA to DFA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  <a:p>
            <a:endParaRPr lang="en-US"/>
          </a:p>
          <a:p>
            <a:r>
              <a:rPr lang="en-US" sz="4400" b="1">
                <a:solidFill>
                  <a:srgbClr val="FF0000"/>
                </a:solidFill>
              </a:rPr>
              <a:t>1.</a:t>
            </a:r>
            <a:r>
              <a:rPr lang="en-US"/>
              <a:t>  Initial state of NFA:</a:t>
            </a:r>
          </a:p>
          <a:p>
            <a:endParaRPr lang="en-US"/>
          </a:p>
          <a:p>
            <a:r>
              <a:rPr lang="en-US"/>
              <a:t>     </a:t>
            </a:r>
          </a:p>
          <a:p>
            <a:endParaRPr lang="en-US"/>
          </a:p>
          <a:p>
            <a:r>
              <a:rPr lang="en-US"/>
              <a:t>      Initial state of DFA:     </a:t>
            </a:r>
          </a:p>
        </p:txBody>
      </p:sp>
      <p:graphicFrame>
        <p:nvGraphicFramePr>
          <p:cNvPr id="252928" name="Object 0"/>
          <p:cNvGraphicFramePr>
            <a:graphicFrameLocks noChangeAspect="1"/>
          </p:cNvGraphicFramePr>
          <p:nvPr/>
        </p:nvGraphicFramePr>
        <p:xfrm>
          <a:off x="5334000" y="2133600"/>
          <a:ext cx="481013" cy="582613"/>
        </p:xfrm>
        <a:graphic>
          <a:graphicData uri="http://schemas.openxmlformats.org/presentationml/2006/ole">
            <p:oleObj spid="_x0000_s252928" name="Equation" r:id="rId3" imgW="482400" imgH="583920" progId="Equation.3">
              <p:embed/>
            </p:oleObj>
          </a:graphicData>
        </a:graphic>
      </p:graphicFrame>
      <p:graphicFrame>
        <p:nvGraphicFramePr>
          <p:cNvPr id="252929" name="Object 1"/>
          <p:cNvGraphicFramePr>
            <a:graphicFrameLocks noChangeAspect="1"/>
          </p:cNvGraphicFramePr>
          <p:nvPr/>
        </p:nvGraphicFramePr>
        <p:xfrm>
          <a:off x="5181600" y="4495800"/>
          <a:ext cx="862013" cy="582613"/>
        </p:xfrm>
        <a:graphic>
          <a:graphicData uri="http://schemas.openxmlformats.org/presentationml/2006/ole">
            <p:oleObj spid="_x0000_s252929" name="Equation" r:id="rId4" imgW="863280" imgH="583920" progId="Equation.3">
              <p:embed/>
            </p:oleObj>
          </a:graphicData>
        </a:graphic>
      </p:graphicFrame>
      <p:sp>
        <p:nvSpPr>
          <p:cNvPr id="113670" name="AutoShape 6"/>
          <p:cNvSpPr>
            <a:spLocks noChangeArrowheads="1"/>
          </p:cNvSpPr>
          <p:nvPr/>
        </p:nvSpPr>
        <p:spPr bwMode="auto">
          <a:xfrm>
            <a:off x="3124200" y="3200400"/>
            <a:ext cx="485775" cy="976313"/>
          </a:xfrm>
          <a:prstGeom prst="downArrow">
            <a:avLst>
              <a:gd name="adj1" fmla="val 50000"/>
              <a:gd name="adj2" fmla="val 50245"/>
            </a:avLst>
          </a:prstGeom>
          <a:solidFill>
            <a:schemeClr val="tx1">
              <a:alpha val="5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EFC5FF0-C0E2-446F-B68E-BA1B69E7C9BC}" type="slidenum">
              <a:rPr lang="en-US"/>
              <a:pPr/>
              <a:t>95</a:t>
            </a:fld>
            <a:endParaRPr lang="en-US"/>
          </a:p>
        </p:txBody>
      </p:sp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111621" name="Oval 5"/>
          <p:cNvSpPr>
            <a:spLocks noChangeArrowheads="1"/>
          </p:cNvSpPr>
          <p:nvPr/>
        </p:nvSpPr>
        <p:spPr bwMode="auto">
          <a:xfrm>
            <a:off x="1905000" y="1524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1622" name="Oval 6"/>
          <p:cNvSpPr>
            <a:spLocks noChangeArrowheads="1"/>
          </p:cNvSpPr>
          <p:nvPr/>
        </p:nvSpPr>
        <p:spPr bwMode="auto">
          <a:xfrm>
            <a:off x="3962400" y="1524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1623" name="Oval 7"/>
          <p:cNvSpPr>
            <a:spLocks noChangeArrowheads="1"/>
          </p:cNvSpPr>
          <p:nvPr/>
        </p:nvSpPr>
        <p:spPr bwMode="auto">
          <a:xfrm>
            <a:off x="6019800" y="1524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1624" name="Line 8"/>
          <p:cNvSpPr>
            <a:spLocks noChangeShapeType="1"/>
          </p:cNvSpPr>
          <p:nvPr/>
        </p:nvSpPr>
        <p:spPr bwMode="auto">
          <a:xfrm>
            <a:off x="2514600" y="18288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1625" name="Line 9"/>
          <p:cNvSpPr>
            <a:spLocks noChangeShapeType="1"/>
          </p:cNvSpPr>
          <p:nvPr/>
        </p:nvSpPr>
        <p:spPr bwMode="auto">
          <a:xfrm>
            <a:off x="4648200" y="18288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1626" name="Oval 10"/>
          <p:cNvSpPr>
            <a:spLocks noChangeArrowheads="1"/>
          </p:cNvSpPr>
          <p:nvPr/>
        </p:nvSpPr>
        <p:spPr bwMode="auto">
          <a:xfrm>
            <a:off x="3886200" y="14478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1627" name="Freeform 11"/>
          <p:cNvSpPr>
            <a:spLocks/>
          </p:cNvSpPr>
          <p:nvPr/>
        </p:nvSpPr>
        <p:spPr bwMode="auto">
          <a:xfrm>
            <a:off x="3848100" y="889000"/>
            <a:ext cx="762000" cy="635000"/>
          </a:xfrm>
          <a:custGeom>
            <a:avLst/>
            <a:gdLst/>
            <a:ahLst/>
            <a:cxnLst>
              <a:cxn ang="0">
                <a:pos x="120" y="400"/>
              </a:cxn>
              <a:cxn ang="0">
                <a:pos x="24" y="112"/>
              </a:cxn>
              <a:cxn ang="0">
                <a:pos x="264" y="16"/>
              </a:cxn>
              <a:cxn ang="0">
                <a:pos x="456" y="64"/>
              </a:cxn>
              <a:cxn ang="0">
                <a:pos x="408" y="400"/>
              </a:cxn>
            </a:cxnLst>
            <a:rect l="0" t="0" r="r" b="b"/>
            <a:pathLst>
              <a:path w="480" h="400">
                <a:moveTo>
                  <a:pt x="120" y="400"/>
                </a:moveTo>
                <a:cubicBezTo>
                  <a:pt x="60" y="288"/>
                  <a:pt x="0" y="176"/>
                  <a:pt x="24" y="112"/>
                </a:cubicBezTo>
                <a:cubicBezTo>
                  <a:pt x="48" y="48"/>
                  <a:pt x="192" y="24"/>
                  <a:pt x="264" y="16"/>
                </a:cubicBezTo>
                <a:cubicBezTo>
                  <a:pt x="336" y="8"/>
                  <a:pt x="432" y="0"/>
                  <a:pt x="456" y="64"/>
                </a:cubicBezTo>
                <a:cubicBezTo>
                  <a:pt x="480" y="128"/>
                  <a:pt x="444" y="264"/>
                  <a:pt x="408" y="40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1628" name="Freeform 12"/>
          <p:cNvSpPr>
            <a:spLocks/>
          </p:cNvSpPr>
          <p:nvPr/>
        </p:nvSpPr>
        <p:spPr bwMode="auto">
          <a:xfrm>
            <a:off x="2209800" y="2057400"/>
            <a:ext cx="3898900" cy="596900"/>
          </a:xfrm>
          <a:custGeom>
            <a:avLst/>
            <a:gdLst/>
            <a:ahLst/>
            <a:cxnLst>
              <a:cxn ang="0">
                <a:pos x="2448" y="0"/>
              </a:cxn>
              <a:cxn ang="0">
                <a:pos x="2112" y="288"/>
              </a:cxn>
              <a:cxn ang="0">
                <a:pos x="384" y="336"/>
              </a:cxn>
              <a:cxn ang="0">
                <a:pos x="0" y="48"/>
              </a:cxn>
            </a:cxnLst>
            <a:rect l="0" t="0" r="r" b="b"/>
            <a:pathLst>
              <a:path w="2456" h="376">
                <a:moveTo>
                  <a:pt x="2448" y="0"/>
                </a:moveTo>
                <a:cubicBezTo>
                  <a:pt x="2452" y="116"/>
                  <a:pt x="2456" y="232"/>
                  <a:pt x="2112" y="288"/>
                </a:cubicBezTo>
                <a:cubicBezTo>
                  <a:pt x="1768" y="344"/>
                  <a:pt x="736" y="376"/>
                  <a:pt x="384" y="336"/>
                </a:cubicBezTo>
                <a:cubicBezTo>
                  <a:pt x="32" y="296"/>
                  <a:pt x="16" y="172"/>
                  <a:pt x="0" y="4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1629" name="Line 13"/>
          <p:cNvSpPr>
            <a:spLocks noChangeShapeType="1"/>
          </p:cNvSpPr>
          <p:nvPr/>
        </p:nvSpPr>
        <p:spPr bwMode="auto">
          <a:xfrm>
            <a:off x="1371600" y="18288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53952" name="Object 0"/>
          <p:cNvGraphicFramePr>
            <a:graphicFrameLocks noChangeAspect="1"/>
          </p:cNvGraphicFramePr>
          <p:nvPr/>
        </p:nvGraphicFramePr>
        <p:xfrm>
          <a:off x="3048000" y="1524000"/>
          <a:ext cx="265113" cy="279400"/>
        </p:xfrm>
        <a:graphic>
          <a:graphicData uri="http://schemas.openxmlformats.org/presentationml/2006/ole">
            <p:oleObj spid="_x0000_s253952" name="Equation" r:id="rId3" imgW="266400" imgH="279360" progId="Equation.3">
              <p:embed/>
            </p:oleObj>
          </a:graphicData>
        </a:graphic>
      </p:graphicFrame>
      <p:graphicFrame>
        <p:nvGraphicFramePr>
          <p:cNvPr id="253953" name="Object 1"/>
          <p:cNvGraphicFramePr>
            <a:graphicFrameLocks noChangeAspect="1"/>
          </p:cNvGraphicFramePr>
          <p:nvPr/>
        </p:nvGraphicFramePr>
        <p:xfrm>
          <a:off x="4800600" y="2209800"/>
          <a:ext cx="252413" cy="392113"/>
        </p:xfrm>
        <a:graphic>
          <a:graphicData uri="http://schemas.openxmlformats.org/presentationml/2006/ole">
            <p:oleObj spid="_x0000_s253953" name="Equation" r:id="rId4" imgW="253800" imgH="393480" progId="Equation.3">
              <p:embed/>
            </p:oleObj>
          </a:graphicData>
        </a:graphic>
      </p:graphicFrame>
      <p:graphicFrame>
        <p:nvGraphicFramePr>
          <p:cNvPr id="253954" name="Object 2"/>
          <p:cNvGraphicFramePr>
            <a:graphicFrameLocks noChangeAspect="1"/>
          </p:cNvGraphicFramePr>
          <p:nvPr/>
        </p:nvGraphicFramePr>
        <p:xfrm>
          <a:off x="4648200" y="838200"/>
          <a:ext cx="265113" cy="279400"/>
        </p:xfrm>
        <a:graphic>
          <a:graphicData uri="http://schemas.openxmlformats.org/presentationml/2006/ole">
            <p:oleObj spid="_x0000_s253954" name="Equation" r:id="rId5" imgW="266400" imgH="279360" progId="Equation.3">
              <p:embed/>
            </p:oleObj>
          </a:graphicData>
        </a:graphic>
      </p:graphicFrame>
      <p:graphicFrame>
        <p:nvGraphicFramePr>
          <p:cNvPr id="253955" name="Object 3"/>
          <p:cNvGraphicFramePr>
            <a:graphicFrameLocks noChangeAspect="1"/>
          </p:cNvGraphicFramePr>
          <p:nvPr/>
        </p:nvGraphicFramePr>
        <p:xfrm>
          <a:off x="5181600" y="1447800"/>
          <a:ext cx="303213" cy="381000"/>
        </p:xfrm>
        <a:graphic>
          <a:graphicData uri="http://schemas.openxmlformats.org/presentationml/2006/ole">
            <p:oleObj spid="_x0000_s253955" name="Equation" r:id="rId6" imgW="304560" imgH="380880" progId="Equation.3">
              <p:embed/>
            </p:oleObj>
          </a:graphicData>
        </a:graphic>
      </p:graphicFrame>
      <p:graphicFrame>
        <p:nvGraphicFramePr>
          <p:cNvPr id="253956" name="Object 4"/>
          <p:cNvGraphicFramePr>
            <a:graphicFrameLocks noChangeAspect="1"/>
          </p:cNvGraphicFramePr>
          <p:nvPr/>
        </p:nvGraphicFramePr>
        <p:xfrm>
          <a:off x="1981200" y="1524000"/>
          <a:ext cx="430213" cy="531813"/>
        </p:xfrm>
        <a:graphic>
          <a:graphicData uri="http://schemas.openxmlformats.org/presentationml/2006/ole">
            <p:oleObj spid="_x0000_s253956" name="Equation" r:id="rId7" imgW="431640" imgH="533160" progId="Equation.3">
              <p:embed/>
            </p:oleObj>
          </a:graphicData>
        </a:graphic>
      </p:graphicFrame>
      <p:graphicFrame>
        <p:nvGraphicFramePr>
          <p:cNvPr id="253957" name="Object 5"/>
          <p:cNvGraphicFramePr>
            <a:graphicFrameLocks noChangeAspect="1"/>
          </p:cNvGraphicFramePr>
          <p:nvPr/>
        </p:nvGraphicFramePr>
        <p:xfrm>
          <a:off x="4068763" y="1528763"/>
          <a:ext cx="368300" cy="520700"/>
        </p:xfrm>
        <a:graphic>
          <a:graphicData uri="http://schemas.openxmlformats.org/presentationml/2006/ole">
            <p:oleObj spid="_x0000_s253957" name="Equation" r:id="rId8" imgW="368280" imgH="520560" progId="Equation.3">
              <p:embed/>
            </p:oleObj>
          </a:graphicData>
        </a:graphic>
      </p:graphicFrame>
      <p:graphicFrame>
        <p:nvGraphicFramePr>
          <p:cNvPr id="253958" name="Object 6"/>
          <p:cNvGraphicFramePr>
            <a:graphicFrameLocks noChangeAspect="1"/>
          </p:cNvGraphicFramePr>
          <p:nvPr/>
        </p:nvGraphicFramePr>
        <p:xfrm>
          <a:off x="6089650" y="1528763"/>
          <a:ext cx="442913" cy="520700"/>
        </p:xfrm>
        <a:graphic>
          <a:graphicData uri="http://schemas.openxmlformats.org/presentationml/2006/ole">
            <p:oleObj spid="_x0000_s253958" name="Equation" r:id="rId9" imgW="444240" imgH="520560" progId="Equation.3">
              <p:embed/>
            </p:oleObj>
          </a:graphicData>
        </a:graphic>
      </p:graphicFrame>
      <p:sp>
        <p:nvSpPr>
          <p:cNvPr id="111637" name="Text Box 21"/>
          <p:cNvSpPr txBox="1">
            <a:spLocks noChangeArrowheads="1"/>
          </p:cNvSpPr>
          <p:nvPr/>
        </p:nvSpPr>
        <p:spPr bwMode="auto">
          <a:xfrm>
            <a:off x="212725" y="863600"/>
            <a:ext cx="10572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NFA</a:t>
            </a:r>
            <a:endParaRPr lang="en-US"/>
          </a:p>
        </p:txBody>
      </p:sp>
      <p:sp>
        <p:nvSpPr>
          <p:cNvPr id="111638" name="Text Box 22"/>
          <p:cNvSpPr txBox="1">
            <a:spLocks noChangeArrowheads="1"/>
          </p:cNvSpPr>
          <p:nvPr/>
        </p:nvSpPr>
        <p:spPr bwMode="auto">
          <a:xfrm>
            <a:off x="152400" y="3505200"/>
            <a:ext cx="10207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DFA</a:t>
            </a:r>
            <a:endParaRPr lang="en-US"/>
          </a:p>
        </p:txBody>
      </p:sp>
      <p:sp>
        <p:nvSpPr>
          <p:cNvPr id="111639" name="Oval 23"/>
          <p:cNvSpPr>
            <a:spLocks noChangeArrowheads="1"/>
          </p:cNvSpPr>
          <p:nvPr/>
        </p:nvSpPr>
        <p:spPr bwMode="auto">
          <a:xfrm>
            <a:off x="1828800" y="4114800"/>
            <a:ext cx="10668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53959" name="Object 7"/>
          <p:cNvGraphicFramePr>
            <a:graphicFrameLocks noChangeAspect="1"/>
          </p:cNvGraphicFramePr>
          <p:nvPr/>
        </p:nvGraphicFramePr>
        <p:xfrm>
          <a:off x="1981200" y="4343400"/>
          <a:ext cx="773113" cy="531813"/>
        </p:xfrm>
        <a:graphic>
          <a:graphicData uri="http://schemas.openxmlformats.org/presentationml/2006/ole">
            <p:oleObj spid="_x0000_s253959" name="Equation" r:id="rId10" imgW="774360" imgH="533160" progId="Equation.3">
              <p:embed/>
            </p:oleObj>
          </a:graphicData>
        </a:graphic>
      </p:graphicFrame>
      <p:sp>
        <p:nvSpPr>
          <p:cNvPr id="111641" name="Line 25"/>
          <p:cNvSpPr>
            <a:spLocks noChangeShapeType="1"/>
          </p:cNvSpPr>
          <p:nvPr/>
        </p:nvSpPr>
        <p:spPr bwMode="auto">
          <a:xfrm>
            <a:off x="1295400" y="4648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53960" name="Object 8"/>
          <p:cNvGraphicFramePr>
            <a:graphicFrameLocks noChangeAspect="1"/>
          </p:cNvGraphicFramePr>
          <p:nvPr/>
        </p:nvGraphicFramePr>
        <p:xfrm>
          <a:off x="1295400" y="914400"/>
          <a:ext cx="544513" cy="393700"/>
        </p:xfrm>
        <a:graphic>
          <a:graphicData uri="http://schemas.openxmlformats.org/presentationml/2006/ole">
            <p:oleObj spid="_x0000_s253960" name="Equation" r:id="rId11" imgW="545760" imgH="393480" progId="Equation.3">
              <p:embed/>
            </p:oleObj>
          </a:graphicData>
        </a:graphic>
      </p:graphicFrame>
      <p:graphicFrame>
        <p:nvGraphicFramePr>
          <p:cNvPr id="253961" name="Object 9"/>
          <p:cNvGraphicFramePr>
            <a:graphicFrameLocks noChangeAspect="1"/>
          </p:cNvGraphicFramePr>
          <p:nvPr/>
        </p:nvGraphicFramePr>
        <p:xfrm>
          <a:off x="1219200" y="3581400"/>
          <a:ext cx="646113" cy="430213"/>
        </p:xfrm>
        <a:graphic>
          <a:graphicData uri="http://schemas.openxmlformats.org/presentationml/2006/ole">
            <p:oleObj spid="_x0000_s253961" name="Equation" r:id="rId12" imgW="647640" imgH="431640" progId="Equation.3">
              <p:embed/>
            </p:oleObj>
          </a:graphicData>
        </a:graphic>
      </p:graphicFrame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28BC6C3-2A8F-4E0B-8BD4-20BDFE0ACE7F}" type="slidenum">
              <a:rPr lang="en-US"/>
              <a:pPr/>
              <a:t>96</a:t>
            </a:fld>
            <a:endParaRPr lang="en-US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Procedure NFA to DFA</a:t>
            </a: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 </a:t>
            </a:r>
            <a:r>
              <a:rPr lang="en-US" sz="4400" b="1">
                <a:solidFill>
                  <a:srgbClr val="FF0000"/>
                </a:solidFill>
              </a:rPr>
              <a:t>2.</a:t>
            </a:r>
            <a:r>
              <a:rPr lang="en-US"/>
              <a:t> For every DFA’s state</a:t>
            </a:r>
          </a:p>
          <a:p>
            <a:endParaRPr lang="en-US"/>
          </a:p>
          <a:p>
            <a:r>
              <a:rPr lang="en-US"/>
              <a:t>        Compute in the NFA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        </a:t>
            </a:r>
          </a:p>
          <a:p>
            <a:endParaRPr lang="en-US"/>
          </a:p>
          <a:p>
            <a:r>
              <a:rPr lang="en-US"/>
              <a:t>        Add transition to DFA</a:t>
            </a:r>
          </a:p>
          <a:p>
            <a:endParaRPr lang="en-US"/>
          </a:p>
        </p:txBody>
      </p:sp>
      <p:graphicFrame>
        <p:nvGraphicFramePr>
          <p:cNvPr id="254976" name="Object 0"/>
          <p:cNvGraphicFramePr>
            <a:graphicFrameLocks noChangeAspect="1"/>
          </p:cNvGraphicFramePr>
          <p:nvPr/>
        </p:nvGraphicFramePr>
        <p:xfrm>
          <a:off x="5867400" y="914400"/>
          <a:ext cx="2768600" cy="742950"/>
        </p:xfrm>
        <a:graphic>
          <a:graphicData uri="http://schemas.openxmlformats.org/presentationml/2006/ole">
            <p:oleObj spid="_x0000_s254976" name="Equation" r:id="rId3" imgW="2768400" imgH="660240" progId="Equation.3">
              <p:embed/>
            </p:oleObj>
          </a:graphicData>
        </a:graphic>
      </p:graphicFrame>
      <p:graphicFrame>
        <p:nvGraphicFramePr>
          <p:cNvPr id="254977" name="Object 1"/>
          <p:cNvGraphicFramePr>
            <a:graphicFrameLocks noChangeAspect="1"/>
          </p:cNvGraphicFramePr>
          <p:nvPr/>
        </p:nvGraphicFramePr>
        <p:xfrm>
          <a:off x="1905000" y="2743200"/>
          <a:ext cx="2032000" cy="2197100"/>
        </p:xfrm>
        <a:graphic>
          <a:graphicData uri="http://schemas.openxmlformats.org/presentationml/2006/ole">
            <p:oleObj spid="_x0000_s254977" name="Equation" r:id="rId4" imgW="2031840" imgH="2197080" progId="Equation.3">
              <p:embed/>
            </p:oleObj>
          </a:graphicData>
        </a:graphic>
      </p:graphicFrame>
      <p:graphicFrame>
        <p:nvGraphicFramePr>
          <p:cNvPr id="254978" name="Object 2"/>
          <p:cNvGraphicFramePr>
            <a:graphicFrameLocks noChangeAspect="1"/>
          </p:cNvGraphicFramePr>
          <p:nvPr/>
        </p:nvGraphicFramePr>
        <p:xfrm>
          <a:off x="5715000" y="3581400"/>
          <a:ext cx="2768600" cy="660400"/>
        </p:xfrm>
        <a:graphic>
          <a:graphicData uri="http://schemas.openxmlformats.org/presentationml/2006/ole">
            <p:oleObj spid="_x0000_s254978" name="Equation" r:id="rId5" imgW="2768400" imgH="660240" progId="Equation.3">
              <p:embed/>
            </p:oleObj>
          </a:graphicData>
        </a:graphic>
      </p:graphicFrame>
      <p:graphicFrame>
        <p:nvGraphicFramePr>
          <p:cNvPr id="254979" name="Object 3"/>
          <p:cNvGraphicFramePr>
            <a:graphicFrameLocks noChangeAspect="1"/>
          </p:cNvGraphicFramePr>
          <p:nvPr/>
        </p:nvGraphicFramePr>
        <p:xfrm>
          <a:off x="1295400" y="5791200"/>
          <a:ext cx="7253288" cy="660400"/>
        </p:xfrm>
        <a:graphic>
          <a:graphicData uri="http://schemas.openxmlformats.org/presentationml/2006/ole">
            <p:oleObj spid="_x0000_s254979" name="Equation" r:id="rId6" imgW="7251480" imgH="660240" progId="Equation.3">
              <p:embed/>
            </p:oleObj>
          </a:graphicData>
        </a:graphic>
      </p:graphicFrame>
      <p:graphicFrame>
        <p:nvGraphicFramePr>
          <p:cNvPr id="254980" name="Object 4"/>
          <p:cNvGraphicFramePr>
            <a:graphicFrameLocks noChangeAspect="1"/>
          </p:cNvGraphicFramePr>
          <p:nvPr/>
        </p:nvGraphicFramePr>
        <p:xfrm>
          <a:off x="5105400" y="3810000"/>
          <a:ext cx="304800" cy="177800"/>
        </p:xfrm>
        <a:graphic>
          <a:graphicData uri="http://schemas.openxmlformats.org/presentationml/2006/ole">
            <p:oleObj spid="_x0000_s254980" name="Equation" r:id="rId7" imgW="304560" imgH="177480" progId="Equation.3">
              <p:embed/>
            </p:oleObj>
          </a:graphicData>
        </a:graphic>
      </p:graphicFrame>
      <p:sp>
        <p:nvSpPr>
          <p:cNvPr id="114701" name="AutoShape 13"/>
          <p:cNvSpPr>
            <a:spLocks/>
          </p:cNvSpPr>
          <p:nvPr/>
        </p:nvSpPr>
        <p:spPr bwMode="auto">
          <a:xfrm>
            <a:off x="4343400" y="2743200"/>
            <a:ext cx="304800" cy="2209800"/>
          </a:xfrm>
          <a:prstGeom prst="rightBrace">
            <a:avLst>
              <a:gd name="adj1" fmla="val 60417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9D5FBAD-A4E2-4783-917B-BB1FEB1E3D7D}" type="slidenum">
              <a:rPr lang="en-US"/>
              <a:pPr/>
              <a:t>97</a:t>
            </a:fld>
            <a:endParaRPr lang="en-US"/>
          </a:p>
        </p:txBody>
      </p:sp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Exampe</a:t>
            </a:r>
          </a:p>
        </p:txBody>
      </p:sp>
      <p:sp>
        <p:nvSpPr>
          <p:cNvPr id="115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115716" name="Oval 4"/>
          <p:cNvSpPr>
            <a:spLocks noChangeArrowheads="1"/>
          </p:cNvSpPr>
          <p:nvPr/>
        </p:nvSpPr>
        <p:spPr bwMode="auto">
          <a:xfrm>
            <a:off x="1905000" y="1524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17" name="Oval 5"/>
          <p:cNvSpPr>
            <a:spLocks noChangeArrowheads="1"/>
          </p:cNvSpPr>
          <p:nvPr/>
        </p:nvSpPr>
        <p:spPr bwMode="auto">
          <a:xfrm>
            <a:off x="3962400" y="1524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18" name="Oval 6"/>
          <p:cNvSpPr>
            <a:spLocks noChangeArrowheads="1"/>
          </p:cNvSpPr>
          <p:nvPr/>
        </p:nvSpPr>
        <p:spPr bwMode="auto">
          <a:xfrm>
            <a:off x="6019800" y="1524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19" name="Line 7"/>
          <p:cNvSpPr>
            <a:spLocks noChangeShapeType="1"/>
          </p:cNvSpPr>
          <p:nvPr/>
        </p:nvSpPr>
        <p:spPr bwMode="auto">
          <a:xfrm>
            <a:off x="2514600" y="18288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20" name="Line 8"/>
          <p:cNvSpPr>
            <a:spLocks noChangeShapeType="1"/>
          </p:cNvSpPr>
          <p:nvPr/>
        </p:nvSpPr>
        <p:spPr bwMode="auto">
          <a:xfrm>
            <a:off x="4648200" y="18288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21" name="Oval 9"/>
          <p:cNvSpPr>
            <a:spLocks noChangeArrowheads="1"/>
          </p:cNvSpPr>
          <p:nvPr/>
        </p:nvSpPr>
        <p:spPr bwMode="auto">
          <a:xfrm>
            <a:off x="3886200" y="14478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22" name="Freeform 10"/>
          <p:cNvSpPr>
            <a:spLocks/>
          </p:cNvSpPr>
          <p:nvPr/>
        </p:nvSpPr>
        <p:spPr bwMode="auto">
          <a:xfrm>
            <a:off x="3848100" y="889000"/>
            <a:ext cx="762000" cy="635000"/>
          </a:xfrm>
          <a:custGeom>
            <a:avLst/>
            <a:gdLst/>
            <a:ahLst/>
            <a:cxnLst>
              <a:cxn ang="0">
                <a:pos x="120" y="400"/>
              </a:cxn>
              <a:cxn ang="0">
                <a:pos x="24" y="112"/>
              </a:cxn>
              <a:cxn ang="0">
                <a:pos x="264" y="16"/>
              </a:cxn>
              <a:cxn ang="0">
                <a:pos x="456" y="64"/>
              </a:cxn>
              <a:cxn ang="0">
                <a:pos x="408" y="400"/>
              </a:cxn>
            </a:cxnLst>
            <a:rect l="0" t="0" r="r" b="b"/>
            <a:pathLst>
              <a:path w="480" h="400">
                <a:moveTo>
                  <a:pt x="120" y="400"/>
                </a:moveTo>
                <a:cubicBezTo>
                  <a:pt x="60" y="288"/>
                  <a:pt x="0" y="176"/>
                  <a:pt x="24" y="112"/>
                </a:cubicBezTo>
                <a:cubicBezTo>
                  <a:pt x="48" y="48"/>
                  <a:pt x="192" y="24"/>
                  <a:pt x="264" y="16"/>
                </a:cubicBezTo>
                <a:cubicBezTo>
                  <a:pt x="336" y="8"/>
                  <a:pt x="432" y="0"/>
                  <a:pt x="456" y="64"/>
                </a:cubicBezTo>
                <a:cubicBezTo>
                  <a:pt x="480" y="128"/>
                  <a:pt x="444" y="264"/>
                  <a:pt x="408" y="40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23" name="Freeform 11"/>
          <p:cNvSpPr>
            <a:spLocks/>
          </p:cNvSpPr>
          <p:nvPr/>
        </p:nvSpPr>
        <p:spPr bwMode="auto">
          <a:xfrm>
            <a:off x="2209800" y="2057400"/>
            <a:ext cx="3898900" cy="596900"/>
          </a:xfrm>
          <a:custGeom>
            <a:avLst/>
            <a:gdLst/>
            <a:ahLst/>
            <a:cxnLst>
              <a:cxn ang="0">
                <a:pos x="2448" y="0"/>
              </a:cxn>
              <a:cxn ang="0">
                <a:pos x="2112" y="288"/>
              </a:cxn>
              <a:cxn ang="0">
                <a:pos x="384" y="336"/>
              </a:cxn>
              <a:cxn ang="0">
                <a:pos x="0" y="48"/>
              </a:cxn>
            </a:cxnLst>
            <a:rect l="0" t="0" r="r" b="b"/>
            <a:pathLst>
              <a:path w="2456" h="376">
                <a:moveTo>
                  <a:pt x="2448" y="0"/>
                </a:moveTo>
                <a:cubicBezTo>
                  <a:pt x="2452" y="116"/>
                  <a:pt x="2456" y="232"/>
                  <a:pt x="2112" y="288"/>
                </a:cubicBezTo>
                <a:cubicBezTo>
                  <a:pt x="1768" y="344"/>
                  <a:pt x="736" y="376"/>
                  <a:pt x="384" y="336"/>
                </a:cubicBezTo>
                <a:cubicBezTo>
                  <a:pt x="32" y="296"/>
                  <a:pt x="16" y="172"/>
                  <a:pt x="0" y="4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24" name="Line 12"/>
          <p:cNvSpPr>
            <a:spLocks noChangeShapeType="1"/>
          </p:cNvSpPr>
          <p:nvPr/>
        </p:nvSpPr>
        <p:spPr bwMode="auto">
          <a:xfrm>
            <a:off x="1371600" y="18288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56000" name="Object 0"/>
          <p:cNvGraphicFramePr>
            <a:graphicFrameLocks noChangeAspect="1"/>
          </p:cNvGraphicFramePr>
          <p:nvPr/>
        </p:nvGraphicFramePr>
        <p:xfrm>
          <a:off x="3048000" y="1524000"/>
          <a:ext cx="265113" cy="279400"/>
        </p:xfrm>
        <a:graphic>
          <a:graphicData uri="http://schemas.openxmlformats.org/presentationml/2006/ole">
            <p:oleObj spid="_x0000_s256000" name="Equation" r:id="rId3" imgW="266400" imgH="279360" progId="Equation.3">
              <p:embed/>
            </p:oleObj>
          </a:graphicData>
        </a:graphic>
      </p:graphicFrame>
      <p:graphicFrame>
        <p:nvGraphicFramePr>
          <p:cNvPr id="256001" name="Object 1"/>
          <p:cNvGraphicFramePr>
            <a:graphicFrameLocks noChangeAspect="1"/>
          </p:cNvGraphicFramePr>
          <p:nvPr/>
        </p:nvGraphicFramePr>
        <p:xfrm>
          <a:off x="4800600" y="2209800"/>
          <a:ext cx="252413" cy="392113"/>
        </p:xfrm>
        <a:graphic>
          <a:graphicData uri="http://schemas.openxmlformats.org/presentationml/2006/ole">
            <p:oleObj spid="_x0000_s256001" name="Equation" r:id="rId4" imgW="253800" imgH="393480" progId="Equation.3">
              <p:embed/>
            </p:oleObj>
          </a:graphicData>
        </a:graphic>
      </p:graphicFrame>
      <p:graphicFrame>
        <p:nvGraphicFramePr>
          <p:cNvPr id="256002" name="Object 2"/>
          <p:cNvGraphicFramePr>
            <a:graphicFrameLocks noChangeAspect="1"/>
          </p:cNvGraphicFramePr>
          <p:nvPr/>
        </p:nvGraphicFramePr>
        <p:xfrm>
          <a:off x="4648200" y="838200"/>
          <a:ext cx="265113" cy="279400"/>
        </p:xfrm>
        <a:graphic>
          <a:graphicData uri="http://schemas.openxmlformats.org/presentationml/2006/ole">
            <p:oleObj spid="_x0000_s256002" name="Equation" r:id="rId5" imgW="266400" imgH="279360" progId="Equation.3">
              <p:embed/>
            </p:oleObj>
          </a:graphicData>
        </a:graphic>
      </p:graphicFrame>
      <p:graphicFrame>
        <p:nvGraphicFramePr>
          <p:cNvPr id="256003" name="Object 3"/>
          <p:cNvGraphicFramePr>
            <a:graphicFrameLocks noChangeAspect="1"/>
          </p:cNvGraphicFramePr>
          <p:nvPr/>
        </p:nvGraphicFramePr>
        <p:xfrm>
          <a:off x="5181600" y="1447800"/>
          <a:ext cx="303213" cy="381000"/>
        </p:xfrm>
        <a:graphic>
          <a:graphicData uri="http://schemas.openxmlformats.org/presentationml/2006/ole">
            <p:oleObj spid="_x0000_s256003" name="Equation" r:id="rId6" imgW="304560" imgH="380880" progId="Equation.3">
              <p:embed/>
            </p:oleObj>
          </a:graphicData>
        </a:graphic>
      </p:graphicFrame>
      <p:graphicFrame>
        <p:nvGraphicFramePr>
          <p:cNvPr id="256004" name="Object 4"/>
          <p:cNvGraphicFramePr>
            <a:graphicFrameLocks noChangeAspect="1"/>
          </p:cNvGraphicFramePr>
          <p:nvPr/>
        </p:nvGraphicFramePr>
        <p:xfrm>
          <a:off x="1981200" y="1524000"/>
          <a:ext cx="430213" cy="531813"/>
        </p:xfrm>
        <a:graphic>
          <a:graphicData uri="http://schemas.openxmlformats.org/presentationml/2006/ole">
            <p:oleObj spid="_x0000_s256004" name="Equation" r:id="rId7" imgW="431640" imgH="533160" progId="Equation.3">
              <p:embed/>
            </p:oleObj>
          </a:graphicData>
        </a:graphic>
      </p:graphicFrame>
      <p:graphicFrame>
        <p:nvGraphicFramePr>
          <p:cNvPr id="256005" name="Object 5"/>
          <p:cNvGraphicFramePr>
            <a:graphicFrameLocks noChangeAspect="1"/>
          </p:cNvGraphicFramePr>
          <p:nvPr/>
        </p:nvGraphicFramePr>
        <p:xfrm>
          <a:off x="4068763" y="1528763"/>
          <a:ext cx="368300" cy="520700"/>
        </p:xfrm>
        <a:graphic>
          <a:graphicData uri="http://schemas.openxmlformats.org/presentationml/2006/ole">
            <p:oleObj spid="_x0000_s256005" name="Equation" r:id="rId8" imgW="368280" imgH="520560" progId="Equation.3">
              <p:embed/>
            </p:oleObj>
          </a:graphicData>
        </a:graphic>
      </p:graphicFrame>
      <p:graphicFrame>
        <p:nvGraphicFramePr>
          <p:cNvPr id="256006" name="Object 6"/>
          <p:cNvGraphicFramePr>
            <a:graphicFrameLocks noChangeAspect="1"/>
          </p:cNvGraphicFramePr>
          <p:nvPr/>
        </p:nvGraphicFramePr>
        <p:xfrm>
          <a:off x="6089650" y="1528763"/>
          <a:ext cx="442913" cy="520700"/>
        </p:xfrm>
        <a:graphic>
          <a:graphicData uri="http://schemas.openxmlformats.org/presentationml/2006/ole">
            <p:oleObj spid="_x0000_s256006" name="Equation" r:id="rId9" imgW="444240" imgH="520560" progId="Equation.3">
              <p:embed/>
            </p:oleObj>
          </a:graphicData>
        </a:graphic>
      </p:graphicFrame>
      <p:sp>
        <p:nvSpPr>
          <p:cNvPr id="115732" name="Text Box 20"/>
          <p:cNvSpPr txBox="1">
            <a:spLocks noChangeArrowheads="1"/>
          </p:cNvSpPr>
          <p:nvPr/>
        </p:nvSpPr>
        <p:spPr bwMode="auto">
          <a:xfrm>
            <a:off x="212725" y="863600"/>
            <a:ext cx="10572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NFA</a:t>
            </a:r>
            <a:endParaRPr lang="en-US"/>
          </a:p>
        </p:txBody>
      </p:sp>
      <p:sp>
        <p:nvSpPr>
          <p:cNvPr id="115733" name="Oval 21"/>
          <p:cNvSpPr>
            <a:spLocks noChangeArrowheads="1"/>
          </p:cNvSpPr>
          <p:nvPr/>
        </p:nvSpPr>
        <p:spPr bwMode="auto">
          <a:xfrm>
            <a:off x="1828800" y="4419600"/>
            <a:ext cx="10668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56007" name="Object 7"/>
          <p:cNvGraphicFramePr>
            <a:graphicFrameLocks noChangeAspect="1"/>
          </p:cNvGraphicFramePr>
          <p:nvPr/>
        </p:nvGraphicFramePr>
        <p:xfrm>
          <a:off x="1981200" y="4648200"/>
          <a:ext cx="773113" cy="531813"/>
        </p:xfrm>
        <a:graphic>
          <a:graphicData uri="http://schemas.openxmlformats.org/presentationml/2006/ole">
            <p:oleObj spid="_x0000_s256007" name="Equation" r:id="rId10" imgW="774360" imgH="533160" progId="Equation.3">
              <p:embed/>
            </p:oleObj>
          </a:graphicData>
        </a:graphic>
      </p:graphicFrame>
      <p:sp>
        <p:nvSpPr>
          <p:cNvPr id="115735" name="Line 23"/>
          <p:cNvSpPr>
            <a:spLocks noChangeShapeType="1"/>
          </p:cNvSpPr>
          <p:nvPr/>
        </p:nvSpPr>
        <p:spPr bwMode="auto">
          <a:xfrm>
            <a:off x="1295400" y="4953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36" name="Oval 24"/>
          <p:cNvSpPr>
            <a:spLocks noChangeArrowheads="1"/>
          </p:cNvSpPr>
          <p:nvPr/>
        </p:nvSpPr>
        <p:spPr bwMode="auto">
          <a:xfrm>
            <a:off x="4800600" y="4267200"/>
            <a:ext cx="1447800" cy="1371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5737" name="Line 25"/>
          <p:cNvSpPr>
            <a:spLocks noChangeShapeType="1"/>
          </p:cNvSpPr>
          <p:nvPr/>
        </p:nvSpPr>
        <p:spPr bwMode="auto">
          <a:xfrm>
            <a:off x="2895600" y="49530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56008" name="Object 8"/>
          <p:cNvGraphicFramePr>
            <a:graphicFrameLocks noChangeAspect="1"/>
          </p:cNvGraphicFramePr>
          <p:nvPr/>
        </p:nvGraphicFramePr>
        <p:xfrm>
          <a:off x="4876800" y="4724400"/>
          <a:ext cx="1320800" cy="520700"/>
        </p:xfrm>
        <a:graphic>
          <a:graphicData uri="http://schemas.openxmlformats.org/presentationml/2006/ole">
            <p:oleObj spid="_x0000_s256008" name="Equation" r:id="rId11" imgW="1320480" imgH="520560" progId="Equation.3">
              <p:embed/>
            </p:oleObj>
          </a:graphicData>
        </a:graphic>
      </p:graphicFrame>
      <p:graphicFrame>
        <p:nvGraphicFramePr>
          <p:cNvPr id="256009" name="Object 9"/>
          <p:cNvGraphicFramePr>
            <a:graphicFrameLocks noChangeAspect="1"/>
          </p:cNvGraphicFramePr>
          <p:nvPr/>
        </p:nvGraphicFramePr>
        <p:xfrm>
          <a:off x="3657600" y="4572000"/>
          <a:ext cx="265113" cy="279400"/>
        </p:xfrm>
        <a:graphic>
          <a:graphicData uri="http://schemas.openxmlformats.org/presentationml/2006/ole">
            <p:oleObj spid="_x0000_s256009" name="Equation" r:id="rId12" imgW="266400" imgH="279360" progId="Equation.3">
              <p:embed/>
            </p:oleObj>
          </a:graphicData>
        </a:graphic>
      </p:graphicFrame>
      <p:sp>
        <p:nvSpPr>
          <p:cNvPr id="115744" name="Text Box 32"/>
          <p:cNvSpPr txBox="1">
            <a:spLocks noChangeArrowheads="1"/>
          </p:cNvSpPr>
          <p:nvPr/>
        </p:nvSpPr>
        <p:spPr bwMode="auto">
          <a:xfrm>
            <a:off x="228600" y="3657600"/>
            <a:ext cx="10207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DFA</a:t>
            </a:r>
            <a:endParaRPr lang="en-US"/>
          </a:p>
        </p:txBody>
      </p:sp>
      <p:graphicFrame>
        <p:nvGraphicFramePr>
          <p:cNvPr id="256010" name="Object 10"/>
          <p:cNvGraphicFramePr>
            <a:graphicFrameLocks noChangeAspect="1"/>
          </p:cNvGraphicFramePr>
          <p:nvPr/>
        </p:nvGraphicFramePr>
        <p:xfrm>
          <a:off x="2286000" y="2743200"/>
          <a:ext cx="3556000" cy="531813"/>
        </p:xfrm>
        <a:graphic>
          <a:graphicData uri="http://schemas.openxmlformats.org/presentationml/2006/ole">
            <p:oleObj spid="_x0000_s256010" name="Equation" r:id="rId13" imgW="3555720" imgH="533160" progId="Equation.3">
              <p:embed/>
            </p:oleObj>
          </a:graphicData>
        </a:graphic>
      </p:graphicFrame>
      <p:graphicFrame>
        <p:nvGraphicFramePr>
          <p:cNvPr id="256011" name="Object 11"/>
          <p:cNvGraphicFramePr>
            <a:graphicFrameLocks noChangeAspect="1"/>
          </p:cNvGraphicFramePr>
          <p:nvPr/>
        </p:nvGraphicFramePr>
        <p:xfrm>
          <a:off x="2133600" y="5867400"/>
          <a:ext cx="3479800" cy="531813"/>
        </p:xfrm>
        <a:graphic>
          <a:graphicData uri="http://schemas.openxmlformats.org/presentationml/2006/ole">
            <p:oleObj spid="_x0000_s256011" name="Equation" r:id="rId14" imgW="3479760" imgH="533160" progId="Equation.3">
              <p:embed/>
            </p:oleObj>
          </a:graphicData>
        </a:graphic>
      </p:graphicFrame>
      <p:graphicFrame>
        <p:nvGraphicFramePr>
          <p:cNvPr id="256012" name="Object 12"/>
          <p:cNvGraphicFramePr>
            <a:graphicFrameLocks noChangeAspect="1"/>
          </p:cNvGraphicFramePr>
          <p:nvPr/>
        </p:nvGraphicFramePr>
        <p:xfrm>
          <a:off x="1295400" y="914400"/>
          <a:ext cx="544513" cy="393700"/>
        </p:xfrm>
        <a:graphic>
          <a:graphicData uri="http://schemas.openxmlformats.org/presentationml/2006/ole">
            <p:oleObj spid="_x0000_s256012" name="Equation" r:id="rId15" imgW="545760" imgH="393480" progId="Equation.3">
              <p:embed/>
            </p:oleObj>
          </a:graphicData>
        </a:graphic>
      </p:graphicFrame>
      <p:graphicFrame>
        <p:nvGraphicFramePr>
          <p:cNvPr id="256013" name="Object 13"/>
          <p:cNvGraphicFramePr>
            <a:graphicFrameLocks noChangeAspect="1"/>
          </p:cNvGraphicFramePr>
          <p:nvPr/>
        </p:nvGraphicFramePr>
        <p:xfrm>
          <a:off x="1219200" y="3733800"/>
          <a:ext cx="646113" cy="430213"/>
        </p:xfrm>
        <a:graphic>
          <a:graphicData uri="http://schemas.openxmlformats.org/presentationml/2006/ole">
            <p:oleObj spid="_x0000_s256013" name="Equation" r:id="rId16" imgW="647640" imgH="431640" progId="Equation.3">
              <p:embed/>
            </p:oleObj>
          </a:graphicData>
        </a:graphic>
      </p:graphicFrame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93161C5-7EAD-48A6-A09E-F8C2D56695EA}" type="slidenum">
              <a:rPr lang="en-US"/>
              <a:pPr/>
              <a:t>98</a:t>
            </a:fld>
            <a:endParaRPr lang="en-US"/>
          </a:p>
        </p:txBody>
      </p:sp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Procedure NFA to DFA</a:t>
            </a:r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  <a:p>
            <a:endParaRPr lang="en-US"/>
          </a:p>
          <a:p>
            <a:r>
              <a:rPr lang="en-US"/>
              <a:t>Repeat Step </a:t>
            </a:r>
            <a:r>
              <a:rPr lang="en-US" sz="3600">
                <a:solidFill>
                  <a:srgbClr val="FF0000"/>
                </a:solidFill>
              </a:rPr>
              <a:t>2</a:t>
            </a:r>
            <a:r>
              <a:rPr lang="en-US"/>
              <a:t> for all letters in alphabet, </a:t>
            </a:r>
          </a:p>
          <a:p>
            <a:r>
              <a:rPr lang="en-US"/>
              <a:t>                         until</a:t>
            </a:r>
          </a:p>
          <a:p>
            <a:r>
              <a:rPr lang="en-US"/>
              <a:t>no more transitions can be added.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7EE661F-BC23-4D21-9645-81397B274CF6}" type="slidenum">
              <a:rPr lang="en-US"/>
              <a:pPr/>
              <a:t>99</a:t>
            </a:fld>
            <a:endParaRPr lang="en-US"/>
          </a:p>
        </p:txBody>
      </p:sp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117764" name="Oval 4"/>
          <p:cNvSpPr>
            <a:spLocks noChangeArrowheads="1"/>
          </p:cNvSpPr>
          <p:nvPr/>
        </p:nvSpPr>
        <p:spPr bwMode="auto">
          <a:xfrm>
            <a:off x="1905000" y="1524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7765" name="Oval 5"/>
          <p:cNvSpPr>
            <a:spLocks noChangeArrowheads="1"/>
          </p:cNvSpPr>
          <p:nvPr/>
        </p:nvSpPr>
        <p:spPr bwMode="auto">
          <a:xfrm>
            <a:off x="3962400" y="1524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7766" name="Oval 6"/>
          <p:cNvSpPr>
            <a:spLocks noChangeArrowheads="1"/>
          </p:cNvSpPr>
          <p:nvPr/>
        </p:nvSpPr>
        <p:spPr bwMode="auto">
          <a:xfrm>
            <a:off x="6019800" y="1524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7767" name="Line 7"/>
          <p:cNvSpPr>
            <a:spLocks noChangeShapeType="1"/>
          </p:cNvSpPr>
          <p:nvPr/>
        </p:nvSpPr>
        <p:spPr bwMode="auto">
          <a:xfrm>
            <a:off x="2514600" y="18288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7768" name="Line 8"/>
          <p:cNvSpPr>
            <a:spLocks noChangeShapeType="1"/>
          </p:cNvSpPr>
          <p:nvPr/>
        </p:nvSpPr>
        <p:spPr bwMode="auto">
          <a:xfrm>
            <a:off x="4648200" y="18288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7769" name="Oval 9"/>
          <p:cNvSpPr>
            <a:spLocks noChangeArrowheads="1"/>
          </p:cNvSpPr>
          <p:nvPr/>
        </p:nvSpPr>
        <p:spPr bwMode="auto">
          <a:xfrm>
            <a:off x="3886200" y="14478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7770" name="Freeform 10"/>
          <p:cNvSpPr>
            <a:spLocks/>
          </p:cNvSpPr>
          <p:nvPr/>
        </p:nvSpPr>
        <p:spPr bwMode="auto">
          <a:xfrm>
            <a:off x="3848100" y="889000"/>
            <a:ext cx="762000" cy="635000"/>
          </a:xfrm>
          <a:custGeom>
            <a:avLst/>
            <a:gdLst/>
            <a:ahLst/>
            <a:cxnLst>
              <a:cxn ang="0">
                <a:pos x="120" y="400"/>
              </a:cxn>
              <a:cxn ang="0">
                <a:pos x="24" y="112"/>
              </a:cxn>
              <a:cxn ang="0">
                <a:pos x="264" y="16"/>
              </a:cxn>
              <a:cxn ang="0">
                <a:pos x="456" y="64"/>
              </a:cxn>
              <a:cxn ang="0">
                <a:pos x="408" y="400"/>
              </a:cxn>
            </a:cxnLst>
            <a:rect l="0" t="0" r="r" b="b"/>
            <a:pathLst>
              <a:path w="480" h="400">
                <a:moveTo>
                  <a:pt x="120" y="400"/>
                </a:moveTo>
                <a:cubicBezTo>
                  <a:pt x="60" y="288"/>
                  <a:pt x="0" y="176"/>
                  <a:pt x="24" y="112"/>
                </a:cubicBezTo>
                <a:cubicBezTo>
                  <a:pt x="48" y="48"/>
                  <a:pt x="192" y="24"/>
                  <a:pt x="264" y="16"/>
                </a:cubicBezTo>
                <a:cubicBezTo>
                  <a:pt x="336" y="8"/>
                  <a:pt x="432" y="0"/>
                  <a:pt x="456" y="64"/>
                </a:cubicBezTo>
                <a:cubicBezTo>
                  <a:pt x="480" y="128"/>
                  <a:pt x="444" y="264"/>
                  <a:pt x="408" y="40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7771" name="Freeform 11"/>
          <p:cNvSpPr>
            <a:spLocks/>
          </p:cNvSpPr>
          <p:nvPr/>
        </p:nvSpPr>
        <p:spPr bwMode="auto">
          <a:xfrm>
            <a:off x="2209800" y="2057400"/>
            <a:ext cx="3898900" cy="596900"/>
          </a:xfrm>
          <a:custGeom>
            <a:avLst/>
            <a:gdLst/>
            <a:ahLst/>
            <a:cxnLst>
              <a:cxn ang="0">
                <a:pos x="2448" y="0"/>
              </a:cxn>
              <a:cxn ang="0">
                <a:pos x="2112" y="288"/>
              </a:cxn>
              <a:cxn ang="0">
                <a:pos x="384" y="336"/>
              </a:cxn>
              <a:cxn ang="0">
                <a:pos x="0" y="48"/>
              </a:cxn>
            </a:cxnLst>
            <a:rect l="0" t="0" r="r" b="b"/>
            <a:pathLst>
              <a:path w="2456" h="376">
                <a:moveTo>
                  <a:pt x="2448" y="0"/>
                </a:moveTo>
                <a:cubicBezTo>
                  <a:pt x="2452" y="116"/>
                  <a:pt x="2456" y="232"/>
                  <a:pt x="2112" y="288"/>
                </a:cubicBezTo>
                <a:cubicBezTo>
                  <a:pt x="1768" y="344"/>
                  <a:pt x="736" y="376"/>
                  <a:pt x="384" y="336"/>
                </a:cubicBezTo>
                <a:cubicBezTo>
                  <a:pt x="32" y="296"/>
                  <a:pt x="16" y="172"/>
                  <a:pt x="0" y="4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7772" name="Line 12"/>
          <p:cNvSpPr>
            <a:spLocks noChangeShapeType="1"/>
          </p:cNvSpPr>
          <p:nvPr/>
        </p:nvSpPr>
        <p:spPr bwMode="auto">
          <a:xfrm>
            <a:off x="1371600" y="18288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57024" name="Object 0"/>
          <p:cNvGraphicFramePr>
            <a:graphicFrameLocks noChangeAspect="1"/>
          </p:cNvGraphicFramePr>
          <p:nvPr/>
        </p:nvGraphicFramePr>
        <p:xfrm>
          <a:off x="3048000" y="1524000"/>
          <a:ext cx="265113" cy="279400"/>
        </p:xfrm>
        <a:graphic>
          <a:graphicData uri="http://schemas.openxmlformats.org/presentationml/2006/ole">
            <p:oleObj spid="_x0000_s257024" name="Equation" r:id="rId3" imgW="266400" imgH="279360" progId="Equation.3">
              <p:embed/>
            </p:oleObj>
          </a:graphicData>
        </a:graphic>
      </p:graphicFrame>
      <p:graphicFrame>
        <p:nvGraphicFramePr>
          <p:cNvPr id="257025" name="Object 1"/>
          <p:cNvGraphicFramePr>
            <a:graphicFrameLocks noChangeAspect="1"/>
          </p:cNvGraphicFramePr>
          <p:nvPr/>
        </p:nvGraphicFramePr>
        <p:xfrm>
          <a:off x="4800600" y="2209800"/>
          <a:ext cx="252413" cy="392113"/>
        </p:xfrm>
        <a:graphic>
          <a:graphicData uri="http://schemas.openxmlformats.org/presentationml/2006/ole">
            <p:oleObj spid="_x0000_s257025" name="Equation" r:id="rId4" imgW="253800" imgH="393480" progId="Equation.3">
              <p:embed/>
            </p:oleObj>
          </a:graphicData>
        </a:graphic>
      </p:graphicFrame>
      <p:graphicFrame>
        <p:nvGraphicFramePr>
          <p:cNvPr id="257026" name="Object 2"/>
          <p:cNvGraphicFramePr>
            <a:graphicFrameLocks noChangeAspect="1"/>
          </p:cNvGraphicFramePr>
          <p:nvPr/>
        </p:nvGraphicFramePr>
        <p:xfrm>
          <a:off x="4648200" y="838200"/>
          <a:ext cx="265113" cy="279400"/>
        </p:xfrm>
        <a:graphic>
          <a:graphicData uri="http://schemas.openxmlformats.org/presentationml/2006/ole">
            <p:oleObj spid="_x0000_s257026" name="Equation" r:id="rId5" imgW="266400" imgH="279360" progId="Equation.3">
              <p:embed/>
            </p:oleObj>
          </a:graphicData>
        </a:graphic>
      </p:graphicFrame>
      <p:graphicFrame>
        <p:nvGraphicFramePr>
          <p:cNvPr id="257027" name="Object 3"/>
          <p:cNvGraphicFramePr>
            <a:graphicFrameLocks noChangeAspect="1"/>
          </p:cNvGraphicFramePr>
          <p:nvPr/>
        </p:nvGraphicFramePr>
        <p:xfrm>
          <a:off x="5181600" y="1447800"/>
          <a:ext cx="303213" cy="381000"/>
        </p:xfrm>
        <a:graphic>
          <a:graphicData uri="http://schemas.openxmlformats.org/presentationml/2006/ole">
            <p:oleObj spid="_x0000_s257027" name="Equation" r:id="rId6" imgW="304560" imgH="380880" progId="Equation.3">
              <p:embed/>
            </p:oleObj>
          </a:graphicData>
        </a:graphic>
      </p:graphicFrame>
      <p:graphicFrame>
        <p:nvGraphicFramePr>
          <p:cNvPr id="257028" name="Object 4"/>
          <p:cNvGraphicFramePr>
            <a:graphicFrameLocks noChangeAspect="1"/>
          </p:cNvGraphicFramePr>
          <p:nvPr/>
        </p:nvGraphicFramePr>
        <p:xfrm>
          <a:off x="1981200" y="1524000"/>
          <a:ext cx="430213" cy="531813"/>
        </p:xfrm>
        <a:graphic>
          <a:graphicData uri="http://schemas.openxmlformats.org/presentationml/2006/ole">
            <p:oleObj spid="_x0000_s257028" name="Equation" r:id="rId7" imgW="431640" imgH="533160" progId="Equation.3">
              <p:embed/>
            </p:oleObj>
          </a:graphicData>
        </a:graphic>
      </p:graphicFrame>
      <p:graphicFrame>
        <p:nvGraphicFramePr>
          <p:cNvPr id="257029" name="Object 5"/>
          <p:cNvGraphicFramePr>
            <a:graphicFrameLocks noChangeAspect="1"/>
          </p:cNvGraphicFramePr>
          <p:nvPr/>
        </p:nvGraphicFramePr>
        <p:xfrm>
          <a:off x="4068763" y="1528763"/>
          <a:ext cx="368300" cy="520700"/>
        </p:xfrm>
        <a:graphic>
          <a:graphicData uri="http://schemas.openxmlformats.org/presentationml/2006/ole">
            <p:oleObj spid="_x0000_s257029" name="Equation" r:id="rId8" imgW="368280" imgH="520560" progId="Equation.3">
              <p:embed/>
            </p:oleObj>
          </a:graphicData>
        </a:graphic>
      </p:graphicFrame>
      <p:graphicFrame>
        <p:nvGraphicFramePr>
          <p:cNvPr id="257030" name="Object 6"/>
          <p:cNvGraphicFramePr>
            <a:graphicFrameLocks noChangeAspect="1"/>
          </p:cNvGraphicFramePr>
          <p:nvPr/>
        </p:nvGraphicFramePr>
        <p:xfrm>
          <a:off x="6089650" y="1528763"/>
          <a:ext cx="442913" cy="520700"/>
        </p:xfrm>
        <a:graphic>
          <a:graphicData uri="http://schemas.openxmlformats.org/presentationml/2006/ole">
            <p:oleObj spid="_x0000_s257030" name="Equation" r:id="rId9" imgW="444240" imgH="520560" progId="Equation.3">
              <p:embed/>
            </p:oleObj>
          </a:graphicData>
        </a:graphic>
      </p:graphicFrame>
      <p:sp>
        <p:nvSpPr>
          <p:cNvPr id="117780" name="Text Box 20"/>
          <p:cNvSpPr txBox="1">
            <a:spLocks noChangeArrowheads="1"/>
          </p:cNvSpPr>
          <p:nvPr/>
        </p:nvSpPr>
        <p:spPr bwMode="auto">
          <a:xfrm>
            <a:off x="212725" y="863600"/>
            <a:ext cx="10572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NFA</a:t>
            </a:r>
            <a:endParaRPr lang="en-US"/>
          </a:p>
        </p:txBody>
      </p:sp>
      <p:sp>
        <p:nvSpPr>
          <p:cNvPr id="117781" name="Text Box 21"/>
          <p:cNvSpPr txBox="1">
            <a:spLocks noChangeArrowheads="1"/>
          </p:cNvSpPr>
          <p:nvPr/>
        </p:nvSpPr>
        <p:spPr bwMode="auto">
          <a:xfrm>
            <a:off x="152400" y="3505200"/>
            <a:ext cx="10207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DFA</a:t>
            </a:r>
            <a:endParaRPr lang="en-US"/>
          </a:p>
        </p:txBody>
      </p:sp>
      <p:sp>
        <p:nvSpPr>
          <p:cNvPr id="117782" name="Oval 22"/>
          <p:cNvSpPr>
            <a:spLocks noChangeArrowheads="1"/>
          </p:cNvSpPr>
          <p:nvPr/>
        </p:nvSpPr>
        <p:spPr bwMode="auto">
          <a:xfrm>
            <a:off x="1828800" y="4114800"/>
            <a:ext cx="10668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57031" name="Object 7"/>
          <p:cNvGraphicFramePr>
            <a:graphicFrameLocks noChangeAspect="1"/>
          </p:cNvGraphicFramePr>
          <p:nvPr/>
        </p:nvGraphicFramePr>
        <p:xfrm>
          <a:off x="1981200" y="4343400"/>
          <a:ext cx="773113" cy="531813"/>
        </p:xfrm>
        <a:graphic>
          <a:graphicData uri="http://schemas.openxmlformats.org/presentationml/2006/ole">
            <p:oleObj spid="_x0000_s257031" name="Equation" r:id="rId10" imgW="774360" imgH="533160" progId="Equation.3">
              <p:embed/>
            </p:oleObj>
          </a:graphicData>
        </a:graphic>
      </p:graphicFrame>
      <p:sp>
        <p:nvSpPr>
          <p:cNvPr id="117784" name="Line 24"/>
          <p:cNvSpPr>
            <a:spLocks noChangeShapeType="1"/>
          </p:cNvSpPr>
          <p:nvPr/>
        </p:nvSpPr>
        <p:spPr bwMode="auto">
          <a:xfrm>
            <a:off x="1295400" y="4648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7785" name="Oval 25"/>
          <p:cNvSpPr>
            <a:spLocks noChangeArrowheads="1"/>
          </p:cNvSpPr>
          <p:nvPr/>
        </p:nvSpPr>
        <p:spPr bwMode="auto">
          <a:xfrm>
            <a:off x="4800600" y="3962400"/>
            <a:ext cx="1447800" cy="1371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7786" name="Line 26"/>
          <p:cNvSpPr>
            <a:spLocks noChangeShapeType="1"/>
          </p:cNvSpPr>
          <p:nvPr/>
        </p:nvSpPr>
        <p:spPr bwMode="auto">
          <a:xfrm>
            <a:off x="2895600" y="46482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57032" name="Object 8"/>
          <p:cNvGraphicFramePr>
            <a:graphicFrameLocks noChangeAspect="1"/>
          </p:cNvGraphicFramePr>
          <p:nvPr/>
        </p:nvGraphicFramePr>
        <p:xfrm>
          <a:off x="4876800" y="4419600"/>
          <a:ext cx="1320800" cy="520700"/>
        </p:xfrm>
        <a:graphic>
          <a:graphicData uri="http://schemas.openxmlformats.org/presentationml/2006/ole">
            <p:oleObj spid="_x0000_s257032" name="Equation" r:id="rId11" imgW="1320480" imgH="520560" progId="Equation.3">
              <p:embed/>
            </p:oleObj>
          </a:graphicData>
        </a:graphic>
      </p:graphicFrame>
      <p:graphicFrame>
        <p:nvGraphicFramePr>
          <p:cNvPr id="257033" name="Object 9"/>
          <p:cNvGraphicFramePr>
            <a:graphicFrameLocks noChangeAspect="1"/>
          </p:cNvGraphicFramePr>
          <p:nvPr/>
        </p:nvGraphicFramePr>
        <p:xfrm>
          <a:off x="3657600" y="4267200"/>
          <a:ext cx="265113" cy="279400"/>
        </p:xfrm>
        <a:graphic>
          <a:graphicData uri="http://schemas.openxmlformats.org/presentationml/2006/ole">
            <p:oleObj spid="_x0000_s257033" name="Equation" r:id="rId12" imgW="266400" imgH="279360" progId="Equation.3">
              <p:embed/>
            </p:oleObj>
          </a:graphicData>
        </a:graphic>
      </p:graphicFrame>
      <p:sp>
        <p:nvSpPr>
          <p:cNvPr id="117789" name="Oval 29"/>
          <p:cNvSpPr>
            <a:spLocks noChangeArrowheads="1"/>
          </p:cNvSpPr>
          <p:nvPr/>
        </p:nvSpPr>
        <p:spPr bwMode="auto">
          <a:xfrm>
            <a:off x="3352800" y="5715000"/>
            <a:ext cx="10668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7790" name="Line 30"/>
          <p:cNvSpPr>
            <a:spLocks noChangeShapeType="1"/>
          </p:cNvSpPr>
          <p:nvPr/>
        </p:nvSpPr>
        <p:spPr bwMode="auto">
          <a:xfrm>
            <a:off x="2667000" y="5029200"/>
            <a:ext cx="838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57034" name="Object 10"/>
          <p:cNvGraphicFramePr>
            <a:graphicFrameLocks noChangeAspect="1"/>
          </p:cNvGraphicFramePr>
          <p:nvPr/>
        </p:nvGraphicFramePr>
        <p:xfrm>
          <a:off x="3657600" y="6019800"/>
          <a:ext cx="392113" cy="381000"/>
        </p:xfrm>
        <a:graphic>
          <a:graphicData uri="http://schemas.openxmlformats.org/presentationml/2006/ole">
            <p:oleObj spid="_x0000_s257034" name="Equation" r:id="rId13" imgW="393480" imgH="380880" progId="Equation.3">
              <p:embed/>
            </p:oleObj>
          </a:graphicData>
        </a:graphic>
      </p:graphicFrame>
      <p:graphicFrame>
        <p:nvGraphicFramePr>
          <p:cNvPr id="257035" name="Object 11"/>
          <p:cNvGraphicFramePr>
            <a:graphicFrameLocks noChangeAspect="1"/>
          </p:cNvGraphicFramePr>
          <p:nvPr/>
        </p:nvGraphicFramePr>
        <p:xfrm>
          <a:off x="3124200" y="5029200"/>
          <a:ext cx="252413" cy="392113"/>
        </p:xfrm>
        <a:graphic>
          <a:graphicData uri="http://schemas.openxmlformats.org/presentationml/2006/ole">
            <p:oleObj spid="_x0000_s257035" name="Equation" r:id="rId14" imgW="253800" imgH="393480" progId="Equation.3">
              <p:embed/>
            </p:oleObj>
          </a:graphicData>
        </a:graphic>
      </p:graphicFrame>
      <p:sp>
        <p:nvSpPr>
          <p:cNvPr id="117793" name="Freeform 33"/>
          <p:cNvSpPr>
            <a:spLocks/>
          </p:cNvSpPr>
          <p:nvPr/>
        </p:nvSpPr>
        <p:spPr bwMode="auto">
          <a:xfrm>
            <a:off x="6019800" y="3530600"/>
            <a:ext cx="1155700" cy="1041400"/>
          </a:xfrm>
          <a:custGeom>
            <a:avLst/>
            <a:gdLst/>
            <a:ahLst/>
            <a:cxnLst>
              <a:cxn ang="0">
                <a:pos x="0" y="416"/>
              </a:cxn>
              <a:cxn ang="0">
                <a:pos x="192" y="32"/>
              </a:cxn>
              <a:cxn ang="0">
                <a:pos x="672" y="224"/>
              </a:cxn>
              <a:cxn ang="0">
                <a:pos x="528" y="512"/>
              </a:cxn>
              <a:cxn ang="0">
                <a:pos x="144" y="656"/>
              </a:cxn>
            </a:cxnLst>
            <a:rect l="0" t="0" r="r" b="b"/>
            <a:pathLst>
              <a:path w="728" h="656">
                <a:moveTo>
                  <a:pt x="0" y="416"/>
                </a:moveTo>
                <a:cubicBezTo>
                  <a:pt x="40" y="240"/>
                  <a:pt x="80" y="64"/>
                  <a:pt x="192" y="32"/>
                </a:cubicBezTo>
                <a:cubicBezTo>
                  <a:pt x="304" y="0"/>
                  <a:pt x="616" y="144"/>
                  <a:pt x="672" y="224"/>
                </a:cubicBezTo>
                <a:cubicBezTo>
                  <a:pt x="728" y="304"/>
                  <a:pt x="616" y="440"/>
                  <a:pt x="528" y="512"/>
                </a:cubicBezTo>
                <a:cubicBezTo>
                  <a:pt x="440" y="584"/>
                  <a:pt x="292" y="620"/>
                  <a:pt x="144" y="65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57036" name="Object 12"/>
          <p:cNvGraphicFramePr>
            <a:graphicFrameLocks noChangeAspect="1"/>
          </p:cNvGraphicFramePr>
          <p:nvPr/>
        </p:nvGraphicFramePr>
        <p:xfrm>
          <a:off x="6858000" y="3352800"/>
          <a:ext cx="265113" cy="279400"/>
        </p:xfrm>
        <a:graphic>
          <a:graphicData uri="http://schemas.openxmlformats.org/presentationml/2006/ole">
            <p:oleObj spid="_x0000_s257036" name="Equation" r:id="rId15" imgW="266400" imgH="279360" progId="Equation.3">
              <p:embed/>
            </p:oleObj>
          </a:graphicData>
        </a:graphic>
      </p:graphicFrame>
      <p:sp>
        <p:nvSpPr>
          <p:cNvPr id="117795" name="Freeform 35"/>
          <p:cNvSpPr>
            <a:spLocks/>
          </p:cNvSpPr>
          <p:nvPr/>
        </p:nvSpPr>
        <p:spPr bwMode="auto">
          <a:xfrm>
            <a:off x="2819400" y="3873500"/>
            <a:ext cx="2133600" cy="393700"/>
          </a:xfrm>
          <a:custGeom>
            <a:avLst/>
            <a:gdLst/>
            <a:ahLst/>
            <a:cxnLst>
              <a:cxn ang="0">
                <a:pos x="1344" y="200"/>
              </a:cxn>
              <a:cxn ang="0">
                <a:pos x="720" y="8"/>
              </a:cxn>
              <a:cxn ang="0">
                <a:pos x="0" y="248"/>
              </a:cxn>
            </a:cxnLst>
            <a:rect l="0" t="0" r="r" b="b"/>
            <a:pathLst>
              <a:path w="1344" h="248">
                <a:moveTo>
                  <a:pt x="1344" y="200"/>
                </a:moveTo>
                <a:cubicBezTo>
                  <a:pt x="1144" y="100"/>
                  <a:pt x="944" y="0"/>
                  <a:pt x="720" y="8"/>
                </a:cubicBezTo>
                <a:cubicBezTo>
                  <a:pt x="496" y="16"/>
                  <a:pt x="248" y="132"/>
                  <a:pt x="0" y="24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57037" name="Object 13"/>
          <p:cNvGraphicFramePr>
            <a:graphicFrameLocks noChangeAspect="1"/>
          </p:cNvGraphicFramePr>
          <p:nvPr/>
        </p:nvGraphicFramePr>
        <p:xfrm>
          <a:off x="3886200" y="3429000"/>
          <a:ext cx="252413" cy="392113"/>
        </p:xfrm>
        <a:graphic>
          <a:graphicData uri="http://schemas.openxmlformats.org/presentationml/2006/ole">
            <p:oleObj spid="_x0000_s257037" name="Equation" r:id="rId16" imgW="253800" imgH="393480" progId="Equation.3">
              <p:embed/>
            </p:oleObj>
          </a:graphicData>
        </a:graphic>
      </p:graphicFrame>
      <p:sp>
        <p:nvSpPr>
          <p:cNvPr id="117797" name="Freeform 37"/>
          <p:cNvSpPr>
            <a:spLocks/>
          </p:cNvSpPr>
          <p:nvPr/>
        </p:nvSpPr>
        <p:spPr bwMode="auto">
          <a:xfrm>
            <a:off x="4343400" y="5689600"/>
            <a:ext cx="914400" cy="901700"/>
          </a:xfrm>
          <a:custGeom>
            <a:avLst/>
            <a:gdLst/>
            <a:ahLst/>
            <a:cxnLst>
              <a:cxn ang="0">
                <a:pos x="0" y="160"/>
              </a:cxn>
              <a:cxn ang="0">
                <a:pos x="384" y="16"/>
              </a:cxn>
              <a:cxn ang="0">
                <a:pos x="576" y="256"/>
              </a:cxn>
              <a:cxn ang="0">
                <a:pos x="384" y="544"/>
              </a:cxn>
              <a:cxn ang="0">
                <a:pos x="48" y="400"/>
              </a:cxn>
            </a:cxnLst>
            <a:rect l="0" t="0" r="r" b="b"/>
            <a:pathLst>
              <a:path w="576" h="568">
                <a:moveTo>
                  <a:pt x="0" y="160"/>
                </a:moveTo>
                <a:cubicBezTo>
                  <a:pt x="144" y="80"/>
                  <a:pt x="288" y="0"/>
                  <a:pt x="384" y="16"/>
                </a:cubicBezTo>
                <a:cubicBezTo>
                  <a:pt x="480" y="32"/>
                  <a:pt x="576" y="168"/>
                  <a:pt x="576" y="256"/>
                </a:cubicBezTo>
                <a:cubicBezTo>
                  <a:pt x="576" y="344"/>
                  <a:pt x="472" y="520"/>
                  <a:pt x="384" y="544"/>
                </a:cubicBezTo>
                <a:cubicBezTo>
                  <a:pt x="296" y="568"/>
                  <a:pt x="172" y="484"/>
                  <a:pt x="48" y="40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57038" name="Object 14"/>
          <p:cNvGraphicFramePr>
            <a:graphicFrameLocks noChangeAspect="1"/>
          </p:cNvGraphicFramePr>
          <p:nvPr/>
        </p:nvGraphicFramePr>
        <p:xfrm>
          <a:off x="5410200" y="5791200"/>
          <a:ext cx="647700" cy="469900"/>
        </p:xfrm>
        <a:graphic>
          <a:graphicData uri="http://schemas.openxmlformats.org/presentationml/2006/ole">
            <p:oleObj spid="_x0000_s257038" name="Equation" r:id="rId17" imgW="647640" imgH="469800" progId="Equation.3">
              <p:embed/>
            </p:oleObj>
          </a:graphicData>
        </a:graphic>
      </p:graphicFrame>
      <p:graphicFrame>
        <p:nvGraphicFramePr>
          <p:cNvPr id="257039" name="Object 15"/>
          <p:cNvGraphicFramePr>
            <a:graphicFrameLocks noChangeAspect="1"/>
          </p:cNvGraphicFramePr>
          <p:nvPr/>
        </p:nvGraphicFramePr>
        <p:xfrm>
          <a:off x="1295400" y="914400"/>
          <a:ext cx="544513" cy="393700"/>
        </p:xfrm>
        <a:graphic>
          <a:graphicData uri="http://schemas.openxmlformats.org/presentationml/2006/ole">
            <p:oleObj spid="_x0000_s257039" name="Equation" r:id="rId18" imgW="545760" imgH="393480" progId="Equation.3">
              <p:embed/>
            </p:oleObj>
          </a:graphicData>
        </a:graphic>
      </p:graphicFrame>
      <p:graphicFrame>
        <p:nvGraphicFramePr>
          <p:cNvPr id="257040" name="Object 16"/>
          <p:cNvGraphicFramePr>
            <a:graphicFrameLocks noChangeAspect="1"/>
          </p:cNvGraphicFramePr>
          <p:nvPr/>
        </p:nvGraphicFramePr>
        <p:xfrm>
          <a:off x="1219200" y="3581400"/>
          <a:ext cx="646113" cy="430213"/>
        </p:xfrm>
        <a:graphic>
          <a:graphicData uri="http://schemas.openxmlformats.org/presentationml/2006/ole">
            <p:oleObj spid="_x0000_s257040" name="Equation" r:id="rId19" imgW="647640" imgH="431640" progId="Equation.3">
              <p:embed/>
            </p:oleObj>
          </a:graphicData>
        </a:graphic>
      </p:graphicFrame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34849CE-FA40-48CA-9A01-646D74E6A663}" type="slidenum">
              <a:rPr lang="en-US"/>
              <a:pPr/>
              <a:t>100</a:t>
            </a:fld>
            <a:endParaRPr lang="en-US"/>
          </a:p>
        </p:txBody>
      </p:sp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Procedure NFA to DFA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 </a:t>
            </a:r>
            <a:r>
              <a:rPr lang="en-US" sz="4400" b="1">
                <a:solidFill>
                  <a:srgbClr val="FF0000"/>
                </a:solidFill>
              </a:rPr>
              <a:t>3.</a:t>
            </a:r>
            <a:r>
              <a:rPr lang="en-US"/>
              <a:t> For any DFA state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        If some       is a final state in the NFA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        Then,                        </a:t>
            </a:r>
          </a:p>
          <a:p>
            <a:r>
              <a:rPr lang="en-US"/>
              <a:t>         is a final state in the DFA</a:t>
            </a:r>
          </a:p>
          <a:p>
            <a:r>
              <a:rPr lang="en-US"/>
              <a:t>                      </a:t>
            </a:r>
          </a:p>
        </p:txBody>
      </p:sp>
      <p:graphicFrame>
        <p:nvGraphicFramePr>
          <p:cNvPr id="258048" name="Object 0"/>
          <p:cNvGraphicFramePr>
            <a:graphicFrameLocks noChangeAspect="1"/>
          </p:cNvGraphicFramePr>
          <p:nvPr/>
        </p:nvGraphicFramePr>
        <p:xfrm>
          <a:off x="5029200" y="914400"/>
          <a:ext cx="2768600" cy="660400"/>
        </p:xfrm>
        <a:graphic>
          <a:graphicData uri="http://schemas.openxmlformats.org/presentationml/2006/ole">
            <p:oleObj spid="_x0000_s258048" name="Equation" r:id="rId3" imgW="2768400" imgH="660240" progId="Equation.3">
              <p:embed/>
            </p:oleObj>
          </a:graphicData>
        </a:graphic>
      </p:graphicFrame>
      <p:graphicFrame>
        <p:nvGraphicFramePr>
          <p:cNvPr id="258049" name="Object 1"/>
          <p:cNvGraphicFramePr>
            <a:graphicFrameLocks noChangeAspect="1"/>
          </p:cNvGraphicFramePr>
          <p:nvPr/>
        </p:nvGraphicFramePr>
        <p:xfrm>
          <a:off x="2895600" y="2743200"/>
          <a:ext cx="493713" cy="660400"/>
        </p:xfrm>
        <a:graphic>
          <a:graphicData uri="http://schemas.openxmlformats.org/presentationml/2006/ole">
            <p:oleObj spid="_x0000_s258049" name="Equation" r:id="rId4" imgW="495000" imgH="660240" progId="Equation.3">
              <p:embed/>
            </p:oleObj>
          </a:graphicData>
        </a:graphic>
      </p:graphicFrame>
      <p:graphicFrame>
        <p:nvGraphicFramePr>
          <p:cNvPr id="258050" name="Object 2"/>
          <p:cNvGraphicFramePr>
            <a:graphicFrameLocks noChangeAspect="1"/>
          </p:cNvGraphicFramePr>
          <p:nvPr/>
        </p:nvGraphicFramePr>
        <p:xfrm>
          <a:off x="2667000" y="4419600"/>
          <a:ext cx="2768600" cy="660400"/>
        </p:xfrm>
        <a:graphic>
          <a:graphicData uri="http://schemas.openxmlformats.org/presentationml/2006/ole">
            <p:oleObj spid="_x0000_s258050" name="Equation" r:id="rId5" imgW="2768400" imgH="660240" progId="Equation.3">
              <p:embed/>
            </p:oleObj>
          </a:graphicData>
        </a:graphic>
      </p:graphicFrame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9E1119-8C3E-454B-880E-AB530DC59F56}" type="slidenum">
              <a:rPr lang="en-US"/>
              <a:pPr/>
              <a:t>101</a:t>
            </a:fld>
            <a:endParaRPr lang="en-US"/>
          </a:p>
        </p:txBody>
      </p:sp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119812" name="Oval 4"/>
          <p:cNvSpPr>
            <a:spLocks noChangeArrowheads="1"/>
          </p:cNvSpPr>
          <p:nvPr/>
        </p:nvSpPr>
        <p:spPr bwMode="auto">
          <a:xfrm>
            <a:off x="1905000" y="1524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9813" name="Oval 5"/>
          <p:cNvSpPr>
            <a:spLocks noChangeArrowheads="1"/>
          </p:cNvSpPr>
          <p:nvPr/>
        </p:nvSpPr>
        <p:spPr bwMode="auto">
          <a:xfrm>
            <a:off x="3962400" y="1524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9814" name="Oval 6"/>
          <p:cNvSpPr>
            <a:spLocks noChangeArrowheads="1"/>
          </p:cNvSpPr>
          <p:nvPr/>
        </p:nvSpPr>
        <p:spPr bwMode="auto">
          <a:xfrm>
            <a:off x="6019800" y="15240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9815" name="Line 7"/>
          <p:cNvSpPr>
            <a:spLocks noChangeShapeType="1"/>
          </p:cNvSpPr>
          <p:nvPr/>
        </p:nvSpPr>
        <p:spPr bwMode="auto">
          <a:xfrm>
            <a:off x="2514600" y="18288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9816" name="Line 8"/>
          <p:cNvSpPr>
            <a:spLocks noChangeShapeType="1"/>
          </p:cNvSpPr>
          <p:nvPr/>
        </p:nvSpPr>
        <p:spPr bwMode="auto">
          <a:xfrm>
            <a:off x="4648200" y="1828800"/>
            <a:ext cx="1371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9817" name="Oval 9"/>
          <p:cNvSpPr>
            <a:spLocks noChangeArrowheads="1"/>
          </p:cNvSpPr>
          <p:nvPr/>
        </p:nvSpPr>
        <p:spPr bwMode="auto">
          <a:xfrm>
            <a:off x="3886200" y="14478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9818" name="Freeform 10"/>
          <p:cNvSpPr>
            <a:spLocks/>
          </p:cNvSpPr>
          <p:nvPr/>
        </p:nvSpPr>
        <p:spPr bwMode="auto">
          <a:xfrm>
            <a:off x="3848100" y="889000"/>
            <a:ext cx="762000" cy="635000"/>
          </a:xfrm>
          <a:custGeom>
            <a:avLst/>
            <a:gdLst/>
            <a:ahLst/>
            <a:cxnLst>
              <a:cxn ang="0">
                <a:pos x="120" y="400"/>
              </a:cxn>
              <a:cxn ang="0">
                <a:pos x="24" y="112"/>
              </a:cxn>
              <a:cxn ang="0">
                <a:pos x="264" y="16"/>
              </a:cxn>
              <a:cxn ang="0">
                <a:pos x="456" y="64"/>
              </a:cxn>
              <a:cxn ang="0">
                <a:pos x="408" y="400"/>
              </a:cxn>
            </a:cxnLst>
            <a:rect l="0" t="0" r="r" b="b"/>
            <a:pathLst>
              <a:path w="480" h="400">
                <a:moveTo>
                  <a:pt x="120" y="400"/>
                </a:moveTo>
                <a:cubicBezTo>
                  <a:pt x="60" y="288"/>
                  <a:pt x="0" y="176"/>
                  <a:pt x="24" y="112"/>
                </a:cubicBezTo>
                <a:cubicBezTo>
                  <a:pt x="48" y="48"/>
                  <a:pt x="192" y="24"/>
                  <a:pt x="264" y="16"/>
                </a:cubicBezTo>
                <a:cubicBezTo>
                  <a:pt x="336" y="8"/>
                  <a:pt x="432" y="0"/>
                  <a:pt x="456" y="64"/>
                </a:cubicBezTo>
                <a:cubicBezTo>
                  <a:pt x="480" y="128"/>
                  <a:pt x="444" y="264"/>
                  <a:pt x="408" y="40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9819" name="Freeform 11"/>
          <p:cNvSpPr>
            <a:spLocks/>
          </p:cNvSpPr>
          <p:nvPr/>
        </p:nvSpPr>
        <p:spPr bwMode="auto">
          <a:xfrm>
            <a:off x="2209800" y="2057400"/>
            <a:ext cx="3898900" cy="596900"/>
          </a:xfrm>
          <a:custGeom>
            <a:avLst/>
            <a:gdLst/>
            <a:ahLst/>
            <a:cxnLst>
              <a:cxn ang="0">
                <a:pos x="2448" y="0"/>
              </a:cxn>
              <a:cxn ang="0">
                <a:pos x="2112" y="288"/>
              </a:cxn>
              <a:cxn ang="0">
                <a:pos x="384" y="336"/>
              </a:cxn>
              <a:cxn ang="0">
                <a:pos x="0" y="48"/>
              </a:cxn>
            </a:cxnLst>
            <a:rect l="0" t="0" r="r" b="b"/>
            <a:pathLst>
              <a:path w="2456" h="376">
                <a:moveTo>
                  <a:pt x="2448" y="0"/>
                </a:moveTo>
                <a:cubicBezTo>
                  <a:pt x="2452" y="116"/>
                  <a:pt x="2456" y="232"/>
                  <a:pt x="2112" y="288"/>
                </a:cubicBezTo>
                <a:cubicBezTo>
                  <a:pt x="1768" y="344"/>
                  <a:pt x="736" y="376"/>
                  <a:pt x="384" y="336"/>
                </a:cubicBezTo>
                <a:cubicBezTo>
                  <a:pt x="32" y="296"/>
                  <a:pt x="16" y="172"/>
                  <a:pt x="0" y="4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9820" name="Line 12"/>
          <p:cNvSpPr>
            <a:spLocks noChangeShapeType="1"/>
          </p:cNvSpPr>
          <p:nvPr/>
        </p:nvSpPr>
        <p:spPr bwMode="auto">
          <a:xfrm>
            <a:off x="1371600" y="18288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59072" name="Object 0"/>
          <p:cNvGraphicFramePr>
            <a:graphicFrameLocks noChangeAspect="1"/>
          </p:cNvGraphicFramePr>
          <p:nvPr/>
        </p:nvGraphicFramePr>
        <p:xfrm>
          <a:off x="3048000" y="1524000"/>
          <a:ext cx="265113" cy="279400"/>
        </p:xfrm>
        <a:graphic>
          <a:graphicData uri="http://schemas.openxmlformats.org/presentationml/2006/ole">
            <p:oleObj spid="_x0000_s259072" name="Equation" r:id="rId3" imgW="266400" imgH="279360" progId="Equation.3">
              <p:embed/>
            </p:oleObj>
          </a:graphicData>
        </a:graphic>
      </p:graphicFrame>
      <p:graphicFrame>
        <p:nvGraphicFramePr>
          <p:cNvPr id="259073" name="Object 1"/>
          <p:cNvGraphicFramePr>
            <a:graphicFrameLocks noChangeAspect="1"/>
          </p:cNvGraphicFramePr>
          <p:nvPr/>
        </p:nvGraphicFramePr>
        <p:xfrm>
          <a:off x="4800600" y="2209800"/>
          <a:ext cx="252413" cy="392113"/>
        </p:xfrm>
        <a:graphic>
          <a:graphicData uri="http://schemas.openxmlformats.org/presentationml/2006/ole">
            <p:oleObj spid="_x0000_s259073" name="Equation" r:id="rId4" imgW="253800" imgH="393480" progId="Equation.3">
              <p:embed/>
            </p:oleObj>
          </a:graphicData>
        </a:graphic>
      </p:graphicFrame>
      <p:graphicFrame>
        <p:nvGraphicFramePr>
          <p:cNvPr id="259074" name="Object 2"/>
          <p:cNvGraphicFramePr>
            <a:graphicFrameLocks noChangeAspect="1"/>
          </p:cNvGraphicFramePr>
          <p:nvPr/>
        </p:nvGraphicFramePr>
        <p:xfrm>
          <a:off x="4648200" y="838200"/>
          <a:ext cx="265113" cy="279400"/>
        </p:xfrm>
        <a:graphic>
          <a:graphicData uri="http://schemas.openxmlformats.org/presentationml/2006/ole">
            <p:oleObj spid="_x0000_s259074" name="Equation" r:id="rId5" imgW="266400" imgH="279360" progId="Equation.3">
              <p:embed/>
            </p:oleObj>
          </a:graphicData>
        </a:graphic>
      </p:graphicFrame>
      <p:graphicFrame>
        <p:nvGraphicFramePr>
          <p:cNvPr id="259075" name="Object 3"/>
          <p:cNvGraphicFramePr>
            <a:graphicFrameLocks noChangeAspect="1"/>
          </p:cNvGraphicFramePr>
          <p:nvPr/>
        </p:nvGraphicFramePr>
        <p:xfrm>
          <a:off x="5181600" y="1447800"/>
          <a:ext cx="303213" cy="381000"/>
        </p:xfrm>
        <a:graphic>
          <a:graphicData uri="http://schemas.openxmlformats.org/presentationml/2006/ole">
            <p:oleObj spid="_x0000_s259075" name="Equation" r:id="rId6" imgW="304560" imgH="380880" progId="Equation.3">
              <p:embed/>
            </p:oleObj>
          </a:graphicData>
        </a:graphic>
      </p:graphicFrame>
      <p:graphicFrame>
        <p:nvGraphicFramePr>
          <p:cNvPr id="259076" name="Object 4"/>
          <p:cNvGraphicFramePr>
            <a:graphicFrameLocks noChangeAspect="1"/>
          </p:cNvGraphicFramePr>
          <p:nvPr/>
        </p:nvGraphicFramePr>
        <p:xfrm>
          <a:off x="1981200" y="1524000"/>
          <a:ext cx="430213" cy="531813"/>
        </p:xfrm>
        <a:graphic>
          <a:graphicData uri="http://schemas.openxmlformats.org/presentationml/2006/ole">
            <p:oleObj spid="_x0000_s259076" name="Equation" r:id="rId7" imgW="431640" imgH="533160" progId="Equation.3">
              <p:embed/>
            </p:oleObj>
          </a:graphicData>
        </a:graphic>
      </p:graphicFrame>
      <p:graphicFrame>
        <p:nvGraphicFramePr>
          <p:cNvPr id="259077" name="Object 5"/>
          <p:cNvGraphicFramePr>
            <a:graphicFrameLocks noChangeAspect="1"/>
          </p:cNvGraphicFramePr>
          <p:nvPr/>
        </p:nvGraphicFramePr>
        <p:xfrm>
          <a:off x="4068763" y="1528763"/>
          <a:ext cx="368300" cy="520700"/>
        </p:xfrm>
        <a:graphic>
          <a:graphicData uri="http://schemas.openxmlformats.org/presentationml/2006/ole">
            <p:oleObj spid="_x0000_s259077" name="Equation" r:id="rId8" imgW="368280" imgH="520560" progId="Equation.3">
              <p:embed/>
            </p:oleObj>
          </a:graphicData>
        </a:graphic>
      </p:graphicFrame>
      <p:graphicFrame>
        <p:nvGraphicFramePr>
          <p:cNvPr id="259078" name="Object 6"/>
          <p:cNvGraphicFramePr>
            <a:graphicFrameLocks noChangeAspect="1"/>
          </p:cNvGraphicFramePr>
          <p:nvPr/>
        </p:nvGraphicFramePr>
        <p:xfrm>
          <a:off x="6089650" y="1528763"/>
          <a:ext cx="442913" cy="520700"/>
        </p:xfrm>
        <a:graphic>
          <a:graphicData uri="http://schemas.openxmlformats.org/presentationml/2006/ole">
            <p:oleObj spid="_x0000_s259078" name="Equation" r:id="rId9" imgW="444240" imgH="520560" progId="Equation.3">
              <p:embed/>
            </p:oleObj>
          </a:graphicData>
        </a:graphic>
      </p:graphicFrame>
      <p:sp>
        <p:nvSpPr>
          <p:cNvPr id="119828" name="Text Box 20"/>
          <p:cNvSpPr txBox="1">
            <a:spLocks noChangeArrowheads="1"/>
          </p:cNvSpPr>
          <p:nvPr/>
        </p:nvSpPr>
        <p:spPr bwMode="auto">
          <a:xfrm>
            <a:off x="212725" y="863600"/>
            <a:ext cx="10572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NFA</a:t>
            </a:r>
            <a:endParaRPr lang="en-US"/>
          </a:p>
        </p:txBody>
      </p:sp>
      <p:sp>
        <p:nvSpPr>
          <p:cNvPr id="119829" name="Text Box 21"/>
          <p:cNvSpPr txBox="1">
            <a:spLocks noChangeArrowheads="1"/>
          </p:cNvSpPr>
          <p:nvPr/>
        </p:nvSpPr>
        <p:spPr bwMode="auto">
          <a:xfrm>
            <a:off x="152400" y="3505200"/>
            <a:ext cx="10207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b="1"/>
              <a:t>DFA</a:t>
            </a:r>
            <a:endParaRPr lang="en-US"/>
          </a:p>
        </p:txBody>
      </p:sp>
      <p:sp>
        <p:nvSpPr>
          <p:cNvPr id="119830" name="Oval 22"/>
          <p:cNvSpPr>
            <a:spLocks noChangeArrowheads="1"/>
          </p:cNvSpPr>
          <p:nvPr/>
        </p:nvSpPr>
        <p:spPr bwMode="auto">
          <a:xfrm>
            <a:off x="1828800" y="4114800"/>
            <a:ext cx="10668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59079" name="Object 7"/>
          <p:cNvGraphicFramePr>
            <a:graphicFrameLocks noChangeAspect="1"/>
          </p:cNvGraphicFramePr>
          <p:nvPr/>
        </p:nvGraphicFramePr>
        <p:xfrm>
          <a:off x="1981200" y="4343400"/>
          <a:ext cx="773113" cy="531813"/>
        </p:xfrm>
        <a:graphic>
          <a:graphicData uri="http://schemas.openxmlformats.org/presentationml/2006/ole">
            <p:oleObj spid="_x0000_s259079" name="Equation" r:id="rId10" imgW="774360" imgH="533160" progId="Equation.3">
              <p:embed/>
            </p:oleObj>
          </a:graphicData>
        </a:graphic>
      </p:graphicFrame>
      <p:sp>
        <p:nvSpPr>
          <p:cNvPr id="119832" name="Line 24"/>
          <p:cNvSpPr>
            <a:spLocks noChangeShapeType="1"/>
          </p:cNvSpPr>
          <p:nvPr/>
        </p:nvSpPr>
        <p:spPr bwMode="auto">
          <a:xfrm>
            <a:off x="1295400" y="4648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9833" name="Oval 25"/>
          <p:cNvSpPr>
            <a:spLocks noChangeArrowheads="1"/>
          </p:cNvSpPr>
          <p:nvPr/>
        </p:nvSpPr>
        <p:spPr bwMode="auto">
          <a:xfrm>
            <a:off x="4800600" y="3962400"/>
            <a:ext cx="1447800" cy="1371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9834" name="Line 26"/>
          <p:cNvSpPr>
            <a:spLocks noChangeShapeType="1"/>
          </p:cNvSpPr>
          <p:nvPr/>
        </p:nvSpPr>
        <p:spPr bwMode="auto">
          <a:xfrm>
            <a:off x="2895600" y="4648200"/>
            <a:ext cx="1752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59080" name="Object 8"/>
          <p:cNvGraphicFramePr>
            <a:graphicFrameLocks noChangeAspect="1"/>
          </p:cNvGraphicFramePr>
          <p:nvPr/>
        </p:nvGraphicFramePr>
        <p:xfrm>
          <a:off x="4876800" y="4419600"/>
          <a:ext cx="1320800" cy="520700"/>
        </p:xfrm>
        <a:graphic>
          <a:graphicData uri="http://schemas.openxmlformats.org/presentationml/2006/ole">
            <p:oleObj spid="_x0000_s259080" name="Equation" r:id="rId11" imgW="1320480" imgH="520560" progId="Equation.3">
              <p:embed/>
            </p:oleObj>
          </a:graphicData>
        </a:graphic>
      </p:graphicFrame>
      <p:graphicFrame>
        <p:nvGraphicFramePr>
          <p:cNvPr id="259081" name="Object 9"/>
          <p:cNvGraphicFramePr>
            <a:graphicFrameLocks noChangeAspect="1"/>
          </p:cNvGraphicFramePr>
          <p:nvPr/>
        </p:nvGraphicFramePr>
        <p:xfrm>
          <a:off x="3657600" y="4267200"/>
          <a:ext cx="265113" cy="279400"/>
        </p:xfrm>
        <a:graphic>
          <a:graphicData uri="http://schemas.openxmlformats.org/presentationml/2006/ole">
            <p:oleObj spid="_x0000_s259081" name="Equation" r:id="rId12" imgW="266400" imgH="279360" progId="Equation.3">
              <p:embed/>
            </p:oleObj>
          </a:graphicData>
        </a:graphic>
      </p:graphicFrame>
      <p:sp>
        <p:nvSpPr>
          <p:cNvPr id="119837" name="Oval 29"/>
          <p:cNvSpPr>
            <a:spLocks noChangeArrowheads="1"/>
          </p:cNvSpPr>
          <p:nvPr/>
        </p:nvSpPr>
        <p:spPr bwMode="auto">
          <a:xfrm>
            <a:off x="3352800" y="5715000"/>
            <a:ext cx="1066800" cy="990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9838" name="Line 30"/>
          <p:cNvSpPr>
            <a:spLocks noChangeShapeType="1"/>
          </p:cNvSpPr>
          <p:nvPr/>
        </p:nvSpPr>
        <p:spPr bwMode="auto">
          <a:xfrm>
            <a:off x="2667000" y="5029200"/>
            <a:ext cx="838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59082" name="Object 10"/>
          <p:cNvGraphicFramePr>
            <a:graphicFrameLocks noChangeAspect="1"/>
          </p:cNvGraphicFramePr>
          <p:nvPr/>
        </p:nvGraphicFramePr>
        <p:xfrm>
          <a:off x="3657600" y="6019800"/>
          <a:ext cx="392113" cy="381000"/>
        </p:xfrm>
        <a:graphic>
          <a:graphicData uri="http://schemas.openxmlformats.org/presentationml/2006/ole">
            <p:oleObj spid="_x0000_s259082" name="Equation" r:id="rId13" imgW="393480" imgH="380880" progId="Equation.3">
              <p:embed/>
            </p:oleObj>
          </a:graphicData>
        </a:graphic>
      </p:graphicFrame>
      <p:graphicFrame>
        <p:nvGraphicFramePr>
          <p:cNvPr id="259083" name="Object 11"/>
          <p:cNvGraphicFramePr>
            <a:graphicFrameLocks noChangeAspect="1"/>
          </p:cNvGraphicFramePr>
          <p:nvPr/>
        </p:nvGraphicFramePr>
        <p:xfrm>
          <a:off x="3124200" y="5029200"/>
          <a:ext cx="252413" cy="392113"/>
        </p:xfrm>
        <a:graphic>
          <a:graphicData uri="http://schemas.openxmlformats.org/presentationml/2006/ole">
            <p:oleObj spid="_x0000_s259083" name="Equation" r:id="rId14" imgW="253800" imgH="393480" progId="Equation.3">
              <p:embed/>
            </p:oleObj>
          </a:graphicData>
        </a:graphic>
      </p:graphicFrame>
      <p:sp>
        <p:nvSpPr>
          <p:cNvPr id="119841" name="Freeform 33"/>
          <p:cNvSpPr>
            <a:spLocks/>
          </p:cNvSpPr>
          <p:nvPr/>
        </p:nvSpPr>
        <p:spPr bwMode="auto">
          <a:xfrm>
            <a:off x="6172200" y="3352800"/>
            <a:ext cx="1155700" cy="1041400"/>
          </a:xfrm>
          <a:custGeom>
            <a:avLst/>
            <a:gdLst/>
            <a:ahLst/>
            <a:cxnLst>
              <a:cxn ang="0">
                <a:pos x="0" y="416"/>
              </a:cxn>
              <a:cxn ang="0">
                <a:pos x="192" y="32"/>
              </a:cxn>
              <a:cxn ang="0">
                <a:pos x="672" y="224"/>
              </a:cxn>
              <a:cxn ang="0">
                <a:pos x="528" y="512"/>
              </a:cxn>
              <a:cxn ang="0">
                <a:pos x="144" y="656"/>
              </a:cxn>
            </a:cxnLst>
            <a:rect l="0" t="0" r="r" b="b"/>
            <a:pathLst>
              <a:path w="728" h="656">
                <a:moveTo>
                  <a:pt x="0" y="416"/>
                </a:moveTo>
                <a:cubicBezTo>
                  <a:pt x="40" y="240"/>
                  <a:pt x="80" y="64"/>
                  <a:pt x="192" y="32"/>
                </a:cubicBezTo>
                <a:cubicBezTo>
                  <a:pt x="304" y="0"/>
                  <a:pt x="616" y="144"/>
                  <a:pt x="672" y="224"/>
                </a:cubicBezTo>
                <a:cubicBezTo>
                  <a:pt x="728" y="304"/>
                  <a:pt x="616" y="440"/>
                  <a:pt x="528" y="512"/>
                </a:cubicBezTo>
                <a:cubicBezTo>
                  <a:pt x="440" y="584"/>
                  <a:pt x="292" y="620"/>
                  <a:pt x="144" y="65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59084" name="Object 12"/>
          <p:cNvGraphicFramePr>
            <a:graphicFrameLocks noChangeAspect="1"/>
          </p:cNvGraphicFramePr>
          <p:nvPr/>
        </p:nvGraphicFramePr>
        <p:xfrm>
          <a:off x="6934200" y="3200400"/>
          <a:ext cx="265113" cy="279400"/>
        </p:xfrm>
        <a:graphic>
          <a:graphicData uri="http://schemas.openxmlformats.org/presentationml/2006/ole">
            <p:oleObj spid="_x0000_s259084" name="Equation" r:id="rId15" imgW="266400" imgH="279360" progId="Equation.3">
              <p:embed/>
            </p:oleObj>
          </a:graphicData>
        </a:graphic>
      </p:graphicFrame>
      <p:sp>
        <p:nvSpPr>
          <p:cNvPr id="119843" name="Freeform 35"/>
          <p:cNvSpPr>
            <a:spLocks/>
          </p:cNvSpPr>
          <p:nvPr/>
        </p:nvSpPr>
        <p:spPr bwMode="auto">
          <a:xfrm>
            <a:off x="2743200" y="3873500"/>
            <a:ext cx="2057400" cy="393700"/>
          </a:xfrm>
          <a:custGeom>
            <a:avLst/>
            <a:gdLst/>
            <a:ahLst/>
            <a:cxnLst>
              <a:cxn ang="0">
                <a:pos x="1344" y="200"/>
              </a:cxn>
              <a:cxn ang="0">
                <a:pos x="720" y="8"/>
              </a:cxn>
              <a:cxn ang="0">
                <a:pos x="0" y="248"/>
              </a:cxn>
            </a:cxnLst>
            <a:rect l="0" t="0" r="r" b="b"/>
            <a:pathLst>
              <a:path w="1344" h="248">
                <a:moveTo>
                  <a:pt x="1344" y="200"/>
                </a:moveTo>
                <a:cubicBezTo>
                  <a:pt x="1144" y="100"/>
                  <a:pt x="944" y="0"/>
                  <a:pt x="720" y="8"/>
                </a:cubicBezTo>
                <a:cubicBezTo>
                  <a:pt x="496" y="16"/>
                  <a:pt x="248" y="132"/>
                  <a:pt x="0" y="24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59085" name="Object 13"/>
          <p:cNvGraphicFramePr>
            <a:graphicFrameLocks noChangeAspect="1"/>
          </p:cNvGraphicFramePr>
          <p:nvPr/>
        </p:nvGraphicFramePr>
        <p:xfrm>
          <a:off x="3886200" y="3429000"/>
          <a:ext cx="252413" cy="392113"/>
        </p:xfrm>
        <a:graphic>
          <a:graphicData uri="http://schemas.openxmlformats.org/presentationml/2006/ole">
            <p:oleObj spid="_x0000_s259085" name="Equation" r:id="rId16" imgW="253800" imgH="393480" progId="Equation.3">
              <p:embed/>
            </p:oleObj>
          </a:graphicData>
        </a:graphic>
      </p:graphicFrame>
      <p:sp>
        <p:nvSpPr>
          <p:cNvPr id="119845" name="Freeform 37"/>
          <p:cNvSpPr>
            <a:spLocks/>
          </p:cNvSpPr>
          <p:nvPr/>
        </p:nvSpPr>
        <p:spPr bwMode="auto">
          <a:xfrm>
            <a:off x="4343400" y="5689600"/>
            <a:ext cx="914400" cy="901700"/>
          </a:xfrm>
          <a:custGeom>
            <a:avLst/>
            <a:gdLst/>
            <a:ahLst/>
            <a:cxnLst>
              <a:cxn ang="0">
                <a:pos x="0" y="160"/>
              </a:cxn>
              <a:cxn ang="0">
                <a:pos x="384" y="16"/>
              </a:cxn>
              <a:cxn ang="0">
                <a:pos x="576" y="256"/>
              </a:cxn>
              <a:cxn ang="0">
                <a:pos x="384" y="544"/>
              </a:cxn>
              <a:cxn ang="0">
                <a:pos x="48" y="400"/>
              </a:cxn>
            </a:cxnLst>
            <a:rect l="0" t="0" r="r" b="b"/>
            <a:pathLst>
              <a:path w="576" h="568">
                <a:moveTo>
                  <a:pt x="0" y="160"/>
                </a:moveTo>
                <a:cubicBezTo>
                  <a:pt x="144" y="80"/>
                  <a:pt x="288" y="0"/>
                  <a:pt x="384" y="16"/>
                </a:cubicBezTo>
                <a:cubicBezTo>
                  <a:pt x="480" y="32"/>
                  <a:pt x="576" y="168"/>
                  <a:pt x="576" y="256"/>
                </a:cubicBezTo>
                <a:cubicBezTo>
                  <a:pt x="576" y="344"/>
                  <a:pt x="472" y="520"/>
                  <a:pt x="384" y="544"/>
                </a:cubicBezTo>
                <a:cubicBezTo>
                  <a:pt x="296" y="568"/>
                  <a:pt x="172" y="484"/>
                  <a:pt x="48" y="400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59086" name="Object 14"/>
          <p:cNvGraphicFramePr>
            <a:graphicFrameLocks noChangeAspect="1"/>
          </p:cNvGraphicFramePr>
          <p:nvPr/>
        </p:nvGraphicFramePr>
        <p:xfrm>
          <a:off x="5410200" y="5791200"/>
          <a:ext cx="647700" cy="469900"/>
        </p:xfrm>
        <a:graphic>
          <a:graphicData uri="http://schemas.openxmlformats.org/presentationml/2006/ole">
            <p:oleObj spid="_x0000_s259086" name="Equation" r:id="rId17" imgW="647640" imgH="469800" progId="Equation.3">
              <p:embed/>
            </p:oleObj>
          </a:graphicData>
        </a:graphic>
      </p:graphicFrame>
      <p:sp>
        <p:nvSpPr>
          <p:cNvPr id="119847" name="Oval 39"/>
          <p:cNvSpPr>
            <a:spLocks noChangeArrowheads="1"/>
          </p:cNvSpPr>
          <p:nvPr/>
        </p:nvSpPr>
        <p:spPr bwMode="auto">
          <a:xfrm>
            <a:off x="4648200" y="3810000"/>
            <a:ext cx="1752600" cy="1676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59087" name="Object 15"/>
          <p:cNvGraphicFramePr>
            <a:graphicFrameLocks noChangeAspect="1"/>
          </p:cNvGraphicFramePr>
          <p:nvPr/>
        </p:nvGraphicFramePr>
        <p:xfrm>
          <a:off x="7696200" y="1752600"/>
          <a:ext cx="1181100" cy="520700"/>
        </p:xfrm>
        <a:graphic>
          <a:graphicData uri="http://schemas.openxmlformats.org/presentationml/2006/ole">
            <p:oleObj spid="_x0000_s259087" name="Equation" r:id="rId18" imgW="1180800" imgH="520560" progId="Equation.3">
              <p:embed/>
            </p:oleObj>
          </a:graphicData>
        </a:graphic>
      </p:graphicFrame>
      <p:graphicFrame>
        <p:nvGraphicFramePr>
          <p:cNvPr id="259088" name="Object 16"/>
          <p:cNvGraphicFramePr>
            <a:graphicFrameLocks noChangeAspect="1"/>
          </p:cNvGraphicFramePr>
          <p:nvPr/>
        </p:nvGraphicFramePr>
        <p:xfrm>
          <a:off x="6959600" y="5181600"/>
          <a:ext cx="2184400" cy="520700"/>
        </p:xfrm>
        <a:graphic>
          <a:graphicData uri="http://schemas.openxmlformats.org/presentationml/2006/ole">
            <p:oleObj spid="_x0000_s259088" name="Equation" r:id="rId19" imgW="2184120" imgH="520560" progId="Equation.3">
              <p:embed/>
            </p:oleObj>
          </a:graphicData>
        </a:graphic>
      </p:graphicFrame>
      <p:graphicFrame>
        <p:nvGraphicFramePr>
          <p:cNvPr id="259089" name="Object 17"/>
          <p:cNvGraphicFramePr>
            <a:graphicFrameLocks noChangeAspect="1"/>
          </p:cNvGraphicFramePr>
          <p:nvPr/>
        </p:nvGraphicFramePr>
        <p:xfrm>
          <a:off x="1295400" y="914400"/>
          <a:ext cx="544513" cy="393700"/>
        </p:xfrm>
        <a:graphic>
          <a:graphicData uri="http://schemas.openxmlformats.org/presentationml/2006/ole">
            <p:oleObj spid="_x0000_s259089" name="Equation" r:id="rId20" imgW="545760" imgH="393480" progId="Equation.3">
              <p:embed/>
            </p:oleObj>
          </a:graphicData>
        </a:graphic>
      </p:graphicFrame>
      <p:graphicFrame>
        <p:nvGraphicFramePr>
          <p:cNvPr id="259090" name="Object 18"/>
          <p:cNvGraphicFramePr>
            <a:graphicFrameLocks noChangeAspect="1"/>
          </p:cNvGraphicFramePr>
          <p:nvPr/>
        </p:nvGraphicFramePr>
        <p:xfrm>
          <a:off x="1219200" y="3581400"/>
          <a:ext cx="646113" cy="430213"/>
        </p:xfrm>
        <a:graphic>
          <a:graphicData uri="http://schemas.openxmlformats.org/presentationml/2006/ole">
            <p:oleObj spid="_x0000_s259090" name="Equation" r:id="rId21" imgW="647640" imgH="431640" progId="Equation.3">
              <p:embed/>
            </p:oleObj>
          </a:graphicData>
        </a:graphic>
      </p:graphicFrame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322E5D7-7DE1-4302-99BA-AB7FB87EC3E2}" type="slidenum">
              <a:rPr lang="en-US"/>
              <a:pPr/>
              <a:t>102</a:t>
            </a:fld>
            <a:endParaRPr lang="en-US"/>
          </a:p>
        </p:txBody>
      </p:sp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solidFill>
                  <a:srgbClr val="FF0000"/>
                </a:solidFill>
              </a:rPr>
              <a:t>Theorem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  </a:t>
            </a:r>
          </a:p>
        </p:txBody>
      </p:sp>
      <p:sp>
        <p:nvSpPr>
          <p:cNvPr id="121860" name="Text Box 4"/>
          <p:cNvSpPr txBox="1">
            <a:spLocks noChangeArrowheads="1"/>
          </p:cNvSpPr>
          <p:nvPr/>
        </p:nvSpPr>
        <p:spPr bwMode="auto">
          <a:xfrm>
            <a:off x="365125" y="711200"/>
            <a:ext cx="20986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Take NFA</a:t>
            </a:r>
          </a:p>
        </p:txBody>
      </p:sp>
      <p:graphicFrame>
        <p:nvGraphicFramePr>
          <p:cNvPr id="260096" name="Object 0"/>
          <p:cNvGraphicFramePr>
            <a:graphicFrameLocks noChangeAspect="1"/>
          </p:cNvGraphicFramePr>
          <p:nvPr/>
        </p:nvGraphicFramePr>
        <p:xfrm>
          <a:off x="2641600" y="749300"/>
          <a:ext cx="544513" cy="393700"/>
        </p:xfrm>
        <a:graphic>
          <a:graphicData uri="http://schemas.openxmlformats.org/presentationml/2006/ole">
            <p:oleObj spid="_x0000_s260096" name="Equation" r:id="rId3" imgW="545760" imgH="393480" progId="Equation.3">
              <p:embed/>
            </p:oleObj>
          </a:graphicData>
        </a:graphic>
      </p:graphicFrame>
      <p:sp>
        <p:nvSpPr>
          <p:cNvPr id="121862" name="Text Box 6"/>
          <p:cNvSpPr txBox="1">
            <a:spLocks noChangeArrowheads="1"/>
          </p:cNvSpPr>
          <p:nvPr/>
        </p:nvSpPr>
        <p:spPr bwMode="auto">
          <a:xfrm>
            <a:off x="212725" y="2311400"/>
            <a:ext cx="620077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Apply procedure to obtain DFA </a:t>
            </a:r>
          </a:p>
        </p:txBody>
      </p:sp>
      <p:graphicFrame>
        <p:nvGraphicFramePr>
          <p:cNvPr id="260097" name="Object 1"/>
          <p:cNvGraphicFramePr>
            <a:graphicFrameLocks noChangeAspect="1"/>
          </p:cNvGraphicFramePr>
          <p:nvPr/>
        </p:nvGraphicFramePr>
        <p:xfrm>
          <a:off x="6445250" y="2343150"/>
          <a:ext cx="646113" cy="430213"/>
        </p:xfrm>
        <a:graphic>
          <a:graphicData uri="http://schemas.openxmlformats.org/presentationml/2006/ole">
            <p:oleObj spid="_x0000_s260097" name="Equation" r:id="rId4" imgW="647640" imgH="431640" progId="Equation.3">
              <p:embed/>
            </p:oleObj>
          </a:graphicData>
        </a:graphic>
      </p:graphicFrame>
      <p:sp>
        <p:nvSpPr>
          <p:cNvPr id="121864" name="Text Box 8"/>
          <p:cNvSpPr txBox="1">
            <a:spLocks noChangeArrowheads="1"/>
          </p:cNvSpPr>
          <p:nvPr/>
        </p:nvSpPr>
        <p:spPr bwMode="auto">
          <a:xfrm>
            <a:off x="365125" y="4140200"/>
            <a:ext cx="81073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Then            and                are equivalent :</a:t>
            </a:r>
          </a:p>
        </p:txBody>
      </p:sp>
      <p:graphicFrame>
        <p:nvGraphicFramePr>
          <p:cNvPr id="260098" name="Object 2"/>
          <p:cNvGraphicFramePr>
            <a:graphicFrameLocks noChangeAspect="1"/>
          </p:cNvGraphicFramePr>
          <p:nvPr/>
        </p:nvGraphicFramePr>
        <p:xfrm>
          <a:off x="1879600" y="4178300"/>
          <a:ext cx="544513" cy="393700"/>
        </p:xfrm>
        <a:graphic>
          <a:graphicData uri="http://schemas.openxmlformats.org/presentationml/2006/ole">
            <p:oleObj spid="_x0000_s260098" name="Equation" r:id="rId5" imgW="545760" imgH="393480" progId="Equation.3">
              <p:embed/>
            </p:oleObj>
          </a:graphicData>
        </a:graphic>
      </p:graphicFrame>
      <p:graphicFrame>
        <p:nvGraphicFramePr>
          <p:cNvPr id="260099" name="Object 3"/>
          <p:cNvGraphicFramePr>
            <a:graphicFrameLocks noChangeAspect="1"/>
          </p:cNvGraphicFramePr>
          <p:nvPr/>
        </p:nvGraphicFramePr>
        <p:xfrm>
          <a:off x="4235450" y="4171950"/>
          <a:ext cx="646113" cy="430213"/>
        </p:xfrm>
        <a:graphic>
          <a:graphicData uri="http://schemas.openxmlformats.org/presentationml/2006/ole">
            <p:oleObj spid="_x0000_s260099" name="Equation" r:id="rId6" imgW="647640" imgH="431640" progId="Equation.3">
              <p:embed/>
            </p:oleObj>
          </a:graphicData>
        </a:graphic>
      </p:graphicFrame>
      <p:graphicFrame>
        <p:nvGraphicFramePr>
          <p:cNvPr id="260100" name="Object 4"/>
          <p:cNvGraphicFramePr>
            <a:graphicFrameLocks noChangeAspect="1"/>
          </p:cNvGraphicFramePr>
          <p:nvPr/>
        </p:nvGraphicFramePr>
        <p:xfrm>
          <a:off x="2825750" y="5232400"/>
          <a:ext cx="2946400" cy="558800"/>
        </p:xfrm>
        <a:graphic>
          <a:graphicData uri="http://schemas.openxmlformats.org/presentationml/2006/ole">
            <p:oleObj spid="_x0000_s260100" name="Equation" r:id="rId7" imgW="2946240" imgH="558720" progId="Equation.3">
              <p:embed/>
            </p:oleObj>
          </a:graphicData>
        </a:graphic>
      </p:graphicFrame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9A3000B-AA3B-4FFF-88F4-5CD8156E41EC}" type="slidenum">
              <a:rPr lang="en-US"/>
              <a:pPr/>
              <a:t>103</a:t>
            </a:fld>
            <a:endParaRPr lang="en-US"/>
          </a:p>
        </p:txBody>
      </p:sp>
      <p:sp>
        <p:nvSpPr>
          <p:cNvPr id="227331" name="Rectangle 3"/>
          <p:cNvSpPr>
            <a:spLocks noChangeArrowheads="1"/>
          </p:cNvSpPr>
          <p:nvPr/>
        </p:nvSpPr>
        <p:spPr bwMode="auto">
          <a:xfrm>
            <a:off x="152400" y="152400"/>
            <a:ext cx="883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0"/>
              </a:spcBef>
            </a:pPr>
            <a:r>
              <a:rPr lang="en-US" sz="3600" u="sng">
                <a:solidFill>
                  <a:srgbClr val="FF0000"/>
                </a:solidFill>
              </a:rPr>
              <a:t>Proof</a:t>
            </a:r>
          </a:p>
        </p:txBody>
      </p:sp>
      <p:graphicFrame>
        <p:nvGraphicFramePr>
          <p:cNvPr id="227333" name="Object 5"/>
          <p:cNvGraphicFramePr>
            <a:graphicFrameLocks noChangeAspect="1"/>
          </p:cNvGraphicFramePr>
          <p:nvPr/>
        </p:nvGraphicFramePr>
        <p:xfrm>
          <a:off x="3048000" y="1447800"/>
          <a:ext cx="2946400" cy="558800"/>
        </p:xfrm>
        <a:graphic>
          <a:graphicData uri="http://schemas.openxmlformats.org/presentationml/2006/ole">
            <p:oleObj spid="_x0000_s227333" name="Equation" r:id="rId3" imgW="2946240" imgH="558720" progId="Equation.3">
              <p:embed/>
            </p:oleObj>
          </a:graphicData>
        </a:graphic>
      </p:graphicFrame>
      <p:sp>
        <p:nvSpPr>
          <p:cNvPr id="227334" name="AutoShape 6"/>
          <p:cNvSpPr>
            <a:spLocks noChangeArrowheads="1"/>
          </p:cNvSpPr>
          <p:nvPr/>
        </p:nvSpPr>
        <p:spPr bwMode="auto">
          <a:xfrm>
            <a:off x="4343400" y="2362200"/>
            <a:ext cx="485775" cy="914400"/>
          </a:xfrm>
          <a:prstGeom prst="upDownArrow">
            <a:avLst>
              <a:gd name="adj1" fmla="val 50000"/>
              <a:gd name="adj2" fmla="val 37647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27335" name="Object 7"/>
          <p:cNvGraphicFramePr>
            <a:graphicFrameLocks noChangeAspect="1"/>
          </p:cNvGraphicFramePr>
          <p:nvPr/>
        </p:nvGraphicFramePr>
        <p:xfrm>
          <a:off x="457200" y="3810000"/>
          <a:ext cx="3022600" cy="558800"/>
        </p:xfrm>
        <a:graphic>
          <a:graphicData uri="http://schemas.openxmlformats.org/presentationml/2006/ole">
            <p:oleObj spid="_x0000_s227335" name="Equation" r:id="rId4" imgW="3022560" imgH="558720" progId="Equation.3">
              <p:embed/>
            </p:oleObj>
          </a:graphicData>
        </a:graphic>
      </p:graphicFrame>
      <p:graphicFrame>
        <p:nvGraphicFramePr>
          <p:cNvPr id="227336" name="Object 8"/>
          <p:cNvGraphicFramePr>
            <a:graphicFrameLocks noChangeAspect="1"/>
          </p:cNvGraphicFramePr>
          <p:nvPr/>
        </p:nvGraphicFramePr>
        <p:xfrm>
          <a:off x="5562600" y="3810000"/>
          <a:ext cx="3022600" cy="558800"/>
        </p:xfrm>
        <a:graphic>
          <a:graphicData uri="http://schemas.openxmlformats.org/presentationml/2006/ole">
            <p:oleObj spid="_x0000_s227336" name="Equation" r:id="rId5" imgW="3022560" imgH="558720" progId="Equation.3">
              <p:embed/>
            </p:oleObj>
          </a:graphicData>
        </a:graphic>
      </p:graphicFrame>
      <p:sp>
        <p:nvSpPr>
          <p:cNvPr id="227337" name="Text Box 9"/>
          <p:cNvSpPr txBox="1">
            <a:spLocks noChangeArrowheads="1"/>
          </p:cNvSpPr>
          <p:nvPr/>
        </p:nvSpPr>
        <p:spPr bwMode="auto">
          <a:xfrm>
            <a:off x="3962400" y="3810000"/>
            <a:ext cx="10985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AND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ACEB71F-1ACE-4C78-8195-1343853F6E28}" type="slidenum">
              <a:rPr lang="en-US"/>
              <a:pPr/>
              <a:t>104</a:t>
            </a:fld>
            <a:endParaRPr lang="en-US"/>
          </a:p>
        </p:txBody>
      </p:sp>
      <p:graphicFrame>
        <p:nvGraphicFramePr>
          <p:cNvPr id="228354" name="Object 2"/>
          <p:cNvGraphicFramePr>
            <a:graphicFrameLocks noChangeAspect="1"/>
          </p:cNvGraphicFramePr>
          <p:nvPr/>
        </p:nvGraphicFramePr>
        <p:xfrm>
          <a:off x="3810000" y="457200"/>
          <a:ext cx="3022600" cy="558800"/>
        </p:xfrm>
        <a:graphic>
          <a:graphicData uri="http://schemas.openxmlformats.org/presentationml/2006/ole">
            <p:oleObj spid="_x0000_s228354" name="Equation" r:id="rId3" imgW="3022560" imgH="558720" progId="Equation.3">
              <p:embed/>
            </p:oleObj>
          </a:graphicData>
        </a:graphic>
      </p:graphicFrame>
      <p:sp>
        <p:nvSpPr>
          <p:cNvPr id="228355" name="Text Box 3"/>
          <p:cNvSpPr txBox="1">
            <a:spLocks noChangeArrowheads="1"/>
          </p:cNvSpPr>
          <p:nvPr/>
        </p:nvSpPr>
        <p:spPr bwMode="auto">
          <a:xfrm>
            <a:off x="381000" y="457200"/>
            <a:ext cx="29225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First we show:</a:t>
            </a:r>
          </a:p>
        </p:txBody>
      </p:sp>
      <p:graphicFrame>
        <p:nvGraphicFramePr>
          <p:cNvPr id="228356" name="Object 4"/>
          <p:cNvGraphicFramePr>
            <a:graphicFrameLocks noChangeAspect="1"/>
          </p:cNvGraphicFramePr>
          <p:nvPr/>
        </p:nvGraphicFramePr>
        <p:xfrm>
          <a:off x="4495800" y="2362200"/>
          <a:ext cx="2032000" cy="533400"/>
        </p:xfrm>
        <a:graphic>
          <a:graphicData uri="http://schemas.openxmlformats.org/presentationml/2006/ole">
            <p:oleObj spid="_x0000_s228356" name="Equation" r:id="rId4" imgW="2031840" imgH="533160" progId="Equation.3">
              <p:embed/>
            </p:oleObj>
          </a:graphicData>
        </a:graphic>
      </p:graphicFrame>
      <p:sp>
        <p:nvSpPr>
          <p:cNvPr id="228378" name="Text Box 26"/>
          <p:cNvSpPr txBox="1">
            <a:spLocks noChangeArrowheads="1"/>
          </p:cNvSpPr>
          <p:nvPr/>
        </p:nvSpPr>
        <p:spPr bwMode="auto">
          <a:xfrm>
            <a:off x="1219200" y="2362200"/>
            <a:ext cx="31146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Take arbitrary:</a:t>
            </a:r>
          </a:p>
        </p:txBody>
      </p:sp>
      <p:sp>
        <p:nvSpPr>
          <p:cNvPr id="228380" name="Text Box 28"/>
          <p:cNvSpPr txBox="1">
            <a:spLocks noChangeArrowheads="1"/>
          </p:cNvSpPr>
          <p:nvPr/>
        </p:nvSpPr>
        <p:spPr bwMode="auto">
          <a:xfrm>
            <a:off x="1371600" y="3886200"/>
            <a:ext cx="28575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We will prove:</a:t>
            </a:r>
          </a:p>
        </p:txBody>
      </p:sp>
      <p:graphicFrame>
        <p:nvGraphicFramePr>
          <p:cNvPr id="228381" name="Object 29"/>
          <p:cNvGraphicFramePr>
            <a:graphicFrameLocks noChangeAspect="1"/>
          </p:cNvGraphicFramePr>
          <p:nvPr/>
        </p:nvGraphicFramePr>
        <p:xfrm>
          <a:off x="4445000" y="3956050"/>
          <a:ext cx="2133600" cy="546100"/>
        </p:xfrm>
        <a:graphic>
          <a:graphicData uri="http://schemas.openxmlformats.org/presentationml/2006/ole">
            <p:oleObj spid="_x0000_s228381" name="Equation" r:id="rId5" imgW="2133360" imgH="545760" progId="Equation.3">
              <p:embed/>
            </p:oleObj>
          </a:graphicData>
        </a:graphic>
      </p:graphicFrame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397E2C4-38D6-4254-872E-8FB503964D09}" type="slidenum">
              <a:rPr lang="en-US"/>
              <a:pPr/>
              <a:t>105</a:t>
            </a:fld>
            <a:endParaRPr lang="en-US"/>
          </a:p>
        </p:txBody>
      </p:sp>
      <p:graphicFrame>
        <p:nvGraphicFramePr>
          <p:cNvPr id="261120" name="Object 0"/>
          <p:cNvGraphicFramePr>
            <a:graphicFrameLocks noChangeAspect="1"/>
          </p:cNvGraphicFramePr>
          <p:nvPr/>
        </p:nvGraphicFramePr>
        <p:xfrm>
          <a:off x="3657600" y="228600"/>
          <a:ext cx="2032000" cy="533400"/>
        </p:xfrm>
        <a:graphic>
          <a:graphicData uri="http://schemas.openxmlformats.org/presentationml/2006/ole">
            <p:oleObj spid="_x0000_s261120" name="Equation" r:id="rId3" imgW="2031840" imgH="533160" progId="Equation.3">
              <p:embed/>
            </p:oleObj>
          </a:graphicData>
        </a:graphic>
      </p:graphicFrame>
      <p:sp>
        <p:nvSpPr>
          <p:cNvPr id="229381" name="Oval 5"/>
          <p:cNvSpPr>
            <a:spLocks noChangeArrowheads="1"/>
          </p:cNvSpPr>
          <p:nvPr/>
        </p:nvSpPr>
        <p:spPr bwMode="auto">
          <a:xfrm>
            <a:off x="1752600" y="3048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9382" name="Oval 6"/>
          <p:cNvSpPr>
            <a:spLocks noChangeArrowheads="1"/>
          </p:cNvSpPr>
          <p:nvPr/>
        </p:nvSpPr>
        <p:spPr bwMode="auto">
          <a:xfrm>
            <a:off x="7086600" y="30480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9383" name="Freeform 7"/>
          <p:cNvSpPr>
            <a:spLocks/>
          </p:cNvSpPr>
          <p:nvPr/>
        </p:nvSpPr>
        <p:spPr bwMode="auto">
          <a:xfrm>
            <a:off x="2295525" y="2997200"/>
            <a:ext cx="4867275" cy="606425"/>
          </a:xfrm>
          <a:custGeom>
            <a:avLst/>
            <a:gdLst/>
            <a:ahLst/>
            <a:cxnLst>
              <a:cxn ang="0">
                <a:pos x="0" y="203"/>
              </a:cxn>
              <a:cxn ang="0">
                <a:pos x="65" y="73"/>
              </a:cxn>
              <a:cxn ang="0">
                <a:pos x="357" y="0"/>
              </a:cxn>
              <a:cxn ang="0">
                <a:pos x="438" y="8"/>
              </a:cxn>
              <a:cxn ang="0">
                <a:pos x="544" y="98"/>
              </a:cxn>
              <a:cxn ang="0">
                <a:pos x="657" y="211"/>
              </a:cxn>
              <a:cxn ang="0">
                <a:pos x="836" y="341"/>
              </a:cxn>
              <a:cxn ang="0">
                <a:pos x="860" y="365"/>
              </a:cxn>
              <a:cxn ang="0">
                <a:pos x="909" y="382"/>
              </a:cxn>
              <a:cxn ang="0">
                <a:pos x="1047" y="373"/>
              </a:cxn>
              <a:cxn ang="0">
                <a:pos x="1112" y="317"/>
              </a:cxn>
              <a:cxn ang="0">
                <a:pos x="1258" y="203"/>
              </a:cxn>
              <a:cxn ang="0">
                <a:pos x="1306" y="179"/>
              </a:cxn>
              <a:cxn ang="0">
                <a:pos x="1631" y="98"/>
              </a:cxn>
              <a:cxn ang="0">
                <a:pos x="1769" y="106"/>
              </a:cxn>
              <a:cxn ang="0">
                <a:pos x="1817" y="146"/>
              </a:cxn>
              <a:cxn ang="0">
                <a:pos x="1890" y="187"/>
              </a:cxn>
              <a:cxn ang="0">
                <a:pos x="1955" y="235"/>
              </a:cxn>
              <a:cxn ang="0">
                <a:pos x="2044" y="284"/>
              </a:cxn>
              <a:cxn ang="0">
                <a:pos x="2191" y="276"/>
              </a:cxn>
              <a:cxn ang="0">
                <a:pos x="2247" y="260"/>
              </a:cxn>
            </a:cxnLst>
            <a:rect l="0" t="0" r="r" b="b"/>
            <a:pathLst>
              <a:path w="2328" h="382">
                <a:moveTo>
                  <a:pt x="0" y="203"/>
                </a:moveTo>
                <a:cubicBezTo>
                  <a:pt x="12" y="167"/>
                  <a:pt x="32" y="95"/>
                  <a:pt x="65" y="73"/>
                </a:cubicBezTo>
                <a:cubicBezTo>
                  <a:pt x="152" y="16"/>
                  <a:pt x="255" y="10"/>
                  <a:pt x="357" y="0"/>
                </a:cubicBezTo>
                <a:cubicBezTo>
                  <a:pt x="384" y="3"/>
                  <a:pt x="412" y="2"/>
                  <a:pt x="438" y="8"/>
                </a:cubicBezTo>
                <a:cubicBezTo>
                  <a:pt x="480" y="18"/>
                  <a:pt x="507" y="73"/>
                  <a:pt x="544" y="98"/>
                </a:cubicBezTo>
                <a:cubicBezTo>
                  <a:pt x="568" y="134"/>
                  <a:pt x="617" y="198"/>
                  <a:pt x="657" y="211"/>
                </a:cubicBezTo>
                <a:cubicBezTo>
                  <a:pt x="690" y="261"/>
                  <a:pt x="778" y="322"/>
                  <a:pt x="836" y="341"/>
                </a:cubicBezTo>
                <a:cubicBezTo>
                  <a:pt x="844" y="349"/>
                  <a:pt x="850" y="359"/>
                  <a:pt x="860" y="365"/>
                </a:cubicBezTo>
                <a:cubicBezTo>
                  <a:pt x="875" y="373"/>
                  <a:pt x="909" y="382"/>
                  <a:pt x="909" y="382"/>
                </a:cubicBezTo>
                <a:cubicBezTo>
                  <a:pt x="955" y="379"/>
                  <a:pt x="1001" y="380"/>
                  <a:pt x="1047" y="373"/>
                </a:cubicBezTo>
                <a:cubicBezTo>
                  <a:pt x="1075" y="369"/>
                  <a:pt x="1092" y="337"/>
                  <a:pt x="1112" y="317"/>
                </a:cubicBezTo>
                <a:cubicBezTo>
                  <a:pt x="1152" y="278"/>
                  <a:pt x="1203" y="221"/>
                  <a:pt x="1258" y="203"/>
                </a:cubicBezTo>
                <a:cubicBezTo>
                  <a:pt x="1322" y="182"/>
                  <a:pt x="1240" y="211"/>
                  <a:pt x="1306" y="179"/>
                </a:cubicBezTo>
                <a:cubicBezTo>
                  <a:pt x="1387" y="139"/>
                  <a:pt x="1541" y="107"/>
                  <a:pt x="1631" y="98"/>
                </a:cubicBezTo>
                <a:cubicBezTo>
                  <a:pt x="1677" y="101"/>
                  <a:pt x="1723" y="99"/>
                  <a:pt x="1769" y="106"/>
                </a:cubicBezTo>
                <a:cubicBezTo>
                  <a:pt x="1784" y="108"/>
                  <a:pt x="1808" y="139"/>
                  <a:pt x="1817" y="146"/>
                </a:cubicBezTo>
                <a:cubicBezTo>
                  <a:pt x="1839" y="164"/>
                  <a:pt x="1864" y="178"/>
                  <a:pt x="1890" y="187"/>
                </a:cubicBezTo>
                <a:cubicBezTo>
                  <a:pt x="1937" y="233"/>
                  <a:pt x="1913" y="221"/>
                  <a:pt x="1955" y="235"/>
                </a:cubicBezTo>
                <a:cubicBezTo>
                  <a:pt x="1984" y="266"/>
                  <a:pt x="2002" y="274"/>
                  <a:pt x="2044" y="284"/>
                </a:cubicBezTo>
                <a:cubicBezTo>
                  <a:pt x="2093" y="281"/>
                  <a:pt x="2142" y="282"/>
                  <a:pt x="2191" y="276"/>
                </a:cubicBezTo>
                <a:cubicBezTo>
                  <a:pt x="2328" y="259"/>
                  <a:pt x="2208" y="260"/>
                  <a:pt x="2247" y="260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61121" name="Object 1"/>
          <p:cNvGraphicFramePr>
            <a:graphicFrameLocks noChangeAspect="1"/>
          </p:cNvGraphicFramePr>
          <p:nvPr/>
        </p:nvGraphicFramePr>
        <p:xfrm>
          <a:off x="1789113" y="5486400"/>
          <a:ext cx="439737" cy="533400"/>
        </p:xfrm>
        <a:graphic>
          <a:graphicData uri="http://schemas.openxmlformats.org/presentationml/2006/ole">
            <p:oleObj spid="_x0000_s261121" name="Equation" r:id="rId4" imgW="482400" imgH="583920" progId="Equation.3">
              <p:embed/>
            </p:oleObj>
          </a:graphicData>
        </a:graphic>
      </p:graphicFrame>
      <p:graphicFrame>
        <p:nvGraphicFramePr>
          <p:cNvPr id="261122" name="Object 2"/>
          <p:cNvGraphicFramePr>
            <a:graphicFrameLocks noChangeAspect="1"/>
          </p:cNvGraphicFramePr>
          <p:nvPr/>
        </p:nvGraphicFramePr>
        <p:xfrm>
          <a:off x="7132638" y="5486400"/>
          <a:ext cx="461962" cy="533400"/>
        </p:xfrm>
        <a:graphic>
          <a:graphicData uri="http://schemas.openxmlformats.org/presentationml/2006/ole">
            <p:oleObj spid="_x0000_s261122" name="Equation" r:id="rId5" imgW="571320" imgH="660240" progId="Equation.3">
              <p:embed/>
            </p:oleObj>
          </a:graphicData>
        </a:graphic>
      </p:graphicFrame>
      <p:graphicFrame>
        <p:nvGraphicFramePr>
          <p:cNvPr id="261123" name="Object 3"/>
          <p:cNvGraphicFramePr>
            <a:graphicFrameLocks noChangeAspect="1"/>
          </p:cNvGraphicFramePr>
          <p:nvPr/>
        </p:nvGraphicFramePr>
        <p:xfrm>
          <a:off x="4419600" y="2895600"/>
          <a:ext cx="457200" cy="381000"/>
        </p:xfrm>
        <a:graphic>
          <a:graphicData uri="http://schemas.openxmlformats.org/presentationml/2006/ole">
            <p:oleObj spid="_x0000_s261123" name="Equation" r:id="rId6" imgW="304560" imgH="253800" progId="Equation.3">
              <p:embed/>
            </p:oleObj>
          </a:graphicData>
        </a:graphic>
      </p:graphicFrame>
      <p:sp>
        <p:nvSpPr>
          <p:cNvPr id="229387" name="Oval 11"/>
          <p:cNvSpPr>
            <a:spLocks noChangeArrowheads="1"/>
          </p:cNvSpPr>
          <p:nvPr/>
        </p:nvSpPr>
        <p:spPr bwMode="auto">
          <a:xfrm>
            <a:off x="1743075" y="5537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9388" name="Oval 12"/>
          <p:cNvSpPr>
            <a:spLocks noChangeArrowheads="1"/>
          </p:cNvSpPr>
          <p:nvPr/>
        </p:nvSpPr>
        <p:spPr bwMode="auto">
          <a:xfrm>
            <a:off x="7077075" y="5537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61124" name="Object 4"/>
          <p:cNvGraphicFramePr>
            <a:graphicFrameLocks noChangeAspect="1"/>
          </p:cNvGraphicFramePr>
          <p:nvPr/>
        </p:nvGraphicFramePr>
        <p:xfrm>
          <a:off x="3505200" y="4800600"/>
          <a:ext cx="2374900" cy="482600"/>
        </p:xfrm>
        <a:graphic>
          <a:graphicData uri="http://schemas.openxmlformats.org/presentationml/2006/ole">
            <p:oleObj spid="_x0000_s261124" name="Equation" r:id="rId7" imgW="2374560" imgH="482400" progId="Equation.3">
              <p:embed/>
            </p:oleObj>
          </a:graphicData>
        </a:graphic>
      </p:graphicFrame>
      <p:sp>
        <p:nvSpPr>
          <p:cNvPr id="229390" name="Oval 14"/>
          <p:cNvSpPr>
            <a:spLocks noChangeArrowheads="1"/>
          </p:cNvSpPr>
          <p:nvPr/>
        </p:nvSpPr>
        <p:spPr bwMode="auto">
          <a:xfrm>
            <a:off x="2819400" y="5562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9391" name="Oval 15"/>
          <p:cNvSpPr>
            <a:spLocks noChangeArrowheads="1"/>
          </p:cNvSpPr>
          <p:nvPr/>
        </p:nvSpPr>
        <p:spPr bwMode="auto">
          <a:xfrm>
            <a:off x="3886200" y="5562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9392" name="Oval 16"/>
          <p:cNvSpPr>
            <a:spLocks noChangeArrowheads="1"/>
          </p:cNvSpPr>
          <p:nvPr/>
        </p:nvSpPr>
        <p:spPr bwMode="auto">
          <a:xfrm>
            <a:off x="6096000" y="5562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29393" name="Line 17"/>
          <p:cNvSpPr>
            <a:spLocks noChangeShapeType="1"/>
          </p:cNvSpPr>
          <p:nvPr/>
        </p:nvSpPr>
        <p:spPr bwMode="auto">
          <a:xfrm>
            <a:off x="2286000" y="5791200"/>
            <a:ext cx="53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9394" name="Line 18"/>
          <p:cNvSpPr>
            <a:spLocks noChangeShapeType="1"/>
          </p:cNvSpPr>
          <p:nvPr/>
        </p:nvSpPr>
        <p:spPr bwMode="auto">
          <a:xfrm>
            <a:off x="3352800" y="5791200"/>
            <a:ext cx="53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9395" name="Line 19"/>
          <p:cNvSpPr>
            <a:spLocks noChangeShapeType="1"/>
          </p:cNvSpPr>
          <p:nvPr/>
        </p:nvSpPr>
        <p:spPr bwMode="auto">
          <a:xfrm>
            <a:off x="6629400" y="57912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9396" name="Freeform 20"/>
          <p:cNvSpPr>
            <a:spLocks/>
          </p:cNvSpPr>
          <p:nvPr/>
        </p:nvSpPr>
        <p:spPr bwMode="auto">
          <a:xfrm>
            <a:off x="4418013" y="5519738"/>
            <a:ext cx="1712912" cy="438150"/>
          </a:xfrm>
          <a:custGeom>
            <a:avLst/>
            <a:gdLst/>
            <a:ahLst/>
            <a:cxnLst>
              <a:cxn ang="0">
                <a:pos x="0" y="190"/>
              </a:cxn>
              <a:cxn ang="0">
                <a:pos x="73" y="182"/>
              </a:cxn>
              <a:cxn ang="0">
                <a:pos x="105" y="133"/>
              </a:cxn>
              <a:cxn ang="0">
                <a:pos x="186" y="60"/>
              </a:cxn>
              <a:cxn ang="0">
                <a:pos x="275" y="3"/>
              </a:cxn>
              <a:cxn ang="0">
                <a:pos x="430" y="36"/>
              </a:cxn>
              <a:cxn ang="0">
                <a:pos x="495" y="109"/>
              </a:cxn>
              <a:cxn ang="0">
                <a:pos x="543" y="174"/>
              </a:cxn>
              <a:cxn ang="0">
                <a:pos x="592" y="239"/>
              </a:cxn>
              <a:cxn ang="0">
                <a:pos x="641" y="271"/>
              </a:cxn>
              <a:cxn ang="0">
                <a:pos x="746" y="255"/>
              </a:cxn>
              <a:cxn ang="0">
                <a:pos x="843" y="149"/>
              </a:cxn>
              <a:cxn ang="0">
                <a:pos x="908" y="76"/>
              </a:cxn>
              <a:cxn ang="0">
                <a:pos x="989" y="84"/>
              </a:cxn>
              <a:cxn ang="0">
                <a:pos x="1038" y="101"/>
              </a:cxn>
              <a:cxn ang="0">
                <a:pos x="1062" y="109"/>
              </a:cxn>
              <a:cxn ang="0">
                <a:pos x="1079" y="125"/>
              </a:cxn>
            </a:cxnLst>
            <a:rect l="0" t="0" r="r" b="b"/>
            <a:pathLst>
              <a:path w="1079" h="276">
                <a:moveTo>
                  <a:pt x="0" y="190"/>
                </a:moveTo>
                <a:cubicBezTo>
                  <a:pt x="24" y="187"/>
                  <a:pt x="51" y="194"/>
                  <a:pt x="73" y="182"/>
                </a:cubicBezTo>
                <a:cubicBezTo>
                  <a:pt x="90" y="173"/>
                  <a:pt x="91" y="147"/>
                  <a:pt x="105" y="133"/>
                </a:cubicBezTo>
                <a:cubicBezTo>
                  <a:pt x="132" y="107"/>
                  <a:pt x="155" y="81"/>
                  <a:pt x="186" y="60"/>
                </a:cubicBezTo>
                <a:cubicBezTo>
                  <a:pt x="206" y="30"/>
                  <a:pt x="241" y="14"/>
                  <a:pt x="275" y="3"/>
                </a:cubicBezTo>
                <a:cubicBezTo>
                  <a:pt x="355" y="9"/>
                  <a:pt x="374" y="0"/>
                  <a:pt x="430" y="36"/>
                </a:cubicBezTo>
                <a:cubicBezTo>
                  <a:pt x="466" y="83"/>
                  <a:pt x="445" y="59"/>
                  <a:pt x="495" y="109"/>
                </a:cubicBezTo>
                <a:cubicBezTo>
                  <a:pt x="523" y="137"/>
                  <a:pt x="507" y="149"/>
                  <a:pt x="543" y="174"/>
                </a:cubicBezTo>
                <a:cubicBezTo>
                  <a:pt x="548" y="182"/>
                  <a:pt x="576" y="227"/>
                  <a:pt x="592" y="239"/>
                </a:cubicBezTo>
                <a:cubicBezTo>
                  <a:pt x="608" y="251"/>
                  <a:pt x="641" y="271"/>
                  <a:pt x="641" y="271"/>
                </a:cubicBezTo>
                <a:cubicBezTo>
                  <a:pt x="676" y="268"/>
                  <a:pt x="718" y="276"/>
                  <a:pt x="746" y="255"/>
                </a:cubicBezTo>
                <a:cubicBezTo>
                  <a:pt x="786" y="225"/>
                  <a:pt x="810" y="184"/>
                  <a:pt x="843" y="149"/>
                </a:cubicBezTo>
                <a:cubicBezTo>
                  <a:pt x="854" y="117"/>
                  <a:pt x="876" y="87"/>
                  <a:pt x="908" y="76"/>
                </a:cubicBezTo>
                <a:cubicBezTo>
                  <a:pt x="935" y="79"/>
                  <a:pt x="962" y="79"/>
                  <a:pt x="989" y="84"/>
                </a:cubicBezTo>
                <a:cubicBezTo>
                  <a:pt x="1006" y="87"/>
                  <a:pt x="1022" y="95"/>
                  <a:pt x="1038" y="101"/>
                </a:cubicBezTo>
                <a:cubicBezTo>
                  <a:pt x="1046" y="104"/>
                  <a:pt x="1062" y="109"/>
                  <a:pt x="1062" y="109"/>
                </a:cubicBezTo>
                <a:cubicBezTo>
                  <a:pt x="1068" y="114"/>
                  <a:pt x="1079" y="125"/>
                  <a:pt x="1079" y="125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61125" name="Object 5"/>
          <p:cNvGraphicFramePr>
            <a:graphicFrameLocks noChangeAspect="1"/>
          </p:cNvGraphicFramePr>
          <p:nvPr/>
        </p:nvGraphicFramePr>
        <p:xfrm>
          <a:off x="2362200" y="5410200"/>
          <a:ext cx="255588" cy="304800"/>
        </p:xfrm>
        <a:graphic>
          <a:graphicData uri="http://schemas.openxmlformats.org/presentationml/2006/ole">
            <p:oleObj spid="_x0000_s261125" name="Equation" r:id="rId8" imgW="393480" imgH="469800" progId="Equation.3">
              <p:embed/>
            </p:oleObj>
          </a:graphicData>
        </a:graphic>
      </p:graphicFrame>
      <p:graphicFrame>
        <p:nvGraphicFramePr>
          <p:cNvPr id="261126" name="Object 6"/>
          <p:cNvGraphicFramePr>
            <a:graphicFrameLocks noChangeAspect="1"/>
          </p:cNvGraphicFramePr>
          <p:nvPr/>
        </p:nvGraphicFramePr>
        <p:xfrm>
          <a:off x="3413125" y="5410200"/>
          <a:ext cx="287338" cy="304800"/>
        </p:xfrm>
        <a:graphic>
          <a:graphicData uri="http://schemas.openxmlformats.org/presentationml/2006/ole">
            <p:oleObj spid="_x0000_s261126" name="Equation" r:id="rId9" imgW="444240" imgH="469800" progId="Equation.3">
              <p:embed/>
            </p:oleObj>
          </a:graphicData>
        </a:graphic>
      </p:graphicFrame>
      <p:graphicFrame>
        <p:nvGraphicFramePr>
          <p:cNvPr id="261127" name="Object 7"/>
          <p:cNvGraphicFramePr>
            <a:graphicFrameLocks noChangeAspect="1"/>
          </p:cNvGraphicFramePr>
          <p:nvPr/>
        </p:nvGraphicFramePr>
        <p:xfrm>
          <a:off x="6700838" y="5407025"/>
          <a:ext cx="295275" cy="312738"/>
        </p:xfrm>
        <a:graphic>
          <a:graphicData uri="http://schemas.openxmlformats.org/presentationml/2006/ole">
            <p:oleObj spid="_x0000_s261127" name="Equation" r:id="rId10" imgW="457200" imgH="482400" progId="Equation.3">
              <p:embed/>
            </p:oleObj>
          </a:graphicData>
        </a:graphic>
      </p:graphicFrame>
      <p:graphicFrame>
        <p:nvGraphicFramePr>
          <p:cNvPr id="261128" name="Object 8"/>
          <p:cNvGraphicFramePr>
            <a:graphicFrameLocks noChangeAspect="1"/>
          </p:cNvGraphicFramePr>
          <p:nvPr/>
        </p:nvGraphicFramePr>
        <p:xfrm>
          <a:off x="1789113" y="2971800"/>
          <a:ext cx="439737" cy="533400"/>
        </p:xfrm>
        <a:graphic>
          <a:graphicData uri="http://schemas.openxmlformats.org/presentationml/2006/ole">
            <p:oleObj spid="_x0000_s261128" name="Equation" r:id="rId11" imgW="482400" imgH="583920" progId="Equation.3">
              <p:embed/>
            </p:oleObj>
          </a:graphicData>
        </a:graphic>
      </p:graphicFrame>
      <p:graphicFrame>
        <p:nvGraphicFramePr>
          <p:cNvPr id="261129" name="Object 9"/>
          <p:cNvGraphicFramePr>
            <a:graphicFrameLocks noChangeAspect="1"/>
          </p:cNvGraphicFramePr>
          <p:nvPr/>
        </p:nvGraphicFramePr>
        <p:xfrm>
          <a:off x="7132638" y="2971800"/>
          <a:ext cx="461962" cy="533400"/>
        </p:xfrm>
        <a:graphic>
          <a:graphicData uri="http://schemas.openxmlformats.org/presentationml/2006/ole">
            <p:oleObj spid="_x0000_s261129" name="Equation" r:id="rId12" imgW="571320" imgH="660240" progId="Equation.3">
              <p:embed/>
            </p:oleObj>
          </a:graphicData>
        </a:graphic>
      </p:graphicFrame>
      <p:graphicFrame>
        <p:nvGraphicFramePr>
          <p:cNvPr id="261130" name="Object 10"/>
          <p:cNvGraphicFramePr>
            <a:graphicFrameLocks noChangeAspect="1"/>
          </p:cNvGraphicFramePr>
          <p:nvPr/>
        </p:nvGraphicFramePr>
        <p:xfrm>
          <a:off x="292100" y="3041650"/>
          <a:ext cx="723900" cy="406400"/>
        </p:xfrm>
        <a:graphic>
          <a:graphicData uri="http://schemas.openxmlformats.org/presentationml/2006/ole">
            <p:oleObj spid="_x0000_s261130" name="Equation" r:id="rId13" imgW="723600" imgH="406080" progId="Equation.3">
              <p:embed/>
            </p:oleObj>
          </a:graphicData>
        </a:graphic>
      </p:graphicFrame>
      <p:sp>
        <p:nvSpPr>
          <p:cNvPr id="229404" name="AutoShape 28"/>
          <p:cNvSpPr>
            <a:spLocks noChangeArrowheads="1"/>
          </p:cNvSpPr>
          <p:nvPr/>
        </p:nvSpPr>
        <p:spPr bwMode="auto">
          <a:xfrm>
            <a:off x="4343400" y="990600"/>
            <a:ext cx="485775" cy="976313"/>
          </a:xfrm>
          <a:prstGeom prst="downArrow">
            <a:avLst>
              <a:gd name="adj1" fmla="val 50000"/>
              <a:gd name="adj2" fmla="val 50245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61131" name="Object 11"/>
          <p:cNvGraphicFramePr>
            <a:graphicFrameLocks noChangeAspect="1"/>
          </p:cNvGraphicFramePr>
          <p:nvPr/>
        </p:nvGraphicFramePr>
        <p:xfrm>
          <a:off x="304800" y="5638800"/>
          <a:ext cx="723900" cy="406400"/>
        </p:xfrm>
        <a:graphic>
          <a:graphicData uri="http://schemas.openxmlformats.org/presentationml/2006/ole">
            <p:oleObj spid="_x0000_s261131" name="Equation" r:id="rId14" imgW="723600" imgH="406080" progId="Equation.3">
              <p:embed/>
            </p:oleObj>
          </a:graphicData>
        </a:graphic>
      </p:graphicFrame>
      <p:sp>
        <p:nvSpPr>
          <p:cNvPr id="229406" name="Oval 30"/>
          <p:cNvSpPr>
            <a:spLocks noChangeArrowheads="1"/>
          </p:cNvSpPr>
          <p:nvPr/>
        </p:nvSpPr>
        <p:spPr bwMode="auto">
          <a:xfrm>
            <a:off x="7010400" y="29718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29407" name="Oval 31"/>
          <p:cNvSpPr>
            <a:spLocks noChangeArrowheads="1"/>
          </p:cNvSpPr>
          <p:nvPr/>
        </p:nvSpPr>
        <p:spPr bwMode="auto">
          <a:xfrm>
            <a:off x="7010400" y="5486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29408" name="Line 32"/>
          <p:cNvSpPr>
            <a:spLocks noChangeShapeType="1"/>
          </p:cNvSpPr>
          <p:nvPr/>
        </p:nvSpPr>
        <p:spPr bwMode="auto">
          <a:xfrm>
            <a:off x="1295400" y="32766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29409" name="Line 33"/>
          <p:cNvSpPr>
            <a:spLocks noChangeShapeType="1"/>
          </p:cNvSpPr>
          <p:nvPr/>
        </p:nvSpPr>
        <p:spPr bwMode="auto">
          <a:xfrm>
            <a:off x="1295400" y="5791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D2D133-D724-48D8-8737-EABC85303086}" type="slidenum">
              <a:rPr lang="en-US"/>
              <a:pPr/>
              <a:t>106</a:t>
            </a:fld>
            <a:endParaRPr lang="en-US"/>
          </a:p>
        </p:txBody>
      </p:sp>
      <p:graphicFrame>
        <p:nvGraphicFramePr>
          <p:cNvPr id="262144" name="Object 0"/>
          <p:cNvGraphicFramePr>
            <a:graphicFrameLocks noChangeAspect="1"/>
          </p:cNvGraphicFramePr>
          <p:nvPr/>
        </p:nvGraphicFramePr>
        <p:xfrm>
          <a:off x="1874838" y="2387600"/>
          <a:ext cx="439737" cy="533400"/>
        </p:xfrm>
        <a:graphic>
          <a:graphicData uri="http://schemas.openxmlformats.org/presentationml/2006/ole">
            <p:oleObj spid="_x0000_s262144" name="Equation" r:id="rId3" imgW="482400" imgH="583920" progId="Equation.3">
              <p:embed/>
            </p:oleObj>
          </a:graphicData>
        </a:graphic>
      </p:graphicFrame>
      <p:graphicFrame>
        <p:nvGraphicFramePr>
          <p:cNvPr id="262145" name="Object 1"/>
          <p:cNvGraphicFramePr>
            <a:graphicFrameLocks noChangeAspect="1"/>
          </p:cNvGraphicFramePr>
          <p:nvPr/>
        </p:nvGraphicFramePr>
        <p:xfrm>
          <a:off x="7218363" y="2387600"/>
          <a:ext cx="460375" cy="533400"/>
        </p:xfrm>
        <a:graphic>
          <a:graphicData uri="http://schemas.openxmlformats.org/presentationml/2006/ole">
            <p:oleObj spid="_x0000_s262145" name="Equation" r:id="rId4" imgW="571320" imgH="660240" progId="Equation.3">
              <p:embed/>
            </p:oleObj>
          </a:graphicData>
        </a:graphic>
      </p:graphicFrame>
      <p:sp>
        <p:nvSpPr>
          <p:cNvPr id="230409" name="Oval 9"/>
          <p:cNvSpPr>
            <a:spLocks noChangeArrowheads="1"/>
          </p:cNvSpPr>
          <p:nvPr/>
        </p:nvSpPr>
        <p:spPr bwMode="auto">
          <a:xfrm>
            <a:off x="1828800" y="2438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0410" name="Oval 10"/>
          <p:cNvSpPr>
            <a:spLocks noChangeArrowheads="1"/>
          </p:cNvSpPr>
          <p:nvPr/>
        </p:nvSpPr>
        <p:spPr bwMode="auto">
          <a:xfrm>
            <a:off x="7162800" y="2438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62146" name="Object 2"/>
          <p:cNvGraphicFramePr>
            <a:graphicFrameLocks noChangeAspect="1"/>
          </p:cNvGraphicFramePr>
          <p:nvPr/>
        </p:nvGraphicFramePr>
        <p:xfrm>
          <a:off x="3590925" y="1701800"/>
          <a:ext cx="2374900" cy="482600"/>
        </p:xfrm>
        <a:graphic>
          <a:graphicData uri="http://schemas.openxmlformats.org/presentationml/2006/ole">
            <p:oleObj spid="_x0000_s262146" name="Equation" r:id="rId5" imgW="2374560" imgH="482400" progId="Equation.3">
              <p:embed/>
            </p:oleObj>
          </a:graphicData>
        </a:graphic>
      </p:graphicFrame>
      <p:sp>
        <p:nvSpPr>
          <p:cNvPr id="230412" name="Oval 12"/>
          <p:cNvSpPr>
            <a:spLocks noChangeArrowheads="1"/>
          </p:cNvSpPr>
          <p:nvPr/>
        </p:nvSpPr>
        <p:spPr bwMode="auto">
          <a:xfrm>
            <a:off x="2905125" y="2463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0413" name="Oval 13"/>
          <p:cNvSpPr>
            <a:spLocks noChangeArrowheads="1"/>
          </p:cNvSpPr>
          <p:nvPr/>
        </p:nvSpPr>
        <p:spPr bwMode="auto">
          <a:xfrm>
            <a:off x="3971925" y="2463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0414" name="Oval 14"/>
          <p:cNvSpPr>
            <a:spLocks noChangeArrowheads="1"/>
          </p:cNvSpPr>
          <p:nvPr/>
        </p:nvSpPr>
        <p:spPr bwMode="auto">
          <a:xfrm>
            <a:off x="6181725" y="2463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0415" name="Line 15"/>
          <p:cNvSpPr>
            <a:spLocks noChangeShapeType="1"/>
          </p:cNvSpPr>
          <p:nvPr/>
        </p:nvSpPr>
        <p:spPr bwMode="auto">
          <a:xfrm>
            <a:off x="2371725" y="2692400"/>
            <a:ext cx="53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0416" name="Line 16"/>
          <p:cNvSpPr>
            <a:spLocks noChangeShapeType="1"/>
          </p:cNvSpPr>
          <p:nvPr/>
        </p:nvSpPr>
        <p:spPr bwMode="auto">
          <a:xfrm>
            <a:off x="3438525" y="2692400"/>
            <a:ext cx="53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0417" name="Line 17"/>
          <p:cNvSpPr>
            <a:spLocks noChangeShapeType="1"/>
          </p:cNvSpPr>
          <p:nvPr/>
        </p:nvSpPr>
        <p:spPr bwMode="auto">
          <a:xfrm flipV="1">
            <a:off x="6715125" y="2667000"/>
            <a:ext cx="371475" cy="2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0418" name="Freeform 18"/>
          <p:cNvSpPr>
            <a:spLocks/>
          </p:cNvSpPr>
          <p:nvPr/>
        </p:nvSpPr>
        <p:spPr bwMode="auto">
          <a:xfrm>
            <a:off x="4503738" y="2420938"/>
            <a:ext cx="1712912" cy="438150"/>
          </a:xfrm>
          <a:custGeom>
            <a:avLst/>
            <a:gdLst/>
            <a:ahLst/>
            <a:cxnLst>
              <a:cxn ang="0">
                <a:pos x="0" y="190"/>
              </a:cxn>
              <a:cxn ang="0">
                <a:pos x="73" y="182"/>
              </a:cxn>
              <a:cxn ang="0">
                <a:pos x="105" y="133"/>
              </a:cxn>
              <a:cxn ang="0">
                <a:pos x="186" y="60"/>
              </a:cxn>
              <a:cxn ang="0">
                <a:pos x="275" y="3"/>
              </a:cxn>
              <a:cxn ang="0">
                <a:pos x="430" y="36"/>
              </a:cxn>
              <a:cxn ang="0">
                <a:pos x="495" y="109"/>
              </a:cxn>
              <a:cxn ang="0">
                <a:pos x="543" y="174"/>
              </a:cxn>
              <a:cxn ang="0">
                <a:pos x="592" y="239"/>
              </a:cxn>
              <a:cxn ang="0">
                <a:pos x="641" y="271"/>
              </a:cxn>
              <a:cxn ang="0">
                <a:pos x="746" y="255"/>
              </a:cxn>
              <a:cxn ang="0">
                <a:pos x="843" y="149"/>
              </a:cxn>
              <a:cxn ang="0">
                <a:pos x="908" y="76"/>
              </a:cxn>
              <a:cxn ang="0">
                <a:pos x="989" y="84"/>
              </a:cxn>
              <a:cxn ang="0">
                <a:pos x="1038" y="101"/>
              </a:cxn>
              <a:cxn ang="0">
                <a:pos x="1062" y="109"/>
              </a:cxn>
              <a:cxn ang="0">
                <a:pos x="1079" y="125"/>
              </a:cxn>
            </a:cxnLst>
            <a:rect l="0" t="0" r="r" b="b"/>
            <a:pathLst>
              <a:path w="1079" h="276">
                <a:moveTo>
                  <a:pt x="0" y="190"/>
                </a:moveTo>
                <a:cubicBezTo>
                  <a:pt x="24" y="187"/>
                  <a:pt x="51" y="194"/>
                  <a:pt x="73" y="182"/>
                </a:cubicBezTo>
                <a:cubicBezTo>
                  <a:pt x="90" y="173"/>
                  <a:pt x="91" y="147"/>
                  <a:pt x="105" y="133"/>
                </a:cubicBezTo>
                <a:cubicBezTo>
                  <a:pt x="132" y="107"/>
                  <a:pt x="155" y="81"/>
                  <a:pt x="186" y="60"/>
                </a:cubicBezTo>
                <a:cubicBezTo>
                  <a:pt x="206" y="30"/>
                  <a:pt x="241" y="14"/>
                  <a:pt x="275" y="3"/>
                </a:cubicBezTo>
                <a:cubicBezTo>
                  <a:pt x="355" y="9"/>
                  <a:pt x="374" y="0"/>
                  <a:pt x="430" y="36"/>
                </a:cubicBezTo>
                <a:cubicBezTo>
                  <a:pt x="466" y="83"/>
                  <a:pt x="445" y="59"/>
                  <a:pt x="495" y="109"/>
                </a:cubicBezTo>
                <a:cubicBezTo>
                  <a:pt x="523" y="137"/>
                  <a:pt x="507" y="149"/>
                  <a:pt x="543" y="174"/>
                </a:cubicBezTo>
                <a:cubicBezTo>
                  <a:pt x="548" y="182"/>
                  <a:pt x="576" y="227"/>
                  <a:pt x="592" y="239"/>
                </a:cubicBezTo>
                <a:cubicBezTo>
                  <a:pt x="608" y="251"/>
                  <a:pt x="641" y="271"/>
                  <a:pt x="641" y="271"/>
                </a:cubicBezTo>
                <a:cubicBezTo>
                  <a:pt x="676" y="268"/>
                  <a:pt x="718" y="276"/>
                  <a:pt x="746" y="255"/>
                </a:cubicBezTo>
                <a:cubicBezTo>
                  <a:pt x="786" y="225"/>
                  <a:pt x="810" y="184"/>
                  <a:pt x="843" y="149"/>
                </a:cubicBezTo>
                <a:cubicBezTo>
                  <a:pt x="854" y="117"/>
                  <a:pt x="876" y="87"/>
                  <a:pt x="908" y="76"/>
                </a:cubicBezTo>
                <a:cubicBezTo>
                  <a:pt x="935" y="79"/>
                  <a:pt x="962" y="79"/>
                  <a:pt x="989" y="84"/>
                </a:cubicBezTo>
                <a:cubicBezTo>
                  <a:pt x="1006" y="87"/>
                  <a:pt x="1022" y="95"/>
                  <a:pt x="1038" y="101"/>
                </a:cubicBezTo>
                <a:cubicBezTo>
                  <a:pt x="1046" y="104"/>
                  <a:pt x="1062" y="109"/>
                  <a:pt x="1062" y="109"/>
                </a:cubicBezTo>
                <a:cubicBezTo>
                  <a:pt x="1068" y="114"/>
                  <a:pt x="1079" y="125"/>
                  <a:pt x="1079" y="125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62147" name="Object 3"/>
          <p:cNvGraphicFramePr>
            <a:graphicFrameLocks noChangeAspect="1"/>
          </p:cNvGraphicFramePr>
          <p:nvPr/>
        </p:nvGraphicFramePr>
        <p:xfrm>
          <a:off x="2447925" y="2311400"/>
          <a:ext cx="255588" cy="304800"/>
        </p:xfrm>
        <a:graphic>
          <a:graphicData uri="http://schemas.openxmlformats.org/presentationml/2006/ole">
            <p:oleObj spid="_x0000_s262147" name="Equation" r:id="rId6" imgW="393480" imgH="469800" progId="Equation.3">
              <p:embed/>
            </p:oleObj>
          </a:graphicData>
        </a:graphic>
      </p:graphicFrame>
      <p:graphicFrame>
        <p:nvGraphicFramePr>
          <p:cNvPr id="262148" name="Object 4"/>
          <p:cNvGraphicFramePr>
            <a:graphicFrameLocks noChangeAspect="1"/>
          </p:cNvGraphicFramePr>
          <p:nvPr/>
        </p:nvGraphicFramePr>
        <p:xfrm>
          <a:off x="3498850" y="2311400"/>
          <a:ext cx="287338" cy="304800"/>
        </p:xfrm>
        <a:graphic>
          <a:graphicData uri="http://schemas.openxmlformats.org/presentationml/2006/ole">
            <p:oleObj spid="_x0000_s262148" name="Equation" r:id="rId7" imgW="444240" imgH="469800" progId="Equation.3">
              <p:embed/>
            </p:oleObj>
          </a:graphicData>
        </a:graphic>
      </p:graphicFrame>
      <p:graphicFrame>
        <p:nvGraphicFramePr>
          <p:cNvPr id="262149" name="Object 5"/>
          <p:cNvGraphicFramePr>
            <a:graphicFrameLocks noChangeAspect="1"/>
          </p:cNvGraphicFramePr>
          <p:nvPr/>
        </p:nvGraphicFramePr>
        <p:xfrm>
          <a:off x="6786563" y="2308225"/>
          <a:ext cx="295275" cy="312738"/>
        </p:xfrm>
        <a:graphic>
          <a:graphicData uri="http://schemas.openxmlformats.org/presentationml/2006/ole">
            <p:oleObj spid="_x0000_s262149" name="Equation" r:id="rId8" imgW="457200" imgH="482400" progId="Equation.3">
              <p:embed/>
            </p:oleObj>
          </a:graphicData>
        </a:graphic>
      </p:graphicFrame>
      <p:graphicFrame>
        <p:nvGraphicFramePr>
          <p:cNvPr id="262150" name="Object 6"/>
          <p:cNvGraphicFramePr>
            <a:graphicFrameLocks noChangeAspect="1"/>
          </p:cNvGraphicFramePr>
          <p:nvPr/>
        </p:nvGraphicFramePr>
        <p:xfrm>
          <a:off x="390525" y="2540000"/>
          <a:ext cx="723900" cy="406400"/>
        </p:xfrm>
        <a:graphic>
          <a:graphicData uri="http://schemas.openxmlformats.org/presentationml/2006/ole">
            <p:oleObj spid="_x0000_s262150" name="Equation" r:id="rId9" imgW="723600" imgH="406080" progId="Equation.3">
              <p:embed/>
            </p:oleObj>
          </a:graphicData>
        </a:graphic>
      </p:graphicFrame>
      <p:sp>
        <p:nvSpPr>
          <p:cNvPr id="230429" name="Oval 29"/>
          <p:cNvSpPr>
            <a:spLocks noChangeArrowheads="1"/>
          </p:cNvSpPr>
          <p:nvPr/>
        </p:nvSpPr>
        <p:spPr bwMode="auto">
          <a:xfrm>
            <a:off x="7086600" y="2362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262151" name="Object 7"/>
          <p:cNvGraphicFramePr>
            <a:graphicFrameLocks noChangeAspect="1"/>
          </p:cNvGraphicFramePr>
          <p:nvPr/>
        </p:nvGraphicFramePr>
        <p:xfrm>
          <a:off x="1797050" y="5257800"/>
          <a:ext cx="673100" cy="442913"/>
        </p:xfrm>
        <a:graphic>
          <a:graphicData uri="http://schemas.openxmlformats.org/presentationml/2006/ole">
            <p:oleObj spid="_x0000_s262151" name="Equation" r:id="rId10" imgW="888840" imgH="583920" progId="Equation.3">
              <p:embed/>
            </p:oleObj>
          </a:graphicData>
        </a:graphic>
      </p:graphicFrame>
      <p:sp>
        <p:nvSpPr>
          <p:cNvPr id="230432" name="Oval 32"/>
          <p:cNvSpPr>
            <a:spLocks noChangeArrowheads="1"/>
          </p:cNvSpPr>
          <p:nvPr/>
        </p:nvSpPr>
        <p:spPr bwMode="auto">
          <a:xfrm>
            <a:off x="1828800" y="4724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0433" name="Oval 33"/>
          <p:cNvSpPr>
            <a:spLocks noChangeArrowheads="1"/>
          </p:cNvSpPr>
          <p:nvPr/>
        </p:nvSpPr>
        <p:spPr bwMode="auto">
          <a:xfrm>
            <a:off x="7162800" y="4724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0434" name="Oval 34"/>
          <p:cNvSpPr>
            <a:spLocks noChangeArrowheads="1"/>
          </p:cNvSpPr>
          <p:nvPr/>
        </p:nvSpPr>
        <p:spPr bwMode="auto">
          <a:xfrm>
            <a:off x="2905125" y="4749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0435" name="Oval 35"/>
          <p:cNvSpPr>
            <a:spLocks noChangeArrowheads="1"/>
          </p:cNvSpPr>
          <p:nvPr/>
        </p:nvSpPr>
        <p:spPr bwMode="auto">
          <a:xfrm>
            <a:off x="3971925" y="4749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0436" name="Oval 36"/>
          <p:cNvSpPr>
            <a:spLocks noChangeArrowheads="1"/>
          </p:cNvSpPr>
          <p:nvPr/>
        </p:nvSpPr>
        <p:spPr bwMode="auto">
          <a:xfrm>
            <a:off x="6181725" y="4749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0437" name="Line 37"/>
          <p:cNvSpPr>
            <a:spLocks noChangeShapeType="1"/>
          </p:cNvSpPr>
          <p:nvPr/>
        </p:nvSpPr>
        <p:spPr bwMode="auto">
          <a:xfrm>
            <a:off x="2371725" y="4978400"/>
            <a:ext cx="53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0438" name="Line 38"/>
          <p:cNvSpPr>
            <a:spLocks noChangeShapeType="1"/>
          </p:cNvSpPr>
          <p:nvPr/>
        </p:nvSpPr>
        <p:spPr bwMode="auto">
          <a:xfrm>
            <a:off x="3438525" y="4978400"/>
            <a:ext cx="53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0439" name="Line 39"/>
          <p:cNvSpPr>
            <a:spLocks noChangeShapeType="1"/>
          </p:cNvSpPr>
          <p:nvPr/>
        </p:nvSpPr>
        <p:spPr bwMode="auto">
          <a:xfrm flipV="1">
            <a:off x="6715125" y="4953000"/>
            <a:ext cx="371475" cy="2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0440" name="Freeform 40"/>
          <p:cNvSpPr>
            <a:spLocks/>
          </p:cNvSpPr>
          <p:nvPr/>
        </p:nvSpPr>
        <p:spPr bwMode="auto">
          <a:xfrm>
            <a:off x="4503738" y="4706938"/>
            <a:ext cx="1712912" cy="438150"/>
          </a:xfrm>
          <a:custGeom>
            <a:avLst/>
            <a:gdLst/>
            <a:ahLst/>
            <a:cxnLst>
              <a:cxn ang="0">
                <a:pos x="0" y="190"/>
              </a:cxn>
              <a:cxn ang="0">
                <a:pos x="73" y="182"/>
              </a:cxn>
              <a:cxn ang="0">
                <a:pos x="105" y="133"/>
              </a:cxn>
              <a:cxn ang="0">
                <a:pos x="186" y="60"/>
              </a:cxn>
              <a:cxn ang="0">
                <a:pos x="275" y="3"/>
              </a:cxn>
              <a:cxn ang="0">
                <a:pos x="430" y="36"/>
              </a:cxn>
              <a:cxn ang="0">
                <a:pos x="495" y="109"/>
              </a:cxn>
              <a:cxn ang="0">
                <a:pos x="543" y="174"/>
              </a:cxn>
              <a:cxn ang="0">
                <a:pos x="592" y="239"/>
              </a:cxn>
              <a:cxn ang="0">
                <a:pos x="641" y="271"/>
              </a:cxn>
              <a:cxn ang="0">
                <a:pos x="746" y="255"/>
              </a:cxn>
              <a:cxn ang="0">
                <a:pos x="843" y="149"/>
              </a:cxn>
              <a:cxn ang="0">
                <a:pos x="908" y="76"/>
              </a:cxn>
              <a:cxn ang="0">
                <a:pos x="989" y="84"/>
              </a:cxn>
              <a:cxn ang="0">
                <a:pos x="1038" y="101"/>
              </a:cxn>
              <a:cxn ang="0">
                <a:pos x="1062" y="109"/>
              </a:cxn>
              <a:cxn ang="0">
                <a:pos x="1079" y="125"/>
              </a:cxn>
            </a:cxnLst>
            <a:rect l="0" t="0" r="r" b="b"/>
            <a:pathLst>
              <a:path w="1079" h="276">
                <a:moveTo>
                  <a:pt x="0" y="190"/>
                </a:moveTo>
                <a:cubicBezTo>
                  <a:pt x="24" y="187"/>
                  <a:pt x="51" y="194"/>
                  <a:pt x="73" y="182"/>
                </a:cubicBezTo>
                <a:cubicBezTo>
                  <a:pt x="90" y="173"/>
                  <a:pt x="91" y="147"/>
                  <a:pt x="105" y="133"/>
                </a:cubicBezTo>
                <a:cubicBezTo>
                  <a:pt x="132" y="107"/>
                  <a:pt x="155" y="81"/>
                  <a:pt x="186" y="60"/>
                </a:cubicBezTo>
                <a:cubicBezTo>
                  <a:pt x="206" y="30"/>
                  <a:pt x="241" y="14"/>
                  <a:pt x="275" y="3"/>
                </a:cubicBezTo>
                <a:cubicBezTo>
                  <a:pt x="355" y="9"/>
                  <a:pt x="374" y="0"/>
                  <a:pt x="430" y="36"/>
                </a:cubicBezTo>
                <a:cubicBezTo>
                  <a:pt x="466" y="83"/>
                  <a:pt x="445" y="59"/>
                  <a:pt x="495" y="109"/>
                </a:cubicBezTo>
                <a:cubicBezTo>
                  <a:pt x="523" y="137"/>
                  <a:pt x="507" y="149"/>
                  <a:pt x="543" y="174"/>
                </a:cubicBezTo>
                <a:cubicBezTo>
                  <a:pt x="548" y="182"/>
                  <a:pt x="576" y="227"/>
                  <a:pt x="592" y="239"/>
                </a:cubicBezTo>
                <a:cubicBezTo>
                  <a:pt x="608" y="251"/>
                  <a:pt x="641" y="271"/>
                  <a:pt x="641" y="271"/>
                </a:cubicBezTo>
                <a:cubicBezTo>
                  <a:pt x="676" y="268"/>
                  <a:pt x="718" y="276"/>
                  <a:pt x="746" y="255"/>
                </a:cubicBezTo>
                <a:cubicBezTo>
                  <a:pt x="786" y="225"/>
                  <a:pt x="810" y="184"/>
                  <a:pt x="843" y="149"/>
                </a:cubicBezTo>
                <a:cubicBezTo>
                  <a:pt x="854" y="117"/>
                  <a:pt x="876" y="87"/>
                  <a:pt x="908" y="76"/>
                </a:cubicBezTo>
                <a:cubicBezTo>
                  <a:pt x="935" y="79"/>
                  <a:pt x="962" y="79"/>
                  <a:pt x="989" y="84"/>
                </a:cubicBezTo>
                <a:cubicBezTo>
                  <a:pt x="1006" y="87"/>
                  <a:pt x="1022" y="95"/>
                  <a:pt x="1038" y="101"/>
                </a:cubicBezTo>
                <a:cubicBezTo>
                  <a:pt x="1046" y="104"/>
                  <a:pt x="1062" y="109"/>
                  <a:pt x="1062" y="109"/>
                </a:cubicBezTo>
                <a:cubicBezTo>
                  <a:pt x="1068" y="114"/>
                  <a:pt x="1079" y="125"/>
                  <a:pt x="1079" y="125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62152" name="Object 8"/>
          <p:cNvGraphicFramePr>
            <a:graphicFrameLocks noChangeAspect="1"/>
          </p:cNvGraphicFramePr>
          <p:nvPr/>
        </p:nvGraphicFramePr>
        <p:xfrm>
          <a:off x="2447925" y="4597400"/>
          <a:ext cx="255588" cy="304800"/>
        </p:xfrm>
        <a:graphic>
          <a:graphicData uri="http://schemas.openxmlformats.org/presentationml/2006/ole">
            <p:oleObj spid="_x0000_s262152" name="Equation" r:id="rId11" imgW="393480" imgH="469800" progId="Equation.3">
              <p:embed/>
            </p:oleObj>
          </a:graphicData>
        </a:graphic>
      </p:graphicFrame>
      <p:graphicFrame>
        <p:nvGraphicFramePr>
          <p:cNvPr id="262153" name="Object 9"/>
          <p:cNvGraphicFramePr>
            <a:graphicFrameLocks noChangeAspect="1"/>
          </p:cNvGraphicFramePr>
          <p:nvPr/>
        </p:nvGraphicFramePr>
        <p:xfrm>
          <a:off x="3498850" y="4597400"/>
          <a:ext cx="287338" cy="304800"/>
        </p:xfrm>
        <a:graphic>
          <a:graphicData uri="http://schemas.openxmlformats.org/presentationml/2006/ole">
            <p:oleObj spid="_x0000_s262153" name="Equation" r:id="rId12" imgW="444240" imgH="469800" progId="Equation.3">
              <p:embed/>
            </p:oleObj>
          </a:graphicData>
        </a:graphic>
      </p:graphicFrame>
      <p:graphicFrame>
        <p:nvGraphicFramePr>
          <p:cNvPr id="262154" name="Object 10"/>
          <p:cNvGraphicFramePr>
            <a:graphicFrameLocks noChangeAspect="1"/>
          </p:cNvGraphicFramePr>
          <p:nvPr/>
        </p:nvGraphicFramePr>
        <p:xfrm>
          <a:off x="6786563" y="4594225"/>
          <a:ext cx="295275" cy="312738"/>
        </p:xfrm>
        <a:graphic>
          <a:graphicData uri="http://schemas.openxmlformats.org/presentationml/2006/ole">
            <p:oleObj spid="_x0000_s262154" name="Equation" r:id="rId13" imgW="457200" imgH="482400" progId="Equation.3">
              <p:embed/>
            </p:oleObj>
          </a:graphicData>
        </a:graphic>
      </p:graphicFrame>
      <p:sp>
        <p:nvSpPr>
          <p:cNvPr id="230444" name="Oval 44"/>
          <p:cNvSpPr>
            <a:spLocks noChangeArrowheads="1"/>
          </p:cNvSpPr>
          <p:nvPr/>
        </p:nvSpPr>
        <p:spPr bwMode="auto">
          <a:xfrm>
            <a:off x="7086600" y="4648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262155" name="Object 11"/>
          <p:cNvGraphicFramePr>
            <a:graphicFrameLocks noChangeAspect="1"/>
          </p:cNvGraphicFramePr>
          <p:nvPr/>
        </p:nvGraphicFramePr>
        <p:xfrm>
          <a:off x="520700" y="4718050"/>
          <a:ext cx="825500" cy="444500"/>
        </p:xfrm>
        <a:graphic>
          <a:graphicData uri="http://schemas.openxmlformats.org/presentationml/2006/ole">
            <p:oleObj spid="_x0000_s262155" name="Equation" r:id="rId14" imgW="825480" imgH="444240" progId="Equation.3">
              <p:embed/>
            </p:oleObj>
          </a:graphicData>
        </a:graphic>
      </p:graphicFrame>
      <p:graphicFrame>
        <p:nvGraphicFramePr>
          <p:cNvPr id="262156" name="Object 12"/>
          <p:cNvGraphicFramePr>
            <a:graphicFrameLocks noChangeAspect="1"/>
          </p:cNvGraphicFramePr>
          <p:nvPr/>
        </p:nvGraphicFramePr>
        <p:xfrm>
          <a:off x="7086600" y="5257800"/>
          <a:ext cx="1143000" cy="481013"/>
        </p:xfrm>
        <a:graphic>
          <a:graphicData uri="http://schemas.openxmlformats.org/presentationml/2006/ole">
            <p:oleObj spid="_x0000_s262156" name="Equation" r:id="rId15" imgW="1574640" imgH="660240" progId="Equation.3">
              <p:embed/>
            </p:oleObj>
          </a:graphicData>
        </a:graphic>
      </p:graphicFrame>
      <p:sp>
        <p:nvSpPr>
          <p:cNvPr id="230453" name="Line 53"/>
          <p:cNvSpPr>
            <a:spLocks noChangeShapeType="1"/>
          </p:cNvSpPr>
          <p:nvPr/>
        </p:nvSpPr>
        <p:spPr bwMode="auto">
          <a:xfrm>
            <a:off x="1371600" y="2667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30454" name="Line 54"/>
          <p:cNvSpPr>
            <a:spLocks noChangeShapeType="1"/>
          </p:cNvSpPr>
          <p:nvPr/>
        </p:nvSpPr>
        <p:spPr bwMode="auto">
          <a:xfrm>
            <a:off x="1371600" y="4953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262157" name="Object 13"/>
          <p:cNvGraphicFramePr>
            <a:graphicFrameLocks noChangeAspect="1"/>
          </p:cNvGraphicFramePr>
          <p:nvPr/>
        </p:nvGraphicFramePr>
        <p:xfrm>
          <a:off x="4876800" y="533400"/>
          <a:ext cx="2032000" cy="533400"/>
        </p:xfrm>
        <a:graphic>
          <a:graphicData uri="http://schemas.openxmlformats.org/presentationml/2006/ole">
            <p:oleObj spid="_x0000_s262157" name="Equation" r:id="rId16" imgW="2031840" imgH="533160" progId="Equation.3">
              <p:embed/>
            </p:oleObj>
          </a:graphicData>
        </a:graphic>
      </p:graphicFrame>
      <p:graphicFrame>
        <p:nvGraphicFramePr>
          <p:cNvPr id="262158" name="Object 14"/>
          <p:cNvGraphicFramePr>
            <a:graphicFrameLocks noChangeAspect="1"/>
          </p:cNvGraphicFramePr>
          <p:nvPr/>
        </p:nvGraphicFramePr>
        <p:xfrm>
          <a:off x="3429000" y="5562600"/>
          <a:ext cx="2133600" cy="546100"/>
        </p:xfrm>
        <a:graphic>
          <a:graphicData uri="http://schemas.openxmlformats.org/presentationml/2006/ole">
            <p:oleObj spid="_x0000_s262158" name="Equation" r:id="rId17" imgW="2133360" imgH="545760" progId="Equation.3">
              <p:embed/>
            </p:oleObj>
          </a:graphicData>
        </a:graphic>
      </p:graphicFrame>
      <p:sp>
        <p:nvSpPr>
          <p:cNvPr id="230457" name="Text Box 57"/>
          <p:cNvSpPr txBox="1">
            <a:spLocks noChangeArrowheads="1"/>
          </p:cNvSpPr>
          <p:nvPr/>
        </p:nvSpPr>
        <p:spPr bwMode="auto">
          <a:xfrm>
            <a:off x="288925" y="482600"/>
            <a:ext cx="41275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We will show that if </a:t>
            </a:r>
          </a:p>
        </p:txBody>
      </p:sp>
      <p:sp>
        <p:nvSpPr>
          <p:cNvPr id="230458" name="AutoShape 58"/>
          <p:cNvSpPr>
            <a:spLocks noChangeArrowheads="1"/>
          </p:cNvSpPr>
          <p:nvPr/>
        </p:nvSpPr>
        <p:spPr bwMode="auto">
          <a:xfrm>
            <a:off x="4419600" y="3276600"/>
            <a:ext cx="485775" cy="976313"/>
          </a:xfrm>
          <a:prstGeom prst="downArrow">
            <a:avLst>
              <a:gd name="adj1" fmla="val 50000"/>
              <a:gd name="adj2" fmla="val 50245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33D5BE1-2FEF-48B4-8C5E-19160ADF63F7}" type="slidenum">
              <a:rPr lang="en-US"/>
              <a:pPr/>
              <a:t>107</a:t>
            </a:fld>
            <a:endParaRPr lang="en-US"/>
          </a:p>
        </p:txBody>
      </p:sp>
      <p:graphicFrame>
        <p:nvGraphicFramePr>
          <p:cNvPr id="263168" name="Object 0"/>
          <p:cNvGraphicFramePr>
            <a:graphicFrameLocks noChangeAspect="1"/>
          </p:cNvGraphicFramePr>
          <p:nvPr/>
        </p:nvGraphicFramePr>
        <p:xfrm>
          <a:off x="2103438" y="2006600"/>
          <a:ext cx="439737" cy="533400"/>
        </p:xfrm>
        <a:graphic>
          <a:graphicData uri="http://schemas.openxmlformats.org/presentationml/2006/ole">
            <p:oleObj spid="_x0000_s263168" name="Equation" r:id="rId3" imgW="482400" imgH="583920" progId="Equation.3">
              <p:embed/>
            </p:oleObj>
          </a:graphicData>
        </a:graphic>
      </p:graphicFrame>
      <p:graphicFrame>
        <p:nvGraphicFramePr>
          <p:cNvPr id="263169" name="Object 1"/>
          <p:cNvGraphicFramePr>
            <a:graphicFrameLocks noChangeAspect="1"/>
          </p:cNvGraphicFramePr>
          <p:nvPr/>
        </p:nvGraphicFramePr>
        <p:xfrm>
          <a:off x="7442200" y="2036763"/>
          <a:ext cx="471488" cy="471487"/>
        </p:xfrm>
        <a:graphic>
          <a:graphicData uri="http://schemas.openxmlformats.org/presentationml/2006/ole">
            <p:oleObj spid="_x0000_s263169" name="Equation" r:id="rId4" imgW="583920" imgH="583920" progId="Equation.3">
              <p:embed/>
            </p:oleObj>
          </a:graphicData>
        </a:graphic>
      </p:graphicFrame>
      <p:sp>
        <p:nvSpPr>
          <p:cNvPr id="231428" name="Oval 4"/>
          <p:cNvSpPr>
            <a:spLocks noChangeArrowheads="1"/>
          </p:cNvSpPr>
          <p:nvPr/>
        </p:nvSpPr>
        <p:spPr bwMode="auto">
          <a:xfrm>
            <a:off x="2057400" y="2057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1429" name="Oval 5"/>
          <p:cNvSpPr>
            <a:spLocks noChangeArrowheads="1"/>
          </p:cNvSpPr>
          <p:nvPr/>
        </p:nvSpPr>
        <p:spPr bwMode="auto">
          <a:xfrm>
            <a:off x="7391400" y="2057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63170" name="Object 2"/>
          <p:cNvGraphicFramePr>
            <a:graphicFrameLocks noChangeAspect="1"/>
          </p:cNvGraphicFramePr>
          <p:nvPr/>
        </p:nvGraphicFramePr>
        <p:xfrm>
          <a:off x="3505200" y="1219200"/>
          <a:ext cx="2654300" cy="584200"/>
        </p:xfrm>
        <a:graphic>
          <a:graphicData uri="http://schemas.openxmlformats.org/presentationml/2006/ole">
            <p:oleObj spid="_x0000_s263170" name="Equation" r:id="rId5" imgW="2654280" imgH="583920" progId="Equation.3">
              <p:embed/>
            </p:oleObj>
          </a:graphicData>
        </a:graphic>
      </p:graphicFrame>
      <p:sp>
        <p:nvSpPr>
          <p:cNvPr id="231431" name="Oval 7"/>
          <p:cNvSpPr>
            <a:spLocks noChangeArrowheads="1"/>
          </p:cNvSpPr>
          <p:nvPr/>
        </p:nvSpPr>
        <p:spPr bwMode="auto">
          <a:xfrm>
            <a:off x="3133725" y="2082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1432" name="Oval 8"/>
          <p:cNvSpPr>
            <a:spLocks noChangeArrowheads="1"/>
          </p:cNvSpPr>
          <p:nvPr/>
        </p:nvSpPr>
        <p:spPr bwMode="auto">
          <a:xfrm>
            <a:off x="4200525" y="2082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1433" name="Oval 9"/>
          <p:cNvSpPr>
            <a:spLocks noChangeArrowheads="1"/>
          </p:cNvSpPr>
          <p:nvPr/>
        </p:nvSpPr>
        <p:spPr bwMode="auto">
          <a:xfrm>
            <a:off x="6410325" y="2082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1434" name="Line 10"/>
          <p:cNvSpPr>
            <a:spLocks noChangeShapeType="1"/>
          </p:cNvSpPr>
          <p:nvPr/>
        </p:nvSpPr>
        <p:spPr bwMode="auto">
          <a:xfrm>
            <a:off x="2600325" y="2311400"/>
            <a:ext cx="53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1435" name="Line 11"/>
          <p:cNvSpPr>
            <a:spLocks noChangeShapeType="1"/>
          </p:cNvSpPr>
          <p:nvPr/>
        </p:nvSpPr>
        <p:spPr bwMode="auto">
          <a:xfrm>
            <a:off x="3667125" y="2311400"/>
            <a:ext cx="53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1436" name="Line 12"/>
          <p:cNvSpPr>
            <a:spLocks noChangeShapeType="1"/>
          </p:cNvSpPr>
          <p:nvPr/>
        </p:nvSpPr>
        <p:spPr bwMode="auto">
          <a:xfrm flipV="1">
            <a:off x="6943725" y="2286000"/>
            <a:ext cx="447675" cy="2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1437" name="Freeform 13"/>
          <p:cNvSpPr>
            <a:spLocks/>
          </p:cNvSpPr>
          <p:nvPr/>
        </p:nvSpPr>
        <p:spPr bwMode="auto">
          <a:xfrm>
            <a:off x="4732338" y="2039938"/>
            <a:ext cx="1712912" cy="438150"/>
          </a:xfrm>
          <a:custGeom>
            <a:avLst/>
            <a:gdLst/>
            <a:ahLst/>
            <a:cxnLst>
              <a:cxn ang="0">
                <a:pos x="0" y="190"/>
              </a:cxn>
              <a:cxn ang="0">
                <a:pos x="73" y="182"/>
              </a:cxn>
              <a:cxn ang="0">
                <a:pos x="105" y="133"/>
              </a:cxn>
              <a:cxn ang="0">
                <a:pos x="186" y="60"/>
              </a:cxn>
              <a:cxn ang="0">
                <a:pos x="275" y="3"/>
              </a:cxn>
              <a:cxn ang="0">
                <a:pos x="430" y="36"/>
              </a:cxn>
              <a:cxn ang="0">
                <a:pos x="495" y="109"/>
              </a:cxn>
              <a:cxn ang="0">
                <a:pos x="543" y="174"/>
              </a:cxn>
              <a:cxn ang="0">
                <a:pos x="592" y="239"/>
              </a:cxn>
              <a:cxn ang="0">
                <a:pos x="641" y="271"/>
              </a:cxn>
              <a:cxn ang="0">
                <a:pos x="746" y="255"/>
              </a:cxn>
              <a:cxn ang="0">
                <a:pos x="843" y="149"/>
              </a:cxn>
              <a:cxn ang="0">
                <a:pos x="908" y="76"/>
              </a:cxn>
              <a:cxn ang="0">
                <a:pos x="989" y="84"/>
              </a:cxn>
              <a:cxn ang="0">
                <a:pos x="1038" y="101"/>
              </a:cxn>
              <a:cxn ang="0">
                <a:pos x="1062" y="109"/>
              </a:cxn>
              <a:cxn ang="0">
                <a:pos x="1079" y="125"/>
              </a:cxn>
            </a:cxnLst>
            <a:rect l="0" t="0" r="r" b="b"/>
            <a:pathLst>
              <a:path w="1079" h="276">
                <a:moveTo>
                  <a:pt x="0" y="190"/>
                </a:moveTo>
                <a:cubicBezTo>
                  <a:pt x="24" y="187"/>
                  <a:pt x="51" y="194"/>
                  <a:pt x="73" y="182"/>
                </a:cubicBezTo>
                <a:cubicBezTo>
                  <a:pt x="90" y="173"/>
                  <a:pt x="91" y="147"/>
                  <a:pt x="105" y="133"/>
                </a:cubicBezTo>
                <a:cubicBezTo>
                  <a:pt x="132" y="107"/>
                  <a:pt x="155" y="81"/>
                  <a:pt x="186" y="60"/>
                </a:cubicBezTo>
                <a:cubicBezTo>
                  <a:pt x="206" y="30"/>
                  <a:pt x="241" y="14"/>
                  <a:pt x="275" y="3"/>
                </a:cubicBezTo>
                <a:cubicBezTo>
                  <a:pt x="355" y="9"/>
                  <a:pt x="374" y="0"/>
                  <a:pt x="430" y="36"/>
                </a:cubicBezTo>
                <a:cubicBezTo>
                  <a:pt x="466" y="83"/>
                  <a:pt x="445" y="59"/>
                  <a:pt x="495" y="109"/>
                </a:cubicBezTo>
                <a:cubicBezTo>
                  <a:pt x="523" y="137"/>
                  <a:pt x="507" y="149"/>
                  <a:pt x="543" y="174"/>
                </a:cubicBezTo>
                <a:cubicBezTo>
                  <a:pt x="548" y="182"/>
                  <a:pt x="576" y="227"/>
                  <a:pt x="592" y="239"/>
                </a:cubicBezTo>
                <a:cubicBezTo>
                  <a:pt x="608" y="251"/>
                  <a:pt x="641" y="271"/>
                  <a:pt x="641" y="271"/>
                </a:cubicBezTo>
                <a:cubicBezTo>
                  <a:pt x="676" y="268"/>
                  <a:pt x="718" y="276"/>
                  <a:pt x="746" y="255"/>
                </a:cubicBezTo>
                <a:cubicBezTo>
                  <a:pt x="786" y="225"/>
                  <a:pt x="810" y="184"/>
                  <a:pt x="843" y="149"/>
                </a:cubicBezTo>
                <a:cubicBezTo>
                  <a:pt x="854" y="117"/>
                  <a:pt x="876" y="87"/>
                  <a:pt x="908" y="76"/>
                </a:cubicBezTo>
                <a:cubicBezTo>
                  <a:pt x="935" y="79"/>
                  <a:pt x="962" y="79"/>
                  <a:pt x="989" y="84"/>
                </a:cubicBezTo>
                <a:cubicBezTo>
                  <a:pt x="1006" y="87"/>
                  <a:pt x="1022" y="95"/>
                  <a:pt x="1038" y="101"/>
                </a:cubicBezTo>
                <a:cubicBezTo>
                  <a:pt x="1046" y="104"/>
                  <a:pt x="1062" y="109"/>
                  <a:pt x="1062" y="109"/>
                </a:cubicBezTo>
                <a:cubicBezTo>
                  <a:pt x="1068" y="114"/>
                  <a:pt x="1079" y="125"/>
                  <a:pt x="1079" y="125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63171" name="Object 3"/>
          <p:cNvGraphicFramePr>
            <a:graphicFrameLocks noChangeAspect="1"/>
          </p:cNvGraphicFramePr>
          <p:nvPr/>
        </p:nvGraphicFramePr>
        <p:xfrm>
          <a:off x="2671763" y="1898650"/>
          <a:ext cx="265112" cy="369888"/>
        </p:xfrm>
        <a:graphic>
          <a:graphicData uri="http://schemas.openxmlformats.org/presentationml/2006/ole">
            <p:oleObj spid="_x0000_s263171" name="Equation" r:id="rId6" imgW="406080" imgH="571320" progId="Equation.3">
              <p:embed/>
            </p:oleObj>
          </a:graphicData>
        </a:graphic>
      </p:graphicFrame>
      <p:graphicFrame>
        <p:nvGraphicFramePr>
          <p:cNvPr id="263172" name="Object 4"/>
          <p:cNvGraphicFramePr>
            <a:graphicFrameLocks noChangeAspect="1"/>
          </p:cNvGraphicFramePr>
          <p:nvPr/>
        </p:nvGraphicFramePr>
        <p:xfrm>
          <a:off x="3714750" y="1898650"/>
          <a:ext cx="312738" cy="369888"/>
        </p:xfrm>
        <a:graphic>
          <a:graphicData uri="http://schemas.openxmlformats.org/presentationml/2006/ole">
            <p:oleObj spid="_x0000_s263172" name="Equation" r:id="rId7" imgW="482400" imgH="571320" progId="Equation.3">
              <p:embed/>
            </p:oleObj>
          </a:graphicData>
        </a:graphic>
      </p:graphicFrame>
      <p:graphicFrame>
        <p:nvGraphicFramePr>
          <p:cNvPr id="263173" name="Object 5"/>
          <p:cNvGraphicFramePr>
            <a:graphicFrameLocks noChangeAspect="1"/>
          </p:cNvGraphicFramePr>
          <p:nvPr/>
        </p:nvGraphicFramePr>
        <p:xfrm>
          <a:off x="7002463" y="1895475"/>
          <a:ext cx="320675" cy="377825"/>
        </p:xfrm>
        <a:graphic>
          <a:graphicData uri="http://schemas.openxmlformats.org/presentationml/2006/ole">
            <p:oleObj spid="_x0000_s263173" name="Equation" r:id="rId8" imgW="495000" imgH="583920" progId="Equation.3">
              <p:embed/>
            </p:oleObj>
          </a:graphicData>
        </a:graphic>
      </p:graphicFrame>
      <p:graphicFrame>
        <p:nvGraphicFramePr>
          <p:cNvPr id="263174" name="Object 6"/>
          <p:cNvGraphicFramePr>
            <a:graphicFrameLocks noChangeAspect="1"/>
          </p:cNvGraphicFramePr>
          <p:nvPr/>
        </p:nvGraphicFramePr>
        <p:xfrm>
          <a:off x="619125" y="2159000"/>
          <a:ext cx="723900" cy="406400"/>
        </p:xfrm>
        <a:graphic>
          <a:graphicData uri="http://schemas.openxmlformats.org/presentationml/2006/ole">
            <p:oleObj spid="_x0000_s263174" name="Equation" r:id="rId9" imgW="723600" imgH="406080" progId="Equation.3">
              <p:embed/>
            </p:oleObj>
          </a:graphicData>
        </a:graphic>
      </p:graphicFrame>
      <p:graphicFrame>
        <p:nvGraphicFramePr>
          <p:cNvPr id="263175" name="Object 7"/>
          <p:cNvGraphicFramePr>
            <a:graphicFrameLocks noChangeAspect="1"/>
          </p:cNvGraphicFramePr>
          <p:nvPr/>
        </p:nvGraphicFramePr>
        <p:xfrm>
          <a:off x="1968500" y="5562600"/>
          <a:ext cx="481013" cy="315913"/>
        </p:xfrm>
        <a:graphic>
          <a:graphicData uri="http://schemas.openxmlformats.org/presentationml/2006/ole">
            <p:oleObj spid="_x0000_s263175" name="Equation" r:id="rId10" imgW="888840" imgH="583920" progId="Equation.3">
              <p:embed/>
            </p:oleObj>
          </a:graphicData>
        </a:graphic>
      </p:graphicFrame>
      <p:sp>
        <p:nvSpPr>
          <p:cNvPr id="231446" name="Oval 22"/>
          <p:cNvSpPr>
            <a:spLocks noChangeArrowheads="1"/>
          </p:cNvSpPr>
          <p:nvPr/>
        </p:nvSpPr>
        <p:spPr bwMode="auto">
          <a:xfrm>
            <a:off x="1905000" y="5029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1447" name="Oval 23"/>
          <p:cNvSpPr>
            <a:spLocks noChangeArrowheads="1"/>
          </p:cNvSpPr>
          <p:nvPr/>
        </p:nvSpPr>
        <p:spPr bwMode="auto">
          <a:xfrm>
            <a:off x="7239000" y="5029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1448" name="Oval 24"/>
          <p:cNvSpPr>
            <a:spLocks noChangeArrowheads="1"/>
          </p:cNvSpPr>
          <p:nvPr/>
        </p:nvSpPr>
        <p:spPr bwMode="auto">
          <a:xfrm>
            <a:off x="2981325" y="5054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1449" name="Oval 25"/>
          <p:cNvSpPr>
            <a:spLocks noChangeArrowheads="1"/>
          </p:cNvSpPr>
          <p:nvPr/>
        </p:nvSpPr>
        <p:spPr bwMode="auto">
          <a:xfrm>
            <a:off x="4048125" y="5054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1450" name="Oval 26"/>
          <p:cNvSpPr>
            <a:spLocks noChangeArrowheads="1"/>
          </p:cNvSpPr>
          <p:nvPr/>
        </p:nvSpPr>
        <p:spPr bwMode="auto">
          <a:xfrm>
            <a:off x="6257925" y="5054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1451" name="Line 27"/>
          <p:cNvSpPr>
            <a:spLocks noChangeShapeType="1"/>
          </p:cNvSpPr>
          <p:nvPr/>
        </p:nvSpPr>
        <p:spPr bwMode="auto">
          <a:xfrm>
            <a:off x="2447925" y="5283200"/>
            <a:ext cx="53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1452" name="Line 28"/>
          <p:cNvSpPr>
            <a:spLocks noChangeShapeType="1"/>
          </p:cNvSpPr>
          <p:nvPr/>
        </p:nvSpPr>
        <p:spPr bwMode="auto">
          <a:xfrm>
            <a:off x="3514725" y="5283200"/>
            <a:ext cx="53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1453" name="Line 29"/>
          <p:cNvSpPr>
            <a:spLocks noChangeShapeType="1"/>
          </p:cNvSpPr>
          <p:nvPr/>
        </p:nvSpPr>
        <p:spPr bwMode="auto">
          <a:xfrm>
            <a:off x="6781800" y="5257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1454" name="Freeform 30"/>
          <p:cNvSpPr>
            <a:spLocks/>
          </p:cNvSpPr>
          <p:nvPr/>
        </p:nvSpPr>
        <p:spPr bwMode="auto">
          <a:xfrm>
            <a:off x="4579938" y="5011738"/>
            <a:ext cx="1712912" cy="438150"/>
          </a:xfrm>
          <a:custGeom>
            <a:avLst/>
            <a:gdLst/>
            <a:ahLst/>
            <a:cxnLst>
              <a:cxn ang="0">
                <a:pos x="0" y="190"/>
              </a:cxn>
              <a:cxn ang="0">
                <a:pos x="73" y="182"/>
              </a:cxn>
              <a:cxn ang="0">
                <a:pos x="105" y="133"/>
              </a:cxn>
              <a:cxn ang="0">
                <a:pos x="186" y="60"/>
              </a:cxn>
              <a:cxn ang="0">
                <a:pos x="275" y="3"/>
              </a:cxn>
              <a:cxn ang="0">
                <a:pos x="430" y="36"/>
              </a:cxn>
              <a:cxn ang="0">
                <a:pos x="495" y="109"/>
              </a:cxn>
              <a:cxn ang="0">
                <a:pos x="543" y="174"/>
              </a:cxn>
              <a:cxn ang="0">
                <a:pos x="592" y="239"/>
              </a:cxn>
              <a:cxn ang="0">
                <a:pos x="641" y="271"/>
              </a:cxn>
              <a:cxn ang="0">
                <a:pos x="746" y="255"/>
              </a:cxn>
              <a:cxn ang="0">
                <a:pos x="843" y="149"/>
              </a:cxn>
              <a:cxn ang="0">
                <a:pos x="908" y="76"/>
              </a:cxn>
              <a:cxn ang="0">
                <a:pos x="989" y="84"/>
              </a:cxn>
              <a:cxn ang="0">
                <a:pos x="1038" y="101"/>
              </a:cxn>
              <a:cxn ang="0">
                <a:pos x="1062" y="109"/>
              </a:cxn>
              <a:cxn ang="0">
                <a:pos x="1079" y="125"/>
              </a:cxn>
            </a:cxnLst>
            <a:rect l="0" t="0" r="r" b="b"/>
            <a:pathLst>
              <a:path w="1079" h="276">
                <a:moveTo>
                  <a:pt x="0" y="190"/>
                </a:moveTo>
                <a:cubicBezTo>
                  <a:pt x="24" y="187"/>
                  <a:pt x="51" y="194"/>
                  <a:pt x="73" y="182"/>
                </a:cubicBezTo>
                <a:cubicBezTo>
                  <a:pt x="90" y="173"/>
                  <a:pt x="91" y="147"/>
                  <a:pt x="105" y="133"/>
                </a:cubicBezTo>
                <a:cubicBezTo>
                  <a:pt x="132" y="107"/>
                  <a:pt x="155" y="81"/>
                  <a:pt x="186" y="60"/>
                </a:cubicBezTo>
                <a:cubicBezTo>
                  <a:pt x="206" y="30"/>
                  <a:pt x="241" y="14"/>
                  <a:pt x="275" y="3"/>
                </a:cubicBezTo>
                <a:cubicBezTo>
                  <a:pt x="355" y="9"/>
                  <a:pt x="374" y="0"/>
                  <a:pt x="430" y="36"/>
                </a:cubicBezTo>
                <a:cubicBezTo>
                  <a:pt x="466" y="83"/>
                  <a:pt x="445" y="59"/>
                  <a:pt x="495" y="109"/>
                </a:cubicBezTo>
                <a:cubicBezTo>
                  <a:pt x="523" y="137"/>
                  <a:pt x="507" y="149"/>
                  <a:pt x="543" y="174"/>
                </a:cubicBezTo>
                <a:cubicBezTo>
                  <a:pt x="548" y="182"/>
                  <a:pt x="576" y="227"/>
                  <a:pt x="592" y="239"/>
                </a:cubicBezTo>
                <a:cubicBezTo>
                  <a:pt x="608" y="251"/>
                  <a:pt x="641" y="271"/>
                  <a:pt x="641" y="271"/>
                </a:cubicBezTo>
                <a:cubicBezTo>
                  <a:pt x="676" y="268"/>
                  <a:pt x="718" y="276"/>
                  <a:pt x="746" y="255"/>
                </a:cubicBezTo>
                <a:cubicBezTo>
                  <a:pt x="786" y="225"/>
                  <a:pt x="810" y="184"/>
                  <a:pt x="843" y="149"/>
                </a:cubicBezTo>
                <a:cubicBezTo>
                  <a:pt x="854" y="117"/>
                  <a:pt x="876" y="87"/>
                  <a:pt x="908" y="76"/>
                </a:cubicBezTo>
                <a:cubicBezTo>
                  <a:pt x="935" y="79"/>
                  <a:pt x="962" y="79"/>
                  <a:pt x="989" y="84"/>
                </a:cubicBezTo>
                <a:cubicBezTo>
                  <a:pt x="1006" y="87"/>
                  <a:pt x="1022" y="95"/>
                  <a:pt x="1038" y="101"/>
                </a:cubicBezTo>
                <a:cubicBezTo>
                  <a:pt x="1046" y="104"/>
                  <a:pt x="1062" y="109"/>
                  <a:pt x="1062" y="109"/>
                </a:cubicBezTo>
                <a:cubicBezTo>
                  <a:pt x="1068" y="114"/>
                  <a:pt x="1079" y="125"/>
                  <a:pt x="1079" y="125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63176" name="Object 8"/>
          <p:cNvGraphicFramePr>
            <a:graphicFrameLocks noChangeAspect="1"/>
          </p:cNvGraphicFramePr>
          <p:nvPr/>
        </p:nvGraphicFramePr>
        <p:xfrm>
          <a:off x="2520950" y="4870450"/>
          <a:ext cx="263525" cy="369888"/>
        </p:xfrm>
        <a:graphic>
          <a:graphicData uri="http://schemas.openxmlformats.org/presentationml/2006/ole">
            <p:oleObj spid="_x0000_s263176" name="Equation" r:id="rId11" imgW="406080" imgH="571320" progId="Equation.3">
              <p:embed/>
            </p:oleObj>
          </a:graphicData>
        </a:graphic>
      </p:graphicFrame>
      <p:graphicFrame>
        <p:nvGraphicFramePr>
          <p:cNvPr id="263177" name="Object 9"/>
          <p:cNvGraphicFramePr>
            <a:graphicFrameLocks noChangeAspect="1"/>
          </p:cNvGraphicFramePr>
          <p:nvPr/>
        </p:nvGraphicFramePr>
        <p:xfrm>
          <a:off x="3562350" y="4870450"/>
          <a:ext cx="312738" cy="369888"/>
        </p:xfrm>
        <a:graphic>
          <a:graphicData uri="http://schemas.openxmlformats.org/presentationml/2006/ole">
            <p:oleObj spid="_x0000_s263177" name="Equation" r:id="rId12" imgW="482400" imgH="571320" progId="Equation.3">
              <p:embed/>
            </p:oleObj>
          </a:graphicData>
        </a:graphic>
      </p:graphicFrame>
      <p:graphicFrame>
        <p:nvGraphicFramePr>
          <p:cNvPr id="263178" name="Object 10"/>
          <p:cNvGraphicFramePr>
            <a:graphicFrameLocks noChangeAspect="1"/>
          </p:cNvGraphicFramePr>
          <p:nvPr/>
        </p:nvGraphicFramePr>
        <p:xfrm>
          <a:off x="6850063" y="4867275"/>
          <a:ext cx="320675" cy="377825"/>
        </p:xfrm>
        <a:graphic>
          <a:graphicData uri="http://schemas.openxmlformats.org/presentationml/2006/ole">
            <p:oleObj spid="_x0000_s263178" name="Equation" r:id="rId13" imgW="495000" imgH="583920" progId="Equation.3">
              <p:embed/>
            </p:oleObj>
          </a:graphicData>
        </a:graphic>
      </p:graphicFrame>
      <p:graphicFrame>
        <p:nvGraphicFramePr>
          <p:cNvPr id="263179" name="Object 11"/>
          <p:cNvGraphicFramePr>
            <a:graphicFrameLocks noChangeAspect="1"/>
          </p:cNvGraphicFramePr>
          <p:nvPr/>
        </p:nvGraphicFramePr>
        <p:xfrm>
          <a:off x="596900" y="5022850"/>
          <a:ext cx="825500" cy="444500"/>
        </p:xfrm>
        <a:graphic>
          <a:graphicData uri="http://schemas.openxmlformats.org/presentationml/2006/ole">
            <p:oleObj spid="_x0000_s263179" name="Equation" r:id="rId14" imgW="825480" imgH="444240" progId="Equation.3">
              <p:embed/>
            </p:oleObj>
          </a:graphicData>
        </a:graphic>
      </p:graphicFrame>
      <p:graphicFrame>
        <p:nvGraphicFramePr>
          <p:cNvPr id="263180" name="Object 12"/>
          <p:cNvGraphicFramePr>
            <a:graphicFrameLocks noChangeAspect="1"/>
          </p:cNvGraphicFramePr>
          <p:nvPr/>
        </p:nvGraphicFramePr>
        <p:xfrm>
          <a:off x="2919413" y="5583238"/>
          <a:ext cx="762000" cy="315912"/>
        </p:xfrm>
        <a:graphic>
          <a:graphicData uri="http://schemas.openxmlformats.org/presentationml/2006/ole">
            <p:oleObj spid="_x0000_s263180" name="Equation" r:id="rId15" imgW="1409400" imgH="583920" progId="Equation.3">
              <p:embed/>
            </p:oleObj>
          </a:graphicData>
        </a:graphic>
      </p:graphicFrame>
      <p:graphicFrame>
        <p:nvGraphicFramePr>
          <p:cNvPr id="263181" name="Object 13"/>
          <p:cNvGraphicFramePr>
            <a:graphicFrameLocks noChangeAspect="1"/>
          </p:cNvGraphicFramePr>
          <p:nvPr/>
        </p:nvGraphicFramePr>
        <p:xfrm>
          <a:off x="3200400" y="2057400"/>
          <a:ext cx="360363" cy="533400"/>
        </p:xfrm>
        <a:graphic>
          <a:graphicData uri="http://schemas.openxmlformats.org/presentationml/2006/ole">
            <p:oleObj spid="_x0000_s263181" name="Equation" r:id="rId16" imgW="393480" imgH="583920" progId="Equation.3">
              <p:embed/>
            </p:oleObj>
          </a:graphicData>
        </a:graphic>
      </p:graphicFrame>
      <p:graphicFrame>
        <p:nvGraphicFramePr>
          <p:cNvPr id="263182" name="Object 14"/>
          <p:cNvGraphicFramePr>
            <a:graphicFrameLocks noChangeAspect="1"/>
          </p:cNvGraphicFramePr>
          <p:nvPr/>
        </p:nvGraphicFramePr>
        <p:xfrm>
          <a:off x="4267200" y="2055813"/>
          <a:ext cx="452438" cy="604837"/>
        </p:xfrm>
        <a:graphic>
          <a:graphicData uri="http://schemas.openxmlformats.org/presentationml/2006/ole">
            <p:oleObj spid="_x0000_s263182" name="Equation" r:id="rId17" imgW="495000" imgH="660240" progId="Equation.3">
              <p:embed/>
            </p:oleObj>
          </a:graphicData>
        </a:graphic>
      </p:graphicFrame>
      <p:graphicFrame>
        <p:nvGraphicFramePr>
          <p:cNvPr id="263183" name="Object 15"/>
          <p:cNvGraphicFramePr>
            <a:graphicFrameLocks noChangeAspect="1"/>
          </p:cNvGraphicFramePr>
          <p:nvPr/>
        </p:nvGraphicFramePr>
        <p:xfrm>
          <a:off x="6516688" y="2057400"/>
          <a:ext cx="371475" cy="534988"/>
        </p:xfrm>
        <a:graphic>
          <a:graphicData uri="http://schemas.openxmlformats.org/presentationml/2006/ole">
            <p:oleObj spid="_x0000_s263183" name="Equation" r:id="rId18" imgW="406080" imgH="583920" progId="Equation.3">
              <p:embed/>
            </p:oleObj>
          </a:graphicData>
        </a:graphic>
      </p:graphicFrame>
      <p:graphicFrame>
        <p:nvGraphicFramePr>
          <p:cNvPr id="263184" name="Object 16"/>
          <p:cNvGraphicFramePr>
            <a:graphicFrameLocks noChangeAspect="1"/>
          </p:cNvGraphicFramePr>
          <p:nvPr/>
        </p:nvGraphicFramePr>
        <p:xfrm>
          <a:off x="3965575" y="5541963"/>
          <a:ext cx="809625" cy="357187"/>
        </p:xfrm>
        <a:graphic>
          <a:graphicData uri="http://schemas.openxmlformats.org/presentationml/2006/ole">
            <p:oleObj spid="_x0000_s263184" name="Equation" r:id="rId19" imgW="1498320" imgH="660240" progId="Equation.3">
              <p:embed/>
            </p:oleObj>
          </a:graphicData>
        </a:graphic>
      </p:graphicFrame>
      <p:graphicFrame>
        <p:nvGraphicFramePr>
          <p:cNvPr id="263185" name="Object 17"/>
          <p:cNvGraphicFramePr>
            <a:graphicFrameLocks noChangeAspect="1"/>
          </p:cNvGraphicFramePr>
          <p:nvPr/>
        </p:nvGraphicFramePr>
        <p:xfrm>
          <a:off x="6172200" y="5562600"/>
          <a:ext cx="766763" cy="315913"/>
        </p:xfrm>
        <a:graphic>
          <a:graphicData uri="http://schemas.openxmlformats.org/presentationml/2006/ole">
            <p:oleObj spid="_x0000_s263185" name="Equation" r:id="rId20" imgW="1422360" imgH="583920" progId="Equation.3">
              <p:embed/>
            </p:oleObj>
          </a:graphicData>
        </a:graphic>
      </p:graphicFrame>
      <p:graphicFrame>
        <p:nvGraphicFramePr>
          <p:cNvPr id="263186" name="Object 18"/>
          <p:cNvGraphicFramePr>
            <a:graphicFrameLocks noChangeAspect="1"/>
          </p:cNvGraphicFramePr>
          <p:nvPr/>
        </p:nvGraphicFramePr>
        <p:xfrm>
          <a:off x="7196138" y="5562600"/>
          <a:ext cx="854075" cy="315913"/>
        </p:xfrm>
        <a:graphic>
          <a:graphicData uri="http://schemas.openxmlformats.org/presentationml/2006/ole">
            <p:oleObj spid="_x0000_s263186" name="Equation" r:id="rId21" imgW="1587240" imgH="583920" progId="Equation.3">
              <p:embed/>
            </p:oleObj>
          </a:graphicData>
        </a:graphic>
      </p:graphicFrame>
      <p:sp>
        <p:nvSpPr>
          <p:cNvPr id="231469" name="Text Box 45"/>
          <p:cNvSpPr txBox="1">
            <a:spLocks noChangeArrowheads="1"/>
          </p:cNvSpPr>
          <p:nvPr/>
        </p:nvSpPr>
        <p:spPr bwMode="auto">
          <a:xfrm>
            <a:off x="304800" y="381000"/>
            <a:ext cx="810101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More generally, we will show that if in     :</a:t>
            </a:r>
          </a:p>
        </p:txBody>
      </p:sp>
      <p:graphicFrame>
        <p:nvGraphicFramePr>
          <p:cNvPr id="263187" name="Object 19"/>
          <p:cNvGraphicFramePr>
            <a:graphicFrameLocks noChangeAspect="1"/>
          </p:cNvGraphicFramePr>
          <p:nvPr/>
        </p:nvGraphicFramePr>
        <p:xfrm>
          <a:off x="7696200" y="457200"/>
          <a:ext cx="546100" cy="393700"/>
        </p:xfrm>
        <a:graphic>
          <a:graphicData uri="http://schemas.openxmlformats.org/presentationml/2006/ole">
            <p:oleObj spid="_x0000_s263187" name="Equation" r:id="rId22" imgW="545760" imgH="393480" progId="Equation.3">
              <p:embed/>
            </p:oleObj>
          </a:graphicData>
        </a:graphic>
      </p:graphicFrame>
      <p:sp>
        <p:nvSpPr>
          <p:cNvPr id="231471" name="Line 47"/>
          <p:cNvSpPr>
            <a:spLocks noChangeShapeType="1"/>
          </p:cNvSpPr>
          <p:nvPr/>
        </p:nvSpPr>
        <p:spPr bwMode="auto">
          <a:xfrm>
            <a:off x="1600200" y="2286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31472" name="Line 48"/>
          <p:cNvSpPr>
            <a:spLocks noChangeShapeType="1"/>
          </p:cNvSpPr>
          <p:nvPr/>
        </p:nvSpPr>
        <p:spPr bwMode="auto">
          <a:xfrm>
            <a:off x="1447800" y="5257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31473" name="Text Box 49"/>
          <p:cNvSpPr txBox="1">
            <a:spLocks noChangeArrowheads="1"/>
          </p:cNvSpPr>
          <p:nvPr/>
        </p:nvSpPr>
        <p:spPr bwMode="auto">
          <a:xfrm>
            <a:off x="685800" y="1295400"/>
            <a:ext cx="26590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(arbitrary string)</a:t>
            </a:r>
          </a:p>
        </p:txBody>
      </p:sp>
      <p:sp>
        <p:nvSpPr>
          <p:cNvPr id="231474" name="AutoShape 50"/>
          <p:cNvSpPr>
            <a:spLocks noChangeArrowheads="1"/>
          </p:cNvSpPr>
          <p:nvPr/>
        </p:nvSpPr>
        <p:spPr bwMode="auto">
          <a:xfrm>
            <a:off x="4419600" y="3276600"/>
            <a:ext cx="485775" cy="976313"/>
          </a:xfrm>
          <a:prstGeom prst="downArrow">
            <a:avLst>
              <a:gd name="adj1" fmla="val 50000"/>
              <a:gd name="adj2" fmla="val 50245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0D863DE-4D2A-4B44-AE12-BA2598E35CBA}" type="slidenum">
              <a:rPr lang="en-US"/>
              <a:pPr/>
              <a:t>108</a:t>
            </a:fld>
            <a:endParaRPr lang="en-US"/>
          </a:p>
        </p:txBody>
      </p:sp>
      <p:graphicFrame>
        <p:nvGraphicFramePr>
          <p:cNvPr id="264192" name="Object 0"/>
          <p:cNvGraphicFramePr>
            <a:graphicFrameLocks noChangeAspect="1"/>
          </p:cNvGraphicFramePr>
          <p:nvPr/>
        </p:nvGraphicFramePr>
        <p:xfrm>
          <a:off x="4379913" y="3276600"/>
          <a:ext cx="439737" cy="533400"/>
        </p:xfrm>
        <a:graphic>
          <a:graphicData uri="http://schemas.openxmlformats.org/presentationml/2006/ole">
            <p:oleObj spid="_x0000_s264192" name="Equation" r:id="rId3" imgW="482400" imgH="583920" progId="Equation.3">
              <p:embed/>
            </p:oleObj>
          </a:graphicData>
        </a:graphic>
      </p:graphicFrame>
      <p:sp>
        <p:nvSpPr>
          <p:cNvPr id="232495" name="Oval 47"/>
          <p:cNvSpPr>
            <a:spLocks noChangeArrowheads="1"/>
          </p:cNvSpPr>
          <p:nvPr/>
        </p:nvSpPr>
        <p:spPr bwMode="auto">
          <a:xfrm>
            <a:off x="4333875" y="3327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2498" name="Oval 50"/>
          <p:cNvSpPr>
            <a:spLocks noChangeArrowheads="1"/>
          </p:cNvSpPr>
          <p:nvPr/>
        </p:nvSpPr>
        <p:spPr bwMode="auto">
          <a:xfrm>
            <a:off x="5410200" y="3352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2501" name="Line 53"/>
          <p:cNvSpPr>
            <a:spLocks noChangeShapeType="1"/>
          </p:cNvSpPr>
          <p:nvPr/>
        </p:nvSpPr>
        <p:spPr bwMode="auto">
          <a:xfrm>
            <a:off x="4876800" y="3581400"/>
            <a:ext cx="53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64193" name="Object 1"/>
          <p:cNvGraphicFramePr>
            <a:graphicFrameLocks noChangeAspect="1"/>
          </p:cNvGraphicFramePr>
          <p:nvPr/>
        </p:nvGraphicFramePr>
        <p:xfrm>
          <a:off x="4948238" y="3167063"/>
          <a:ext cx="265112" cy="371475"/>
        </p:xfrm>
        <a:graphic>
          <a:graphicData uri="http://schemas.openxmlformats.org/presentationml/2006/ole">
            <p:oleObj spid="_x0000_s264193" name="Equation" r:id="rId4" imgW="406080" imgH="571320" progId="Equation.3">
              <p:embed/>
            </p:oleObj>
          </a:graphicData>
        </a:graphic>
      </p:graphicFrame>
      <p:graphicFrame>
        <p:nvGraphicFramePr>
          <p:cNvPr id="264194" name="Object 2"/>
          <p:cNvGraphicFramePr>
            <a:graphicFrameLocks noChangeAspect="1"/>
          </p:cNvGraphicFramePr>
          <p:nvPr/>
        </p:nvGraphicFramePr>
        <p:xfrm>
          <a:off x="2895600" y="3429000"/>
          <a:ext cx="723900" cy="406400"/>
        </p:xfrm>
        <a:graphic>
          <a:graphicData uri="http://schemas.openxmlformats.org/presentationml/2006/ole">
            <p:oleObj spid="_x0000_s264194" name="Equation" r:id="rId5" imgW="723600" imgH="406080" progId="Equation.3">
              <p:embed/>
            </p:oleObj>
          </a:graphicData>
        </a:graphic>
      </p:graphicFrame>
      <p:graphicFrame>
        <p:nvGraphicFramePr>
          <p:cNvPr id="264195" name="Object 3"/>
          <p:cNvGraphicFramePr>
            <a:graphicFrameLocks noChangeAspect="1"/>
          </p:cNvGraphicFramePr>
          <p:nvPr/>
        </p:nvGraphicFramePr>
        <p:xfrm>
          <a:off x="4244975" y="5384800"/>
          <a:ext cx="481013" cy="315913"/>
        </p:xfrm>
        <a:graphic>
          <a:graphicData uri="http://schemas.openxmlformats.org/presentationml/2006/ole">
            <p:oleObj spid="_x0000_s264195" name="Equation" r:id="rId6" imgW="888840" imgH="583920" progId="Equation.3">
              <p:embed/>
            </p:oleObj>
          </a:graphicData>
        </a:graphic>
      </p:graphicFrame>
      <p:sp>
        <p:nvSpPr>
          <p:cNvPr id="232512" name="Oval 64"/>
          <p:cNvSpPr>
            <a:spLocks noChangeArrowheads="1"/>
          </p:cNvSpPr>
          <p:nvPr/>
        </p:nvSpPr>
        <p:spPr bwMode="auto">
          <a:xfrm>
            <a:off x="4181475" y="4851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2514" name="Oval 66"/>
          <p:cNvSpPr>
            <a:spLocks noChangeArrowheads="1"/>
          </p:cNvSpPr>
          <p:nvPr/>
        </p:nvSpPr>
        <p:spPr bwMode="auto">
          <a:xfrm>
            <a:off x="5257800" y="4876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2517" name="Line 69"/>
          <p:cNvSpPr>
            <a:spLocks noChangeShapeType="1"/>
          </p:cNvSpPr>
          <p:nvPr/>
        </p:nvSpPr>
        <p:spPr bwMode="auto">
          <a:xfrm>
            <a:off x="4724400" y="5105400"/>
            <a:ext cx="53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64196" name="Object 4"/>
          <p:cNvGraphicFramePr>
            <a:graphicFrameLocks noChangeAspect="1"/>
          </p:cNvGraphicFramePr>
          <p:nvPr/>
        </p:nvGraphicFramePr>
        <p:xfrm>
          <a:off x="4797425" y="4692650"/>
          <a:ext cx="263525" cy="369888"/>
        </p:xfrm>
        <a:graphic>
          <a:graphicData uri="http://schemas.openxmlformats.org/presentationml/2006/ole">
            <p:oleObj spid="_x0000_s264196" name="Equation" r:id="rId7" imgW="406080" imgH="571320" progId="Equation.3">
              <p:embed/>
            </p:oleObj>
          </a:graphicData>
        </a:graphic>
      </p:graphicFrame>
      <p:graphicFrame>
        <p:nvGraphicFramePr>
          <p:cNvPr id="264197" name="Object 5"/>
          <p:cNvGraphicFramePr>
            <a:graphicFrameLocks noChangeAspect="1"/>
          </p:cNvGraphicFramePr>
          <p:nvPr/>
        </p:nvGraphicFramePr>
        <p:xfrm>
          <a:off x="2873375" y="4845050"/>
          <a:ext cx="825500" cy="444500"/>
        </p:xfrm>
        <a:graphic>
          <a:graphicData uri="http://schemas.openxmlformats.org/presentationml/2006/ole">
            <p:oleObj spid="_x0000_s264197" name="Equation" r:id="rId8" imgW="825480" imgH="444240" progId="Equation.3">
              <p:embed/>
            </p:oleObj>
          </a:graphicData>
        </a:graphic>
      </p:graphicFrame>
      <p:graphicFrame>
        <p:nvGraphicFramePr>
          <p:cNvPr id="264198" name="Object 6"/>
          <p:cNvGraphicFramePr>
            <a:graphicFrameLocks noChangeAspect="1"/>
          </p:cNvGraphicFramePr>
          <p:nvPr/>
        </p:nvGraphicFramePr>
        <p:xfrm>
          <a:off x="5195888" y="5405438"/>
          <a:ext cx="762000" cy="315912"/>
        </p:xfrm>
        <a:graphic>
          <a:graphicData uri="http://schemas.openxmlformats.org/presentationml/2006/ole">
            <p:oleObj spid="_x0000_s264198" name="Equation" r:id="rId9" imgW="1409400" imgH="583920" progId="Equation.3">
              <p:embed/>
            </p:oleObj>
          </a:graphicData>
        </a:graphic>
      </p:graphicFrame>
      <p:graphicFrame>
        <p:nvGraphicFramePr>
          <p:cNvPr id="264199" name="Object 7"/>
          <p:cNvGraphicFramePr>
            <a:graphicFrameLocks noChangeAspect="1"/>
          </p:cNvGraphicFramePr>
          <p:nvPr/>
        </p:nvGraphicFramePr>
        <p:xfrm>
          <a:off x="5476875" y="3327400"/>
          <a:ext cx="360363" cy="533400"/>
        </p:xfrm>
        <a:graphic>
          <a:graphicData uri="http://schemas.openxmlformats.org/presentationml/2006/ole">
            <p:oleObj spid="_x0000_s264199" name="Equation" r:id="rId10" imgW="393480" imgH="583920" progId="Equation.3">
              <p:embed/>
            </p:oleObj>
          </a:graphicData>
        </a:graphic>
      </p:graphicFrame>
      <p:sp>
        <p:nvSpPr>
          <p:cNvPr id="232534" name="Line 86"/>
          <p:cNvSpPr>
            <a:spLocks noChangeShapeType="1"/>
          </p:cNvSpPr>
          <p:nvPr/>
        </p:nvSpPr>
        <p:spPr bwMode="auto">
          <a:xfrm>
            <a:off x="3876675" y="3556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32535" name="Line 87"/>
          <p:cNvSpPr>
            <a:spLocks noChangeShapeType="1"/>
          </p:cNvSpPr>
          <p:nvPr/>
        </p:nvSpPr>
        <p:spPr bwMode="auto">
          <a:xfrm>
            <a:off x="3724275" y="5080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32536" name="Text Box 88"/>
          <p:cNvSpPr txBox="1">
            <a:spLocks noChangeArrowheads="1"/>
          </p:cNvSpPr>
          <p:nvPr/>
        </p:nvSpPr>
        <p:spPr bwMode="auto">
          <a:xfrm>
            <a:off x="2438400" y="152400"/>
            <a:ext cx="43132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Proof by induction on </a:t>
            </a:r>
          </a:p>
        </p:txBody>
      </p:sp>
      <p:sp>
        <p:nvSpPr>
          <p:cNvPr id="232538" name="Text Box 90"/>
          <p:cNvSpPr txBox="1">
            <a:spLocks noChangeArrowheads="1"/>
          </p:cNvSpPr>
          <p:nvPr/>
        </p:nvSpPr>
        <p:spPr bwMode="auto">
          <a:xfrm>
            <a:off x="612775" y="1377950"/>
            <a:ext cx="32305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Induction Basis:</a:t>
            </a:r>
          </a:p>
        </p:txBody>
      </p:sp>
      <p:graphicFrame>
        <p:nvGraphicFramePr>
          <p:cNvPr id="264200" name="Object 8"/>
          <p:cNvGraphicFramePr>
            <a:graphicFrameLocks noChangeAspect="1"/>
          </p:cNvGraphicFramePr>
          <p:nvPr/>
        </p:nvGraphicFramePr>
        <p:xfrm>
          <a:off x="4648200" y="1371600"/>
          <a:ext cx="1143000" cy="571500"/>
        </p:xfrm>
        <a:graphic>
          <a:graphicData uri="http://schemas.openxmlformats.org/presentationml/2006/ole">
            <p:oleObj spid="_x0000_s264200" name="Equation" r:id="rId11" imgW="1143000" imgH="571320" progId="Equation.3">
              <p:embed/>
            </p:oleObj>
          </a:graphicData>
        </a:graphic>
      </p:graphicFrame>
      <p:graphicFrame>
        <p:nvGraphicFramePr>
          <p:cNvPr id="264201" name="Object 9"/>
          <p:cNvGraphicFramePr>
            <a:graphicFrameLocks noChangeAspect="1"/>
          </p:cNvGraphicFramePr>
          <p:nvPr/>
        </p:nvGraphicFramePr>
        <p:xfrm>
          <a:off x="6781800" y="228600"/>
          <a:ext cx="584200" cy="533400"/>
        </p:xfrm>
        <a:graphic>
          <a:graphicData uri="http://schemas.openxmlformats.org/presentationml/2006/ole">
            <p:oleObj spid="_x0000_s264201" name="Equation" r:id="rId12" imgW="583920" imgH="533160" progId="Equation.3">
              <p:embed/>
            </p:oleObj>
          </a:graphicData>
        </a:graphic>
      </p:graphicFrame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759CA6F-9CED-4B4D-8507-2DF6EDB5E6C9}" type="slidenum">
              <a:rPr lang="en-US"/>
              <a:pPr/>
              <a:t>109</a:t>
            </a:fld>
            <a:endParaRPr lang="en-US"/>
          </a:p>
        </p:txBody>
      </p:sp>
      <p:sp>
        <p:nvSpPr>
          <p:cNvPr id="233474" name="Text Box 2"/>
          <p:cNvSpPr txBox="1">
            <a:spLocks noChangeArrowheads="1"/>
          </p:cNvSpPr>
          <p:nvPr/>
        </p:nvSpPr>
        <p:spPr bwMode="auto">
          <a:xfrm>
            <a:off x="657225" y="844550"/>
            <a:ext cx="429418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Induction hypothesis:</a:t>
            </a:r>
          </a:p>
        </p:txBody>
      </p:sp>
      <p:graphicFrame>
        <p:nvGraphicFramePr>
          <p:cNvPr id="265216" name="Object 0"/>
          <p:cNvGraphicFramePr>
            <a:graphicFrameLocks noChangeAspect="1"/>
          </p:cNvGraphicFramePr>
          <p:nvPr/>
        </p:nvGraphicFramePr>
        <p:xfrm>
          <a:off x="5410200" y="914400"/>
          <a:ext cx="1790700" cy="533400"/>
        </p:xfrm>
        <a:graphic>
          <a:graphicData uri="http://schemas.openxmlformats.org/presentationml/2006/ole">
            <p:oleObj spid="_x0000_s265216" name="Equation" r:id="rId3" imgW="1790640" imgH="533160" progId="Equation.3">
              <p:embed/>
            </p:oleObj>
          </a:graphicData>
        </a:graphic>
      </p:graphicFrame>
      <p:graphicFrame>
        <p:nvGraphicFramePr>
          <p:cNvPr id="265217" name="Object 1"/>
          <p:cNvGraphicFramePr>
            <a:graphicFrameLocks noChangeAspect="1"/>
          </p:cNvGraphicFramePr>
          <p:nvPr/>
        </p:nvGraphicFramePr>
        <p:xfrm>
          <a:off x="2095500" y="2938463"/>
          <a:ext cx="439738" cy="533400"/>
        </p:xfrm>
        <a:graphic>
          <a:graphicData uri="http://schemas.openxmlformats.org/presentationml/2006/ole">
            <p:oleObj spid="_x0000_s265217" name="Equation" r:id="rId4" imgW="482400" imgH="583920" progId="Equation.3">
              <p:embed/>
            </p:oleObj>
          </a:graphicData>
        </a:graphic>
      </p:graphicFrame>
      <p:graphicFrame>
        <p:nvGraphicFramePr>
          <p:cNvPr id="265218" name="Object 2"/>
          <p:cNvGraphicFramePr>
            <a:graphicFrameLocks noChangeAspect="1"/>
          </p:cNvGraphicFramePr>
          <p:nvPr/>
        </p:nvGraphicFramePr>
        <p:xfrm>
          <a:off x="6765925" y="2925763"/>
          <a:ext cx="431800" cy="471487"/>
        </p:xfrm>
        <a:graphic>
          <a:graphicData uri="http://schemas.openxmlformats.org/presentationml/2006/ole">
            <p:oleObj spid="_x0000_s265218" name="Equation" r:id="rId5" imgW="533160" imgH="583920" progId="Equation.3">
              <p:embed/>
            </p:oleObj>
          </a:graphicData>
        </a:graphic>
      </p:graphicFrame>
      <p:sp>
        <p:nvSpPr>
          <p:cNvPr id="233479" name="Oval 7"/>
          <p:cNvSpPr>
            <a:spLocks noChangeArrowheads="1"/>
          </p:cNvSpPr>
          <p:nvPr/>
        </p:nvSpPr>
        <p:spPr bwMode="auto">
          <a:xfrm>
            <a:off x="2049463" y="2989263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3480" name="Oval 8"/>
          <p:cNvSpPr>
            <a:spLocks noChangeArrowheads="1"/>
          </p:cNvSpPr>
          <p:nvPr/>
        </p:nvSpPr>
        <p:spPr bwMode="auto">
          <a:xfrm>
            <a:off x="6696075" y="2946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3481" name="Oval 9"/>
          <p:cNvSpPr>
            <a:spLocks noChangeArrowheads="1"/>
          </p:cNvSpPr>
          <p:nvPr/>
        </p:nvSpPr>
        <p:spPr bwMode="auto">
          <a:xfrm>
            <a:off x="3125788" y="3014663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3482" name="Oval 10"/>
          <p:cNvSpPr>
            <a:spLocks noChangeArrowheads="1"/>
          </p:cNvSpPr>
          <p:nvPr/>
        </p:nvSpPr>
        <p:spPr bwMode="auto">
          <a:xfrm>
            <a:off x="4192588" y="3014663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3483" name="Oval 11"/>
          <p:cNvSpPr>
            <a:spLocks noChangeArrowheads="1"/>
          </p:cNvSpPr>
          <p:nvPr/>
        </p:nvSpPr>
        <p:spPr bwMode="auto">
          <a:xfrm>
            <a:off x="5715000" y="2971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3484" name="Line 12"/>
          <p:cNvSpPr>
            <a:spLocks noChangeShapeType="1"/>
          </p:cNvSpPr>
          <p:nvPr/>
        </p:nvSpPr>
        <p:spPr bwMode="auto">
          <a:xfrm>
            <a:off x="2592388" y="3243263"/>
            <a:ext cx="53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3485" name="Line 13"/>
          <p:cNvSpPr>
            <a:spLocks noChangeShapeType="1"/>
          </p:cNvSpPr>
          <p:nvPr/>
        </p:nvSpPr>
        <p:spPr bwMode="auto">
          <a:xfrm>
            <a:off x="3659188" y="3243263"/>
            <a:ext cx="53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3486" name="Line 14"/>
          <p:cNvSpPr>
            <a:spLocks noChangeShapeType="1"/>
          </p:cNvSpPr>
          <p:nvPr/>
        </p:nvSpPr>
        <p:spPr bwMode="auto">
          <a:xfrm flipV="1">
            <a:off x="6248400" y="3175000"/>
            <a:ext cx="447675" cy="2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3487" name="Freeform 15"/>
          <p:cNvSpPr>
            <a:spLocks/>
          </p:cNvSpPr>
          <p:nvPr/>
        </p:nvSpPr>
        <p:spPr bwMode="auto">
          <a:xfrm>
            <a:off x="4724400" y="2971800"/>
            <a:ext cx="990600" cy="438150"/>
          </a:xfrm>
          <a:custGeom>
            <a:avLst/>
            <a:gdLst/>
            <a:ahLst/>
            <a:cxnLst>
              <a:cxn ang="0">
                <a:pos x="0" y="190"/>
              </a:cxn>
              <a:cxn ang="0">
                <a:pos x="73" y="182"/>
              </a:cxn>
              <a:cxn ang="0">
                <a:pos x="105" y="133"/>
              </a:cxn>
              <a:cxn ang="0">
                <a:pos x="186" y="60"/>
              </a:cxn>
              <a:cxn ang="0">
                <a:pos x="275" y="3"/>
              </a:cxn>
              <a:cxn ang="0">
                <a:pos x="430" y="36"/>
              </a:cxn>
              <a:cxn ang="0">
                <a:pos x="495" y="109"/>
              </a:cxn>
              <a:cxn ang="0">
                <a:pos x="543" y="174"/>
              </a:cxn>
              <a:cxn ang="0">
                <a:pos x="592" y="239"/>
              </a:cxn>
              <a:cxn ang="0">
                <a:pos x="641" y="271"/>
              </a:cxn>
              <a:cxn ang="0">
                <a:pos x="746" y="255"/>
              </a:cxn>
              <a:cxn ang="0">
                <a:pos x="843" y="149"/>
              </a:cxn>
              <a:cxn ang="0">
                <a:pos x="908" y="76"/>
              </a:cxn>
              <a:cxn ang="0">
                <a:pos x="989" y="84"/>
              </a:cxn>
              <a:cxn ang="0">
                <a:pos x="1038" y="101"/>
              </a:cxn>
              <a:cxn ang="0">
                <a:pos x="1062" y="109"/>
              </a:cxn>
              <a:cxn ang="0">
                <a:pos x="1079" y="125"/>
              </a:cxn>
            </a:cxnLst>
            <a:rect l="0" t="0" r="r" b="b"/>
            <a:pathLst>
              <a:path w="1079" h="276">
                <a:moveTo>
                  <a:pt x="0" y="190"/>
                </a:moveTo>
                <a:cubicBezTo>
                  <a:pt x="24" y="187"/>
                  <a:pt x="51" y="194"/>
                  <a:pt x="73" y="182"/>
                </a:cubicBezTo>
                <a:cubicBezTo>
                  <a:pt x="90" y="173"/>
                  <a:pt x="91" y="147"/>
                  <a:pt x="105" y="133"/>
                </a:cubicBezTo>
                <a:cubicBezTo>
                  <a:pt x="132" y="107"/>
                  <a:pt x="155" y="81"/>
                  <a:pt x="186" y="60"/>
                </a:cubicBezTo>
                <a:cubicBezTo>
                  <a:pt x="206" y="30"/>
                  <a:pt x="241" y="14"/>
                  <a:pt x="275" y="3"/>
                </a:cubicBezTo>
                <a:cubicBezTo>
                  <a:pt x="355" y="9"/>
                  <a:pt x="374" y="0"/>
                  <a:pt x="430" y="36"/>
                </a:cubicBezTo>
                <a:cubicBezTo>
                  <a:pt x="466" y="83"/>
                  <a:pt x="445" y="59"/>
                  <a:pt x="495" y="109"/>
                </a:cubicBezTo>
                <a:cubicBezTo>
                  <a:pt x="523" y="137"/>
                  <a:pt x="507" y="149"/>
                  <a:pt x="543" y="174"/>
                </a:cubicBezTo>
                <a:cubicBezTo>
                  <a:pt x="548" y="182"/>
                  <a:pt x="576" y="227"/>
                  <a:pt x="592" y="239"/>
                </a:cubicBezTo>
                <a:cubicBezTo>
                  <a:pt x="608" y="251"/>
                  <a:pt x="641" y="271"/>
                  <a:pt x="641" y="271"/>
                </a:cubicBezTo>
                <a:cubicBezTo>
                  <a:pt x="676" y="268"/>
                  <a:pt x="718" y="276"/>
                  <a:pt x="746" y="255"/>
                </a:cubicBezTo>
                <a:cubicBezTo>
                  <a:pt x="786" y="225"/>
                  <a:pt x="810" y="184"/>
                  <a:pt x="843" y="149"/>
                </a:cubicBezTo>
                <a:cubicBezTo>
                  <a:pt x="854" y="117"/>
                  <a:pt x="876" y="87"/>
                  <a:pt x="908" y="76"/>
                </a:cubicBezTo>
                <a:cubicBezTo>
                  <a:pt x="935" y="79"/>
                  <a:pt x="962" y="79"/>
                  <a:pt x="989" y="84"/>
                </a:cubicBezTo>
                <a:cubicBezTo>
                  <a:pt x="1006" y="87"/>
                  <a:pt x="1022" y="95"/>
                  <a:pt x="1038" y="101"/>
                </a:cubicBezTo>
                <a:cubicBezTo>
                  <a:pt x="1046" y="104"/>
                  <a:pt x="1062" y="109"/>
                  <a:pt x="1062" y="109"/>
                </a:cubicBezTo>
                <a:cubicBezTo>
                  <a:pt x="1068" y="114"/>
                  <a:pt x="1079" y="125"/>
                  <a:pt x="1079" y="125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65219" name="Object 3"/>
          <p:cNvGraphicFramePr>
            <a:graphicFrameLocks noChangeAspect="1"/>
          </p:cNvGraphicFramePr>
          <p:nvPr/>
        </p:nvGraphicFramePr>
        <p:xfrm>
          <a:off x="2663825" y="2830513"/>
          <a:ext cx="265113" cy="369887"/>
        </p:xfrm>
        <a:graphic>
          <a:graphicData uri="http://schemas.openxmlformats.org/presentationml/2006/ole">
            <p:oleObj spid="_x0000_s265219" name="Equation" r:id="rId6" imgW="406080" imgH="571320" progId="Equation.3">
              <p:embed/>
            </p:oleObj>
          </a:graphicData>
        </a:graphic>
      </p:graphicFrame>
      <p:graphicFrame>
        <p:nvGraphicFramePr>
          <p:cNvPr id="265220" name="Object 4"/>
          <p:cNvGraphicFramePr>
            <a:graphicFrameLocks noChangeAspect="1"/>
          </p:cNvGraphicFramePr>
          <p:nvPr/>
        </p:nvGraphicFramePr>
        <p:xfrm>
          <a:off x="3706813" y="2830513"/>
          <a:ext cx="312737" cy="369887"/>
        </p:xfrm>
        <a:graphic>
          <a:graphicData uri="http://schemas.openxmlformats.org/presentationml/2006/ole">
            <p:oleObj spid="_x0000_s265220" name="Equation" r:id="rId7" imgW="482400" imgH="571320" progId="Equation.3">
              <p:embed/>
            </p:oleObj>
          </a:graphicData>
        </a:graphic>
      </p:graphicFrame>
      <p:graphicFrame>
        <p:nvGraphicFramePr>
          <p:cNvPr id="265221" name="Object 5"/>
          <p:cNvGraphicFramePr>
            <a:graphicFrameLocks noChangeAspect="1"/>
          </p:cNvGraphicFramePr>
          <p:nvPr/>
        </p:nvGraphicFramePr>
        <p:xfrm>
          <a:off x="6307138" y="2784475"/>
          <a:ext cx="320675" cy="377825"/>
        </p:xfrm>
        <a:graphic>
          <a:graphicData uri="http://schemas.openxmlformats.org/presentationml/2006/ole">
            <p:oleObj spid="_x0000_s265221" name="Equation" r:id="rId8" imgW="495000" imgH="583920" progId="Equation.3">
              <p:embed/>
            </p:oleObj>
          </a:graphicData>
        </a:graphic>
      </p:graphicFrame>
      <p:graphicFrame>
        <p:nvGraphicFramePr>
          <p:cNvPr id="265222" name="Object 6"/>
          <p:cNvGraphicFramePr>
            <a:graphicFrameLocks noChangeAspect="1"/>
          </p:cNvGraphicFramePr>
          <p:nvPr/>
        </p:nvGraphicFramePr>
        <p:xfrm>
          <a:off x="611188" y="3090863"/>
          <a:ext cx="723900" cy="406400"/>
        </p:xfrm>
        <a:graphic>
          <a:graphicData uri="http://schemas.openxmlformats.org/presentationml/2006/ole">
            <p:oleObj spid="_x0000_s265222" name="Equation" r:id="rId9" imgW="723600" imgH="406080" progId="Equation.3">
              <p:embed/>
            </p:oleObj>
          </a:graphicData>
        </a:graphic>
      </p:graphicFrame>
      <p:graphicFrame>
        <p:nvGraphicFramePr>
          <p:cNvPr id="265223" name="Object 7"/>
          <p:cNvGraphicFramePr>
            <a:graphicFrameLocks noChangeAspect="1"/>
          </p:cNvGraphicFramePr>
          <p:nvPr/>
        </p:nvGraphicFramePr>
        <p:xfrm>
          <a:off x="3192463" y="2989263"/>
          <a:ext cx="360362" cy="533400"/>
        </p:xfrm>
        <a:graphic>
          <a:graphicData uri="http://schemas.openxmlformats.org/presentationml/2006/ole">
            <p:oleObj spid="_x0000_s265223" name="Equation" r:id="rId10" imgW="393480" imgH="583920" progId="Equation.3">
              <p:embed/>
            </p:oleObj>
          </a:graphicData>
        </a:graphic>
      </p:graphicFrame>
      <p:graphicFrame>
        <p:nvGraphicFramePr>
          <p:cNvPr id="265224" name="Object 8"/>
          <p:cNvGraphicFramePr>
            <a:graphicFrameLocks noChangeAspect="1"/>
          </p:cNvGraphicFramePr>
          <p:nvPr/>
        </p:nvGraphicFramePr>
        <p:xfrm>
          <a:off x="4259263" y="2987675"/>
          <a:ext cx="452437" cy="604838"/>
        </p:xfrm>
        <a:graphic>
          <a:graphicData uri="http://schemas.openxmlformats.org/presentationml/2006/ole">
            <p:oleObj spid="_x0000_s265224" name="Equation" r:id="rId11" imgW="495000" imgH="660240" progId="Equation.3">
              <p:embed/>
            </p:oleObj>
          </a:graphicData>
        </a:graphic>
      </p:graphicFrame>
      <p:graphicFrame>
        <p:nvGraphicFramePr>
          <p:cNvPr id="265225" name="Object 9"/>
          <p:cNvGraphicFramePr>
            <a:graphicFrameLocks noChangeAspect="1"/>
          </p:cNvGraphicFramePr>
          <p:nvPr/>
        </p:nvGraphicFramePr>
        <p:xfrm>
          <a:off x="5792788" y="2946400"/>
          <a:ext cx="430212" cy="534988"/>
        </p:xfrm>
        <a:graphic>
          <a:graphicData uri="http://schemas.openxmlformats.org/presentationml/2006/ole">
            <p:oleObj spid="_x0000_s265225" name="Equation" r:id="rId12" imgW="469800" imgH="583920" progId="Equation.3">
              <p:embed/>
            </p:oleObj>
          </a:graphicData>
        </a:graphic>
      </p:graphicFrame>
      <p:sp>
        <p:nvSpPr>
          <p:cNvPr id="233495" name="Line 23"/>
          <p:cNvSpPr>
            <a:spLocks noChangeShapeType="1"/>
          </p:cNvSpPr>
          <p:nvPr/>
        </p:nvSpPr>
        <p:spPr bwMode="auto">
          <a:xfrm>
            <a:off x="1592263" y="321786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265226" name="Object 10"/>
          <p:cNvGraphicFramePr>
            <a:graphicFrameLocks noChangeAspect="1"/>
          </p:cNvGraphicFramePr>
          <p:nvPr/>
        </p:nvGraphicFramePr>
        <p:xfrm>
          <a:off x="1968500" y="5562600"/>
          <a:ext cx="481013" cy="315913"/>
        </p:xfrm>
        <a:graphic>
          <a:graphicData uri="http://schemas.openxmlformats.org/presentationml/2006/ole">
            <p:oleObj spid="_x0000_s265226" name="Equation" r:id="rId13" imgW="888840" imgH="583920" progId="Equation.3">
              <p:embed/>
            </p:oleObj>
          </a:graphicData>
        </a:graphic>
      </p:graphicFrame>
      <p:sp>
        <p:nvSpPr>
          <p:cNvPr id="233497" name="Oval 25"/>
          <p:cNvSpPr>
            <a:spLocks noChangeArrowheads="1"/>
          </p:cNvSpPr>
          <p:nvPr/>
        </p:nvSpPr>
        <p:spPr bwMode="auto">
          <a:xfrm>
            <a:off x="1905000" y="5029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3498" name="Oval 26"/>
          <p:cNvSpPr>
            <a:spLocks noChangeArrowheads="1"/>
          </p:cNvSpPr>
          <p:nvPr/>
        </p:nvSpPr>
        <p:spPr bwMode="auto">
          <a:xfrm>
            <a:off x="6705600" y="5029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3499" name="Oval 27"/>
          <p:cNvSpPr>
            <a:spLocks noChangeArrowheads="1"/>
          </p:cNvSpPr>
          <p:nvPr/>
        </p:nvSpPr>
        <p:spPr bwMode="auto">
          <a:xfrm>
            <a:off x="2981325" y="5054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3500" name="Oval 28"/>
          <p:cNvSpPr>
            <a:spLocks noChangeArrowheads="1"/>
          </p:cNvSpPr>
          <p:nvPr/>
        </p:nvSpPr>
        <p:spPr bwMode="auto">
          <a:xfrm>
            <a:off x="4048125" y="5054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3501" name="Oval 29"/>
          <p:cNvSpPr>
            <a:spLocks noChangeArrowheads="1"/>
          </p:cNvSpPr>
          <p:nvPr/>
        </p:nvSpPr>
        <p:spPr bwMode="auto">
          <a:xfrm>
            <a:off x="5724525" y="5054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3502" name="Line 30"/>
          <p:cNvSpPr>
            <a:spLocks noChangeShapeType="1"/>
          </p:cNvSpPr>
          <p:nvPr/>
        </p:nvSpPr>
        <p:spPr bwMode="auto">
          <a:xfrm>
            <a:off x="2447925" y="5283200"/>
            <a:ext cx="53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3503" name="Line 31"/>
          <p:cNvSpPr>
            <a:spLocks noChangeShapeType="1"/>
          </p:cNvSpPr>
          <p:nvPr/>
        </p:nvSpPr>
        <p:spPr bwMode="auto">
          <a:xfrm>
            <a:off x="3514725" y="5283200"/>
            <a:ext cx="53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3504" name="Line 32"/>
          <p:cNvSpPr>
            <a:spLocks noChangeShapeType="1"/>
          </p:cNvSpPr>
          <p:nvPr/>
        </p:nvSpPr>
        <p:spPr bwMode="auto">
          <a:xfrm>
            <a:off x="6248400" y="5257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3505" name="Freeform 33"/>
          <p:cNvSpPr>
            <a:spLocks/>
          </p:cNvSpPr>
          <p:nvPr/>
        </p:nvSpPr>
        <p:spPr bwMode="auto">
          <a:xfrm>
            <a:off x="4579938" y="5011738"/>
            <a:ext cx="1135062" cy="438150"/>
          </a:xfrm>
          <a:custGeom>
            <a:avLst/>
            <a:gdLst/>
            <a:ahLst/>
            <a:cxnLst>
              <a:cxn ang="0">
                <a:pos x="0" y="190"/>
              </a:cxn>
              <a:cxn ang="0">
                <a:pos x="73" y="182"/>
              </a:cxn>
              <a:cxn ang="0">
                <a:pos x="105" y="133"/>
              </a:cxn>
              <a:cxn ang="0">
                <a:pos x="186" y="60"/>
              </a:cxn>
              <a:cxn ang="0">
                <a:pos x="275" y="3"/>
              </a:cxn>
              <a:cxn ang="0">
                <a:pos x="430" y="36"/>
              </a:cxn>
              <a:cxn ang="0">
                <a:pos x="495" y="109"/>
              </a:cxn>
              <a:cxn ang="0">
                <a:pos x="543" y="174"/>
              </a:cxn>
              <a:cxn ang="0">
                <a:pos x="592" y="239"/>
              </a:cxn>
              <a:cxn ang="0">
                <a:pos x="641" y="271"/>
              </a:cxn>
              <a:cxn ang="0">
                <a:pos x="746" y="255"/>
              </a:cxn>
              <a:cxn ang="0">
                <a:pos x="843" y="149"/>
              </a:cxn>
              <a:cxn ang="0">
                <a:pos x="908" y="76"/>
              </a:cxn>
              <a:cxn ang="0">
                <a:pos x="989" y="84"/>
              </a:cxn>
              <a:cxn ang="0">
                <a:pos x="1038" y="101"/>
              </a:cxn>
              <a:cxn ang="0">
                <a:pos x="1062" y="109"/>
              </a:cxn>
              <a:cxn ang="0">
                <a:pos x="1079" y="125"/>
              </a:cxn>
            </a:cxnLst>
            <a:rect l="0" t="0" r="r" b="b"/>
            <a:pathLst>
              <a:path w="1079" h="276">
                <a:moveTo>
                  <a:pt x="0" y="190"/>
                </a:moveTo>
                <a:cubicBezTo>
                  <a:pt x="24" y="187"/>
                  <a:pt x="51" y="194"/>
                  <a:pt x="73" y="182"/>
                </a:cubicBezTo>
                <a:cubicBezTo>
                  <a:pt x="90" y="173"/>
                  <a:pt x="91" y="147"/>
                  <a:pt x="105" y="133"/>
                </a:cubicBezTo>
                <a:cubicBezTo>
                  <a:pt x="132" y="107"/>
                  <a:pt x="155" y="81"/>
                  <a:pt x="186" y="60"/>
                </a:cubicBezTo>
                <a:cubicBezTo>
                  <a:pt x="206" y="30"/>
                  <a:pt x="241" y="14"/>
                  <a:pt x="275" y="3"/>
                </a:cubicBezTo>
                <a:cubicBezTo>
                  <a:pt x="355" y="9"/>
                  <a:pt x="374" y="0"/>
                  <a:pt x="430" y="36"/>
                </a:cubicBezTo>
                <a:cubicBezTo>
                  <a:pt x="466" y="83"/>
                  <a:pt x="445" y="59"/>
                  <a:pt x="495" y="109"/>
                </a:cubicBezTo>
                <a:cubicBezTo>
                  <a:pt x="523" y="137"/>
                  <a:pt x="507" y="149"/>
                  <a:pt x="543" y="174"/>
                </a:cubicBezTo>
                <a:cubicBezTo>
                  <a:pt x="548" y="182"/>
                  <a:pt x="576" y="227"/>
                  <a:pt x="592" y="239"/>
                </a:cubicBezTo>
                <a:cubicBezTo>
                  <a:pt x="608" y="251"/>
                  <a:pt x="641" y="271"/>
                  <a:pt x="641" y="271"/>
                </a:cubicBezTo>
                <a:cubicBezTo>
                  <a:pt x="676" y="268"/>
                  <a:pt x="718" y="276"/>
                  <a:pt x="746" y="255"/>
                </a:cubicBezTo>
                <a:cubicBezTo>
                  <a:pt x="786" y="225"/>
                  <a:pt x="810" y="184"/>
                  <a:pt x="843" y="149"/>
                </a:cubicBezTo>
                <a:cubicBezTo>
                  <a:pt x="854" y="117"/>
                  <a:pt x="876" y="87"/>
                  <a:pt x="908" y="76"/>
                </a:cubicBezTo>
                <a:cubicBezTo>
                  <a:pt x="935" y="79"/>
                  <a:pt x="962" y="79"/>
                  <a:pt x="989" y="84"/>
                </a:cubicBezTo>
                <a:cubicBezTo>
                  <a:pt x="1006" y="87"/>
                  <a:pt x="1022" y="95"/>
                  <a:pt x="1038" y="101"/>
                </a:cubicBezTo>
                <a:cubicBezTo>
                  <a:pt x="1046" y="104"/>
                  <a:pt x="1062" y="109"/>
                  <a:pt x="1062" y="109"/>
                </a:cubicBezTo>
                <a:cubicBezTo>
                  <a:pt x="1068" y="114"/>
                  <a:pt x="1079" y="125"/>
                  <a:pt x="1079" y="125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65227" name="Object 11"/>
          <p:cNvGraphicFramePr>
            <a:graphicFrameLocks noChangeAspect="1"/>
          </p:cNvGraphicFramePr>
          <p:nvPr/>
        </p:nvGraphicFramePr>
        <p:xfrm>
          <a:off x="2520950" y="4870450"/>
          <a:ext cx="263525" cy="369888"/>
        </p:xfrm>
        <a:graphic>
          <a:graphicData uri="http://schemas.openxmlformats.org/presentationml/2006/ole">
            <p:oleObj spid="_x0000_s265227" name="Equation" r:id="rId14" imgW="406080" imgH="571320" progId="Equation.3">
              <p:embed/>
            </p:oleObj>
          </a:graphicData>
        </a:graphic>
      </p:graphicFrame>
      <p:graphicFrame>
        <p:nvGraphicFramePr>
          <p:cNvPr id="265228" name="Object 12"/>
          <p:cNvGraphicFramePr>
            <a:graphicFrameLocks noChangeAspect="1"/>
          </p:cNvGraphicFramePr>
          <p:nvPr/>
        </p:nvGraphicFramePr>
        <p:xfrm>
          <a:off x="3562350" y="4870450"/>
          <a:ext cx="312738" cy="369888"/>
        </p:xfrm>
        <a:graphic>
          <a:graphicData uri="http://schemas.openxmlformats.org/presentationml/2006/ole">
            <p:oleObj spid="_x0000_s265228" name="Equation" r:id="rId15" imgW="482400" imgH="571320" progId="Equation.3">
              <p:embed/>
            </p:oleObj>
          </a:graphicData>
        </a:graphic>
      </p:graphicFrame>
      <p:graphicFrame>
        <p:nvGraphicFramePr>
          <p:cNvPr id="265229" name="Object 13"/>
          <p:cNvGraphicFramePr>
            <a:graphicFrameLocks noChangeAspect="1"/>
          </p:cNvGraphicFramePr>
          <p:nvPr/>
        </p:nvGraphicFramePr>
        <p:xfrm>
          <a:off x="6316663" y="4867275"/>
          <a:ext cx="320675" cy="377825"/>
        </p:xfrm>
        <a:graphic>
          <a:graphicData uri="http://schemas.openxmlformats.org/presentationml/2006/ole">
            <p:oleObj spid="_x0000_s265229" name="Equation" r:id="rId16" imgW="495000" imgH="583920" progId="Equation.3">
              <p:embed/>
            </p:oleObj>
          </a:graphicData>
        </a:graphic>
      </p:graphicFrame>
      <p:graphicFrame>
        <p:nvGraphicFramePr>
          <p:cNvPr id="265230" name="Object 14"/>
          <p:cNvGraphicFramePr>
            <a:graphicFrameLocks noChangeAspect="1"/>
          </p:cNvGraphicFramePr>
          <p:nvPr/>
        </p:nvGraphicFramePr>
        <p:xfrm>
          <a:off x="596900" y="5022850"/>
          <a:ext cx="825500" cy="444500"/>
        </p:xfrm>
        <a:graphic>
          <a:graphicData uri="http://schemas.openxmlformats.org/presentationml/2006/ole">
            <p:oleObj spid="_x0000_s265230" name="Equation" r:id="rId17" imgW="825480" imgH="444240" progId="Equation.3">
              <p:embed/>
            </p:oleObj>
          </a:graphicData>
        </a:graphic>
      </p:graphicFrame>
      <p:graphicFrame>
        <p:nvGraphicFramePr>
          <p:cNvPr id="265231" name="Object 15"/>
          <p:cNvGraphicFramePr>
            <a:graphicFrameLocks noChangeAspect="1"/>
          </p:cNvGraphicFramePr>
          <p:nvPr/>
        </p:nvGraphicFramePr>
        <p:xfrm>
          <a:off x="2919413" y="5583238"/>
          <a:ext cx="762000" cy="315912"/>
        </p:xfrm>
        <a:graphic>
          <a:graphicData uri="http://schemas.openxmlformats.org/presentationml/2006/ole">
            <p:oleObj spid="_x0000_s265231" name="Equation" r:id="rId18" imgW="1409400" imgH="583920" progId="Equation.3">
              <p:embed/>
            </p:oleObj>
          </a:graphicData>
        </a:graphic>
      </p:graphicFrame>
      <p:graphicFrame>
        <p:nvGraphicFramePr>
          <p:cNvPr id="265232" name="Object 16"/>
          <p:cNvGraphicFramePr>
            <a:graphicFrameLocks noChangeAspect="1"/>
          </p:cNvGraphicFramePr>
          <p:nvPr/>
        </p:nvGraphicFramePr>
        <p:xfrm>
          <a:off x="3965575" y="5541963"/>
          <a:ext cx="809625" cy="357187"/>
        </p:xfrm>
        <a:graphic>
          <a:graphicData uri="http://schemas.openxmlformats.org/presentationml/2006/ole">
            <p:oleObj spid="_x0000_s265232" name="Equation" r:id="rId19" imgW="1498320" imgH="660240" progId="Equation.3">
              <p:embed/>
            </p:oleObj>
          </a:graphicData>
        </a:graphic>
      </p:graphicFrame>
      <p:graphicFrame>
        <p:nvGraphicFramePr>
          <p:cNvPr id="265233" name="Object 17"/>
          <p:cNvGraphicFramePr>
            <a:graphicFrameLocks noChangeAspect="1"/>
          </p:cNvGraphicFramePr>
          <p:nvPr/>
        </p:nvGraphicFramePr>
        <p:xfrm>
          <a:off x="5626100" y="5562600"/>
          <a:ext cx="793750" cy="315913"/>
        </p:xfrm>
        <a:graphic>
          <a:graphicData uri="http://schemas.openxmlformats.org/presentationml/2006/ole">
            <p:oleObj spid="_x0000_s265233" name="Equation" r:id="rId20" imgW="1473120" imgH="583920" progId="Equation.3">
              <p:embed/>
            </p:oleObj>
          </a:graphicData>
        </a:graphic>
      </p:graphicFrame>
      <p:graphicFrame>
        <p:nvGraphicFramePr>
          <p:cNvPr id="265234" name="Object 18"/>
          <p:cNvGraphicFramePr>
            <a:graphicFrameLocks noChangeAspect="1"/>
          </p:cNvGraphicFramePr>
          <p:nvPr/>
        </p:nvGraphicFramePr>
        <p:xfrm>
          <a:off x="6677025" y="5562600"/>
          <a:ext cx="825500" cy="315913"/>
        </p:xfrm>
        <a:graphic>
          <a:graphicData uri="http://schemas.openxmlformats.org/presentationml/2006/ole">
            <p:oleObj spid="_x0000_s265234" name="Equation" r:id="rId21" imgW="1536480" imgH="583920" progId="Equation.3">
              <p:embed/>
            </p:oleObj>
          </a:graphicData>
        </a:graphic>
      </p:graphicFrame>
      <p:sp>
        <p:nvSpPr>
          <p:cNvPr id="233514" name="Line 42"/>
          <p:cNvSpPr>
            <a:spLocks noChangeShapeType="1"/>
          </p:cNvSpPr>
          <p:nvPr/>
        </p:nvSpPr>
        <p:spPr bwMode="auto">
          <a:xfrm>
            <a:off x="1447800" y="5257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265235" name="Object 19"/>
          <p:cNvGraphicFramePr>
            <a:graphicFrameLocks noChangeAspect="1"/>
          </p:cNvGraphicFramePr>
          <p:nvPr/>
        </p:nvGraphicFramePr>
        <p:xfrm>
          <a:off x="3200400" y="1752600"/>
          <a:ext cx="2654300" cy="584200"/>
        </p:xfrm>
        <a:graphic>
          <a:graphicData uri="http://schemas.openxmlformats.org/presentationml/2006/ole">
            <p:oleObj spid="_x0000_s265235" name="Equation" r:id="rId22" imgW="2654280" imgH="583920" progId="Equation.3">
              <p:embed/>
            </p:oleObj>
          </a:graphicData>
        </a:graphic>
      </p:graphicFrame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6F25A6-F3C8-4EB1-A8BF-B24B44BC7242}" type="slidenum">
              <a:rPr lang="en-US"/>
              <a:pPr/>
              <a:t>110</a:t>
            </a:fld>
            <a:endParaRPr lang="en-US"/>
          </a:p>
        </p:txBody>
      </p:sp>
      <p:sp>
        <p:nvSpPr>
          <p:cNvPr id="234498" name="Text Box 2"/>
          <p:cNvSpPr txBox="1">
            <a:spLocks noChangeArrowheads="1"/>
          </p:cNvSpPr>
          <p:nvPr/>
        </p:nvSpPr>
        <p:spPr bwMode="auto">
          <a:xfrm>
            <a:off x="238125" y="158750"/>
            <a:ext cx="31702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Induction Step:</a:t>
            </a:r>
          </a:p>
        </p:txBody>
      </p:sp>
      <p:graphicFrame>
        <p:nvGraphicFramePr>
          <p:cNvPr id="234499" name="Object 3"/>
          <p:cNvGraphicFramePr>
            <a:graphicFrameLocks noChangeAspect="1"/>
          </p:cNvGraphicFramePr>
          <p:nvPr/>
        </p:nvGraphicFramePr>
        <p:xfrm>
          <a:off x="3733800" y="228600"/>
          <a:ext cx="1866900" cy="533400"/>
        </p:xfrm>
        <a:graphic>
          <a:graphicData uri="http://schemas.openxmlformats.org/presentationml/2006/ole">
            <p:oleObj spid="_x0000_s234499" name="Equation" r:id="rId3" imgW="1866600" imgH="533160" progId="Equation.3">
              <p:embed/>
            </p:oleObj>
          </a:graphicData>
        </a:graphic>
      </p:graphicFrame>
      <p:graphicFrame>
        <p:nvGraphicFramePr>
          <p:cNvPr id="234538" name="Object 42"/>
          <p:cNvGraphicFramePr>
            <a:graphicFrameLocks noChangeAspect="1"/>
          </p:cNvGraphicFramePr>
          <p:nvPr/>
        </p:nvGraphicFramePr>
        <p:xfrm>
          <a:off x="2095500" y="2938463"/>
          <a:ext cx="439738" cy="533400"/>
        </p:xfrm>
        <a:graphic>
          <a:graphicData uri="http://schemas.openxmlformats.org/presentationml/2006/ole">
            <p:oleObj spid="_x0000_s234538" name="Equation" r:id="rId4" imgW="482400" imgH="583920" progId="Equation.3">
              <p:embed/>
            </p:oleObj>
          </a:graphicData>
        </a:graphic>
      </p:graphicFrame>
      <p:graphicFrame>
        <p:nvGraphicFramePr>
          <p:cNvPr id="234539" name="Object 43"/>
          <p:cNvGraphicFramePr>
            <a:graphicFrameLocks noChangeAspect="1"/>
          </p:cNvGraphicFramePr>
          <p:nvPr/>
        </p:nvGraphicFramePr>
        <p:xfrm>
          <a:off x="6765925" y="2925763"/>
          <a:ext cx="431800" cy="471487"/>
        </p:xfrm>
        <a:graphic>
          <a:graphicData uri="http://schemas.openxmlformats.org/presentationml/2006/ole">
            <p:oleObj spid="_x0000_s234539" name="Equation" r:id="rId5" imgW="533160" imgH="583920" progId="Equation.3">
              <p:embed/>
            </p:oleObj>
          </a:graphicData>
        </a:graphic>
      </p:graphicFrame>
      <p:sp>
        <p:nvSpPr>
          <p:cNvPr id="234540" name="Oval 44"/>
          <p:cNvSpPr>
            <a:spLocks noChangeArrowheads="1"/>
          </p:cNvSpPr>
          <p:nvPr/>
        </p:nvSpPr>
        <p:spPr bwMode="auto">
          <a:xfrm>
            <a:off x="2049463" y="2989263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4541" name="Oval 45"/>
          <p:cNvSpPr>
            <a:spLocks noChangeArrowheads="1"/>
          </p:cNvSpPr>
          <p:nvPr/>
        </p:nvSpPr>
        <p:spPr bwMode="auto">
          <a:xfrm>
            <a:off x="6696075" y="2946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4542" name="Oval 46"/>
          <p:cNvSpPr>
            <a:spLocks noChangeArrowheads="1"/>
          </p:cNvSpPr>
          <p:nvPr/>
        </p:nvSpPr>
        <p:spPr bwMode="auto">
          <a:xfrm>
            <a:off x="3125788" y="3014663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4543" name="Oval 47"/>
          <p:cNvSpPr>
            <a:spLocks noChangeArrowheads="1"/>
          </p:cNvSpPr>
          <p:nvPr/>
        </p:nvSpPr>
        <p:spPr bwMode="auto">
          <a:xfrm>
            <a:off x="4192588" y="3014663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4544" name="Oval 48"/>
          <p:cNvSpPr>
            <a:spLocks noChangeArrowheads="1"/>
          </p:cNvSpPr>
          <p:nvPr/>
        </p:nvSpPr>
        <p:spPr bwMode="auto">
          <a:xfrm>
            <a:off x="5715000" y="2971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4545" name="Line 49"/>
          <p:cNvSpPr>
            <a:spLocks noChangeShapeType="1"/>
          </p:cNvSpPr>
          <p:nvPr/>
        </p:nvSpPr>
        <p:spPr bwMode="auto">
          <a:xfrm>
            <a:off x="2592388" y="3243263"/>
            <a:ext cx="53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4546" name="Line 50"/>
          <p:cNvSpPr>
            <a:spLocks noChangeShapeType="1"/>
          </p:cNvSpPr>
          <p:nvPr/>
        </p:nvSpPr>
        <p:spPr bwMode="auto">
          <a:xfrm>
            <a:off x="3659188" y="3243263"/>
            <a:ext cx="53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4547" name="Line 51"/>
          <p:cNvSpPr>
            <a:spLocks noChangeShapeType="1"/>
          </p:cNvSpPr>
          <p:nvPr/>
        </p:nvSpPr>
        <p:spPr bwMode="auto">
          <a:xfrm flipV="1">
            <a:off x="6248400" y="3175000"/>
            <a:ext cx="447675" cy="2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4548" name="Freeform 52"/>
          <p:cNvSpPr>
            <a:spLocks/>
          </p:cNvSpPr>
          <p:nvPr/>
        </p:nvSpPr>
        <p:spPr bwMode="auto">
          <a:xfrm>
            <a:off x="4724400" y="2971800"/>
            <a:ext cx="990600" cy="438150"/>
          </a:xfrm>
          <a:custGeom>
            <a:avLst/>
            <a:gdLst/>
            <a:ahLst/>
            <a:cxnLst>
              <a:cxn ang="0">
                <a:pos x="0" y="190"/>
              </a:cxn>
              <a:cxn ang="0">
                <a:pos x="73" y="182"/>
              </a:cxn>
              <a:cxn ang="0">
                <a:pos x="105" y="133"/>
              </a:cxn>
              <a:cxn ang="0">
                <a:pos x="186" y="60"/>
              </a:cxn>
              <a:cxn ang="0">
                <a:pos x="275" y="3"/>
              </a:cxn>
              <a:cxn ang="0">
                <a:pos x="430" y="36"/>
              </a:cxn>
              <a:cxn ang="0">
                <a:pos x="495" y="109"/>
              </a:cxn>
              <a:cxn ang="0">
                <a:pos x="543" y="174"/>
              </a:cxn>
              <a:cxn ang="0">
                <a:pos x="592" y="239"/>
              </a:cxn>
              <a:cxn ang="0">
                <a:pos x="641" y="271"/>
              </a:cxn>
              <a:cxn ang="0">
                <a:pos x="746" y="255"/>
              </a:cxn>
              <a:cxn ang="0">
                <a:pos x="843" y="149"/>
              </a:cxn>
              <a:cxn ang="0">
                <a:pos x="908" y="76"/>
              </a:cxn>
              <a:cxn ang="0">
                <a:pos x="989" y="84"/>
              </a:cxn>
              <a:cxn ang="0">
                <a:pos x="1038" y="101"/>
              </a:cxn>
              <a:cxn ang="0">
                <a:pos x="1062" y="109"/>
              </a:cxn>
              <a:cxn ang="0">
                <a:pos x="1079" y="125"/>
              </a:cxn>
            </a:cxnLst>
            <a:rect l="0" t="0" r="r" b="b"/>
            <a:pathLst>
              <a:path w="1079" h="276">
                <a:moveTo>
                  <a:pt x="0" y="190"/>
                </a:moveTo>
                <a:cubicBezTo>
                  <a:pt x="24" y="187"/>
                  <a:pt x="51" y="194"/>
                  <a:pt x="73" y="182"/>
                </a:cubicBezTo>
                <a:cubicBezTo>
                  <a:pt x="90" y="173"/>
                  <a:pt x="91" y="147"/>
                  <a:pt x="105" y="133"/>
                </a:cubicBezTo>
                <a:cubicBezTo>
                  <a:pt x="132" y="107"/>
                  <a:pt x="155" y="81"/>
                  <a:pt x="186" y="60"/>
                </a:cubicBezTo>
                <a:cubicBezTo>
                  <a:pt x="206" y="30"/>
                  <a:pt x="241" y="14"/>
                  <a:pt x="275" y="3"/>
                </a:cubicBezTo>
                <a:cubicBezTo>
                  <a:pt x="355" y="9"/>
                  <a:pt x="374" y="0"/>
                  <a:pt x="430" y="36"/>
                </a:cubicBezTo>
                <a:cubicBezTo>
                  <a:pt x="466" y="83"/>
                  <a:pt x="445" y="59"/>
                  <a:pt x="495" y="109"/>
                </a:cubicBezTo>
                <a:cubicBezTo>
                  <a:pt x="523" y="137"/>
                  <a:pt x="507" y="149"/>
                  <a:pt x="543" y="174"/>
                </a:cubicBezTo>
                <a:cubicBezTo>
                  <a:pt x="548" y="182"/>
                  <a:pt x="576" y="227"/>
                  <a:pt x="592" y="239"/>
                </a:cubicBezTo>
                <a:cubicBezTo>
                  <a:pt x="608" y="251"/>
                  <a:pt x="641" y="271"/>
                  <a:pt x="641" y="271"/>
                </a:cubicBezTo>
                <a:cubicBezTo>
                  <a:pt x="676" y="268"/>
                  <a:pt x="718" y="276"/>
                  <a:pt x="746" y="255"/>
                </a:cubicBezTo>
                <a:cubicBezTo>
                  <a:pt x="786" y="225"/>
                  <a:pt x="810" y="184"/>
                  <a:pt x="843" y="149"/>
                </a:cubicBezTo>
                <a:cubicBezTo>
                  <a:pt x="854" y="117"/>
                  <a:pt x="876" y="87"/>
                  <a:pt x="908" y="76"/>
                </a:cubicBezTo>
                <a:cubicBezTo>
                  <a:pt x="935" y="79"/>
                  <a:pt x="962" y="79"/>
                  <a:pt x="989" y="84"/>
                </a:cubicBezTo>
                <a:cubicBezTo>
                  <a:pt x="1006" y="87"/>
                  <a:pt x="1022" y="95"/>
                  <a:pt x="1038" y="101"/>
                </a:cubicBezTo>
                <a:cubicBezTo>
                  <a:pt x="1046" y="104"/>
                  <a:pt x="1062" y="109"/>
                  <a:pt x="1062" y="109"/>
                </a:cubicBezTo>
                <a:cubicBezTo>
                  <a:pt x="1068" y="114"/>
                  <a:pt x="1079" y="125"/>
                  <a:pt x="1079" y="125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34549" name="Object 53"/>
          <p:cNvGraphicFramePr>
            <a:graphicFrameLocks noChangeAspect="1"/>
          </p:cNvGraphicFramePr>
          <p:nvPr/>
        </p:nvGraphicFramePr>
        <p:xfrm>
          <a:off x="2663825" y="2830513"/>
          <a:ext cx="265113" cy="369887"/>
        </p:xfrm>
        <a:graphic>
          <a:graphicData uri="http://schemas.openxmlformats.org/presentationml/2006/ole">
            <p:oleObj spid="_x0000_s234549" name="Equation" r:id="rId6" imgW="406080" imgH="571320" progId="Equation.3">
              <p:embed/>
            </p:oleObj>
          </a:graphicData>
        </a:graphic>
      </p:graphicFrame>
      <p:graphicFrame>
        <p:nvGraphicFramePr>
          <p:cNvPr id="234550" name="Object 54"/>
          <p:cNvGraphicFramePr>
            <a:graphicFrameLocks noChangeAspect="1"/>
          </p:cNvGraphicFramePr>
          <p:nvPr/>
        </p:nvGraphicFramePr>
        <p:xfrm>
          <a:off x="3706813" y="2830513"/>
          <a:ext cx="312737" cy="369887"/>
        </p:xfrm>
        <a:graphic>
          <a:graphicData uri="http://schemas.openxmlformats.org/presentationml/2006/ole">
            <p:oleObj spid="_x0000_s234550" name="Equation" r:id="rId7" imgW="482400" imgH="571320" progId="Equation.3">
              <p:embed/>
            </p:oleObj>
          </a:graphicData>
        </a:graphic>
      </p:graphicFrame>
      <p:graphicFrame>
        <p:nvGraphicFramePr>
          <p:cNvPr id="234551" name="Object 55"/>
          <p:cNvGraphicFramePr>
            <a:graphicFrameLocks noChangeAspect="1"/>
          </p:cNvGraphicFramePr>
          <p:nvPr/>
        </p:nvGraphicFramePr>
        <p:xfrm>
          <a:off x="6307138" y="2784475"/>
          <a:ext cx="320675" cy="377825"/>
        </p:xfrm>
        <a:graphic>
          <a:graphicData uri="http://schemas.openxmlformats.org/presentationml/2006/ole">
            <p:oleObj spid="_x0000_s234551" name="Equation" r:id="rId8" imgW="495000" imgH="583920" progId="Equation.3">
              <p:embed/>
            </p:oleObj>
          </a:graphicData>
        </a:graphic>
      </p:graphicFrame>
      <p:graphicFrame>
        <p:nvGraphicFramePr>
          <p:cNvPr id="234552" name="Object 56"/>
          <p:cNvGraphicFramePr>
            <a:graphicFrameLocks noChangeAspect="1"/>
          </p:cNvGraphicFramePr>
          <p:nvPr/>
        </p:nvGraphicFramePr>
        <p:xfrm>
          <a:off x="611188" y="3090863"/>
          <a:ext cx="723900" cy="406400"/>
        </p:xfrm>
        <a:graphic>
          <a:graphicData uri="http://schemas.openxmlformats.org/presentationml/2006/ole">
            <p:oleObj spid="_x0000_s234552" name="Equation" r:id="rId9" imgW="723600" imgH="406080" progId="Equation.3">
              <p:embed/>
            </p:oleObj>
          </a:graphicData>
        </a:graphic>
      </p:graphicFrame>
      <p:graphicFrame>
        <p:nvGraphicFramePr>
          <p:cNvPr id="234553" name="Object 57"/>
          <p:cNvGraphicFramePr>
            <a:graphicFrameLocks noChangeAspect="1"/>
          </p:cNvGraphicFramePr>
          <p:nvPr/>
        </p:nvGraphicFramePr>
        <p:xfrm>
          <a:off x="3192463" y="2989263"/>
          <a:ext cx="360362" cy="533400"/>
        </p:xfrm>
        <a:graphic>
          <a:graphicData uri="http://schemas.openxmlformats.org/presentationml/2006/ole">
            <p:oleObj spid="_x0000_s234553" name="Equation" r:id="rId10" imgW="393480" imgH="583920" progId="Equation.3">
              <p:embed/>
            </p:oleObj>
          </a:graphicData>
        </a:graphic>
      </p:graphicFrame>
      <p:graphicFrame>
        <p:nvGraphicFramePr>
          <p:cNvPr id="234554" name="Object 58"/>
          <p:cNvGraphicFramePr>
            <a:graphicFrameLocks noChangeAspect="1"/>
          </p:cNvGraphicFramePr>
          <p:nvPr/>
        </p:nvGraphicFramePr>
        <p:xfrm>
          <a:off x="4259263" y="2987675"/>
          <a:ext cx="452437" cy="604838"/>
        </p:xfrm>
        <a:graphic>
          <a:graphicData uri="http://schemas.openxmlformats.org/presentationml/2006/ole">
            <p:oleObj spid="_x0000_s234554" name="Equation" r:id="rId11" imgW="495000" imgH="660240" progId="Equation.3">
              <p:embed/>
            </p:oleObj>
          </a:graphicData>
        </a:graphic>
      </p:graphicFrame>
      <p:graphicFrame>
        <p:nvGraphicFramePr>
          <p:cNvPr id="234555" name="Object 59"/>
          <p:cNvGraphicFramePr>
            <a:graphicFrameLocks noChangeAspect="1"/>
          </p:cNvGraphicFramePr>
          <p:nvPr/>
        </p:nvGraphicFramePr>
        <p:xfrm>
          <a:off x="5792788" y="2946400"/>
          <a:ext cx="430212" cy="534988"/>
        </p:xfrm>
        <a:graphic>
          <a:graphicData uri="http://schemas.openxmlformats.org/presentationml/2006/ole">
            <p:oleObj spid="_x0000_s234555" name="Equation" r:id="rId12" imgW="469800" imgH="583920" progId="Equation.3">
              <p:embed/>
            </p:oleObj>
          </a:graphicData>
        </a:graphic>
      </p:graphicFrame>
      <p:sp>
        <p:nvSpPr>
          <p:cNvPr id="234556" name="Line 60"/>
          <p:cNvSpPr>
            <a:spLocks noChangeShapeType="1"/>
          </p:cNvSpPr>
          <p:nvPr/>
        </p:nvSpPr>
        <p:spPr bwMode="auto">
          <a:xfrm>
            <a:off x="1592263" y="321786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234557" name="Object 61"/>
          <p:cNvGraphicFramePr>
            <a:graphicFrameLocks noChangeAspect="1"/>
          </p:cNvGraphicFramePr>
          <p:nvPr/>
        </p:nvGraphicFramePr>
        <p:xfrm>
          <a:off x="1968500" y="5562600"/>
          <a:ext cx="481013" cy="315913"/>
        </p:xfrm>
        <a:graphic>
          <a:graphicData uri="http://schemas.openxmlformats.org/presentationml/2006/ole">
            <p:oleObj spid="_x0000_s234557" name="Equation" r:id="rId13" imgW="888840" imgH="583920" progId="Equation.3">
              <p:embed/>
            </p:oleObj>
          </a:graphicData>
        </a:graphic>
      </p:graphicFrame>
      <p:sp>
        <p:nvSpPr>
          <p:cNvPr id="234558" name="Oval 62"/>
          <p:cNvSpPr>
            <a:spLocks noChangeArrowheads="1"/>
          </p:cNvSpPr>
          <p:nvPr/>
        </p:nvSpPr>
        <p:spPr bwMode="auto">
          <a:xfrm>
            <a:off x="1905000" y="5029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4559" name="Oval 63"/>
          <p:cNvSpPr>
            <a:spLocks noChangeArrowheads="1"/>
          </p:cNvSpPr>
          <p:nvPr/>
        </p:nvSpPr>
        <p:spPr bwMode="auto">
          <a:xfrm>
            <a:off x="6705600" y="5029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4560" name="Oval 64"/>
          <p:cNvSpPr>
            <a:spLocks noChangeArrowheads="1"/>
          </p:cNvSpPr>
          <p:nvPr/>
        </p:nvSpPr>
        <p:spPr bwMode="auto">
          <a:xfrm>
            <a:off x="2981325" y="5054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4561" name="Oval 65"/>
          <p:cNvSpPr>
            <a:spLocks noChangeArrowheads="1"/>
          </p:cNvSpPr>
          <p:nvPr/>
        </p:nvSpPr>
        <p:spPr bwMode="auto">
          <a:xfrm>
            <a:off x="4048125" y="5054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4562" name="Oval 66"/>
          <p:cNvSpPr>
            <a:spLocks noChangeArrowheads="1"/>
          </p:cNvSpPr>
          <p:nvPr/>
        </p:nvSpPr>
        <p:spPr bwMode="auto">
          <a:xfrm>
            <a:off x="5724525" y="5054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4563" name="Line 67"/>
          <p:cNvSpPr>
            <a:spLocks noChangeShapeType="1"/>
          </p:cNvSpPr>
          <p:nvPr/>
        </p:nvSpPr>
        <p:spPr bwMode="auto">
          <a:xfrm>
            <a:off x="2447925" y="5283200"/>
            <a:ext cx="53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4564" name="Line 68"/>
          <p:cNvSpPr>
            <a:spLocks noChangeShapeType="1"/>
          </p:cNvSpPr>
          <p:nvPr/>
        </p:nvSpPr>
        <p:spPr bwMode="auto">
          <a:xfrm>
            <a:off x="3514725" y="5283200"/>
            <a:ext cx="53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4565" name="Line 69"/>
          <p:cNvSpPr>
            <a:spLocks noChangeShapeType="1"/>
          </p:cNvSpPr>
          <p:nvPr/>
        </p:nvSpPr>
        <p:spPr bwMode="auto">
          <a:xfrm>
            <a:off x="6248400" y="5257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4566" name="Freeform 70"/>
          <p:cNvSpPr>
            <a:spLocks/>
          </p:cNvSpPr>
          <p:nvPr/>
        </p:nvSpPr>
        <p:spPr bwMode="auto">
          <a:xfrm>
            <a:off x="4579938" y="5011738"/>
            <a:ext cx="1135062" cy="438150"/>
          </a:xfrm>
          <a:custGeom>
            <a:avLst/>
            <a:gdLst/>
            <a:ahLst/>
            <a:cxnLst>
              <a:cxn ang="0">
                <a:pos x="0" y="190"/>
              </a:cxn>
              <a:cxn ang="0">
                <a:pos x="73" y="182"/>
              </a:cxn>
              <a:cxn ang="0">
                <a:pos x="105" y="133"/>
              </a:cxn>
              <a:cxn ang="0">
                <a:pos x="186" y="60"/>
              </a:cxn>
              <a:cxn ang="0">
                <a:pos x="275" y="3"/>
              </a:cxn>
              <a:cxn ang="0">
                <a:pos x="430" y="36"/>
              </a:cxn>
              <a:cxn ang="0">
                <a:pos x="495" y="109"/>
              </a:cxn>
              <a:cxn ang="0">
                <a:pos x="543" y="174"/>
              </a:cxn>
              <a:cxn ang="0">
                <a:pos x="592" y="239"/>
              </a:cxn>
              <a:cxn ang="0">
                <a:pos x="641" y="271"/>
              </a:cxn>
              <a:cxn ang="0">
                <a:pos x="746" y="255"/>
              </a:cxn>
              <a:cxn ang="0">
                <a:pos x="843" y="149"/>
              </a:cxn>
              <a:cxn ang="0">
                <a:pos x="908" y="76"/>
              </a:cxn>
              <a:cxn ang="0">
                <a:pos x="989" y="84"/>
              </a:cxn>
              <a:cxn ang="0">
                <a:pos x="1038" y="101"/>
              </a:cxn>
              <a:cxn ang="0">
                <a:pos x="1062" y="109"/>
              </a:cxn>
              <a:cxn ang="0">
                <a:pos x="1079" y="125"/>
              </a:cxn>
            </a:cxnLst>
            <a:rect l="0" t="0" r="r" b="b"/>
            <a:pathLst>
              <a:path w="1079" h="276">
                <a:moveTo>
                  <a:pt x="0" y="190"/>
                </a:moveTo>
                <a:cubicBezTo>
                  <a:pt x="24" y="187"/>
                  <a:pt x="51" y="194"/>
                  <a:pt x="73" y="182"/>
                </a:cubicBezTo>
                <a:cubicBezTo>
                  <a:pt x="90" y="173"/>
                  <a:pt x="91" y="147"/>
                  <a:pt x="105" y="133"/>
                </a:cubicBezTo>
                <a:cubicBezTo>
                  <a:pt x="132" y="107"/>
                  <a:pt x="155" y="81"/>
                  <a:pt x="186" y="60"/>
                </a:cubicBezTo>
                <a:cubicBezTo>
                  <a:pt x="206" y="30"/>
                  <a:pt x="241" y="14"/>
                  <a:pt x="275" y="3"/>
                </a:cubicBezTo>
                <a:cubicBezTo>
                  <a:pt x="355" y="9"/>
                  <a:pt x="374" y="0"/>
                  <a:pt x="430" y="36"/>
                </a:cubicBezTo>
                <a:cubicBezTo>
                  <a:pt x="466" y="83"/>
                  <a:pt x="445" y="59"/>
                  <a:pt x="495" y="109"/>
                </a:cubicBezTo>
                <a:cubicBezTo>
                  <a:pt x="523" y="137"/>
                  <a:pt x="507" y="149"/>
                  <a:pt x="543" y="174"/>
                </a:cubicBezTo>
                <a:cubicBezTo>
                  <a:pt x="548" y="182"/>
                  <a:pt x="576" y="227"/>
                  <a:pt x="592" y="239"/>
                </a:cubicBezTo>
                <a:cubicBezTo>
                  <a:pt x="608" y="251"/>
                  <a:pt x="641" y="271"/>
                  <a:pt x="641" y="271"/>
                </a:cubicBezTo>
                <a:cubicBezTo>
                  <a:pt x="676" y="268"/>
                  <a:pt x="718" y="276"/>
                  <a:pt x="746" y="255"/>
                </a:cubicBezTo>
                <a:cubicBezTo>
                  <a:pt x="786" y="225"/>
                  <a:pt x="810" y="184"/>
                  <a:pt x="843" y="149"/>
                </a:cubicBezTo>
                <a:cubicBezTo>
                  <a:pt x="854" y="117"/>
                  <a:pt x="876" y="87"/>
                  <a:pt x="908" y="76"/>
                </a:cubicBezTo>
                <a:cubicBezTo>
                  <a:pt x="935" y="79"/>
                  <a:pt x="962" y="79"/>
                  <a:pt x="989" y="84"/>
                </a:cubicBezTo>
                <a:cubicBezTo>
                  <a:pt x="1006" y="87"/>
                  <a:pt x="1022" y="95"/>
                  <a:pt x="1038" y="101"/>
                </a:cubicBezTo>
                <a:cubicBezTo>
                  <a:pt x="1046" y="104"/>
                  <a:pt x="1062" y="109"/>
                  <a:pt x="1062" y="109"/>
                </a:cubicBezTo>
                <a:cubicBezTo>
                  <a:pt x="1068" y="114"/>
                  <a:pt x="1079" y="125"/>
                  <a:pt x="1079" y="125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34567" name="Object 71"/>
          <p:cNvGraphicFramePr>
            <a:graphicFrameLocks noChangeAspect="1"/>
          </p:cNvGraphicFramePr>
          <p:nvPr/>
        </p:nvGraphicFramePr>
        <p:xfrm>
          <a:off x="2520950" y="4870450"/>
          <a:ext cx="263525" cy="369888"/>
        </p:xfrm>
        <a:graphic>
          <a:graphicData uri="http://schemas.openxmlformats.org/presentationml/2006/ole">
            <p:oleObj spid="_x0000_s234567" name="Equation" r:id="rId14" imgW="406080" imgH="571320" progId="Equation.3">
              <p:embed/>
            </p:oleObj>
          </a:graphicData>
        </a:graphic>
      </p:graphicFrame>
      <p:graphicFrame>
        <p:nvGraphicFramePr>
          <p:cNvPr id="234568" name="Object 72"/>
          <p:cNvGraphicFramePr>
            <a:graphicFrameLocks noChangeAspect="1"/>
          </p:cNvGraphicFramePr>
          <p:nvPr/>
        </p:nvGraphicFramePr>
        <p:xfrm>
          <a:off x="3562350" y="4870450"/>
          <a:ext cx="312738" cy="369888"/>
        </p:xfrm>
        <a:graphic>
          <a:graphicData uri="http://schemas.openxmlformats.org/presentationml/2006/ole">
            <p:oleObj spid="_x0000_s234568" name="Equation" r:id="rId15" imgW="482400" imgH="571320" progId="Equation.3">
              <p:embed/>
            </p:oleObj>
          </a:graphicData>
        </a:graphic>
      </p:graphicFrame>
      <p:graphicFrame>
        <p:nvGraphicFramePr>
          <p:cNvPr id="234569" name="Object 73"/>
          <p:cNvGraphicFramePr>
            <a:graphicFrameLocks noChangeAspect="1"/>
          </p:cNvGraphicFramePr>
          <p:nvPr/>
        </p:nvGraphicFramePr>
        <p:xfrm>
          <a:off x="6316663" y="4867275"/>
          <a:ext cx="320675" cy="377825"/>
        </p:xfrm>
        <a:graphic>
          <a:graphicData uri="http://schemas.openxmlformats.org/presentationml/2006/ole">
            <p:oleObj spid="_x0000_s234569" name="Equation" r:id="rId16" imgW="495000" imgH="583920" progId="Equation.3">
              <p:embed/>
            </p:oleObj>
          </a:graphicData>
        </a:graphic>
      </p:graphicFrame>
      <p:graphicFrame>
        <p:nvGraphicFramePr>
          <p:cNvPr id="234570" name="Object 74"/>
          <p:cNvGraphicFramePr>
            <a:graphicFrameLocks noChangeAspect="1"/>
          </p:cNvGraphicFramePr>
          <p:nvPr/>
        </p:nvGraphicFramePr>
        <p:xfrm>
          <a:off x="596900" y="5022850"/>
          <a:ext cx="825500" cy="444500"/>
        </p:xfrm>
        <a:graphic>
          <a:graphicData uri="http://schemas.openxmlformats.org/presentationml/2006/ole">
            <p:oleObj spid="_x0000_s234570" name="Equation" r:id="rId17" imgW="825480" imgH="444240" progId="Equation.3">
              <p:embed/>
            </p:oleObj>
          </a:graphicData>
        </a:graphic>
      </p:graphicFrame>
      <p:graphicFrame>
        <p:nvGraphicFramePr>
          <p:cNvPr id="234571" name="Object 75"/>
          <p:cNvGraphicFramePr>
            <a:graphicFrameLocks noChangeAspect="1"/>
          </p:cNvGraphicFramePr>
          <p:nvPr/>
        </p:nvGraphicFramePr>
        <p:xfrm>
          <a:off x="2919413" y="5583238"/>
          <a:ext cx="762000" cy="315912"/>
        </p:xfrm>
        <a:graphic>
          <a:graphicData uri="http://schemas.openxmlformats.org/presentationml/2006/ole">
            <p:oleObj spid="_x0000_s234571" name="Equation" r:id="rId18" imgW="1409400" imgH="583920" progId="Equation.3">
              <p:embed/>
            </p:oleObj>
          </a:graphicData>
        </a:graphic>
      </p:graphicFrame>
      <p:graphicFrame>
        <p:nvGraphicFramePr>
          <p:cNvPr id="234572" name="Object 76"/>
          <p:cNvGraphicFramePr>
            <a:graphicFrameLocks noChangeAspect="1"/>
          </p:cNvGraphicFramePr>
          <p:nvPr/>
        </p:nvGraphicFramePr>
        <p:xfrm>
          <a:off x="3965575" y="5541963"/>
          <a:ext cx="809625" cy="357187"/>
        </p:xfrm>
        <a:graphic>
          <a:graphicData uri="http://schemas.openxmlformats.org/presentationml/2006/ole">
            <p:oleObj spid="_x0000_s234572" name="Equation" r:id="rId19" imgW="1498320" imgH="660240" progId="Equation.3">
              <p:embed/>
            </p:oleObj>
          </a:graphicData>
        </a:graphic>
      </p:graphicFrame>
      <p:graphicFrame>
        <p:nvGraphicFramePr>
          <p:cNvPr id="234573" name="Object 77"/>
          <p:cNvGraphicFramePr>
            <a:graphicFrameLocks noChangeAspect="1"/>
          </p:cNvGraphicFramePr>
          <p:nvPr/>
        </p:nvGraphicFramePr>
        <p:xfrm>
          <a:off x="5626100" y="5562600"/>
          <a:ext cx="793750" cy="315913"/>
        </p:xfrm>
        <a:graphic>
          <a:graphicData uri="http://schemas.openxmlformats.org/presentationml/2006/ole">
            <p:oleObj spid="_x0000_s234573" name="Equation" r:id="rId20" imgW="1473120" imgH="583920" progId="Equation.3">
              <p:embed/>
            </p:oleObj>
          </a:graphicData>
        </a:graphic>
      </p:graphicFrame>
      <p:graphicFrame>
        <p:nvGraphicFramePr>
          <p:cNvPr id="234574" name="Object 78"/>
          <p:cNvGraphicFramePr>
            <a:graphicFrameLocks noChangeAspect="1"/>
          </p:cNvGraphicFramePr>
          <p:nvPr/>
        </p:nvGraphicFramePr>
        <p:xfrm>
          <a:off x="6677025" y="5562600"/>
          <a:ext cx="825500" cy="315913"/>
        </p:xfrm>
        <a:graphic>
          <a:graphicData uri="http://schemas.openxmlformats.org/presentationml/2006/ole">
            <p:oleObj spid="_x0000_s234574" name="Equation" r:id="rId21" imgW="1536480" imgH="583920" progId="Equation.3">
              <p:embed/>
            </p:oleObj>
          </a:graphicData>
        </a:graphic>
      </p:graphicFrame>
      <p:sp>
        <p:nvSpPr>
          <p:cNvPr id="234575" name="Line 79"/>
          <p:cNvSpPr>
            <a:spLocks noChangeShapeType="1"/>
          </p:cNvSpPr>
          <p:nvPr/>
        </p:nvSpPr>
        <p:spPr bwMode="auto">
          <a:xfrm>
            <a:off x="1447800" y="5257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234576" name="Object 80"/>
          <p:cNvGraphicFramePr>
            <a:graphicFrameLocks noChangeAspect="1"/>
          </p:cNvGraphicFramePr>
          <p:nvPr/>
        </p:nvGraphicFramePr>
        <p:xfrm>
          <a:off x="2514600" y="990600"/>
          <a:ext cx="5270500" cy="1206500"/>
        </p:xfrm>
        <a:graphic>
          <a:graphicData uri="http://schemas.openxmlformats.org/presentationml/2006/ole">
            <p:oleObj spid="_x0000_s234576" name="Equation" r:id="rId22" imgW="5270400" imgH="1206360" progId="Equation.3">
              <p:embed/>
            </p:oleObj>
          </a:graphicData>
        </a:graphic>
      </p:graphicFrame>
      <p:sp>
        <p:nvSpPr>
          <p:cNvPr id="234578" name="AutoShape 82"/>
          <p:cNvSpPr>
            <a:spLocks/>
          </p:cNvSpPr>
          <p:nvPr/>
        </p:nvSpPr>
        <p:spPr bwMode="auto">
          <a:xfrm rot="5353442">
            <a:off x="4452938" y="1328738"/>
            <a:ext cx="463550" cy="5105400"/>
          </a:xfrm>
          <a:prstGeom prst="rightBrace">
            <a:avLst>
              <a:gd name="adj1" fmla="val 91781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234579" name="Object 83"/>
          <p:cNvGraphicFramePr>
            <a:graphicFrameLocks noChangeAspect="1"/>
          </p:cNvGraphicFramePr>
          <p:nvPr/>
        </p:nvGraphicFramePr>
        <p:xfrm>
          <a:off x="4572000" y="4114800"/>
          <a:ext cx="355600" cy="444500"/>
        </p:xfrm>
        <a:graphic>
          <a:graphicData uri="http://schemas.openxmlformats.org/presentationml/2006/ole">
            <p:oleObj spid="_x0000_s234579" name="Equation" r:id="rId23" imgW="355320" imgH="444240" progId="Equation.3">
              <p:embed/>
            </p:oleObj>
          </a:graphicData>
        </a:graphic>
      </p:graphicFrame>
      <p:sp>
        <p:nvSpPr>
          <p:cNvPr id="234580" name="AutoShape 84"/>
          <p:cNvSpPr>
            <a:spLocks/>
          </p:cNvSpPr>
          <p:nvPr/>
        </p:nvSpPr>
        <p:spPr bwMode="auto">
          <a:xfrm rot="5353442">
            <a:off x="4378325" y="3470275"/>
            <a:ext cx="463550" cy="5105400"/>
          </a:xfrm>
          <a:prstGeom prst="rightBrace">
            <a:avLst>
              <a:gd name="adj1" fmla="val 91781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234581" name="Object 85"/>
          <p:cNvGraphicFramePr>
            <a:graphicFrameLocks noChangeAspect="1"/>
          </p:cNvGraphicFramePr>
          <p:nvPr/>
        </p:nvGraphicFramePr>
        <p:xfrm>
          <a:off x="4497388" y="6256338"/>
          <a:ext cx="355600" cy="444500"/>
        </p:xfrm>
        <a:graphic>
          <a:graphicData uri="http://schemas.openxmlformats.org/presentationml/2006/ole">
            <p:oleObj spid="_x0000_s234581" name="Equation" r:id="rId24" imgW="355320" imgH="444240" progId="Equation.3">
              <p:embed/>
            </p:oleObj>
          </a:graphicData>
        </a:graphic>
      </p:graphicFrame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B733C9-4A53-436C-9EA8-03E6444D19CE}" type="slidenum">
              <a:rPr lang="en-US"/>
              <a:pPr/>
              <a:t>111</a:t>
            </a:fld>
            <a:endParaRPr lang="en-US"/>
          </a:p>
        </p:txBody>
      </p:sp>
      <p:sp>
        <p:nvSpPr>
          <p:cNvPr id="235522" name="Text Box 2"/>
          <p:cNvSpPr txBox="1">
            <a:spLocks noChangeArrowheads="1"/>
          </p:cNvSpPr>
          <p:nvPr/>
        </p:nvSpPr>
        <p:spPr bwMode="auto">
          <a:xfrm>
            <a:off x="238125" y="158750"/>
            <a:ext cx="31702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Induction Step:</a:t>
            </a:r>
          </a:p>
        </p:txBody>
      </p:sp>
      <p:graphicFrame>
        <p:nvGraphicFramePr>
          <p:cNvPr id="266240" name="Object 0"/>
          <p:cNvGraphicFramePr>
            <a:graphicFrameLocks noChangeAspect="1"/>
          </p:cNvGraphicFramePr>
          <p:nvPr/>
        </p:nvGraphicFramePr>
        <p:xfrm>
          <a:off x="3733800" y="228600"/>
          <a:ext cx="1866900" cy="533400"/>
        </p:xfrm>
        <a:graphic>
          <a:graphicData uri="http://schemas.openxmlformats.org/presentationml/2006/ole">
            <p:oleObj spid="_x0000_s266240" name="Equation" r:id="rId3" imgW="1866600" imgH="533160" progId="Equation.3">
              <p:embed/>
            </p:oleObj>
          </a:graphicData>
        </a:graphic>
      </p:graphicFrame>
      <p:graphicFrame>
        <p:nvGraphicFramePr>
          <p:cNvPr id="266241" name="Object 1"/>
          <p:cNvGraphicFramePr>
            <a:graphicFrameLocks noChangeAspect="1"/>
          </p:cNvGraphicFramePr>
          <p:nvPr/>
        </p:nvGraphicFramePr>
        <p:xfrm>
          <a:off x="2095500" y="2938463"/>
          <a:ext cx="439738" cy="533400"/>
        </p:xfrm>
        <a:graphic>
          <a:graphicData uri="http://schemas.openxmlformats.org/presentationml/2006/ole">
            <p:oleObj spid="_x0000_s266241" name="Equation" r:id="rId4" imgW="482400" imgH="583920" progId="Equation.3">
              <p:embed/>
            </p:oleObj>
          </a:graphicData>
        </a:graphic>
      </p:graphicFrame>
      <p:graphicFrame>
        <p:nvGraphicFramePr>
          <p:cNvPr id="266242" name="Object 2"/>
          <p:cNvGraphicFramePr>
            <a:graphicFrameLocks noChangeAspect="1"/>
          </p:cNvGraphicFramePr>
          <p:nvPr/>
        </p:nvGraphicFramePr>
        <p:xfrm>
          <a:off x="6765925" y="2925763"/>
          <a:ext cx="431800" cy="471487"/>
        </p:xfrm>
        <a:graphic>
          <a:graphicData uri="http://schemas.openxmlformats.org/presentationml/2006/ole">
            <p:oleObj spid="_x0000_s266242" name="Equation" r:id="rId5" imgW="533160" imgH="583920" progId="Equation.3">
              <p:embed/>
            </p:oleObj>
          </a:graphicData>
        </a:graphic>
      </p:graphicFrame>
      <p:sp>
        <p:nvSpPr>
          <p:cNvPr id="235526" name="Oval 6"/>
          <p:cNvSpPr>
            <a:spLocks noChangeArrowheads="1"/>
          </p:cNvSpPr>
          <p:nvPr/>
        </p:nvSpPr>
        <p:spPr bwMode="auto">
          <a:xfrm>
            <a:off x="2049463" y="2989263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527" name="Oval 7"/>
          <p:cNvSpPr>
            <a:spLocks noChangeArrowheads="1"/>
          </p:cNvSpPr>
          <p:nvPr/>
        </p:nvSpPr>
        <p:spPr bwMode="auto">
          <a:xfrm>
            <a:off x="6696075" y="2946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528" name="Oval 8"/>
          <p:cNvSpPr>
            <a:spLocks noChangeArrowheads="1"/>
          </p:cNvSpPr>
          <p:nvPr/>
        </p:nvSpPr>
        <p:spPr bwMode="auto">
          <a:xfrm>
            <a:off x="3125788" y="3014663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529" name="Oval 9"/>
          <p:cNvSpPr>
            <a:spLocks noChangeArrowheads="1"/>
          </p:cNvSpPr>
          <p:nvPr/>
        </p:nvSpPr>
        <p:spPr bwMode="auto">
          <a:xfrm>
            <a:off x="4192588" y="3014663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530" name="Oval 10"/>
          <p:cNvSpPr>
            <a:spLocks noChangeArrowheads="1"/>
          </p:cNvSpPr>
          <p:nvPr/>
        </p:nvSpPr>
        <p:spPr bwMode="auto">
          <a:xfrm>
            <a:off x="5715000" y="2971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531" name="Line 11"/>
          <p:cNvSpPr>
            <a:spLocks noChangeShapeType="1"/>
          </p:cNvSpPr>
          <p:nvPr/>
        </p:nvSpPr>
        <p:spPr bwMode="auto">
          <a:xfrm>
            <a:off x="2592388" y="3243263"/>
            <a:ext cx="53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5532" name="Line 12"/>
          <p:cNvSpPr>
            <a:spLocks noChangeShapeType="1"/>
          </p:cNvSpPr>
          <p:nvPr/>
        </p:nvSpPr>
        <p:spPr bwMode="auto">
          <a:xfrm>
            <a:off x="3659188" y="3243263"/>
            <a:ext cx="53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5533" name="Line 13"/>
          <p:cNvSpPr>
            <a:spLocks noChangeShapeType="1"/>
          </p:cNvSpPr>
          <p:nvPr/>
        </p:nvSpPr>
        <p:spPr bwMode="auto">
          <a:xfrm flipV="1">
            <a:off x="6248400" y="3175000"/>
            <a:ext cx="447675" cy="2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5534" name="Freeform 14"/>
          <p:cNvSpPr>
            <a:spLocks/>
          </p:cNvSpPr>
          <p:nvPr/>
        </p:nvSpPr>
        <p:spPr bwMode="auto">
          <a:xfrm>
            <a:off x="4724400" y="2971800"/>
            <a:ext cx="990600" cy="438150"/>
          </a:xfrm>
          <a:custGeom>
            <a:avLst/>
            <a:gdLst/>
            <a:ahLst/>
            <a:cxnLst>
              <a:cxn ang="0">
                <a:pos x="0" y="190"/>
              </a:cxn>
              <a:cxn ang="0">
                <a:pos x="73" y="182"/>
              </a:cxn>
              <a:cxn ang="0">
                <a:pos x="105" y="133"/>
              </a:cxn>
              <a:cxn ang="0">
                <a:pos x="186" y="60"/>
              </a:cxn>
              <a:cxn ang="0">
                <a:pos x="275" y="3"/>
              </a:cxn>
              <a:cxn ang="0">
                <a:pos x="430" y="36"/>
              </a:cxn>
              <a:cxn ang="0">
                <a:pos x="495" y="109"/>
              </a:cxn>
              <a:cxn ang="0">
                <a:pos x="543" y="174"/>
              </a:cxn>
              <a:cxn ang="0">
                <a:pos x="592" y="239"/>
              </a:cxn>
              <a:cxn ang="0">
                <a:pos x="641" y="271"/>
              </a:cxn>
              <a:cxn ang="0">
                <a:pos x="746" y="255"/>
              </a:cxn>
              <a:cxn ang="0">
                <a:pos x="843" y="149"/>
              </a:cxn>
              <a:cxn ang="0">
                <a:pos x="908" y="76"/>
              </a:cxn>
              <a:cxn ang="0">
                <a:pos x="989" y="84"/>
              </a:cxn>
              <a:cxn ang="0">
                <a:pos x="1038" y="101"/>
              </a:cxn>
              <a:cxn ang="0">
                <a:pos x="1062" y="109"/>
              </a:cxn>
              <a:cxn ang="0">
                <a:pos x="1079" y="125"/>
              </a:cxn>
            </a:cxnLst>
            <a:rect l="0" t="0" r="r" b="b"/>
            <a:pathLst>
              <a:path w="1079" h="276">
                <a:moveTo>
                  <a:pt x="0" y="190"/>
                </a:moveTo>
                <a:cubicBezTo>
                  <a:pt x="24" y="187"/>
                  <a:pt x="51" y="194"/>
                  <a:pt x="73" y="182"/>
                </a:cubicBezTo>
                <a:cubicBezTo>
                  <a:pt x="90" y="173"/>
                  <a:pt x="91" y="147"/>
                  <a:pt x="105" y="133"/>
                </a:cubicBezTo>
                <a:cubicBezTo>
                  <a:pt x="132" y="107"/>
                  <a:pt x="155" y="81"/>
                  <a:pt x="186" y="60"/>
                </a:cubicBezTo>
                <a:cubicBezTo>
                  <a:pt x="206" y="30"/>
                  <a:pt x="241" y="14"/>
                  <a:pt x="275" y="3"/>
                </a:cubicBezTo>
                <a:cubicBezTo>
                  <a:pt x="355" y="9"/>
                  <a:pt x="374" y="0"/>
                  <a:pt x="430" y="36"/>
                </a:cubicBezTo>
                <a:cubicBezTo>
                  <a:pt x="466" y="83"/>
                  <a:pt x="445" y="59"/>
                  <a:pt x="495" y="109"/>
                </a:cubicBezTo>
                <a:cubicBezTo>
                  <a:pt x="523" y="137"/>
                  <a:pt x="507" y="149"/>
                  <a:pt x="543" y="174"/>
                </a:cubicBezTo>
                <a:cubicBezTo>
                  <a:pt x="548" y="182"/>
                  <a:pt x="576" y="227"/>
                  <a:pt x="592" y="239"/>
                </a:cubicBezTo>
                <a:cubicBezTo>
                  <a:pt x="608" y="251"/>
                  <a:pt x="641" y="271"/>
                  <a:pt x="641" y="271"/>
                </a:cubicBezTo>
                <a:cubicBezTo>
                  <a:pt x="676" y="268"/>
                  <a:pt x="718" y="276"/>
                  <a:pt x="746" y="255"/>
                </a:cubicBezTo>
                <a:cubicBezTo>
                  <a:pt x="786" y="225"/>
                  <a:pt x="810" y="184"/>
                  <a:pt x="843" y="149"/>
                </a:cubicBezTo>
                <a:cubicBezTo>
                  <a:pt x="854" y="117"/>
                  <a:pt x="876" y="87"/>
                  <a:pt x="908" y="76"/>
                </a:cubicBezTo>
                <a:cubicBezTo>
                  <a:pt x="935" y="79"/>
                  <a:pt x="962" y="79"/>
                  <a:pt x="989" y="84"/>
                </a:cubicBezTo>
                <a:cubicBezTo>
                  <a:pt x="1006" y="87"/>
                  <a:pt x="1022" y="95"/>
                  <a:pt x="1038" y="101"/>
                </a:cubicBezTo>
                <a:cubicBezTo>
                  <a:pt x="1046" y="104"/>
                  <a:pt x="1062" y="109"/>
                  <a:pt x="1062" y="109"/>
                </a:cubicBezTo>
                <a:cubicBezTo>
                  <a:pt x="1068" y="114"/>
                  <a:pt x="1079" y="125"/>
                  <a:pt x="1079" y="125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66243" name="Object 3"/>
          <p:cNvGraphicFramePr>
            <a:graphicFrameLocks noChangeAspect="1"/>
          </p:cNvGraphicFramePr>
          <p:nvPr/>
        </p:nvGraphicFramePr>
        <p:xfrm>
          <a:off x="2663825" y="2830513"/>
          <a:ext cx="265113" cy="369887"/>
        </p:xfrm>
        <a:graphic>
          <a:graphicData uri="http://schemas.openxmlformats.org/presentationml/2006/ole">
            <p:oleObj spid="_x0000_s266243" name="Equation" r:id="rId6" imgW="406080" imgH="571320" progId="Equation.3">
              <p:embed/>
            </p:oleObj>
          </a:graphicData>
        </a:graphic>
      </p:graphicFrame>
      <p:graphicFrame>
        <p:nvGraphicFramePr>
          <p:cNvPr id="266244" name="Object 4"/>
          <p:cNvGraphicFramePr>
            <a:graphicFrameLocks noChangeAspect="1"/>
          </p:cNvGraphicFramePr>
          <p:nvPr/>
        </p:nvGraphicFramePr>
        <p:xfrm>
          <a:off x="3706813" y="2830513"/>
          <a:ext cx="312737" cy="369887"/>
        </p:xfrm>
        <a:graphic>
          <a:graphicData uri="http://schemas.openxmlformats.org/presentationml/2006/ole">
            <p:oleObj spid="_x0000_s266244" name="Equation" r:id="rId7" imgW="482400" imgH="571320" progId="Equation.3">
              <p:embed/>
            </p:oleObj>
          </a:graphicData>
        </a:graphic>
      </p:graphicFrame>
      <p:graphicFrame>
        <p:nvGraphicFramePr>
          <p:cNvPr id="266245" name="Object 5"/>
          <p:cNvGraphicFramePr>
            <a:graphicFrameLocks noChangeAspect="1"/>
          </p:cNvGraphicFramePr>
          <p:nvPr/>
        </p:nvGraphicFramePr>
        <p:xfrm>
          <a:off x="6307138" y="2784475"/>
          <a:ext cx="320675" cy="377825"/>
        </p:xfrm>
        <a:graphic>
          <a:graphicData uri="http://schemas.openxmlformats.org/presentationml/2006/ole">
            <p:oleObj spid="_x0000_s266245" name="Equation" r:id="rId8" imgW="495000" imgH="583920" progId="Equation.3">
              <p:embed/>
            </p:oleObj>
          </a:graphicData>
        </a:graphic>
      </p:graphicFrame>
      <p:graphicFrame>
        <p:nvGraphicFramePr>
          <p:cNvPr id="266246" name="Object 6"/>
          <p:cNvGraphicFramePr>
            <a:graphicFrameLocks noChangeAspect="1"/>
          </p:cNvGraphicFramePr>
          <p:nvPr/>
        </p:nvGraphicFramePr>
        <p:xfrm>
          <a:off x="611188" y="3090863"/>
          <a:ext cx="723900" cy="406400"/>
        </p:xfrm>
        <a:graphic>
          <a:graphicData uri="http://schemas.openxmlformats.org/presentationml/2006/ole">
            <p:oleObj spid="_x0000_s266246" name="Equation" r:id="rId9" imgW="723600" imgH="406080" progId="Equation.3">
              <p:embed/>
            </p:oleObj>
          </a:graphicData>
        </a:graphic>
      </p:graphicFrame>
      <p:graphicFrame>
        <p:nvGraphicFramePr>
          <p:cNvPr id="266247" name="Object 7"/>
          <p:cNvGraphicFramePr>
            <a:graphicFrameLocks noChangeAspect="1"/>
          </p:cNvGraphicFramePr>
          <p:nvPr/>
        </p:nvGraphicFramePr>
        <p:xfrm>
          <a:off x="3192463" y="2989263"/>
          <a:ext cx="360362" cy="533400"/>
        </p:xfrm>
        <a:graphic>
          <a:graphicData uri="http://schemas.openxmlformats.org/presentationml/2006/ole">
            <p:oleObj spid="_x0000_s266247" name="Equation" r:id="rId10" imgW="393480" imgH="583920" progId="Equation.3">
              <p:embed/>
            </p:oleObj>
          </a:graphicData>
        </a:graphic>
      </p:graphicFrame>
      <p:graphicFrame>
        <p:nvGraphicFramePr>
          <p:cNvPr id="266248" name="Object 8"/>
          <p:cNvGraphicFramePr>
            <a:graphicFrameLocks noChangeAspect="1"/>
          </p:cNvGraphicFramePr>
          <p:nvPr/>
        </p:nvGraphicFramePr>
        <p:xfrm>
          <a:off x="4259263" y="2987675"/>
          <a:ext cx="452437" cy="604838"/>
        </p:xfrm>
        <a:graphic>
          <a:graphicData uri="http://schemas.openxmlformats.org/presentationml/2006/ole">
            <p:oleObj spid="_x0000_s266248" name="Equation" r:id="rId11" imgW="495000" imgH="660240" progId="Equation.3">
              <p:embed/>
            </p:oleObj>
          </a:graphicData>
        </a:graphic>
      </p:graphicFrame>
      <p:graphicFrame>
        <p:nvGraphicFramePr>
          <p:cNvPr id="266249" name="Object 9"/>
          <p:cNvGraphicFramePr>
            <a:graphicFrameLocks noChangeAspect="1"/>
          </p:cNvGraphicFramePr>
          <p:nvPr/>
        </p:nvGraphicFramePr>
        <p:xfrm>
          <a:off x="5792788" y="2946400"/>
          <a:ext cx="430212" cy="534988"/>
        </p:xfrm>
        <a:graphic>
          <a:graphicData uri="http://schemas.openxmlformats.org/presentationml/2006/ole">
            <p:oleObj spid="_x0000_s266249" name="Equation" r:id="rId12" imgW="469800" imgH="583920" progId="Equation.3">
              <p:embed/>
            </p:oleObj>
          </a:graphicData>
        </a:graphic>
      </p:graphicFrame>
      <p:sp>
        <p:nvSpPr>
          <p:cNvPr id="235542" name="Line 22"/>
          <p:cNvSpPr>
            <a:spLocks noChangeShapeType="1"/>
          </p:cNvSpPr>
          <p:nvPr/>
        </p:nvSpPr>
        <p:spPr bwMode="auto">
          <a:xfrm>
            <a:off x="1592263" y="321786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266250" name="Object 10"/>
          <p:cNvGraphicFramePr>
            <a:graphicFrameLocks noChangeAspect="1"/>
          </p:cNvGraphicFramePr>
          <p:nvPr/>
        </p:nvGraphicFramePr>
        <p:xfrm>
          <a:off x="1968500" y="5562600"/>
          <a:ext cx="481013" cy="315913"/>
        </p:xfrm>
        <a:graphic>
          <a:graphicData uri="http://schemas.openxmlformats.org/presentationml/2006/ole">
            <p:oleObj spid="_x0000_s266250" name="Equation" r:id="rId13" imgW="888840" imgH="583920" progId="Equation.3">
              <p:embed/>
            </p:oleObj>
          </a:graphicData>
        </a:graphic>
      </p:graphicFrame>
      <p:sp>
        <p:nvSpPr>
          <p:cNvPr id="235544" name="Oval 24"/>
          <p:cNvSpPr>
            <a:spLocks noChangeArrowheads="1"/>
          </p:cNvSpPr>
          <p:nvPr/>
        </p:nvSpPr>
        <p:spPr bwMode="auto">
          <a:xfrm>
            <a:off x="1905000" y="5029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545" name="Oval 25"/>
          <p:cNvSpPr>
            <a:spLocks noChangeArrowheads="1"/>
          </p:cNvSpPr>
          <p:nvPr/>
        </p:nvSpPr>
        <p:spPr bwMode="auto">
          <a:xfrm>
            <a:off x="6705600" y="5029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546" name="Oval 26"/>
          <p:cNvSpPr>
            <a:spLocks noChangeArrowheads="1"/>
          </p:cNvSpPr>
          <p:nvPr/>
        </p:nvSpPr>
        <p:spPr bwMode="auto">
          <a:xfrm>
            <a:off x="2981325" y="5054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547" name="Oval 27"/>
          <p:cNvSpPr>
            <a:spLocks noChangeArrowheads="1"/>
          </p:cNvSpPr>
          <p:nvPr/>
        </p:nvSpPr>
        <p:spPr bwMode="auto">
          <a:xfrm>
            <a:off x="4048125" y="5054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548" name="Oval 28"/>
          <p:cNvSpPr>
            <a:spLocks noChangeArrowheads="1"/>
          </p:cNvSpPr>
          <p:nvPr/>
        </p:nvSpPr>
        <p:spPr bwMode="auto">
          <a:xfrm>
            <a:off x="5724525" y="50546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549" name="Line 29"/>
          <p:cNvSpPr>
            <a:spLocks noChangeShapeType="1"/>
          </p:cNvSpPr>
          <p:nvPr/>
        </p:nvSpPr>
        <p:spPr bwMode="auto">
          <a:xfrm>
            <a:off x="2447925" y="5283200"/>
            <a:ext cx="53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5550" name="Line 30"/>
          <p:cNvSpPr>
            <a:spLocks noChangeShapeType="1"/>
          </p:cNvSpPr>
          <p:nvPr/>
        </p:nvSpPr>
        <p:spPr bwMode="auto">
          <a:xfrm>
            <a:off x="3514725" y="5283200"/>
            <a:ext cx="53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5551" name="Line 31"/>
          <p:cNvSpPr>
            <a:spLocks noChangeShapeType="1"/>
          </p:cNvSpPr>
          <p:nvPr/>
        </p:nvSpPr>
        <p:spPr bwMode="auto">
          <a:xfrm>
            <a:off x="6248400" y="5257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5552" name="Freeform 32"/>
          <p:cNvSpPr>
            <a:spLocks/>
          </p:cNvSpPr>
          <p:nvPr/>
        </p:nvSpPr>
        <p:spPr bwMode="auto">
          <a:xfrm>
            <a:off x="4579938" y="5011738"/>
            <a:ext cx="1135062" cy="438150"/>
          </a:xfrm>
          <a:custGeom>
            <a:avLst/>
            <a:gdLst/>
            <a:ahLst/>
            <a:cxnLst>
              <a:cxn ang="0">
                <a:pos x="0" y="190"/>
              </a:cxn>
              <a:cxn ang="0">
                <a:pos x="73" y="182"/>
              </a:cxn>
              <a:cxn ang="0">
                <a:pos x="105" y="133"/>
              </a:cxn>
              <a:cxn ang="0">
                <a:pos x="186" y="60"/>
              </a:cxn>
              <a:cxn ang="0">
                <a:pos x="275" y="3"/>
              </a:cxn>
              <a:cxn ang="0">
                <a:pos x="430" y="36"/>
              </a:cxn>
              <a:cxn ang="0">
                <a:pos x="495" y="109"/>
              </a:cxn>
              <a:cxn ang="0">
                <a:pos x="543" y="174"/>
              </a:cxn>
              <a:cxn ang="0">
                <a:pos x="592" y="239"/>
              </a:cxn>
              <a:cxn ang="0">
                <a:pos x="641" y="271"/>
              </a:cxn>
              <a:cxn ang="0">
                <a:pos x="746" y="255"/>
              </a:cxn>
              <a:cxn ang="0">
                <a:pos x="843" y="149"/>
              </a:cxn>
              <a:cxn ang="0">
                <a:pos x="908" y="76"/>
              </a:cxn>
              <a:cxn ang="0">
                <a:pos x="989" y="84"/>
              </a:cxn>
              <a:cxn ang="0">
                <a:pos x="1038" y="101"/>
              </a:cxn>
              <a:cxn ang="0">
                <a:pos x="1062" y="109"/>
              </a:cxn>
              <a:cxn ang="0">
                <a:pos x="1079" y="125"/>
              </a:cxn>
            </a:cxnLst>
            <a:rect l="0" t="0" r="r" b="b"/>
            <a:pathLst>
              <a:path w="1079" h="276">
                <a:moveTo>
                  <a:pt x="0" y="190"/>
                </a:moveTo>
                <a:cubicBezTo>
                  <a:pt x="24" y="187"/>
                  <a:pt x="51" y="194"/>
                  <a:pt x="73" y="182"/>
                </a:cubicBezTo>
                <a:cubicBezTo>
                  <a:pt x="90" y="173"/>
                  <a:pt x="91" y="147"/>
                  <a:pt x="105" y="133"/>
                </a:cubicBezTo>
                <a:cubicBezTo>
                  <a:pt x="132" y="107"/>
                  <a:pt x="155" y="81"/>
                  <a:pt x="186" y="60"/>
                </a:cubicBezTo>
                <a:cubicBezTo>
                  <a:pt x="206" y="30"/>
                  <a:pt x="241" y="14"/>
                  <a:pt x="275" y="3"/>
                </a:cubicBezTo>
                <a:cubicBezTo>
                  <a:pt x="355" y="9"/>
                  <a:pt x="374" y="0"/>
                  <a:pt x="430" y="36"/>
                </a:cubicBezTo>
                <a:cubicBezTo>
                  <a:pt x="466" y="83"/>
                  <a:pt x="445" y="59"/>
                  <a:pt x="495" y="109"/>
                </a:cubicBezTo>
                <a:cubicBezTo>
                  <a:pt x="523" y="137"/>
                  <a:pt x="507" y="149"/>
                  <a:pt x="543" y="174"/>
                </a:cubicBezTo>
                <a:cubicBezTo>
                  <a:pt x="548" y="182"/>
                  <a:pt x="576" y="227"/>
                  <a:pt x="592" y="239"/>
                </a:cubicBezTo>
                <a:cubicBezTo>
                  <a:pt x="608" y="251"/>
                  <a:pt x="641" y="271"/>
                  <a:pt x="641" y="271"/>
                </a:cubicBezTo>
                <a:cubicBezTo>
                  <a:pt x="676" y="268"/>
                  <a:pt x="718" y="276"/>
                  <a:pt x="746" y="255"/>
                </a:cubicBezTo>
                <a:cubicBezTo>
                  <a:pt x="786" y="225"/>
                  <a:pt x="810" y="184"/>
                  <a:pt x="843" y="149"/>
                </a:cubicBezTo>
                <a:cubicBezTo>
                  <a:pt x="854" y="117"/>
                  <a:pt x="876" y="87"/>
                  <a:pt x="908" y="76"/>
                </a:cubicBezTo>
                <a:cubicBezTo>
                  <a:pt x="935" y="79"/>
                  <a:pt x="962" y="79"/>
                  <a:pt x="989" y="84"/>
                </a:cubicBezTo>
                <a:cubicBezTo>
                  <a:pt x="1006" y="87"/>
                  <a:pt x="1022" y="95"/>
                  <a:pt x="1038" y="101"/>
                </a:cubicBezTo>
                <a:cubicBezTo>
                  <a:pt x="1046" y="104"/>
                  <a:pt x="1062" y="109"/>
                  <a:pt x="1062" y="109"/>
                </a:cubicBezTo>
                <a:cubicBezTo>
                  <a:pt x="1068" y="114"/>
                  <a:pt x="1079" y="125"/>
                  <a:pt x="1079" y="125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66251" name="Object 11"/>
          <p:cNvGraphicFramePr>
            <a:graphicFrameLocks noChangeAspect="1"/>
          </p:cNvGraphicFramePr>
          <p:nvPr/>
        </p:nvGraphicFramePr>
        <p:xfrm>
          <a:off x="2520950" y="4870450"/>
          <a:ext cx="263525" cy="369888"/>
        </p:xfrm>
        <a:graphic>
          <a:graphicData uri="http://schemas.openxmlformats.org/presentationml/2006/ole">
            <p:oleObj spid="_x0000_s266251" name="Equation" r:id="rId14" imgW="406080" imgH="571320" progId="Equation.3">
              <p:embed/>
            </p:oleObj>
          </a:graphicData>
        </a:graphic>
      </p:graphicFrame>
      <p:graphicFrame>
        <p:nvGraphicFramePr>
          <p:cNvPr id="266252" name="Object 12"/>
          <p:cNvGraphicFramePr>
            <a:graphicFrameLocks noChangeAspect="1"/>
          </p:cNvGraphicFramePr>
          <p:nvPr/>
        </p:nvGraphicFramePr>
        <p:xfrm>
          <a:off x="3562350" y="4870450"/>
          <a:ext cx="312738" cy="369888"/>
        </p:xfrm>
        <a:graphic>
          <a:graphicData uri="http://schemas.openxmlformats.org/presentationml/2006/ole">
            <p:oleObj spid="_x0000_s266252" name="Equation" r:id="rId15" imgW="482400" imgH="571320" progId="Equation.3">
              <p:embed/>
            </p:oleObj>
          </a:graphicData>
        </a:graphic>
      </p:graphicFrame>
      <p:graphicFrame>
        <p:nvGraphicFramePr>
          <p:cNvPr id="266253" name="Object 13"/>
          <p:cNvGraphicFramePr>
            <a:graphicFrameLocks noChangeAspect="1"/>
          </p:cNvGraphicFramePr>
          <p:nvPr/>
        </p:nvGraphicFramePr>
        <p:xfrm>
          <a:off x="6316663" y="4867275"/>
          <a:ext cx="320675" cy="377825"/>
        </p:xfrm>
        <a:graphic>
          <a:graphicData uri="http://schemas.openxmlformats.org/presentationml/2006/ole">
            <p:oleObj spid="_x0000_s266253" name="Equation" r:id="rId16" imgW="495000" imgH="583920" progId="Equation.3">
              <p:embed/>
            </p:oleObj>
          </a:graphicData>
        </a:graphic>
      </p:graphicFrame>
      <p:graphicFrame>
        <p:nvGraphicFramePr>
          <p:cNvPr id="266254" name="Object 14"/>
          <p:cNvGraphicFramePr>
            <a:graphicFrameLocks noChangeAspect="1"/>
          </p:cNvGraphicFramePr>
          <p:nvPr/>
        </p:nvGraphicFramePr>
        <p:xfrm>
          <a:off x="596900" y="5022850"/>
          <a:ext cx="825500" cy="444500"/>
        </p:xfrm>
        <a:graphic>
          <a:graphicData uri="http://schemas.openxmlformats.org/presentationml/2006/ole">
            <p:oleObj spid="_x0000_s266254" name="Equation" r:id="rId17" imgW="825480" imgH="444240" progId="Equation.3">
              <p:embed/>
            </p:oleObj>
          </a:graphicData>
        </a:graphic>
      </p:graphicFrame>
      <p:graphicFrame>
        <p:nvGraphicFramePr>
          <p:cNvPr id="266255" name="Object 15"/>
          <p:cNvGraphicFramePr>
            <a:graphicFrameLocks noChangeAspect="1"/>
          </p:cNvGraphicFramePr>
          <p:nvPr/>
        </p:nvGraphicFramePr>
        <p:xfrm>
          <a:off x="2919413" y="5583238"/>
          <a:ext cx="762000" cy="315912"/>
        </p:xfrm>
        <a:graphic>
          <a:graphicData uri="http://schemas.openxmlformats.org/presentationml/2006/ole">
            <p:oleObj spid="_x0000_s266255" name="Equation" r:id="rId18" imgW="1409400" imgH="583920" progId="Equation.3">
              <p:embed/>
            </p:oleObj>
          </a:graphicData>
        </a:graphic>
      </p:graphicFrame>
      <p:graphicFrame>
        <p:nvGraphicFramePr>
          <p:cNvPr id="266256" name="Object 16"/>
          <p:cNvGraphicFramePr>
            <a:graphicFrameLocks noChangeAspect="1"/>
          </p:cNvGraphicFramePr>
          <p:nvPr/>
        </p:nvGraphicFramePr>
        <p:xfrm>
          <a:off x="3965575" y="5541963"/>
          <a:ext cx="809625" cy="357187"/>
        </p:xfrm>
        <a:graphic>
          <a:graphicData uri="http://schemas.openxmlformats.org/presentationml/2006/ole">
            <p:oleObj spid="_x0000_s266256" name="Equation" r:id="rId19" imgW="1498320" imgH="660240" progId="Equation.3">
              <p:embed/>
            </p:oleObj>
          </a:graphicData>
        </a:graphic>
      </p:graphicFrame>
      <p:graphicFrame>
        <p:nvGraphicFramePr>
          <p:cNvPr id="266257" name="Object 17"/>
          <p:cNvGraphicFramePr>
            <a:graphicFrameLocks noChangeAspect="1"/>
          </p:cNvGraphicFramePr>
          <p:nvPr/>
        </p:nvGraphicFramePr>
        <p:xfrm>
          <a:off x="5626100" y="5562600"/>
          <a:ext cx="793750" cy="315913"/>
        </p:xfrm>
        <a:graphic>
          <a:graphicData uri="http://schemas.openxmlformats.org/presentationml/2006/ole">
            <p:oleObj spid="_x0000_s266257" name="Equation" r:id="rId20" imgW="1473120" imgH="583920" progId="Equation.3">
              <p:embed/>
            </p:oleObj>
          </a:graphicData>
        </a:graphic>
      </p:graphicFrame>
      <p:graphicFrame>
        <p:nvGraphicFramePr>
          <p:cNvPr id="266258" name="Object 18"/>
          <p:cNvGraphicFramePr>
            <a:graphicFrameLocks noChangeAspect="1"/>
          </p:cNvGraphicFramePr>
          <p:nvPr/>
        </p:nvGraphicFramePr>
        <p:xfrm>
          <a:off x="6677025" y="5562600"/>
          <a:ext cx="825500" cy="315913"/>
        </p:xfrm>
        <a:graphic>
          <a:graphicData uri="http://schemas.openxmlformats.org/presentationml/2006/ole">
            <p:oleObj spid="_x0000_s266258" name="Equation" r:id="rId21" imgW="1536480" imgH="583920" progId="Equation.3">
              <p:embed/>
            </p:oleObj>
          </a:graphicData>
        </a:graphic>
      </p:graphicFrame>
      <p:sp>
        <p:nvSpPr>
          <p:cNvPr id="235561" name="Line 41"/>
          <p:cNvSpPr>
            <a:spLocks noChangeShapeType="1"/>
          </p:cNvSpPr>
          <p:nvPr/>
        </p:nvSpPr>
        <p:spPr bwMode="auto">
          <a:xfrm>
            <a:off x="1447800" y="52578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266259" name="Object 19"/>
          <p:cNvGraphicFramePr>
            <a:graphicFrameLocks noChangeAspect="1"/>
          </p:cNvGraphicFramePr>
          <p:nvPr/>
        </p:nvGraphicFramePr>
        <p:xfrm>
          <a:off x="2514600" y="990600"/>
          <a:ext cx="5270500" cy="1206500"/>
        </p:xfrm>
        <a:graphic>
          <a:graphicData uri="http://schemas.openxmlformats.org/presentationml/2006/ole">
            <p:oleObj spid="_x0000_s266259" name="Equation" r:id="rId22" imgW="5270400" imgH="1206360" progId="Equation.3">
              <p:embed/>
            </p:oleObj>
          </a:graphicData>
        </a:graphic>
      </p:graphicFrame>
      <p:sp>
        <p:nvSpPr>
          <p:cNvPr id="235563" name="AutoShape 43"/>
          <p:cNvSpPr>
            <a:spLocks/>
          </p:cNvSpPr>
          <p:nvPr/>
        </p:nvSpPr>
        <p:spPr bwMode="auto">
          <a:xfrm rot="5353442">
            <a:off x="4452938" y="1328738"/>
            <a:ext cx="463550" cy="5105400"/>
          </a:xfrm>
          <a:prstGeom prst="rightBrace">
            <a:avLst>
              <a:gd name="adj1" fmla="val 91781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266260" name="Object 20"/>
          <p:cNvGraphicFramePr>
            <a:graphicFrameLocks noChangeAspect="1"/>
          </p:cNvGraphicFramePr>
          <p:nvPr/>
        </p:nvGraphicFramePr>
        <p:xfrm>
          <a:off x="4572000" y="4114800"/>
          <a:ext cx="355600" cy="444500"/>
        </p:xfrm>
        <a:graphic>
          <a:graphicData uri="http://schemas.openxmlformats.org/presentationml/2006/ole">
            <p:oleObj spid="_x0000_s266260" name="Equation" r:id="rId23" imgW="355320" imgH="444240" progId="Equation.3">
              <p:embed/>
            </p:oleObj>
          </a:graphicData>
        </a:graphic>
      </p:graphicFrame>
      <p:sp>
        <p:nvSpPr>
          <p:cNvPr id="235565" name="AutoShape 45"/>
          <p:cNvSpPr>
            <a:spLocks/>
          </p:cNvSpPr>
          <p:nvPr/>
        </p:nvSpPr>
        <p:spPr bwMode="auto">
          <a:xfrm rot="5353442">
            <a:off x="4378325" y="3470275"/>
            <a:ext cx="463550" cy="5105400"/>
          </a:xfrm>
          <a:prstGeom prst="rightBrace">
            <a:avLst>
              <a:gd name="adj1" fmla="val 91781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266261" name="Object 21"/>
          <p:cNvGraphicFramePr>
            <a:graphicFrameLocks noChangeAspect="1"/>
          </p:cNvGraphicFramePr>
          <p:nvPr/>
        </p:nvGraphicFramePr>
        <p:xfrm>
          <a:off x="4497388" y="6256338"/>
          <a:ext cx="355600" cy="444500"/>
        </p:xfrm>
        <a:graphic>
          <a:graphicData uri="http://schemas.openxmlformats.org/presentationml/2006/ole">
            <p:oleObj spid="_x0000_s266261" name="Equation" r:id="rId24" imgW="355320" imgH="444240" progId="Equation.3">
              <p:embed/>
            </p:oleObj>
          </a:graphicData>
        </a:graphic>
      </p:graphicFrame>
      <p:graphicFrame>
        <p:nvGraphicFramePr>
          <p:cNvPr id="266262" name="Object 22"/>
          <p:cNvGraphicFramePr>
            <a:graphicFrameLocks noChangeAspect="1"/>
          </p:cNvGraphicFramePr>
          <p:nvPr/>
        </p:nvGraphicFramePr>
        <p:xfrm>
          <a:off x="7948613" y="2951163"/>
          <a:ext cx="369887" cy="471487"/>
        </p:xfrm>
        <a:graphic>
          <a:graphicData uri="http://schemas.openxmlformats.org/presentationml/2006/ole">
            <p:oleObj spid="_x0000_s266262" name="Equation" r:id="rId25" imgW="457200" imgH="583920" progId="Equation.3">
              <p:embed/>
            </p:oleObj>
          </a:graphicData>
        </a:graphic>
      </p:graphicFrame>
      <p:sp>
        <p:nvSpPr>
          <p:cNvPr id="235568" name="Oval 48"/>
          <p:cNvSpPr>
            <a:spLocks noChangeArrowheads="1"/>
          </p:cNvSpPr>
          <p:nvPr/>
        </p:nvSpPr>
        <p:spPr bwMode="auto">
          <a:xfrm>
            <a:off x="7848600" y="2971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569" name="Line 49"/>
          <p:cNvSpPr>
            <a:spLocks noChangeShapeType="1"/>
          </p:cNvSpPr>
          <p:nvPr/>
        </p:nvSpPr>
        <p:spPr bwMode="auto">
          <a:xfrm flipV="1">
            <a:off x="7248525" y="3200400"/>
            <a:ext cx="600075" cy="2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66263" name="Object 23"/>
          <p:cNvGraphicFramePr>
            <a:graphicFrameLocks noChangeAspect="1"/>
          </p:cNvGraphicFramePr>
          <p:nvPr/>
        </p:nvGraphicFramePr>
        <p:xfrm>
          <a:off x="7185025" y="2809875"/>
          <a:ext cx="566738" cy="377825"/>
        </p:xfrm>
        <a:graphic>
          <a:graphicData uri="http://schemas.openxmlformats.org/presentationml/2006/ole">
            <p:oleObj spid="_x0000_s266263" name="Equation" r:id="rId26" imgW="876240" imgH="583920" progId="Equation.3">
              <p:embed/>
            </p:oleObj>
          </a:graphicData>
        </a:graphic>
      </p:graphicFrame>
      <p:sp>
        <p:nvSpPr>
          <p:cNvPr id="235571" name="Oval 51"/>
          <p:cNvSpPr>
            <a:spLocks noChangeArrowheads="1"/>
          </p:cNvSpPr>
          <p:nvPr/>
        </p:nvSpPr>
        <p:spPr bwMode="auto">
          <a:xfrm>
            <a:off x="7848600" y="50292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5572" name="Line 52"/>
          <p:cNvSpPr>
            <a:spLocks noChangeShapeType="1"/>
          </p:cNvSpPr>
          <p:nvPr/>
        </p:nvSpPr>
        <p:spPr bwMode="auto">
          <a:xfrm>
            <a:off x="7239000" y="52578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66264" name="Object 24"/>
          <p:cNvGraphicFramePr>
            <a:graphicFrameLocks noChangeAspect="1"/>
          </p:cNvGraphicFramePr>
          <p:nvPr/>
        </p:nvGraphicFramePr>
        <p:xfrm>
          <a:off x="7185025" y="4867275"/>
          <a:ext cx="566738" cy="377825"/>
        </p:xfrm>
        <a:graphic>
          <a:graphicData uri="http://schemas.openxmlformats.org/presentationml/2006/ole">
            <p:oleObj spid="_x0000_s266264" name="Equation" r:id="rId27" imgW="876240" imgH="583920" progId="Equation.3">
              <p:embed/>
            </p:oleObj>
          </a:graphicData>
        </a:graphic>
      </p:graphicFrame>
      <p:graphicFrame>
        <p:nvGraphicFramePr>
          <p:cNvPr id="266265" name="Object 25"/>
          <p:cNvGraphicFramePr>
            <a:graphicFrameLocks noChangeAspect="1"/>
          </p:cNvGraphicFramePr>
          <p:nvPr/>
        </p:nvGraphicFramePr>
        <p:xfrm>
          <a:off x="7866063" y="5562600"/>
          <a:ext cx="790575" cy="315913"/>
        </p:xfrm>
        <a:graphic>
          <a:graphicData uri="http://schemas.openxmlformats.org/presentationml/2006/ole">
            <p:oleObj spid="_x0000_s266265" name="Equation" r:id="rId28" imgW="1473120" imgH="583920" progId="Equation.3">
              <p:embed/>
            </p:oleObj>
          </a:graphicData>
        </a:graphic>
      </p:graphicFrame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3D61ADC-0E85-4E2E-BCD9-94A7518C8550}" type="slidenum">
              <a:rPr lang="en-US"/>
              <a:pPr/>
              <a:t>112</a:t>
            </a:fld>
            <a:endParaRPr lang="en-US"/>
          </a:p>
        </p:txBody>
      </p:sp>
      <p:graphicFrame>
        <p:nvGraphicFramePr>
          <p:cNvPr id="236546" name="Object 2"/>
          <p:cNvGraphicFramePr>
            <a:graphicFrameLocks noChangeAspect="1"/>
          </p:cNvGraphicFramePr>
          <p:nvPr/>
        </p:nvGraphicFramePr>
        <p:xfrm>
          <a:off x="1874838" y="2387600"/>
          <a:ext cx="439737" cy="533400"/>
        </p:xfrm>
        <a:graphic>
          <a:graphicData uri="http://schemas.openxmlformats.org/presentationml/2006/ole">
            <p:oleObj spid="_x0000_s236546" name="Equation" r:id="rId3" imgW="482400" imgH="583920" progId="Equation.3">
              <p:embed/>
            </p:oleObj>
          </a:graphicData>
        </a:graphic>
      </p:graphicFrame>
      <p:graphicFrame>
        <p:nvGraphicFramePr>
          <p:cNvPr id="236547" name="Object 3"/>
          <p:cNvGraphicFramePr>
            <a:graphicFrameLocks noChangeAspect="1"/>
          </p:cNvGraphicFramePr>
          <p:nvPr/>
        </p:nvGraphicFramePr>
        <p:xfrm>
          <a:off x="7218363" y="2387600"/>
          <a:ext cx="460375" cy="533400"/>
        </p:xfrm>
        <a:graphic>
          <a:graphicData uri="http://schemas.openxmlformats.org/presentationml/2006/ole">
            <p:oleObj spid="_x0000_s236547" name="Equation" r:id="rId4" imgW="571320" imgH="660240" progId="Equation.3">
              <p:embed/>
            </p:oleObj>
          </a:graphicData>
        </a:graphic>
      </p:graphicFrame>
      <p:sp>
        <p:nvSpPr>
          <p:cNvPr id="236548" name="Oval 4"/>
          <p:cNvSpPr>
            <a:spLocks noChangeArrowheads="1"/>
          </p:cNvSpPr>
          <p:nvPr/>
        </p:nvSpPr>
        <p:spPr bwMode="auto">
          <a:xfrm>
            <a:off x="1828800" y="2438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6549" name="Oval 5"/>
          <p:cNvSpPr>
            <a:spLocks noChangeArrowheads="1"/>
          </p:cNvSpPr>
          <p:nvPr/>
        </p:nvSpPr>
        <p:spPr bwMode="auto">
          <a:xfrm>
            <a:off x="7162800" y="2438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36550" name="Object 6"/>
          <p:cNvGraphicFramePr>
            <a:graphicFrameLocks noChangeAspect="1"/>
          </p:cNvGraphicFramePr>
          <p:nvPr/>
        </p:nvGraphicFramePr>
        <p:xfrm>
          <a:off x="3590925" y="1701800"/>
          <a:ext cx="2374900" cy="482600"/>
        </p:xfrm>
        <a:graphic>
          <a:graphicData uri="http://schemas.openxmlformats.org/presentationml/2006/ole">
            <p:oleObj spid="_x0000_s236550" name="Equation" r:id="rId5" imgW="2374560" imgH="482400" progId="Equation.3">
              <p:embed/>
            </p:oleObj>
          </a:graphicData>
        </a:graphic>
      </p:graphicFrame>
      <p:sp>
        <p:nvSpPr>
          <p:cNvPr id="236551" name="Oval 7"/>
          <p:cNvSpPr>
            <a:spLocks noChangeArrowheads="1"/>
          </p:cNvSpPr>
          <p:nvPr/>
        </p:nvSpPr>
        <p:spPr bwMode="auto">
          <a:xfrm>
            <a:off x="2905125" y="2463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6552" name="Oval 8"/>
          <p:cNvSpPr>
            <a:spLocks noChangeArrowheads="1"/>
          </p:cNvSpPr>
          <p:nvPr/>
        </p:nvSpPr>
        <p:spPr bwMode="auto">
          <a:xfrm>
            <a:off x="3971925" y="2463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6553" name="Oval 9"/>
          <p:cNvSpPr>
            <a:spLocks noChangeArrowheads="1"/>
          </p:cNvSpPr>
          <p:nvPr/>
        </p:nvSpPr>
        <p:spPr bwMode="auto">
          <a:xfrm>
            <a:off x="6181725" y="2463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6554" name="Line 10"/>
          <p:cNvSpPr>
            <a:spLocks noChangeShapeType="1"/>
          </p:cNvSpPr>
          <p:nvPr/>
        </p:nvSpPr>
        <p:spPr bwMode="auto">
          <a:xfrm>
            <a:off x="2371725" y="2692400"/>
            <a:ext cx="53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6555" name="Line 11"/>
          <p:cNvSpPr>
            <a:spLocks noChangeShapeType="1"/>
          </p:cNvSpPr>
          <p:nvPr/>
        </p:nvSpPr>
        <p:spPr bwMode="auto">
          <a:xfrm>
            <a:off x="3438525" y="2692400"/>
            <a:ext cx="53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6556" name="Line 12"/>
          <p:cNvSpPr>
            <a:spLocks noChangeShapeType="1"/>
          </p:cNvSpPr>
          <p:nvPr/>
        </p:nvSpPr>
        <p:spPr bwMode="auto">
          <a:xfrm flipV="1">
            <a:off x="6715125" y="2667000"/>
            <a:ext cx="371475" cy="2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6557" name="Freeform 13"/>
          <p:cNvSpPr>
            <a:spLocks/>
          </p:cNvSpPr>
          <p:nvPr/>
        </p:nvSpPr>
        <p:spPr bwMode="auto">
          <a:xfrm>
            <a:off x="4503738" y="2420938"/>
            <a:ext cx="1712912" cy="438150"/>
          </a:xfrm>
          <a:custGeom>
            <a:avLst/>
            <a:gdLst/>
            <a:ahLst/>
            <a:cxnLst>
              <a:cxn ang="0">
                <a:pos x="0" y="190"/>
              </a:cxn>
              <a:cxn ang="0">
                <a:pos x="73" y="182"/>
              </a:cxn>
              <a:cxn ang="0">
                <a:pos x="105" y="133"/>
              </a:cxn>
              <a:cxn ang="0">
                <a:pos x="186" y="60"/>
              </a:cxn>
              <a:cxn ang="0">
                <a:pos x="275" y="3"/>
              </a:cxn>
              <a:cxn ang="0">
                <a:pos x="430" y="36"/>
              </a:cxn>
              <a:cxn ang="0">
                <a:pos x="495" y="109"/>
              </a:cxn>
              <a:cxn ang="0">
                <a:pos x="543" y="174"/>
              </a:cxn>
              <a:cxn ang="0">
                <a:pos x="592" y="239"/>
              </a:cxn>
              <a:cxn ang="0">
                <a:pos x="641" y="271"/>
              </a:cxn>
              <a:cxn ang="0">
                <a:pos x="746" y="255"/>
              </a:cxn>
              <a:cxn ang="0">
                <a:pos x="843" y="149"/>
              </a:cxn>
              <a:cxn ang="0">
                <a:pos x="908" y="76"/>
              </a:cxn>
              <a:cxn ang="0">
                <a:pos x="989" y="84"/>
              </a:cxn>
              <a:cxn ang="0">
                <a:pos x="1038" y="101"/>
              </a:cxn>
              <a:cxn ang="0">
                <a:pos x="1062" y="109"/>
              </a:cxn>
              <a:cxn ang="0">
                <a:pos x="1079" y="125"/>
              </a:cxn>
            </a:cxnLst>
            <a:rect l="0" t="0" r="r" b="b"/>
            <a:pathLst>
              <a:path w="1079" h="276">
                <a:moveTo>
                  <a:pt x="0" y="190"/>
                </a:moveTo>
                <a:cubicBezTo>
                  <a:pt x="24" y="187"/>
                  <a:pt x="51" y="194"/>
                  <a:pt x="73" y="182"/>
                </a:cubicBezTo>
                <a:cubicBezTo>
                  <a:pt x="90" y="173"/>
                  <a:pt x="91" y="147"/>
                  <a:pt x="105" y="133"/>
                </a:cubicBezTo>
                <a:cubicBezTo>
                  <a:pt x="132" y="107"/>
                  <a:pt x="155" y="81"/>
                  <a:pt x="186" y="60"/>
                </a:cubicBezTo>
                <a:cubicBezTo>
                  <a:pt x="206" y="30"/>
                  <a:pt x="241" y="14"/>
                  <a:pt x="275" y="3"/>
                </a:cubicBezTo>
                <a:cubicBezTo>
                  <a:pt x="355" y="9"/>
                  <a:pt x="374" y="0"/>
                  <a:pt x="430" y="36"/>
                </a:cubicBezTo>
                <a:cubicBezTo>
                  <a:pt x="466" y="83"/>
                  <a:pt x="445" y="59"/>
                  <a:pt x="495" y="109"/>
                </a:cubicBezTo>
                <a:cubicBezTo>
                  <a:pt x="523" y="137"/>
                  <a:pt x="507" y="149"/>
                  <a:pt x="543" y="174"/>
                </a:cubicBezTo>
                <a:cubicBezTo>
                  <a:pt x="548" y="182"/>
                  <a:pt x="576" y="227"/>
                  <a:pt x="592" y="239"/>
                </a:cubicBezTo>
                <a:cubicBezTo>
                  <a:pt x="608" y="251"/>
                  <a:pt x="641" y="271"/>
                  <a:pt x="641" y="271"/>
                </a:cubicBezTo>
                <a:cubicBezTo>
                  <a:pt x="676" y="268"/>
                  <a:pt x="718" y="276"/>
                  <a:pt x="746" y="255"/>
                </a:cubicBezTo>
                <a:cubicBezTo>
                  <a:pt x="786" y="225"/>
                  <a:pt x="810" y="184"/>
                  <a:pt x="843" y="149"/>
                </a:cubicBezTo>
                <a:cubicBezTo>
                  <a:pt x="854" y="117"/>
                  <a:pt x="876" y="87"/>
                  <a:pt x="908" y="76"/>
                </a:cubicBezTo>
                <a:cubicBezTo>
                  <a:pt x="935" y="79"/>
                  <a:pt x="962" y="79"/>
                  <a:pt x="989" y="84"/>
                </a:cubicBezTo>
                <a:cubicBezTo>
                  <a:pt x="1006" y="87"/>
                  <a:pt x="1022" y="95"/>
                  <a:pt x="1038" y="101"/>
                </a:cubicBezTo>
                <a:cubicBezTo>
                  <a:pt x="1046" y="104"/>
                  <a:pt x="1062" y="109"/>
                  <a:pt x="1062" y="109"/>
                </a:cubicBezTo>
                <a:cubicBezTo>
                  <a:pt x="1068" y="114"/>
                  <a:pt x="1079" y="125"/>
                  <a:pt x="1079" y="125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36558" name="Object 14"/>
          <p:cNvGraphicFramePr>
            <a:graphicFrameLocks noChangeAspect="1"/>
          </p:cNvGraphicFramePr>
          <p:nvPr/>
        </p:nvGraphicFramePr>
        <p:xfrm>
          <a:off x="2447925" y="2311400"/>
          <a:ext cx="255588" cy="304800"/>
        </p:xfrm>
        <a:graphic>
          <a:graphicData uri="http://schemas.openxmlformats.org/presentationml/2006/ole">
            <p:oleObj spid="_x0000_s236558" name="Equation" r:id="rId6" imgW="393480" imgH="469800" progId="Equation.3">
              <p:embed/>
            </p:oleObj>
          </a:graphicData>
        </a:graphic>
      </p:graphicFrame>
      <p:graphicFrame>
        <p:nvGraphicFramePr>
          <p:cNvPr id="236559" name="Object 15"/>
          <p:cNvGraphicFramePr>
            <a:graphicFrameLocks noChangeAspect="1"/>
          </p:cNvGraphicFramePr>
          <p:nvPr/>
        </p:nvGraphicFramePr>
        <p:xfrm>
          <a:off x="3498850" y="2311400"/>
          <a:ext cx="287338" cy="304800"/>
        </p:xfrm>
        <a:graphic>
          <a:graphicData uri="http://schemas.openxmlformats.org/presentationml/2006/ole">
            <p:oleObj spid="_x0000_s236559" name="Equation" r:id="rId7" imgW="444240" imgH="469800" progId="Equation.3">
              <p:embed/>
            </p:oleObj>
          </a:graphicData>
        </a:graphic>
      </p:graphicFrame>
      <p:graphicFrame>
        <p:nvGraphicFramePr>
          <p:cNvPr id="236560" name="Object 16"/>
          <p:cNvGraphicFramePr>
            <a:graphicFrameLocks noChangeAspect="1"/>
          </p:cNvGraphicFramePr>
          <p:nvPr/>
        </p:nvGraphicFramePr>
        <p:xfrm>
          <a:off x="6786563" y="2308225"/>
          <a:ext cx="295275" cy="312738"/>
        </p:xfrm>
        <a:graphic>
          <a:graphicData uri="http://schemas.openxmlformats.org/presentationml/2006/ole">
            <p:oleObj spid="_x0000_s236560" name="Equation" r:id="rId8" imgW="457200" imgH="482400" progId="Equation.3">
              <p:embed/>
            </p:oleObj>
          </a:graphicData>
        </a:graphic>
      </p:graphicFrame>
      <p:graphicFrame>
        <p:nvGraphicFramePr>
          <p:cNvPr id="236561" name="Object 17"/>
          <p:cNvGraphicFramePr>
            <a:graphicFrameLocks noChangeAspect="1"/>
          </p:cNvGraphicFramePr>
          <p:nvPr/>
        </p:nvGraphicFramePr>
        <p:xfrm>
          <a:off x="390525" y="2540000"/>
          <a:ext cx="723900" cy="406400"/>
        </p:xfrm>
        <a:graphic>
          <a:graphicData uri="http://schemas.openxmlformats.org/presentationml/2006/ole">
            <p:oleObj spid="_x0000_s236561" name="Equation" r:id="rId9" imgW="723600" imgH="406080" progId="Equation.3">
              <p:embed/>
            </p:oleObj>
          </a:graphicData>
        </a:graphic>
      </p:graphicFrame>
      <p:sp>
        <p:nvSpPr>
          <p:cNvPr id="236562" name="Oval 18"/>
          <p:cNvSpPr>
            <a:spLocks noChangeArrowheads="1"/>
          </p:cNvSpPr>
          <p:nvPr/>
        </p:nvSpPr>
        <p:spPr bwMode="auto">
          <a:xfrm>
            <a:off x="7086600" y="2362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236563" name="Object 19"/>
          <p:cNvGraphicFramePr>
            <a:graphicFrameLocks noChangeAspect="1"/>
          </p:cNvGraphicFramePr>
          <p:nvPr/>
        </p:nvGraphicFramePr>
        <p:xfrm>
          <a:off x="1797050" y="5257800"/>
          <a:ext cx="673100" cy="442913"/>
        </p:xfrm>
        <a:graphic>
          <a:graphicData uri="http://schemas.openxmlformats.org/presentationml/2006/ole">
            <p:oleObj spid="_x0000_s236563" name="Equation" r:id="rId10" imgW="888840" imgH="583920" progId="Equation.3">
              <p:embed/>
            </p:oleObj>
          </a:graphicData>
        </a:graphic>
      </p:graphicFrame>
      <p:sp>
        <p:nvSpPr>
          <p:cNvPr id="236564" name="Oval 20"/>
          <p:cNvSpPr>
            <a:spLocks noChangeArrowheads="1"/>
          </p:cNvSpPr>
          <p:nvPr/>
        </p:nvSpPr>
        <p:spPr bwMode="auto">
          <a:xfrm>
            <a:off x="1828800" y="4724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6565" name="Oval 21"/>
          <p:cNvSpPr>
            <a:spLocks noChangeArrowheads="1"/>
          </p:cNvSpPr>
          <p:nvPr/>
        </p:nvSpPr>
        <p:spPr bwMode="auto">
          <a:xfrm>
            <a:off x="7162800" y="47244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6566" name="Oval 22"/>
          <p:cNvSpPr>
            <a:spLocks noChangeArrowheads="1"/>
          </p:cNvSpPr>
          <p:nvPr/>
        </p:nvSpPr>
        <p:spPr bwMode="auto">
          <a:xfrm>
            <a:off x="2905125" y="4749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6567" name="Oval 23"/>
          <p:cNvSpPr>
            <a:spLocks noChangeArrowheads="1"/>
          </p:cNvSpPr>
          <p:nvPr/>
        </p:nvSpPr>
        <p:spPr bwMode="auto">
          <a:xfrm>
            <a:off x="3971925" y="4749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6568" name="Oval 24"/>
          <p:cNvSpPr>
            <a:spLocks noChangeArrowheads="1"/>
          </p:cNvSpPr>
          <p:nvPr/>
        </p:nvSpPr>
        <p:spPr bwMode="auto">
          <a:xfrm>
            <a:off x="6181725" y="4749800"/>
            <a:ext cx="5334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6569" name="Line 25"/>
          <p:cNvSpPr>
            <a:spLocks noChangeShapeType="1"/>
          </p:cNvSpPr>
          <p:nvPr/>
        </p:nvSpPr>
        <p:spPr bwMode="auto">
          <a:xfrm>
            <a:off x="2371725" y="4978400"/>
            <a:ext cx="53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6570" name="Line 26"/>
          <p:cNvSpPr>
            <a:spLocks noChangeShapeType="1"/>
          </p:cNvSpPr>
          <p:nvPr/>
        </p:nvSpPr>
        <p:spPr bwMode="auto">
          <a:xfrm>
            <a:off x="3438525" y="4978400"/>
            <a:ext cx="530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6571" name="Line 27"/>
          <p:cNvSpPr>
            <a:spLocks noChangeShapeType="1"/>
          </p:cNvSpPr>
          <p:nvPr/>
        </p:nvSpPr>
        <p:spPr bwMode="auto">
          <a:xfrm flipV="1">
            <a:off x="6715125" y="4953000"/>
            <a:ext cx="371475" cy="2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6572" name="Freeform 28"/>
          <p:cNvSpPr>
            <a:spLocks/>
          </p:cNvSpPr>
          <p:nvPr/>
        </p:nvSpPr>
        <p:spPr bwMode="auto">
          <a:xfrm>
            <a:off x="4503738" y="4706938"/>
            <a:ext cx="1712912" cy="438150"/>
          </a:xfrm>
          <a:custGeom>
            <a:avLst/>
            <a:gdLst/>
            <a:ahLst/>
            <a:cxnLst>
              <a:cxn ang="0">
                <a:pos x="0" y="190"/>
              </a:cxn>
              <a:cxn ang="0">
                <a:pos x="73" y="182"/>
              </a:cxn>
              <a:cxn ang="0">
                <a:pos x="105" y="133"/>
              </a:cxn>
              <a:cxn ang="0">
                <a:pos x="186" y="60"/>
              </a:cxn>
              <a:cxn ang="0">
                <a:pos x="275" y="3"/>
              </a:cxn>
              <a:cxn ang="0">
                <a:pos x="430" y="36"/>
              </a:cxn>
              <a:cxn ang="0">
                <a:pos x="495" y="109"/>
              </a:cxn>
              <a:cxn ang="0">
                <a:pos x="543" y="174"/>
              </a:cxn>
              <a:cxn ang="0">
                <a:pos x="592" y="239"/>
              </a:cxn>
              <a:cxn ang="0">
                <a:pos x="641" y="271"/>
              </a:cxn>
              <a:cxn ang="0">
                <a:pos x="746" y="255"/>
              </a:cxn>
              <a:cxn ang="0">
                <a:pos x="843" y="149"/>
              </a:cxn>
              <a:cxn ang="0">
                <a:pos x="908" y="76"/>
              </a:cxn>
              <a:cxn ang="0">
                <a:pos x="989" y="84"/>
              </a:cxn>
              <a:cxn ang="0">
                <a:pos x="1038" y="101"/>
              </a:cxn>
              <a:cxn ang="0">
                <a:pos x="1062" y="109"/>
              </a:cxn>
              <a:cxn ang="0">
                <a:pos x="1079" y="125"/>
              </a:cxn>
            </a:cxnLst>
            <a:rect l="0" t="0" r="r" b="b"/>
            <a:pathLst>
              <a:path w="1079" h="276">
                <a:moveTo>
                  <a:pt x="0" y="190"/>
                </a:moveTo>
                <a:cubicBezTo>
                  <a:pt x="24" y="187"/>
                  <a:pt x="51" y="194"/>
                  <a:pt x="73" y="182"/>
                </a:cubicBezTo>
                <a:cubicBezTo>
                  <a:pt x="90" y="173"/>
                  <a:pt x="91" y="147"/>
                  <a:pt x="105" y="133"/>
                </a:cubicBezTo>
                <a:cubicBezTo>
                  <a:pt x="132" y="107"/>
                  <a:pt x="155" y="81"/>
                  <a:pt x="186" y="60"/>
                </a:cubicBezTo>
                <a:cubicBezTo>
                  <a:pt x="206" y="30"/>
                  <a:pt x="241" y="14"/>
                  <a:pt x="275" y="3"/>
                </a:cubicBezTo>
                <a:cubicBezTo>
                  <a:pt x="355" y="9"/>
                  <a:pt x="374" y="0"/>
                  <a:pt x="430" y="36"/>
                </a:cubicBezTo>
                <a:cubicBezTo>
                  <a:pt x="466" y="83"/>
                  <a:pt x="445" y="59"/>
                  <a:pt x="495" y="109"/>
                </a:cubicBezTo>
                <a:cubicBezTo>
                  <a:pt x="523" y="137"/>
                  <a:pt x="507" y="149"/>
                  <a:pt x="543" y="174"/>
                </a:cubicBezTo>
                <a:cubicBezTo>
                  <a:pt x="548" y="182"/>
                  <a:pt x="576" y="227"/>
                  <a:pt x="592" y="239"/>
                </a:cubicBezTo>
                <a:cubicBezTo>
                  <a:pt x="608" y="251"/>
                  <a:pt x="641" y="271"/>
                  <a:pt x="641" y="271"/>
                </a:cubicBezTo>
                <a:cubicBezTo>
                  <a:pt x="676" y="268"/>
                  <a:pt x="718" y="276"/>
                  <a:pt x="746" y="255"/>
                </a:cubicBezTo>
                <a:cubicBezTo>
                  <a:pt x="786" y="225"/>
                  <a:pt x="810" y="184"/>
                  <a:pt x="843" y="149"/>
                </a:cubicBezTo>
                <a:cubicBezTo>
                  <a:pt x="854" y="117"/>
                  <a:pt x="876" y="87"/>
                  <a:pt x="908" y="76"/>
                </a:cubicBezTo>
                <a:cubicBezTo>
                  <a:pt x="935" y="79"/>
                  <a:pt x="962" y="79"/>
                  <a:pt x="989" y="84"/>
                </a:cubicBezTo>
                <a:cubicBezTo>
                  <a:pt x="1006" y="87"/>
                  <a:pt x="1022" y="95"/>
                  <a:pt x="1038" y="101"/>
                </a:cubicBezTo>
                <a:cubicBezTo>
                  <a:pt x="1046" y="104"/>
                  <a:pt x="1062" y="109"/>
                  <a:pt x="1062" y="109"/>
                </a:cubicBezTo>
                <a:cubicBezTo>
                  <a:pt x="1068" y="114"/>
                  <a:pt x="1079" y="125"/>
                  <a:pt x="1079" y="125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/>
          <a:lstStyle/>
          <a:p>
            <a:endParaRPr lang="en-US"/>
          </a:p>
        </p:txBody>
      </p:sp>
      <p:graphicFrame>
        <p:nvGraphicFramePr>
          <p:cNvPr id="236573" name="Object 29"/>
          <p:cNvGraphicFramePr>
            <a:graphicFrameLocks noChangeAspect="1"/>
          </p:cNvGraphicFramePr>
          <p:nvPr/>
        </p:nvGraphicFramePr>
        <p:xfrm>
          <a:off x="2447925" y="4597400"/>
          <a:ext cx="255588" cy="304800"/>
        </p:xfrm>
        <a:graphic>
          <a:graphicData uri="http://schemas.openxmlformats.org/presentationml/2006/ole">
            <p:oleObj spid="_x0000_s236573" name="Equation" r:id="rId11" imgW="393480" imgH="469800" progId="Equation.3">
              <p:embed/>
            </p:oleObj>
          </a:graphicData>
        </a:graphic>
      </p:graphicFrame>
      <p:graphicFrame>
        <p:nvGraphicFramePr>
          <p:cNvPr id="236574" name="Object 30"/>
          <p:cNvGraphicFramePr>
            <a:graphicFrameLocks noChangeAspect="1"/>
          </p:cNvGraphicFramePr>
          <p:nvPr/>
        </p:nvGraphicFramePr>
        <p:xfrm>
          <a:off x="3498850" y="4597400"/>
          <a:ext cx="287338" cy="304800"/>
        </p:xfrm>
        <a:graphic>
          <a:graphicData uri="http://schemas.openxmlformats.org/presentationml/2006/ole">
            <p:oleObj spid="_x0000_s236574" name="Equation" r:id="rId12" imgW="444240" imgH="469800" progId="Equation.3">
              <p:embed/>
            </p:oleObj>
          </a:graphicData>
        </a:graphic>
      </p:graphicFrame>
      <p:graphicFrame>
        <p:nvGraphicFramePr>
          <p:cNvPr id="236575" name="Object 31"/>
          <p:cNvGraphicFramePr>
            <a:graphicFrameLocks noChangeAspect="1"/>
          </p:cNvGraphicFramePr>
          <p:nvPr/>
        </p:nvGraphicFramePr>
        <p:xfrm>
          <a:off x="6786563" y="4594225"/>
          <a:ext cx="295275" cy="312738"/>
        </p:xfrm>
        <a:graphic>
          <a:graphicData uri="http://schemas.openxmlformats.org/presentationml/2006/ole">
            <p:oleObj spid="_x0000_s236575" name="Equation" r:id="rId13" imgW="457200" imgH="482400" progId="Equation.3">
              <p:embed/>
            </p:oleObj>
          </a:graphicData>
        </a:graphic>
      </p:graphicFrame>
      <p:sp>
        <p:nvSpPr>
          <p:cNvPr id="236576" name="Oval 32"/>
          <p:cNvSpPr>
            <a:spLocks noChangeArrowheads="1"/>
          </p:cNvSpPr>
          <p:nvPr/>
        </p:nvSpPr>
        <p:spPr bwMode="auto">
          <a:xfrm>
            <a:off x="7086600" y="4648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236577" name="Object 33"/>
          <p:cNvGraphicFramePr>
            <a:graphicFrameLocks noChangeAspect="1"/>
          </p:cNvGraphicFramePr>
          <p:nvPr/>
        </p:nvGraphicFramePr>
        <p:xfrm>
          <a:off x="520700" y="4718050"/>
          <a:ext cx="825500" cy="444500"/>
        </p:xfrm>
        <a:graphic>
          <a:graphicData uri="http://schemas.openxmlformats.org/presentationml/2006/ole">
            <p:oleObj spid="_x0000_s236577" name="Equation" r:id="rId14" imgW="825480" imgH="444240" progId="Equation.3">
              <p:embed/>
            </p:oleObj>
          </a:graphicData>
        </a:graphic>
      </p:graphicFrame>
      <p:graphicFrame>
        <p:nvGraphicFramePr>
          <p:cNvPr id="236578" name="Object 34"/>
          <p:cNvGraphicFramePr>
            <a:graphicFrameLocks noChangeAspect="1"/>
          </p:cNvGraphicFramePr>
          <p:nvPr/>
        </p:nvGraphicFramePr>
        <p:xfrm>
          <a:off x="7086600" y="5257800"/>
          <a:ext cx="1143000" cy="481013"/>
        </p:xfrm>
        <a:graphic>
          <a:graphicData uri="http://schemas.openxmlformats.org/presentationml/2006/ole">
            <p:oleObj spid="_x0000_s236578" name="Equation" r:id="rId15" imgW="1574640" imgH="660240" progId="Equation.3">
              <p:embed/>
            </p:oleObj>
          </a:graphicData>
        </a:graphic>
      </p:graphicFrame>
      <p:sp>
        <p:nvSpPr>
          <p:cNvPr id="236579" name="Line 35"/>
          <p:cNvSpPr>
            <a:spLocks noChangeShapeType="1"/>
          </p:cNvSpPr>
          <p:nvPr/>
        </p:nvSpPr>
        <p:spPr bwMode="auto">
          <a:xfrm>
            <a:off x="1371600" y="2667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36580" name="Line 36"/>
          <p:cNvSpPr>
            <a:spLocks noChangeShapeType="1"/>
          </p:cNvSpPr>
          <p:nvPr/>
        </p:nvSpPr>
        <p:spPr bwMode="auto">
          <a:xfrm>
            <a:off x="1371600" y="4953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236581" name="Object 37"/>
          <p:cNvGraphicFramePr>
            <a:graphicFrameLocks noChangeAspect="1"/>
          </p:cNvGraphicFramePr>
          <p:nvPr/>
        </p:nvGraphicFramePr>
        <p:xfrm>
          <a:off x="3352800" y="533400"/>
          <a:ext cx="2032000" cy="533400"/>
        </p:xfrm>
        <a:graphic>
          <a:graphicData uri="http://schemas.openxmlformats.org/presentationml/2006/ole">
            <p:oleObj spid="_x0000_s236581" name="Equation" r:id="rId16" imgW="2031840" imgH="533160" progId="Equation.3">
              <p:embed/>
            </p:oleObj>
          </a:graphicData>
        </a:graphic>
      </p:graphicFrame>
      <p:graphicFrame>
        <p:nvGraphicFramePr>
          <p:cNvPr id="236582" name="Object 38"/>
          <p:cNvGraphicFramePr>
            <a:graphicFrameLocks noChangeAspect="1"/>
          </p:cNvGraphicFramePr>
          <p:nvPr/>
        </p:nvGraphicFramePr>
        <p:xfrm>
          <a:off x="3429000" y="5562600"/>
          <a:ext cx="2133600" cy="546100"/>
        </p:xfrm>
        <a:graphic>
          <a:graphicData uri="http://schemas.openxmlformats.org/presentationml/2006/ole">
            <p:oleObj spid="_x0000_s236582" name="Equation" r:id="rId17" imgW="2133360" imgH="545760" progId="Equation.3">
              <p:embed/>
            </p:oleObj>
          </a:graphicData>
        </a:graphic>
      </p:graphicFrame>
      <p:sp>
        <p:nvSpPr>
          <p:cNvPr id="236583" name="Text Box 39"/>
          <p:cNvSpPr txBox="1">
            <a:spLocks noChangeArrowheads="1"/>
          </p:cNvSpPr>
          <p:nvPr/>
        </p:nvSpPr>
        <p:spPr bwMode="auto">
          <a:xfrm>
            <a:off x="288925" y="482600"/>
            <a:ext cx="2738438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Therefore if </a:t>
            </a:r>
          </a:p>
        </p:txBody>
      </p:sp>
      <p:sp>
        <p:nvSpPr>
          <p:cNvPr id="236584" name="AutoShape 40"/>
          <p:cNvSpPr>
            <a:spLocks noChangeArrowheads="1"/>
          </p:cNvSpPr>
          <p:nvPr/>
        </p:nvSpPr>
        <p:spPr bwMode="auto">
          <a:xfrm>
            <a:off x="4419600" y="3276600"/>
            <a:ext cx="485775" cy="976313"/>
          </a:xfrm>
          <a:prstGeom prst="downArrow">
            <a:avLst>
              <a:gd name="adj1" fmla="val 50000"/>
              <a:gd name="adj2" fmla="val 50245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F833CE7-9046-4E11-90C5-B9239EE53B1E}" type="slidenum">
              <a:rPr lang="en-US"/>
              <a:pPr/>
              <a:t>113</a:t>
            </a:fld>
            <a:endParaRPr lang="en-US"/>
          </a:p>
        </p:txBody>
      </p:sp>
      <p:sp>
        <p:nvSpPr>
          <p:cNvPr id="237570" name="Text Box 2"/>
          <p:cNvSpPr txBox="1">
            <a:spLocks noChangeArrowheads="1"/>
          </p:cNvSpPr>
          <p:nvPr/>
        </p:nvSpPr>
        <p:spPr bwMode="auto">
          <a:xfrm>
            <a:off x="746125" y="711200"/>
            <a:ext cx="31972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We have shown:</a:t>
            </a:r>
          </a:p>
        </p:txBody>
      </p:sp>
      <p:graphicFrame>
        <p:nvGraphicFramePr>
          <p:cNvPr id="237571" name="Object 3"/>
          <p:cNvGraphicFramePr>
            <a:graphicFrameLocks noChangeAspect="1"/>
          </p:cNvGraphicFramePr>
          <p:nvPr/>
        </p:nvGraphicFramePr>
        <p:xfrm>
          <a:off x="4495800" y="685800"/>
          <a:ext cx="3022600" cy="558800"/>
        </p:xfrm>
        <a:graphic>
          <a:graphicData uri="http://schemas.openxmlformats.org/presentationml/2006/ole">
            <p:oleObj spid="_x0000_s237571" name="Equation" r:id="rId3" imgW="3022560" imgH="558720" progId="Equation.3">
              <p:embed/>
            </p:oleObj>
          </a:graphicData>
        </a:graphic>
      </p:graphicFrame>
      <p:sp>
        <p:nvSpPr>
          <p:cNvPr id="237572" name="Text Box 4"/>
          <p:cNvSpPr txBox="1">
            <a:spLocks noChangeArrowheads="1"/>
          </p:cNvSpPr>
          <p:nvPr/>
        </p:nvSpPr>
        <p:spPr bwMode="auto">
          <a:xfrm>
            <a:off x="822325" y="3073400"/>
            <a:ext cx="43989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We also need to show:</a:t>
            </a:r>
          </a:p>
        </p:txBody>
      </p:sp>
      <p:graphicFrame>
        <p:nvGraphicFramePr>
          <p:cNvPr id="237573" name="Object 5"/>
          <p:cNvGraphicFramePr>
            <a:graphicFrameLocks noChangeAspect="1"/>
          </p:cNvGraphicFramePr>
          <p:nvPr/>
        </p:nvGraphicFramePr>
        <p:xfrm>
          <a:off x="5562600" y="3048000"/>
          <a:ext cx="3022600" cy="558800"/>
        </p:xfrm>
        <a:graphic>
          <a:graphicData uri="http://schemas.openxmlformats.org/presentationml/2006/ole">
            <p:oleObj spid="_x0000_s237573" name="Equation" r:id="rId4" imgW="3022560" imgH="558720" progId="Equation.3">
              <p:embed/>
            </p:oleObj>
          </a:graphicData>
        </a:graphic>
      </p:graphicFrame>
      <p:sp>
        <p:nvSpPr>
          <p:cNvPr id="237574" name="Text Box 6"/>
          <p:cNvSpPr txBox="1">
            <a:spLocks noChangeArrowheads="1"/>
          </p:cNvSpPr>
          <p:nvPr/>
        </p:nvSpPr>
        <p:spPr bwMode="auto">
          <a:xfrm>
            <a:off x="2346325" y="4292600"/>
            <a:ext cx="334486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(proof is similar)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ass">
  <a:themeElements>
    <a:clrScheme name="clas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las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clas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Office\Templates\class.pot</Template>
  <TotalTime>2031</TotalTime>
  <Words>918</Words>
  <Application>Microsoft Office PowerPoint</Application>
  <PresentationFormat>On-screen Show (4:3)</PresentationFormat>
  <Paragraphs>413</Paragraphs>
  <Slides>113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113</vt:i4>
      </vt:variant>
    </vt:vector>
  </HeadingPairs>
  <TitlesOfParts>
    <vt:vector size="115" baseType="lpstr">
      <vt:lpstr>class</vt:lpstr>
      <vt:lpstr>Equation</vt:lpstr>
      <vt:lpstr>Non-Deterministic Finite Automata NDFA  or  NFA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Example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Example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Lambda Transitions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Another NFA Example</vt:lpstr>
      <vt:lpstr>Slide 60</vt:lpstr>
      <vt:lpstr>Slide 61</vt:lpstr>
      <vt:lpstr>Slide 62</vt:lpstr>
      <vt:lpstr>Formal Definition of NFAs</vt:lpstr>
      <vt:lpstr>Slide 64</vt:lpstr>
      <vt:lpstr>Slide 65</vt:lpstr>
      <vt:lpstr>Slide 66</vt:lpstr>
      <vt:lpstr>Slide 67</vt:lpstr>
      <vt:lpstr>Extended Transition Function </vt:lpstr>
      <vt:lpstr>Slide 69</vt:lpstr>
      <vt:lpstr>Slide 70</vt:lpstr>
      <vt:lpstr>Formally</vt:lpstr>
      <vt:lpstr>The Language of an NFA</vt:lpstr>
      <vt:lpstr>Slide 73</vt:lpstr>
      <vt:lpstr>Slide 74</vt:lpstr>
      <vt:lpstr>Slide 75</vt:lpstr>
      <vt:lpstr>Slide 76</vt:lpstr>
      <vt:lpstr>Formally</vt:lpstr>
      <vt:lpstr>Slide 78</vt:lpstr>
      <vt:lpstr>NFAs accept the Regular Languages</vt:lpstr>
      <vt:lpstr>Equivalence of Machines</vt:lpstr>
      <vt:lpstr>Example of equivalent machines</vt:lpstr>
      <vt:lpstr>Slide 82</vt:lpstr>
      <vt:lpstr>Slide 83</vt:lpstr>
      <vt:lpstr>Slide 84</vt:lpstr>
      <vt:lpstr>Convert NFA to DFA</vt:lpstr>
      <vt:lpstr>Convert NFA to DFA</vt:lpstr>
      <vt:lpstr>Convert NFA to DFA</vt:lpstr>
      <vt:lpstr>Convert NFA to DFA</vt:lpstr>
      <vt:lpstr>Convert NFA to DFA</vt:lpstr>
      <vt:lpstr>Convert NFA to DFA</vt:lpstr>
      <vt:lpstr>Convert NFA to DFA</vt:lpstr>
      <vt:lpstr>NFA to DFA: Remarks</vt:lpstr>
      <vt:lpstr>Slide 93</vt:lpstr>
      <vt:lpstr>Procedure NFA to DFA</vt:lpstr>
      <vt:lpstr>Example</vt:lpstr>
      <vt:lpstr>Procedure NFA to DFA</vt:lpstr>
      <vt:lpstr>Exampe</vt:lpstr>
      <vt:lpstr>Procedure NFA to DFA</vt:lpstr>
      <vt:lpstr>Example</vt:lpstr>
      <vt:lpstr>Procedure NFA to DFA</vt:lpstr>
      <vt:lpstr>Example</vt:lpstr>
      <vt:lpstr>Theorem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Languages and Finite Automata</dc:title>
  <dc:creator>Costas Busch</dc:creator>
  <cp:lastModifiedBy>mnaidjate</cp:lastModifiedBy>
  <cp:revision>504</cp:revision>
  <cp:lastPrinted>2000-09-11T14:23:11Z</cp:lastPrinted>
  <dcterms:created xsi:type="dcterms:W3CDTF">2000-08-31T01:12:33Z</dcterms:created>
  <dcterms:modified xsi:type="dcterms:W3CDTF">2014-01-11T18:09:37Z</dcterms:modified>
</cp:coreProperties>
</file>