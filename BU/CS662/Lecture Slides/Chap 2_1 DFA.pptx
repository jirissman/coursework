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313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318" r:id="rId11"/>
    <p:sldId id="286" r:id="rId12"/>
    <p:sldId id="287" r:id="rId13"/>
    <p:sldId id="288" r:id="rId14"/>
    <p:sldId id="289" r:id="rId15"/>
    <p:sldId id="319" r:id="rId16"/>
    <p:sldId id="334" r:id="rId17"/>
    <p:sldId id="339" r:id="rId18"/>
    <p:sldId id="314" r:id="rId19"/>
    <p:sldId id="315" r:id="rId20"/>
    <p:sldId id="316" r:id="rId21"/>
    <p:sldId id="317" r:id="rId22"/>
    <p:sldId id="320" r:id="rId23"/>
    <p:sldId id="321" r:id="rId24"/>
    <p:sldId id="322" r:id="rId25"/>
    <p:sldId id="323" r:id="rId26"/>
    <p:sldId id="324" r:id="rId27"/>
    <p:sldId id="325" r:id="rId28"/>
    <p:sldId id="290" r:id="rId29"/>
    <p:sldId id="292" r:id="rId30"/>
    <p:sldId id="291" r:id="rId31"/>
    <p:sldId id="293" r:id="rId32"/>
    <p:sldId id="294" r:id="rId33"/>
    <p:sldId id="295" r:id="rId34"/>
    <p:sldId id="327" r:id="rId35"/>
    <p:sldId id="328" r:id="rId36"/>
    <p:sldId id="329" r:id="rId37"/>
    <p:sldId id="296" r:id="rId38"/>
    <p:sldId id="297" r:id="rId39"/>
    <p:sldId id="326" r:id="rId40"/>
    <p:sldId id="330" r:id="rId41"/>
    <p:sldId id="331" r:id="rId42"/>
    <p:sldId id="340" r:id="rId43"/>
    <p:sldId id="333" r:id="rId44"/>
    <p:sldId id="298" r:id="rId45"/>
    <p:sldId id="332" r:id="rId46"/>
    <p:sldId id="300" r:id="rId47"/>
    <p:sldId id="301" r:id="rId48"/>
    <p:sldId id="302" r:id="rId49"/>
    <p:sldId id="299" r:id="rId50"/>
    <p:sldId id="303" r:id="rId51"/>
    <p:sldId id="304" r:id="rId52"/>
    <p:sldId id="309" r:id="rId53"/>
    <p:sldId id="310" r:id="rId54"/>
    <p:sldId id="311" r:id="rId55"/>
    <p:sldId id="342" r:id="rId56"/>
    <p:sldId id="312" r:id="rId57"/>
    <p:sldId id="341" r:id="rId5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9900"/>
    <a:srgbClr val="0080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67" autoAdjust="0"/>
    <p:restoredTop sz="90947" autoAdjust="0"/>
  </p:normalViewPr>
  <p:slideViewPr>
    <p:cSldViewPr>
      <p:cViewPr varScale="1">
        <p:scale>
          <a:sx n="88" d="100"/>
          <a:sy n="88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0.wmf"/><Relationship Id="rId4" Type="http://schemas.openxmlformats.org/officeDocument/2006/relationships/image" Target="../media/image5.wmf"/><Relationship Id="rId9" Type="http://schemas.openxmlformats.org/officeDocument/2006/relationships/image" Target="../media/image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0.wmf"/><Relationship Id="rId4" Type="http://schemas.openxmlformats.org/officeDocument/2006/relationships/image" Target="../media/image5.wmf"/><Relationship Id="rId9" Type="http://schemas.openxmlformats.org/officeDocument/2006/relationships/image" Target="../media/image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image" Target="../media/image1.wmf"/><Relationship Id="rId1" Type="http://schemas.openxmlformats.org/officeDocument/2006/relationships/image" Target="../media/image13.wmf"/><Relationship Id="rId6" Type="http://schemas.openxmlformats.org/officeDocument/2006/relationships/image" Target="../media/image5.wmf"/><Relationship Id="rId11" Type="http://schemas.openxmlformats.org/officeDocument/2006/relationships/image" Target="../media/image17.wmf"/><Relationship Id="rId5" Type="http://schemas.openxmlformats.org/officeDocument/2006/relationships/image" Target="../media/image4.wmf"/><Relationship Id="rId10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image" Target="../media/image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image" Target="../media/image1.wmf"/><Relationship Id="rId1" Type="http://schemas.openxmlformats.org/officeDocument/2006/relationships/image" Target="../media/image12.wmf"/><Relationship Id="rId6" Type="http://schemas.openxmlformats.org/officeDocument/2006/relationships/image" Target="../media/image5.wmf"/><Relationship Id="rId11" Type="http://schemas.openxmlformats.org/officeDocument/2006/relationships/image" Target="../media/image18.wmf"/><Relationship Id="rId5" Type="http://schemas.openxmlformats.org/officeDocument/2006/relationships/image" Target="../media/image4.wmf"/><Relationship Id="rId10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image" Target="../media/image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5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.wmf"/><Relationship Id="rId7" Type="http://schemas.openxmlformats.org/officeDocument/2006/relationships/image" Target="../media/image7.wmf"/><Relationship Id="rId2" Type="http://schemas.openxmlformats.org/officeDocument/2006/relationships/image" Target="../media/image1.wmf"/><Relationship Id="rId1" Type="http://schemas.openxmlformats.org/officeDocument/2006/relationships/image" Target="../media/image16.wmf"/><Relationship Id="rId6" Type="http://schemas.openxmlformats.org/officeDocument/2006/relationships/image" Target="../media/image6.wmf"/><Relationship Id="rId11" Type="http://schemas.openxmlformats.org/officeDocument/2006/relationships/image" Target="../media/image5.wmf"/><Relationship Id="rId5" Type="http://schemas.openxmlformats.org/officeDocument/2006/relationships/image" Target="../media/image4.wmf"/><Relationship Id="rId10" Type="http://schemas.openxmlformats.org/officeDocument/2006/relationships/image" Target="../media/image19.wmf"/><Relationship Id="rId4" Type="http://schemas.openxmlformats.org/officeDocument/2006/relationships/image" Target="../media/image3.wmf"/><Relationship Id="rId9" Type="http://schemas.openxmlformats.org/officeDocument/2006/relationships/image" Target="../media/image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image" Target="../media/image1.wmf"/><Relationship Id="rId1" Type="http://schemas.openxmlformats.org/officeDocument/2006/relationships/image" Target="../media/image14.wmf"/><Relationship Id="rId6" Type="http://schemas.openxmlformats.org/officeDocument/2006/relationships/image" Target="../media/image5.wmf"/><Relationship Id="rId11" Type="http://schemas.openxmlformats.org/officeDocument/2006/relationships/image" Target="../media/image20.wmf"/><Relationship Id="rId5" Type="http://schemas.openxmlformats.org/officeDocument/2006/relationships/image" Target="../media/image4.wmf"/><Relationship Id="rId10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image" Target="../media/image8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1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2.wmf"/><Relationship Id="rId4" Type="http://schemas.openxmlformats.org/officeDocument/2006/relationships/image" Target="../media/image5.wmf"/><Relationship Id="rId9" Type="http://schemas.openxmlformats.org/officeDocument/2006/relationships/image" Target="../media/image1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22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23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12" Type="http://schemas.openxmlformats.org/officeDocument/2006/relationships/image" Target="../media/image25.wmf"/><Relationship Id="rId2" Type="http://schemas.openxmlformats.org/officeDocument/2006/relationships/image" Target="../media/image1.wmf"/><Relationship Id="rId1" Type="http://schemas.openxmlformats.org/officeDocument/2006/relationships/image" Target="../media/image14.wmf"/><Relationship Id="rId6" Type="http://schemas.openxmlformats.org/officeDocument/2006/relationships/image" Target="../media/image5.wmf"/><Relationship Id="rId11" Type="http://schemas.openxmlformats.org/officeDocument/2006/relationships/image" Target="../media/image24.wmf"/><Relationship Id="rId5" Type="http://schemas.openxmlformats.org/officeDocument/2006/relationships/image" Target="../media/image4.wmf"/><Relationship Id="rId10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image" Target="../media/image8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7.wmf"/><Relationship Id="rId11" Type="http://schemas.openxmlformats.org/officeDocument/2006/relationships/image" Target="../media/image3.wmf"/><Relationship Id="rId5" Type="http://schemas.openxmlformats.org/officeDocument/2006/relationships/image" Target="../media/image6.wmf"/><Relationship Id="rId10" Type="http://schemas.openxmlformats.org/officeDocument/2006/relationships/image" Target="../media/image2.wmf"/><Relationship Id="rId4" Type="http://schemas.openxmlformats.org/officeDocument/2006/relationships/image" Target="../media/image5.wmf"/><Relationship Id="rId9" Type="http://schemas.openxmlformats.org/officeDocument/2006/relationships/image" Target="../media/image1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28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3.wmf"/><Relationship Id="rId4" Type="http://schemas.openxmlformats.org/officeDocument/2006/relationships/image" Target="../media/image6.wmf"/><Relationship Id="rId9" Type="http://schemas.openxmlformats.org/officeDocument/2006/relationships/image" Target="../media/image2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image" Target="../media/image1.wmf"/><Relationship Id="rId1" Type="http://schemas.openxmlformats.org/officeDocument/2006/relationships/image" Target="../media/image29.wmf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10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image" Target="../media/image8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30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25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41.wmf"/><Relationship Id="rId2" Type="http://schemas.openxmlformats.org/officeDocument/2006/relationships/image" Target="../media/image2.wmf"/><Relationship Id="rId1" Type="http://schemas.openxmlformats.org/officeDocument/2006/relationships/image" Target="../media/image30.wmf"/><Relationship Id="rId6" Type="http://schemas.openxmlformats.org/officeDocument/2006/relationships/image" Target="../media/image6.wmf"/><Relationship Id="rId11" Type="http://schemas.openxmlformats.org/officeDocument/2006/relationships/image" Target="../media/image40.wmf"/><Relationship Id="rId5" Type="http://schemas.openxmlformats.org/officeDocument/2006/relationships/image" Target="../media/image5.wmf"/><Relationship Id="rId10" Type="http://schemas.openxmlformats.org/officeDocument/2006/relationships/image" Target="../media/image1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33.wmf"/><Relationship Id="rId7" Type="http://schemas.openxmlformats.org/officeDocument/2006/relationships/image" Target="../media/image45.wmf"/><Relationship Id="rId2" Type="http://schemas.openxmlformats.org/officeDocument/2006/relationships/image" Target="../media/image35.wmf"/><Relationship Id="rId1" Type="http://schemas.openxmlformats.org/officeDocument/2006/relationships/image" Target="../media/image42.wmf"/><Relationship Id="rId6" Type="http://schemas.openxmlformats.org/officeDocument/2006/relationships/image" Target="../media/image44.wmf"/><Relationship Id="rId5" Type="http://schemas.openxmlformats.org/officeDocument/2006/relationships/image" Target="../media/image34.wmf"/><Relationship Id="rId10" Type="http://schemas.openxmlformats.org/officeDocument/2006/relationships/image" Target="../media/image48.wmf"/><Relationship Id="rId4" Type="http://schemas.openxmlformats.org/officeDocument/2006/relationships/image" Target="../media/image43.wmf"/><Relationship Id="rId9" Type="http://schemas.openxmlformats.org/officeDocument/2006/relationships/image" Target="../media/image47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49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50.wmf"/><Relationship Id="rId5" Type="http://schemas.openxmlformats.org/officeDocument/2006/relationships/image" Target="../media/image5.wmf"/><Relationship Id="rId10" Type="http://schemas.openxmlformats.org/officeDocument/2006/relationships/image" Target="../media/image53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55.wmf"/><Relationship Id="rId5" Type="http://schemas.openxmlformats.org/officeDocument/2006/relationships/image" Target="../media/image5.wmf"/><Relationship Id="rId10" Type="http://schemas.openxmlformats.org/officeDocument/2006/relationships/image" Target="../media/image54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image" Target="../media/image55.wmf"/><Relationship Id="rId1" Type="http://schemas.openxmlformats.org/officeDocument/2006/relationships/image" Target="../media/image11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57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9.wmf"/><Relationship Id="rId6" Type="http://schemas.openxmlformats.org/officeDocument/2006/relationships/image" Target="../media/image6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61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6.wmf"/><Relationship Id="rId7" Type="http://schemas.openxmlformats.org/officeDocument/2006/relationships/image" Target="../media/image2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1.wmf"/><Relationship Id="rId5" Type="http://schemas.openxmlformats.org/officeDocument/2006/relationships/image" Target="../media/image9.wmf"/><Relationship Id="rId4" Type="http://schemas.openxmlformats.org/officeDocument/2006/relationships/image" Target="../media/image7.wmf"/><Relationship Id="rId9" Type="http://schemas.openxmlformats.org/officeDocument/2006/relationships/image" Target="../media/image4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55.wmf"/><Relationship Id="rId1" Type="http://schemas.openxmlformats.org/officeDocument/2006/relationships/image" Target="../media/image71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65.wmf"/><Relationship Id="rId4" Type="http://schemas.openxmlformats.org/officeDocument/2006/relationships/image" Target="../media/image63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7.wmf"/><Relationship Id="rId7" Type="http://schemas.openxmlformats.org/officeDocument/2006/relationships/image" Target="../media/image4.wmf"/><Relationship Id="rId2" Type="http://schemas.openxmlformats.org/officeDocument/2006/relationships/image" Target="../media/image6.wmf"/><Relationship Id="rId1" Type="http://schemas.openxmlformats.org/officeDocument/2006/relationships/image" Target="../media/image76.wmf"/><Relationship Id="rId6" Type="http://schemas.openxmlformats.org/officeDocument/2006/relationships/image" Target="../media/image3.wmf"/><Relationship Id="rId5" Type="http://schemas.openxmlformats.org/officeDocument/2006/relationships/image" Target="../media/image1.wmf"/><Relationship Id="rId4" Type="http://schemas.openxmlformats.org/officeDocument/2006/relationships/image" Target="../media/image9.wmf"/><Relationship Id="rId9" Type="http://schemas.openxmlformats.org/officeDocument/2006/relationships/image" Target="../media/image72.w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8B39440B-31DE-4C90-8120-D69A21D8194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5A5439C3-A15D-4B4F-887E-68C93E02EAE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59624F-207C-4E1E-BFA9-1ADE7BB1080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BB61D6C-FE90-47FB-A3ED-CBB7D292EA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C93A59-FD0F-4500-8A4D-F4BD94E8CA4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311F83-CC63-4D48-99F1-EEC6591DDC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93AC86-C212-47FA-9389-4E135474A9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9FCE74-715D-4E31-B370-D2A20221D8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A0B4C6-2681-4425-8DD5-EB98E9074A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A320C8-1874-48D8-A247-C82798466C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71CABC-1D4D-4581-BDD9-370135EAF0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9EC7B1-C2E6-4A60-8F39-E91A4361AC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E2DACA-A8EA-4A7D-B81E-CE3623FB3F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6FF6B956-389D-4371-B458-FB1F650340D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11.bin"/><Relationship Id="rId18" Type="http://schemas.openxmlformats.org/officeDocument/2006/relationships/oleObject" Target="../embeddings/oleObject1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0.bin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1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oleObject" Target="../embeddings/oleObject27.bin"/><Relationship Id="rId18" Type="http://schemas.openxmlformats.org/officeDocument/2006/relationships/oleObject" Target="../embeddings/oleObject32.bin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1.bin"/><Relationship Id="rId12" Type="http://schemas.openxmlformats.org/officeDocument/2006/relationships/oleObject" Target="../embeddings/oleObject26.bin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4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0.bin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9.bin"/><Relationship Id="rId10" Type="http://schemas.openxmlformats.org/officeDocument/2006/relationships/oleObject" Target="../embeddings/oleObject24.bin"/><Relationship Id="rId19" Type="http://schemas.openxmlformats.org/officeDocument/2006/relationships/oleObject" Target="../embeddings/oleObject33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Relationship Id="rId14" Type="http://schemas.openxmlformats.org/officeDocument/2006/relationships/oleObject" Target="../embeddings/oleObject28.bin"/><Relationship Id="rId22" Type="http://schemas.openxmlformats.org/officeDocument/2006/relationships/oleObject" Target="../embeddings/oleObject3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oleObject" Target="../embeddings/oleObject47.bin"/><Relationship Id="rId18" Type="http://schemas.openxmlformats.org/officeDocument/2006/relationships/oleObject" Target="../embeddings/oleObject52.bin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41.bin"/><Relationship Id="rId12" Type="http://schemas.openxmlformats.org/officeDocument/2006/relationships/oleObject" Target="../embeddings/oleObject46.bin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4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0.bin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9.bin"/><Relationship Id="rId10" Type="http://schemas.openxmlformats.org/officeDocument/2006/relationships/oleObject" Target="../embeddings/oleObject44.bin"/><Relationship Id="rId19" Type="http://schemas.openxmlformats.org/officeDocument/2006/relationships/oleObject" Target="../embeddings/oleObject53.bin"/><Relationship Id="rId4" Type="http://schemas.openxmlformats.org/officeDocument/2006/relationships/oleObject" Target="../embeddings/oleObject38.bin"/><Relationship Id="rId9" Type="http://schemas.openxmlformats.org/officeDocument/2006/relationships/oleObject" Target="../embeddings/oleObject43.bin"/><Relationship Id="rId14" Type="http://schemas.openxmlformats.org/officeDocument/2006/relationships/oleObject" Target="../embeddings/oleObject48.bin"/><Relationship Id="rId22" Type="http://schemas.openxmlformats.org/officeDocument/2006/relationships/oleObject" Target="../embeddings/oleObject5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oleObject" Target="../embeddings/oleObject67.bin"/><Relationship Id="rId18" Type="http://schemas.openxmlformats.org/officeDocument/2006/relationships/oleObject" Target="../embeddings/oleObject72.bin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1.bin"/><Relationship Id="rId12" Type="http://schemas.openxmlformats.org/officeDocument/2006/relationships/oleObject" Target="../embeddings/oleObject66.bin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0.bin"/><Relationship Id="rId20" Type="http://schemas.openxmlformats.org/officeDocument/2006/relationships/oleObject" Target="../embeddings/oleObject74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0.bin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9.bin"/><Relationship Id="rId10" Type="http://schemas.openxmlformats.org/officeDocument/2006/relationships/oleObject" Target="../embeddings/oleObject64.bin"/><Relationship Id="rId19" Type="http://schemas.openxmlformats.org/officeDocument/2006/relationships/oleObject" Target="../embeddings/oleObject73.bin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3.bin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oleObject" Target="../embeddings/oleObject87.bin"/><Relationship Id="rId18" Type="http://schemas.openxmlformats.org/officeDocument/2006/relationships/oleObject" Target="../embeddings/oleObject92.bin"/><Relationship Id="rId3" Type="http://schemas.openxmlformats.org/officeDocument/2006/relationships/oleObject" Target="../embeddings/oleObject77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1.bin"/><Relationship Id="rId12" Type="http://schemas.openxmlformats.org/officeDocument/2006/relationships/oleObject" Target="../embeddings/oleObject86.bin"/><Relationship Id="rId17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0.bin"/><Relationship Id="rId20" Type="http://schemas.openxmlformats.org/officeDocument/2006/relationships/oleObject" Target="../embeddings/oleObject94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0.bin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9.bin"/><Relationship Id="rId10" Type="http://schemas.openxmlformats.org/officeDocument/2006/relationships/oleObject" Target="../embeddings/oleObject84.bin"/><Relationship Id="rId19" Type="http://schemas.openxmlformats.org/officeDocument/2006/relationships/oleObject" Target="../embeddings/oleObject93.bin"/><Relationship Id="rId4" Type="http://schemas.openxmlformats.org/officeDocument/2006/relationships/oleObject" Target="../embeddings/oleObject78.bin"/><Relationship Id="rId9" Type="http://schemas.openxmlformats.org/officeDocument/2006/relationships/oleObject" Target="../embeddings/oleObject83.bin"/><Relationship Id="rId14" Type="http://schemas.openxmlformats.org/officeDocument/2006/relationships/oleObject" Target="../embeddings/oleObject88.bin"/><Relationship Id="rId22" Type="http://schemas.openxmlformats.org/officeDocument/2006/relationships/oleObject" Target="../embeddings/oleObject9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oleObject" Target="../embeddings/oleObject107.bin"/><Relationship Id="rId18" Type="http://schemas.openxmlformats.org/officeDocument/2006/relationships/oleObject" Target="../embeddings/oleObject112.bin"/><Relationship Id="rId3" Type="http://schemas.openxmlformats.org/officeDocument/2006/relationships/oleObject" Target="../embeddings/oleObject97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1.bin"/><Relationship Id="rId12" Type="http://schemas.openxmlformats.org/officeDocument/2006/relationships/oleObject" Target="../embeddings/oleObject106.bin"/><Relationship Id="rId17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0.bin"/><Relationship Id="rId20" Type="http://schemas.openxmlformats.org/officeDocument/2006/relationships/oleObject" Target="../embeddings/oleObject114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0.bin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9.bin"/><Relationship Id="rId10" Type="http://schemas.openxmlformats.org/officeDocument/2006/relationships/oleObject" Target="../embeddings/oleObject104.bin"/><Relationship Id="rId19" Type="http://schemas.openxmlformats.org/officeDocument/2006/relationships/oleObject" Target="../embeddings/oleObject113.bin"/><Relationship Id="rId4" Type="http://schemas.openxmlformats.org/officeDocument/2006/relationships/oleObject" Target="../embeddings/oleObject98.bin"/><Relationship Id="rId9" Type="http://schemas.openxmlformats.org/officeDocument/2006/relationships/oleObject" Target="../embeddings/oleObject103.bin"/><Relationship Id="rId14" Type="http://schemas.openxmlformats.org/officeDocument/2006/relationships/oleObject" Target="../embeddings/oleObject108.bin"/><Relationship Id="rId22" Type="http://schemas.openxmlformats.org/officeDocument/2006/relationships/oleObject" Target="../embeddings/oleObject11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oleObject" Target="../embeddings/oleObject127.bin"/><Relationship Id="rId18" Type="http://schemas.openxmlformats.org/officeDocument/2006/relationships/oleObject" Target="../embeddings/oleObject132.bin"/><Relationship Id="rId3" Type="http://schemas.openxmlformats.org/officeDocument/2006/relationships/oleObject" Target="../embeddings/oleObject117.bin"/><Relationship Id="rId21" Type="http://schemas.openxmlformats.org/officeDocument/2006/relationships/oleObject" Target="../embeddings/oleObject135.bin"/><Relationship Id="rId7" Type="http://schemas.openxmlformats.org/officeDocument/2006/relationships/oleObject" Target="../embeddings/oleObject121.bin"/><Relationship Id="rId12" Type="http://schemas.openxmlformats.org/officeDocument/2006/relationships/oleObject" Target="../embeddings/oleObject126.bin"/><Relationship Id="rId17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4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0.bin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9.bin"/><Relationship Id="rId10" Type="http://schemas.openxmlformats.org/officeDocument/2006/relationships/oleObject" Target="../embeddings/oleObject124.bin"/><Relationship Id="rId19" Type="http://schemas.openxmlformats.org/officeDocument/2006/relationships/oleObject" Target="../embeddings/oleObject133.bin"/><Relationship Id="rId4" Type="http://schemas.openxmlformats.org/officeDocument/2006/relationships/oleObject" Target="../embeddings/oleObject118.bin"/><Relationship Id="rId9" Type="http://schemas.openxmlformats.org/officeDocument/2006/relationships/oleObject" Target="../embeddings/oleObject123.bin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13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oleObject" Target="../embeddings/oleObject147.bin"/><Relationship Id="rId18" Type="http://schemas.openxmlformats.org/officeDocument/2006/relationships/oleObject" Target="../embeddings/oleObject152.bin"/><Relationship Id="rId3" Type="http://schemas.openxmlformats.org/officeDocument/2006/relationships/oleObject" Target="../embeddings/oleObject137.bin"/><Relationship Id="rId21" Type="http://schemas.openxmlformats.org/officeDocument/2006/relationships/oleObject" Target="../embeddings/oleObject155.bin"/><Relationship Id="rId7" Type="http://schemas.openxmlformats.org/officeDocument/2006/relationships/oleObject" Target="../embeddings/oleObject141.bin"/><Relationship Id="rId12" Type="http://schemas.openxmlformats.org/officeDocument/2006/relationships/oleObject" Target="../embeddings/oleObject146.bin"/><Relationship Id="rId17" Type="http://schemas.openxmlformats.org/officeDocument/2006/relationships/oleObject" Target="../embeddings/oleObject15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4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0.bin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9.bin"/><Relationship Id="rId10" Type="http://schemas.openxmlformats.org/officeDocument/2006/relationships/oleObject" Target="../embeddings/oleObject144.bin"/><Relationship Id="rId19" Type="http://schemas.openxmlformats.org/officeDocument/2006/relationships/oleObject" Target="../embeddings/oleObject153.bin"/><Relationship Id="rId4" Type="http://schemas.openxmlformats.org/officeDocument/2006/relationships/oleObject" Target="../embeddings/oleObject138.bin"/><Relationship Id="rId9" Type="http://schemas.openxmlformats.org/officeDocument/2006/relationships/oleObject" Target="../embeddings/oleObject143.bin"/><Relationship Id="rId14" Type="http://schemas.openxmlformats.org/officeDocument/2006/relationships/oleObject" Target="../embeddings/oleObject14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oleObject" Target="../embeddings/oleObject166.bin"/><Relationship Id="rId18" Type="http://schemas.openxmlformats.org/officeDocument/2006/relationships/oleObject" Target="../embeddings/oleObject171.bin"/><Relationship Id="rId3" Type="http://schemas.openxmlformats.org/officeDocument/2006/relationships/oleObject" Target="../embeddings/oleObject156.bin"/><Relationship Id="rId21" Type="http://schemas.openxmlformats.org/officeDocument/2006/relationships/oleObject" Target="../embeddings/oleObject174.bin"/><Relationship Id="rId7" Type="http://schemas.openxmlformats.org/officeDocument/2006/relationships/oleObject" Target="../embeddings/oleObject160.bin"/><Relationship Id="rId12" Type="http://schemas.openxmlformats.org/officeDocument/2006/relationships/oleObject" Target="../embeddings/oleObject165.bin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69.bin"/><Relationship Id="rId20" Type="http://schemas.openxmlformats.org/officeDocument/2006/relationships/oleObject" Target="../embeddings/oleObject173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9.bin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8.bin"/><Relationship Id="rId10" Type="http://schemas.openxmlformats.org/officeDocument/2006/relationships/oleObject" Target="../embeddings/oleObject163.bin"/><Relationship Id="rId19" Type="http://schemas.openxmlformats.org/officeDocument/2006/relationships/oleObject" Target="../embeddings/oleObject172.bin"/><Relationship Id="rId4" Type="http://schemas.openxmlformats.org/officeDocument/2006/relationships/oleObject" Target="../embeddings/oleObject157.bin"/><Relationship Id="rId9" Type="http://schemas.openxmlformats.org/officeDocument/2006/relationships/oleObject" Target="../embeddings/oleObject162.bin"/><Relationship Id="rId14" Type="http://schemas.openxmlformats.org/officeDocument/2006/relationships/oleObject" Target="../embeddings/oleObject16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13" Type="http://schemas.openxmlformats.org/officeDocument/2006/relationships/oleObject" Target="../embeddings/oleObject185.bin"/><Relationship Id="rId18" Type="http://schemas.openxmlformats.org/officeDocument/2006/relationships/oleObject" Target="../embeddings/oleObject190.bin"/><Relationship Id="rId3" Type="http://schemas.openxmlformats.org/officeDocument/2006/relationships/oleObject" Target="../embeddings/oleObject175.bin"/><Relationship Id="rId21" Type="http://schemas.openxmlformats.org/officeDocument/2006/relationships/oleObject" Target="../embeddings/oleObject193.bin"/><Relationship Id="rId7" Type="http://schemas.openxmlformats.org/officeDocument/2006/relationships/oleObject" Target="../embeddings/oleObject179.bin"/><Relationship Id="rId12" Type="http://schemas.openxmlformats.org/officeDocument/2006/relationships/oleObject" Target="../embeddings/oleObject184.bin"/><Relationship Id="rId17" Type="http://schemas.openxmlformats.org/officeDocument/2006/relationships/oleObject" Target="../embeddings/oleObject18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8.bin"/><Relationship Id="rId20" Type="http://schemas.openxmlformats.org/officeDocument/2006/relationships/oleObject" Target="../embeddings/oleObject192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78.bin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7.bin"/><Relationship Id="rId10" Type="http://schemas.openxmlformats.org/officeDocument/2006/relationships/oleObject" Target="../embeddings/oleObject182.bin"/><Relationship Id="rId19" Type="http://schemas.openxmlformats.org/officeDocument/2006/relationships/oleObject" Target="../embeddings/oleObject191.bin"/><Relationship Id="rId4" Type="http://schemas.openxmlformats.org/officeDocument/2006/relationships/oleObject" Target="../embeddings/oleObject176.bin"/><Relationship Id="rId9" Type="http://schemas.openxmlformats.org/officeDocument/2006/relationships/oleObject" Target="../embeddings/oleObject181.bin"/><Relationship Id="rId14" Type="http://schemas.openxmlformats.org/officeDocument/2006/relationships/oleObject" Target="../embeddings/oleObject18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oleObject" Target="../embeddings/oleObject204.bin"/><Relationship Id="rId18" Type="http://schemas.openxmlformats.org/officeDocument/2006/relationships/oleObject" Target="../embeddings/oleObject209.bin"/><Relationship Id="rId3" Type="http://schemas.openxmlformats.org/officeDocument/2006/relationships/oleObject" Target="../embeddings/oleObject194.bin"/><Relationship Id="rId21" Type="http://schemas.openxmlformats.org/officeDocument/2006/relationships/oleObject" Target="../embeddings/oleObject212.bin"/><Relationship Id="rId7" Type="http://schemas.openxmlformats.org/officeDocument/2006/relationships/oleObject" Target="../embeddings/oleObject198.bin"/><Relationship Id="rId12" Type="http://schemas.openxmlformats.org/officeDocument/2006/relationships/oleObject" Target="../embeddings/oleObject203.bin"/><Relationship Id="rId17" Type="http://schemas.openxmlformats.org/officeDocument/2006/relationships/oleObject" Target="../embeddings/oleObject20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7.bin"/><Relationship Id="rId20" Type="http://schemas.openxmlformats.org/officeDocument/2006/relationships/oleObject" Target="../embeddings/oleObject211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97.bin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6.bin"/><Relationship Id="rId10" Type="http://schemas.openxmlformats.org/officeDocument/2006/relationships/oleObject" Target="../embeddings/oleObject201.bin"/><Relationship Id="rId19" Type="http://schemas.openxmlformats.org/officeDocument/2006/relationships/oleObject" Target="../embeddings/oleObject210.bin"/><Relationship Id="rId4" Type="http://schemas.openxmlformats.org/officeDocument/2006/relationships/oleObject" Target="../embeddings/oleObject195.bin"/><Relationship Id="rId9" Type="http://schemas.openxmlformats.org/officeDocument/2006/relationships/oleObject" Target="../embeddings/oleObject200.bin"/><Relationship Id="rId14" Type="http://schemas.openxmlformats.org/officeDocument/2006/relationships/oleObject" Target="../embeddings/oleObject20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oleObject" Target="../embeddings/oleObject223.bin"/><Relationship Id="rId18" Type="http://schemas.openxmlformats.org/officeDocument/2006/relationships/oleObject" Target="../embeddings/oleObject228.bin"/><Relationship Id="rId3" Type="http://schemas.openxmlformats.org/officeDocument/2006/relationships/oleObject" Target="../embeddings/oleObject213.bin"/><Relationship Id="rId21" Type="http://schemas.openxmlformats.org/officeDocument/2006/relationships/oleObject" Target="../embeddings/oleObject231.bin"/><Relationship Id="rId7" Type="http://schemas.openxmlformats.org/officeDocument/2006/relationships/oleObject" Target="../embeddings/oleObject217.bin"/><Relationship Id="rId12" Type="http://schemas.openxmlformats.org/officeDocument/2006/relationships/oleObject" Target="../embeddings/oleObject222.bin"/><Relationship Id="rId17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6.bin"/><Relationship Id="rId20" Type="http://schemas.openxmlformats.org/officeDocument/2006/relationships/oleObject" Target="../embeddings/oleObject230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16.bin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5.bin"/><Relationship Id="rId10" Type="http://schemas.openxmlformats.org/officeDocument/2006/relationships/oleObject" Target="../embeddings/oleObject220.bin"/><Relationship Id="rId19" Type="http://schemas.openxmlformats.org/officeDocument/2006/relationships/oleObject" Target="../embeddings/oleObject229.bin"/><Relationship Id="rId4" Type="http://schemas.openxmlformats.org/officeDocument/2006/relationships/oleObject" Target="../embeddings/oleObject214.bin"/><Relationship Id="rId9" Type="http://schemas.openxmlformats.org/officeDocument/2006/relationships/oleObject" Target="../embeddings/oleObject219.bin"/><Relationship Id="rId14" Type="http://schemas.openxmlformats.org/officeDocument/2006/relationships/oleObject" Target="../embeddings/oleObject22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13" Type="http://schemas.openxmlformats.org/officeDocument/2006/relationships/oleObject" Target="../embeddings/oleObject242.bin"/><Relationship Id="rId18" Type="http://schemas.openxmlformats.org/officeDocument/2006/relationships/oleObject" Target="../embeddings/oleObject247.bin"/><Relationship Id="rId3" Type="http://schemas.openxmlformats.org/officeDocument/2006/relationships/oleObject" Target="../embeddings/oleObject232.bin"/><Relationship Id="rId7" Type="http://schemas.openxmlformats.org/officeDocument/2006/relationships/oleObject" Target="../embeddings/oleObject236.bin"/><Relationship Id="rId12" Type="http://schemas.openxmlformats.org/officeDocument/2006/relationships/oleObject" Target="../embeddings/oleObject241.bin"/><Relationship Id="rId17" Type="http://schemas.openxmlformats.org/officeDocument/2006/relationships/oleObject" Target="../embeddings/oleObject246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45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35.bin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4.bin"/><Relationship Id="rId15" Type="http://schemas.openxmlformats.org/officeDocument/2006/relationships/oleObject" Target="../embeddings/oleObject244.bin"/><Relationship Id="rId10" Type="http://schemas.openxmlformats.org/officeDocument/2006/relationships/oleObject" Target="../embeddings/oleObject239.bin"/><Relationship Id="rId19" Type="http://schemas.openxmlformats.org/officeDocument/2006/relationships/oleObject" Target="../embeddings/oleObject248.bin"/><Relationship Id="rId4" Type="http://schemas.openxmlformats.org/officeDocument/2006/relationships/oleObject" Target="../embeddings/oleObject233.bin"/><Relationship Id="rId9" Type="http://schemas.openxmlformats.org/officeDocument/2006/relationships/oleObject" Target="../embeddings/oleObject238.bin"/><Relationship Id="rId14" Type="http://schemas.openxmlformats.org/officeDocument/2006/relationships/oleObject" Target="../embeddings/oleObject24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4.bin"/><Relationship Id="rId13" Type="http://schemas.openxmlformats.org/officeDocument/2006/relationships/oleObject" Target="../embeddings/oleObject259.bin"/><Relationship Id="rId18" Type="http://schemas.openxmlformats.org/officeDocument/2006/relationships/oleObject" Target="../embeddings/oleObject264.bin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3.bin"/><Relationship Id="rId12" Type="http://schemas.openxmlformats.org/officeDocument/2006/relationships/oleObject" Target="../embeddings/oleObject258.bin"/><Relationship Id="rId17" Type="http://schemas.openxmlformats.org/officeDocument/2006/relationships/oleObject" Target="../embeddings/oleObject26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2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52.bin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1.bin"/><Relationship Id="rId15" Type="http://schemas.openxmlformats.org/officeDocument/2006/relationships/oleObject" Target="../embeddings/oleObject261.bin"/><Relationship Id="rId10" Type="http://schemas.openxmlformats.org/officeDocument/2006/relationships/oleObject" Target="../embeddings/oleObject256.bin"/><Relationship Id="rId19" Type="http://schemas.openxmlformats.org/officeDocument/2006/relationships/oleObject" Target="../embeddings/oleObject265.bin"/><Relationship Id="rId4" Type="http://schemas.openxmlformats.org/officeDocument/2006/relationships/oleObject" Target="../embeddings/oleObject250.bin"/><Relationship Id="rId9" Type="http://schemas.openxmlformats.org/officeDocument/2006/relationships/oleObject" Target="../embeddings/oleObject255.bin"/><Relationship Id="rId14" Type="http://schemas.openxmlformats.org/officeDocument/2006/relationships/oleObject" Target="../embeddings/oleObject26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1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70.bin"/><Relationship Id="rId12" Type="http://schemas.openxmlformats.org/officeDocument/2006/relationships/oleObject" Target="../embeddings/oleObject27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69.bin"/><Relationship Id="rId11" Type="http://schemas.openxmlformats.org/officeDocument/2006/relationships/oleObject" Target="../embeddings/oleObject274.bin"/><Relationship Id="rId5" Type="http://schemas.openxmlformats.org/officeDocument/2006/relationships/oleObject" Target="../embeddings/oleObject268.bin"/><Relationship Id="rId10" Type="http://schemas.openxmlformats.org/officeDocument/2006/relationships/oleObject" Target="../embeddings/oleObject273.bin"/><Relationship Id="rId4" Type="http://schemas.openxmlformats.org/officeDocument/2006/relationships/oleObject" Target="../embeddings/oleObject267.bin"/><Relationship Id="rId9" Type="http://schemas.openxmlformats.org/officeDocument/2006/relationships/oleObject" Target="../embeddings/oleObject27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1.bin"/><Relationship Id="rId3" Type="http://schemas.openxmlformats.org/officeDocument/2006/relationships/oleObject" Target="../embeddings/oleObject276.bin"/><Relationship Id="rId7" Type="http://schemas.openxmlformats.org/officeDocument/2006/relationships/oleObject" Target="../embeddings/oleObject280.bin"/><Relationship Id="rId12" Type="http://schemas.openxmlformats.org/officeDocument/2006/relationships/oleObject" Target="../embeddings/oleObject2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79.bin"/><Relationship Id="rId11" Type="http://schemas.openxmlformats.org/officeDocument/2006/relationships/oleObject" Target="../embeddings/oleObject284.bin"/><Relationship Id="rId5" Type="http://schemas.openxmlformats.org/officeDocument/2006/relationships/oleObject" Target="../embeddings/oleObject278.bin"/><Relationship Id="rId10" Type="http://schemas.openxmlformats.org/officeDocument/2006/relationships/oleObject" Target="../embeddings/oleObject283.bin"/><Relationship Id="rId4" Type="http://schemas.openxmlformats.org/officeDocument/2006/relationships/oleObject" Target="../embeddings/oleObject277.bin"/><Relationship Id="rId9" Type="http://schemas.openxmlformats.org/officeDocument/2006/relationships/oleObject" Target="../embeddings/oleObject28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1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90.bin"/><Relationship Id="rId12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89.bin"/><Relationship Id="rId11" Type="http://schemas.openxmlformats.org/officeDocument/2006/relationships/oleObject" Target="../embeddings/oleObject294.bin"/><Relationship Id="rId5" Type="http://schemas.openxmlformats.org/officeDocument/2006/relationships/oleObject" Target="../embeddings/oleObject288.bin"/><Relationship Id="rId10" Type="http://schemas.openxmlformats.org/officeDocument/2006/relationships/oleObject" Target="../embeddings/oleObject293.bin"/><Relationship Id="rId4" Type="http://schemas.openxmlformats.org/officeDocument/2006/relationships/oleObject" Target="../embeddings/oleObject287.bin"/><Relationship Id="rId9" Type="http://schemas.openxmlformats.org/officeDocument/2006/relationships/oleObject" Target="../embeddings/oleObject29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1.bin"/><Relationship Id="rId3" Type="http://schemas.openxmlformats.org/officeDocument/2006/relationships/oleObject" Target="../embeddings/oleObject296.bin"/><Relationship Id="rId7" Type="http://schemas.openxmlformats.org/officeDocument/2006/relationships/oleObject" Target="../embeddings/oleObject300.bin"/><Relationship Id="rId12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99.bin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298.bin"/><Relationship Id="rId10" Type="http://schemas.openxmlformats.org/officeDocument/2006/relationships/oleObject" Target="../embeddings/oleObject303.bin"/><Relationship Id="rId4" Type="http://schemas.openxmlformats.org/officeDocument/2006/relationships/oleObject" Target="../embeddings/oleObject297.bin"/><Relationship Id="rId9" Type="http://schemas.openxmlformats.org/officeDocument/2006/relationships/oleObject" Target="../embeddings/oleObject30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3" Type="http://schemas.openxmlformats.org/officeDocument/2006/relationships/oleObject" Target="../embeddings/oleObject306.bin"/><Relationship Id="rId7" Type="http://schemas.openxmlformats.org/officeDocument/2006/relationships/oleObject" Target="../embeddings/oleObject310.bin"/><Relationship Id="rId12" Type="http://schemas.openxmlformats.org/officeDocument/2006/relationships/oleObject" Target="../embeddings/oleObject3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09.bin"/><Relationship Id="rId11" Type="http://schemas.openxmlformats.org/officeDocument/2006/relationships/oleObject" Target="../embeddings/oleObject314.bin"/><Relationship Id="rId5" Type="http://schemas.openxmlformats.org/officeDocument/2006/relationships/oleObject" Target="../embeddings/oleObject308.bin"/><Relationship Id="rId10" Type="http://schemas.openxmlformats.org/officeDocument/2006/relationships/oleObject" Target="../embeddings/oleObject313.bin"/><Relationship Id="rId4" Type="http://schemas.openxmlformats.org/officeDocument/2006/relationships/oleObject" Target="../embeddings/oleObject307.bin"/><Relationship Id="rId9" Type="http://schemas.openxmlformats.org/officeDocument/2006/relationships/oleObject" Target="../embeddings/oleObject31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1.bin"/><Relationship Id="rId3" Type="http://schemas.openxmlformats.org/officeDocument/2006/relationships/oleObject" Target="../embeddings/oleObject316.bin"/><Relationship Id="rId7" Type="http://schemas.openxmlformats.org/officeDocument/2006/relationships/oleObject" Target="../embeddings/oleObject320.bin"/><Relationship Id="rId12" Type="http://schemas.openxmlformats.org/officeDocument/2006/relationships/oleObject" Target="../embeddings/oleObject32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19.bin"/><Relationship Id="rId11" Type="http://schemas.openxmlformats.org/officeDocument/2006/relationships/oleObject" Target="../embeddings/oleObject324.bin"/><Relationship Id="rId5" Type="http://schemas.openxmlformats.org/officeDocument/2006/relationships/oleObject" Target="../embeddings/oleObject318.bin"/><Relationship Id="rId10" Type="http://schemas.openxmlformats.org/officeDocument/2006/relationships/oleObject" Target="../embeddings/oleObject323.bin"/><Relationship Id="rId4" Type="http://schemas.openxmlformats.org/officeDocument/2006/relationships/oleObject" Target="../embeddings/oleObject317.bin"/><Relationship Id="rId9" Type="http://schemas.openxmlformats.org/officeDocument/2006/relationships/oleObject" Target="../embeddings/oleObject32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1.bin"/><Relationship Id="rId3" Type="http://schemas.openxmlformats.org/officeDocument/2006/relationships/oleObject" Target="../embeddings/oleObject326.bin"/><Relationship Id="rId7" Type="http://schemas.openxmlformats.org/officeDocument/2006/relationships/oleObject" Target="../embeddings/oleObject330.bin"/><Relationship Id="rId12" Type="http://schemas.openxmlformats.org/officeDocument/2006/relationships/oleObject" Target="../embeddings/oleObject3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29.bin"/><Relationship Id="rId11" Type="http://schemas.openxmlformats.org/officeDocument/2006/relationships/oleObject" Target="../embeddings/oleObject334.bin"/><Relationship Id="rId5" Type="http://schemas.openxmlformats.org/officeDocument/2006/relationships/oleObject" Target="../embeddings/oleObject328.bin"/><Relationship Id="rId10" Type="http://schemas.openxmlformats.org/officeDocument/2006/relationships/oleObject" Target="../embeddings/oleObject333.bin"/><Relationship Id="rId4" Type="http://schemas.openxmlformats.org/officeDocument/2006/relationships/oleObject" Target="../embeddings/oleObject327.bin"/><Relationship Id="rId9" Type="http://schemas.openxmlformats.org/officeDocument/2006/relationships/oleObject" Target="../embeddings/oleObject33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1.bin"/><Relationship Id="rId3" Type="http://schemas.openxmlformats.org/officeDocument/2006/relationships/oleObject" Target="../embeddings/oleObject336.bin"/><Relationship Id="rId7" Type="http://schemas.openxmlformats.org/officeDocument/2006/relationships/oleObject" Target="../embeddings/oleObject340.bin"/><Relationship Id="rId12" Type="http://schemas.openxmlformats.org/officeDocument/2006/relationships/oleObject" Target="../embeddings/oleObject3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39.bin"/><Relationship Id="rId11" Type="http://schemas.openxmlformats.org/officeDocument/2006/relationships/oleObject" Target="../embeddings/oleObject344.bin"/><Relationship Id="rId5" Type="http://schemas.openxmlformats.org/officeDocument/2006/relationships/oleObject" Target="../embeddings/oleObject338.bin"/><Relationship Id="rId10" Type="http://schemas.openxmlformats.org/officeDocument/2006/relationships/oleObject" Target="../embeddings/oleObject343.bin"/><Relationship Id="rId4" Type="http://schemas.openxmlformats.org/officeDocument/2006/relationships/oleObject" Target="../embeddings/oleObject337.bin"/><Relationship Id="rId9" Type="http://schemas.openxmlformats.org/officeDocument/2006/relationships/oleObject" Target="../embeddings/oleObject34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1.bin"/><Relationship Id="rId3" Type="http://schemas.openxmlformats.org/officeDocument/2006/relationships/oleObject" Target="../embeddings/oleObject346.bin"/><Relationship Id="rId7" Type="http://schemas.openxmlformats.org/officeDocument/2006/relationships/oleObject" Target="../embeddings/oleObject350.bin"/><Relationship Id="rId12" Type="http://schemas.openxmlformats.org/officeDocument/2006/relationships/oleObject" Target="../embeddings/oleObject3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49.bin"/><Relationship Id="rId11" Type="http://schemas.openxmlformats.org/officeDocument/2006/relationships/oleObject" Target="../embeddings/oleObject354.bin"/><Relationship Id="rId5" Type="http://schemas.openxmlformats.org/officeDocument/2006/relationships/oleObject" Target="../embeddings/oleObject348.bin"/><Relationship Id="rId10" Type="http://schemas.openxmlformats.org/officeDocument/2006/relationships/oleObject" Target="../embeddings/oleObject353.bin"/><Relationship Id="rId4" Type="http://schemas.openxmlformats.org/officeDocument/2006/relationships/oleObject" Target="../embeddings/oleObject347.bin"/><Relationship Id="rId9" Type="http://schemas.openxmlformats.org/officeDocument/2006/relationships/oleObject" Target="../embeddings/oleObject35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1.bin"/><Relationship Id="rId3" Type="http://schemas.openxmlformats.org/officeDocument/2006/relationships/oleObject" Target="../embeddings/oleObject356.bin"/><Relationship Id="rId7" Type="http://schemas.openxmlformats.org/officeDocument/2006/relationships/oleObject" Target="../embeddings/oleObject360.bin"/><Relationship Id="rId12" Type="http://schemas.openxmlformats.org/officeDocument/2006/relationships/oleObject" Target="../embeddings/oleObject3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59.bin"/><Relationship Id="rId11" Type="http://schemas.openxmlformats.org/officeDocument/2006/relationships/oleObject" Target="../embeddings/oleObject364.bin"/><Relationship Id="rId5" Type="http://schemas.openxmlformats.org/officeDocument/2006/relationships/oleObject" Target="../embeddings/oleObject358.bin"/><Relationship Id="rId10" Type="http://schemas.openxmlformats.org/officeDocument/2006/relationships/oleObject" Target="../embeddings/oleObject363.bin"/><Relationship Id="rId4" Type="http://schemas.openxmlformats.org/officeDocument/2006/relationships/oleObject" Target="../embeddings/oleObject357.bin"/><Relationship Id="rId9" Type="http://schemas.openxmlformats.org/officeDocument/2006/relationships/oleObject" Target="../embeddings/oleObject36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1.bin"/><Relationship Id="rId3" Type="http://schemas.openxmlformats.org/officeDocument/2006/relationships/oleObject" Target="../embeddings/oleObject366.bin"/><Relationship Id="rId7" Type="http://schemas.openxmlformats.org/officeDocument/2006/relationships/oleObject" Target="../embeddings/oleObject3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69.bin"/><Relationship Id="rId5" Type="http://schemas.openxmlformats.org/officeDocument/2006/relationships/oleObject" Target="../embeddings/oleObject368.bin"/><Relationship Id="rId4" Type="http://schemas.openxmlformats.org/officeDocument/2006/relationships/oleObject" Target="../embeddings/oleObject36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7.bin"/><Relationship Id="rId13" Type="http://schemas.openxmlformats.org/officeDocument/2006/relationships/oleObject" Target="../embeddings/oleObject382.bin"/><Relationship Id="rId18" Type="http://schemas.openxmlformats.org/officeDocument/2006/relationships/oleObject" Target="../embeddings/oleObject387.bin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6.bin"/><Relationship Id="rId12" Type="http://schemas.openxmlformats.org/officeDocument/2006/relationships/oleObject" Target="../embeddings/oleObject381.bin"/><Relationship Id="rId17" Type="http://schemas.openxmlformats.org/officeDocument/2006/relationships/oleObject" Target="../embeddings/oleObject386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85.bin"/><Relationship Id="rId20" Type="http://schemas.openxmlformats.org/officeDocument/2006/relationships/oleObject" Target="../embeddings/oleObject389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75.bin"/><Relationship Id="rId11" Type="http://schemas.openxmlformats.org/officeDocument/2006/relationships/oleObject" Target="../embeddings/oleObject380.bin"/><Relationship Id="rId5" Type="http://schemas.openxmlformats.org/officeDocument/2006/relationships/oleObject" Target="../embeddings/oleObject374.bin"/><Relationship Id="rId15" Type="http://schemas.openxmlformats.org/officeDocument/2006/relationships/oleObject" Target="../embeddings/oleObject384.bin"/><Relationship Id="rId10" Type="http://schemas.openxmlformats.org/officeDocument/2006/relationships/oleObject" Target="../embeddings/oleObject379.bin"/><Relationship Id="rId19" Type="http://schemas.openxmlformats.org/officeDocument/2006/relationships/oleObject" Target="../embeddings/oleObject388.bin"/><Relationship Id="rId4" Type="http://schemas.openxmlformats.org/officeDocument/2006/relationships/oleObject" Target="../embeddings/oleObject373.bin"/><Relationship Id="rId9" Type="http://schemas.openxmlformats.org/officeDocument/2006/relationships/oleObject" Target="../embeddings/oleObject378.bin"/><Relationship Id="rId14" Type="http://schemas.openxmlformats.org/officeDocument/2006/relationships/oleObject" Target="../embeddings/oleObject38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5.bin"/><Relationship Id="rId13" Type="http://schemas.openxmlformats.org/officeDocument/2006/relationships/oleObject" Target="../embeddings/oleObject400.bin"/><Relationship Id="rId18" Type="http://schemas.openxmlformats.org/officeDocument/2006/relationships/oleObject" Target="../embeddings/oleObject405.bin"/><Relationship Id="rId3" Type="http://schemas.openxmlformats.org/officeDocument/2006/relationships/oleObject" Target="../embeddings/oleObject390.bin"/><Relationship Id="rId7" Type="http://schemas.openxmlformats.org/officeDocument/2006/relationships/oleObject" Target="../embeddings/oleObject394.bin"/><Relationship Id="rId12" Type="http://schemas.openxmlformats.org/officeDocument/2006/relationships/oleObject" Target="../embeddings/oleObject399.bin"/><Relationship Id="rId17" Type="http://schemas.openxmlformats.org/officeDocument/2006/relationships/oleObject" Target="../embeddings/oleObject40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03.bin"/><Relationship Id="rId20" Type="http://schemas.openxmlformats.org/officeDocument/2006/relationships/oleObject" Target="../embeddings/oleObject407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93.bin"/><Relationship Id="rId11" Type="http://schemas.openxmlformats.org/officeDocument/2006/relationships/oleObject" Target="../embeddings/oleObject398.bin"/><Relationship Id="rId5" Type="http://schemas.openxmlformats.org/officeDocument/2006/relationships/oleObject" Target="../embeddings/oleObject392.bin"/><Relationship Id="rId15" Type="http://schemas.openxmlformats.org/officeDocument/2006/relationships/oleObject" Target="../embeddings/oleObject402.bin"/><Relationship Id="rId10" Type="http://schemas.openxmlformats.org/officeDocument/2006/relationships/oleObject" Target="../embeddings/oleObject397.bin"/><Relationship Id="rId19" Type="http://schemas.openxmlformats.org/officeDocument/2006/relationships/oleObject" Target="../embeddings/oleObject406.bin"/><Relationship Id="rId4" Type="http://schemas.openxmlformats.org/officeDocument/2006/relationships/oleObject" Target="../embeddings/oleObject391.bin"/><Relationship Id="rId9" Type="http://schemas.openxmlformats.org/officeDocument/2006/relationships/oleObject" Target="../embeddings/oleObject396.bin"/><Relationship Id="rId14" Type="http://schemas.openxmlformats.org/officeDocument/2006/relationships/oleObject" Target="../embeddings/oleObject40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3.bin"/><Relationship Id="rId13" Type="http://schemas.openxmlformats.org/officeDocument/2006/relationships/oleObject" Target="../embeddings/oleObject418.bin"/><Relationship Id="rId18" Type="http://schemas.openxmlformats.org/officeDocument/2006/relationships/oleObject" Target="../embeddings/oleObject423.bin"/><Relationship Id="rId3" Type="http://schemas.openxmlformats.org/officeDocument/2006/relationships/oleObject" Target="../embeddings/oleObject408.bin"/><Relationship Id="rId7" Type="http://schemas.openxmlformats.org/officeDocument/2006/relationships/oleObject" Target="../embeddings/oleObject412.bin"/><Relationship Id="rId12" Type="http://schemas.openxmlformats.org/officeDocument/2006/relationships/oleObject" Target="../embeddings/oleObject417.bin"/><Relationship Id="rId17" Type="http://schemas.openxmlformats.org/officeDocument/2006/relationships/oleObject" Target="../embeddings/oleObject42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21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411.bin"/><Relationship Id="rId11" Type="http://schemas.openxmlformats.org/officeDocument/2006/relationships/oleObject" Target="../embeddings/oleObject416.bin"/><Relationship Id="rId5" Type="http://schemas.openxmlformats.org/officeDocument/2006/relationships/oleObject" Target="../embeddings/oleObject410.bin"/><Relationship Id="rId15" Type="http://schemas.openxmlformats.org/officeDocument/2006/relationships/oleObject" Target="../embeddings/oleObject420.bin"/><Relationship Id="rId10" Type="http://schemas.openxmlformats.org/officeDocument/2006/relationships/oleObject" Target="../embeddings/oleObject415.bin"/><Relationship Id="rId19" Type="http://schemas.openxmlformats.org/officeDocument/2006/relationships/oleObject" Target="../embeddings/oleObject424.bin"/><Relationship Id="rId4" Type="http://schemas.openxmlformats.org/officeDocument/2006/relationships/oleObject" Target="../embeddings/oleObject409.bin"/><Relationship Id="rId9" Type="http://schemas.openxmlformats.org/officeDocument/2006/relationships/oleObject" Target="../embeddings/oleObject414.bin"/><Relationship Id="rId14" Type="http://schemas.openxmlformats.org/officeDocument/2006/relationships/oleObject" Target="../embeddings/oleObject41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0.bin"/><Relationship Id="rId13" Type="http://schemas.openxmlformats.org/officeDocument/2006/relationships/oleObject" Target="../embeddings/oleObject435.bin"/><Relationship Id="rId18" Type="http://schemas.openxmlformats.org/officeDocument/2006/relationships/oleObject" Target="../embeddings/oleObject440.bin"/><Relationship Id="rId3" Type="http://schemas.openxmlformats.org/officeDocument/2006/relationships/oleObject" Target="../embeddings/oleObject425.bin"/><Relationship Id="rId7" Type="http://schemas.openxmlformats.org/officeDocument/2006/relationships/oleObject" Target="../embeddings/oleObject429.bin"/><Relationship Id="rId12" Type="http://schemas.openxmlformats.org/officeDocument/2006/relationships/oleObject" Target="../embeddings/oleObject434.bin"/><Relationship Id="rId17" Type="http://schemas.openxmlformats.org/officeDocument/2006/relationships/oleObject" Target="../embeddings/oleObject43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38.bin"/><Relationship Id="rId20" Type="http://schemas.openxmlformats.org/officeDocument/2006/relationships/oleObject" Target="../embeddings/oleObject442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28.bin"/><Relationship Id="rId11" Type="http://schemas.openxmlformats.org/officeDocument/2006/relationships/oleObject" Target="../embeddings/oleObject433.bin"/><Relationship Id="rId5" Type="http://schemas.openxmlformats.org/officeDocument/2006/relationships/oleObject" Target="../embeddings/oleObject427.bin"/><Relationship Id="rId15" Type="http://schemas.openxmlformats.org/officeDocument/2006/relationships/oleObject" Target="../embeddings/oleObject437.bin"/><Relationship Id="rId10" Type="http://schemas.openxmlformats.org/officeDocument/2006/relationships/oleObject" Target="../embeddings/oleObject432.bin"/><Relationship Id="rId19" Type="http://schemas.openxmlformats.org/officeDocument/2006/relationships/oleObject" Target="../embeddings/oleObject441.bin"/><Relationship Id="rId4" Type="http://schemas.openxmlformats.org/officeDocument/2006/relationships/oleObject" Target="../embeddings/oleObject426.bin"/><Relationship Id="rId9" Type="http://schemas.openxmlformats.org/officeDocument/2006/relationships/oleObject" Target="../embeddings/oleObject431.bin"/><Relationship Id="rId14" Type="http://schemas.openxmlformats.org/officeDocument/2006/relationships/oleObject" Target="../embeddings/oleObject43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8.bin"/><Relationship Id="rId13" Type="http://schemas.openxmlformats.org/officeDocument/2006/relationships/oleObject" Target="../embeddings/oleObject453.bin"/><Relationship Id="rId18" Type="http://schemas.openxmlformats.org/officeDocument/2006/relationships/oleObject" Target="../embeddings/oleObject458.bin"/><Relationship Id="rId3" Type="http://schemas.openxmlformats.org/officeDocument/2006/relationships/oleObject" Target="../embeddings/oleObject443.bin"/><Relationship Id="rId7" Type="http://schemas.openxmlformats.org/officeDocument/2006/relationships/oleObject" Target="../embeddings/oleObject447.bin"/><Relationship Id="rId12" Type="http://schemas.openxmlformats.org/officeDocument/2006/relationships/oleObject" Target="../embeddings/oleObject452.bin"/><Relationship Id="rId17" Type="http://schemas.openxmlformats.org/officeDocument/2006/relationships/oleObject" Target="../embeddings/oleObject45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56.bin"/><Relationship Id="rId20" Type="http://schemas.openxmlformats.org/officeDocument/2006/relationships/oleObject" Target="../embeddings/oleObject460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46.bin"/><Relationship Id="rId11" Type="http://schemas.openxmlformats.org/officeDocument/2006/relationships/oleObject" Target="../embeddings/oleObject451.bin"/><Relationship Id="rId5" Type="http://schemas.openxmlformats.org/officeDocument/2006/relationships/oleObject" Target="../embeddings/oleObject445.bin"/><Relationship Id="rId15" Type="http://schemas.openxmlformats.org/officeDocument/2006/relationships/oleObject" Target="../embeddings/oleObject455.bin"/><Relationship Id="rId10" Type="http://schemas.openxmlformats.org/officeDocument/2006/relationships/oleObject" Target="../embeddings/oleObject450.bin"/><Relationship Id="rId19" Type="http://schemas.openxmlformats.org/officeDocument/2006/relationships/oleObject" Target="../embeddings/oleObject459.bin"/><Relationship Id="rId4" Type="http://schemas.openxmlformats.org/officeDocument/2006/relationships/oleObject" Target="../embeddings/oleObject444.bin"/><Relationship Id="rId9" Type="http://schemas.openxmlformats.org/officeDocument/2006/relationships/oleObject" Target="../embeddings/oleObject449.bin"/><Relationship Id="rId14" Type="http://schemas.openxmlformats.org/officeDocument/2006/relationships/oleObject" Target="../embeddings/oleObject45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6.bin"/><Relationship Id="rId13" Type="http://schemas.openxmlformats.org/officeDocument/2006/relationships/oleObject" Target="../embeddings/oleObject471.bin"/><Relationship Id="rId18" Type="http://schemas.openxmlformats.org/officeDocument/2006/relationships/oleObject" Target="../embeddings/oleObject476.bin"/><Relationship Id="rId3" Type="http://schemas.openxmlformats.org/officeDocument/2006/relationships/oleObject" Target="../embeddings/oleObject461.bin"/><Relationship Id="rId7" Type="http://schemas.openxmlformats.org/officeDocument/2006/relationships/oleObject" Target="../embeddings/oleObject465.bin"/><Relationship Id="rId12" Type="http://schemas.openxmlformats.org/officeDocument/2006/relationships/oleObject" Target="../embeddings/oleObject470.bin"/><Relationship Id="rId17" Type="http://schemas.openxmlformats.org/officeDocument/2006/relationships/oleObject" Target="../embeddings/oleObject47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4.bin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64.bin"/><Relationship Id="rId11" Type="http://schemas.openxmlformats.org/officeDocument/2006/relationships/oleObject" Target="../embeddings/oleObject469.bin"/><Relationship Id="rId5" Type="http://schemas.openxmlformats.org/officeDocument/2006/relationships/oleObject" Target="../embeddings/oleObject463.bin"/><Relationship Id="rId15" Type="http://schemas.openxmlformats.org/officeDocument/2006/relationships/oleObject" Target="../embeddings/oleObject473.bin"/><Relationship Id="rId10" Type="http://schemas.openxmlformats.org/officeDocument/2006/relationships/oleObject" Target="../embeddings/oleObject468.bin"/><Relationship Id="rId19" Type="http://schemas.openxmlformats.org/officeDocument/2006/relationships/oleObject" Target="../embeddings/oleObject477.bin"/><Relationship Id="rId4" Type="http://schemas.openxmlformats.org/officeDocument/2006/relationships/oleObject" Target="../embeddings/oleObject462.bin"/><Relationship Id="rId9" Type="http://schemas.openxmlformats.org/officeDocument/2006/relationships/oleObject" Target="../embeddings/oleObject467.bin"/><Relationship Id="rId14" Type="http://schemas.openxmlformats.org/officeDocument/2006/relationships/oleObject" Target="../embeddings/oleObject47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3.bin"/><Relationship Id="rId13" Type="http://schemas.openxmlformats.org/officeDocument/2006/relationships/oleObject" Target="../embeddings/oleObject488.bin"/><Relationship Id="rId18" Type="http://schemas.openxmlformats.org/officeDocument/2006/relationships/oleObject" Target="../embeddings/oleObject493.bin"/><Relationship Id="rId3" Type="http://schemas.openxmlformats.org/officeDocument/2006/relationships/oleObject" Target="../embeddings/oleObject478.bin"/><Relationship Id="rId7" Type="http://schemas.openxmlformats.org/officeDocument/2006/relationships/oleObject" Target="../embeddings/oleObject482.bin"/><Relationship Id="rId12" Type="http://schemas.openxmlformats.org/officeDocument/2006/relationships/oleObject" Target="../embeddings/oleObject487.bin"/><Relationship Id="rId17" Type="http://schemas.openxmlformats.org/officeDocument/2006/relationships/oleObject" Target="../embeddings/oleObject49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91.bin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81.bin"/><Relationship Id="rId11" Type="http://schemas.openxmlformats.org/officeDocument/2006/relationships/oleObject" Target="../embeddings/oleObject486.bin"/><Relationship Id="rId5" Type="http://schemas.openxmlformats.org/officeDocument/2006/relationships/oleObject" Target="../embeddings/oleObject480.bin"/><Relationship Id="rId15" Type="http://schemas.openxmlformats.org/officeDocument/2006/relationships/oleObject" Target="../embeddings/oleObject490.bin"/><Relationship Id="rId10" Type="http://schemas.openxmlformats.org/officeDocument/2006/relationships/oleObject" Target="../embeddings/oleObject485.bin"/><Relationship Id="rId19" Type="http://schemas.openxmlformats.org/officeDocument/2006/relationships/oleObject" Target="../embeddings/oleObject494.bin"/><Relationship Id="rId4" Type="http://schemas.openxmlformats.org/officeDocument/2006/relationships/oleObject" Target="../embeddings/oleObject479.bin"/><Relationship Id="rId9" Type="http://schemas.openxmlformats.org/officeDocument/2006/relationships/oleObject" Target="../embeddings/oleObject484.bin"/><Relationship Id="rId14" Type="http://schemas.openxmlformats.org/officeDocument/2006/relationships/oleObject" Target="../embeddings/oleObject48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0.bin"/><Relationship Id="rId13" Type="http://schemas.openxmlformats.org/officeDocument/2006/relationships/oleObject" Target="../embeddings/oleObject505.bin"/><Relationship Id="rId18" Type="http://schemas.openxmlformats.org/officeDocument/2006/relationships/oleObject" Target="../embeddings/oleObject510.bin"/><Relationship Id="rId3" Type="http://schemas.openxmlformats.org/officeDocument/2006/relationships/oleObject" Target="../embeddings/oleObject495.bin"/><Relationship Id="rId7" Type="http://schemas.openxmlformats.org/officeDocument/2006/relationships/oleObject" Target="../embeddings/oleObject499.bin"/><Relationship Id="rId12" Type="http://schemas.openxmlformats.org/officeDocument/2006/relationships/oleObject" Target="../embeddings/oleObject504.bin"/><Relationship Id="rId17" Type="http://schemas.openxmlformats.org/officeDocument/2006/relationships/oleObject" Target="../embeddings/oleObject50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08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498.bin"/><Relationship Id="rId11" Type="http://schemas.openxmlformats.org/officeDocument/2006/relationships/oleObject" Target="../embeddings/oleObject503.bin"/><Relationship Id="rId5" Type="http://schemas.openxmlformats.org/officeDocument/2006/relationships/oleObject" Target="../embeddings/oleObject497.bin"/><Relationship Id="rId15" Type="http://schemas.openxmlformats.org/officeDocument/2006/relationships/oleObject" Target="../embeddings/oleObject507.bin"/><Relationship Id="rId10" Type="http://schemas.openxmlformats.org/officeDocument/2006/relationships/oleObject" Target="../embeddings/oleObject502.bin"/><Relationship Id="rId19" Type="http://schemas.openxmlformats.org/officeDocument/2006/relationships/oleObject" Target="../embeddings/oleObject511.bin"/><Relationship Id="rId4" Type="http://schemas.openxmlformats.org/officeDocument/2006/relationships/oleObject" Target="../embeddings/oleObject496.bin"/><Relationship Id="rId9" Type="http://schemas.openxmlformats.org/officeDocument/2006/relationships/oleObject" Target="../embeddings/oleObject501.bin"/><Relationship Id="rId14" Type="http://schemas.openxmlformats.org/officeDocument/2006/relationships/oleObject" Target="../embeddings/oleObject506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7.bin"/><Relationship Id="rId13" Type="http://schemas.openxmlformats.org/officeDocument/2006/relationships/oleObject" Target="../embeddings/oleObject522.bin"/><Relationship Id="rId18" Type="http://schemas.openxmlformats.org/officeDocument/2006/relationships/oleObject" Target="../embeddings/oleObject527.bin"/><Relationship Id="rId26" Type="http://schemas.openxmlformats.org/officeDocument/2006/relationships/oleObject" Target="../embeddings/oleObject535.bin"/><Relationship Id="rId39" Type="http://schemas.openxmlformats.org/officeDocument/2006/relationships/oleObject" Target="../embeddings/oleObject548.bin"/><Relationship Id="rId3" Type="http://schemas.openxmlformats.org/officeDocument/2006/relationships/oleObject" Target="../embeddings/oleObject512.bin"/><Relationship Id="rId21" Type="http://schemas.openxmlformats.org/officeDocument/2006/relationships/oleObject" Target="../embeddings/oleObject530.bin"/><Relationship Id="rId34" Type="http://schemas.openxmlformats.org/officeDocument/2006/relationships/oleObject" Target="../embeddings/oleObject543.bin"/><Relationship Id="rId7" Type="http://schemas.openxmlformats.org/officeDocument/2006/relationships/oleObject" Target="../embeddings/oleObject516.bin"/><Relationship Id="rId12" Type="http://schemas.openxmlformats.org/officeDocument/2006/relationships/oleObject" Target="../embeddings/oleObject521.bin"/><Relationship Id="rId17" Type="http://schemas.openxmlformats.org/officeDocument/2006/relationships/oleObject" Target="../embeddings/oleObject526.bin"/><Relationship Id="rId25" Type="http://schemas.openxmlformats.org/officeDocument/2006/relationships/oleObject" Target="../embeddings/oleObject534.bin"/><Relationship Id="rId33" Type="http://schemas.openxmlformats.org/officeDocument/2006/relationships/oleObject" Target="../embeddings/oleObject542.bin"/><Relationship Id="rId38" Type="http://schemas.openxmlformats.org/officeDocument/2006/relationships/oleObject" Target="../embeddings/oleObject54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25.bin"/><Relationship Id="rId20" Type="http://schemas.openxmlformats.org/officeDocument/2006/relationships/oleObject" Target="../embeddings/oleObject529.bin"/><Relationship Id="rId29" Type="http://schemas.openxmlformats.org/officeDocument/2006/relationships/oleObject" Target="../embeddings/oleObject538.bin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515.bin"/><Relationship Id="rId11" Type="http://schemas.openxmlformats.org/officeDocument/2006/relationships/oleObject" Target="../embeddings/oleObject520.bin"/><Relationship Id="rId24" Type="http://schemas.openxmlformats.org/officeDocument/2006/relationships/oleObject" Target="../embeddings/oleObject533.bin"/><Relationship Id="rId32" Type="http://schemas.openxmlformats.org/officeDocument/2006/relationships/oleObject" Target="../embeddings/oleObject541.bin"/><Relationship Id="rId37" Type="http://schemas.openxmlformats.org/officeDocument/2006/relationships/oleObject" Target="../embeddings/oleObject546.bin"/><Relationship Id="rId40" Type="http://schemas.openxmlformats.org/officeDocument/2006/relationships/oleObject" Target="../embeddings/oleObject549.bin"/><Relationship Id="rId5" Type="http://schemas.openxmlformats.org/officeDocument/2006/relationships/oleObject" Target="../embeddings/oleObject514.bin"/><Relationship Id="rId15" Type="http://schemas.openxmlformats.org/officeDocument/2006/relationships/oleObject" Target="../embeddings/oleObject524.bin"/><Relationship Id="rId23" Type="http://schemas.openxmlformats.org/officeDocument/2006/relationships/oleObject" Target="../embeddings/oleObject532.bin"/><Relationship Id="rId28" Type="http://schemas.openxmlformats.org/officeDocument/2006/relationships/oleObject" Target="../embeddings/oleObject537.bin"/><Relationship Id="rId36" Type="http://schemas.openxmlformats.org/officeDocument/2006/relationships/oleObject" Target="../embeddings/oleObject545.bin"/><Relationship Id="rId10" Type="http://schemas.openxmlformats.org/officeDocument/2006/relationships/oleObject" Target="../embeddings/oleObject519.bin"/><Relationship Id="rId19" Type="http://schemas.openxmlformats.org/officeDocument/2006/relationships/oleObject" Target="../embeddings/oleObject528.bin"/><Relationship Id="rId31" Type="http://schemas.openxmlformats.org/officeDocument/2006/relationships/oleObject" Target="../embeddings/oleObject540.bin"/><Relationship Id="rId4" Type="http://schemas.openxmlformats.org/officeDocument/2006/relationships/oleObject" Target="../embeddings/oleObject513.bin"/><Relationship Id="rId9" Type="http://schemas.openxmlformats.org/officeDocument/2006/relationships/oleObject" Target="../embeddings/oleObject518.bin"/><Relationship Id="rId14" Type="http://schemas.openxmlformats.org/officeDocument/2006/relationships/oleObject" Target="../embeddings/oleObject523.bin"/><Relationship Id="rId22" Type="http://schemas.openxmlformats.org/officeDocument/2006/relationships/oleObject" Target="../embeddings/oleObject531.bin"/><Relationship Id="rId27" Type="http://schemas.openxmlformats.org/officeDocument/2006/relationships/oleObject" Target="../embeddings/oleObject536.bin"/><Relationship Id="rId30" Type="http://schemas.openxmlformats.org/officeDocument/2006/relationships/oleObject" Target="../embeddings/oleObject539.bin"/><Relationship Id="rId35" Type="http://schemas.openxmlformats.org/officeDocument/2006/relationships/oleObject" Target="../embeddings/oleObject544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5.bin"/><Relationship Id="rId13" Type="http://schemas.openxmlformats.org/officeDocument/2006/relationships/oleObject" Target="../embeddings/oleObject560.bin"/><Relationship Id="rId18" Type="http://schemas.openxmlformats.org/officeDocument/2006/relationships/oleObject" Target="../embeddings/oleObject565.bin"/><Relationship Id="rId3" Type="http://schemas.openxmlformats.org/officeDocument/2006/relationships/oleObject" Target="../embeddings/oleObject550.bin"/><Relationship Id="rId7" Type="http://schemas.openxmlformats.org/officeDocument/2006/relationships/oleObject" Target="../embeddings/oleObject554.bin"/><Relationship Id="rId12" Type="http://schemas.openxmlformats.org/officeDocument/2006/relationships/oleObject" Target="../embeddings/oleObject559.bin"/><Relationship Id="rId17" Type="http://schemas.openxmlformats.org/officeDocument/2006/relationships/oleObject" Target="../embeddings/oleObject56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63.bin"/><Relationship Id="rId20" Type="http://schemas.openxmlformats.org/officeDocument/2006/relationships/oleObject" Target="../embeddings/oleObject567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553.bin"/><Relationship Id="rId11" Type="http://schemas.openxmlformats.org/officeDocument/2006/relationships/oleObject" Target="../embeddings/oleObject558.bin"/><Relationship Id="rId5" Type="http://schemas.openxmlformats.org/officeDocument/2006/relationships/oleObject" Target="../embeddings/oleObject552.bin"/><Relationship Id="rId15" Type="http://schemas.openxmlformats.org/officeDocument/2006/relationships/oleObject" Target="../embeddings/oleObject562.bin"/><Relationship Id="rId10" Type="http://schemas.openxmlformats.org/officeDocument/2006/relationships/oleObject" Target="../embeddings/oleObject557.bin"/><Relationship Id="rId19" Type="http://schemas.openxmlformats.org/officeDocument/2006/relationships/oleObject" Target="../embeddings/oleObject566.bin"/><Relationship Id="rId4" Type="http://schemas.openxmlformats.org/officeDocument/2006/relationships/oleObject" Target="../embeddings/oleObject551.bin"/><Relationship Id="rId9" Type="http://schemas.openxmlformats.org/officeDocument/2006/relationships/oleObject" Target="../embeddings/oleObject556.bin"/><Relationship Id="rId14" Type="http://schemas.openxmlformats.org/officeDocument/2006/relationships/oleObject" Target="../embeddings/oleObject56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3.bin"/><Relationship Id="rId13" Type="http://schemas.openxmlformats.org/officeDocument/2006/relationships/oleObject" Target="../embeddings/oleObject578.bin"/><Relationship Id="rId18" Type="http://schemas.openxmlformats.org/officeDocument/2006/relationships/oleObject" Target="../embeddings/oleObject583.bin"/><Relationship Id="rId3" Type="http://schemas.openxmlformats.org/officeDocument/2006/relationships/oleObject" Target="../embeddings/oleObject568.bin"/><Relationship Id="rId7" Type="http://schemas.openxmlformats.org/officeDocument/2006/relationships/oleObject" Target="../embeddings/oleObject572.bin"/><Relationship Id="rId12" Type="http://schemas.openxmlformats.org/officeDocument/2006/relationships/oleObject" Target="../embeddings/oleObject577.bin"/><Relationship Id="rId17" Type="http://schemas.openxmlformats.org/officeDocument/2006/relationships/oleObject" Target="../embeddings/oleObject58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81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571.bin"/><Relationship Id="rId11" Type="http://schemas.openxmlformats.org/officeDocument/2006/relationships/oleObject" Target="../embeddings/oleObject576.bin"/><Relationship Id="rId5" Type="http://schemas.openxmlformats.org/officeDocument/2006/relationships/oleObject" Target="../embeddings/oleObject570.bin"/><Relationship Id="rId15" Type="http://schemas.openxmlformats.org/officeDocument/2006/relationships/oleObject" Target="../embeddings/oleObject580.bin"/><Relationship Id="rId10" Type="http://schemas.openxmlformats.org/officeDocument/2006/relationships/oleObject" Target="../embeddings/oleObject575.bin"/><Relationship Id="rId19" Type="http://schemas.openxmlformats.org/officeDocument/2006/relationships/oleObject" Target="../embeddings/oleObject584.bin"/><Relationship Id="rId4" Type="http://schemas.openxmlformats.org/officeDocument/2006/relationships/oleObject" Target="../embeddings/oleObject569.bin"/><Relationship Id="rId9" Type="http://schemas.openxmlformats.org/officeDocument/2006/relationships/oleObject" Target="../embeddings/oleObject574.bin"/><Relationship Id="rId14" Type="http://schemas.openxmlformats.org/officeDocument/2006/relationships/oleObject" Target="../embeddings/oleObject57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0.bin"/><Relationship Id="rId13" Type="http://schemas.openxmlformats.org/officeDocument/2006/relationships/oleObject" Target="../embeddings/oleObject595.bin"/><Relationship Id="rId18" Type="http://schemas.openxmlformats.org/officeDocument/2006/relationships/oleObject" Target="../embeddings/oleObject600.bin"/><Relationship Id="rId3" Type="http://schemas.openxmlformats.org/officeDocument/2006/relationships/oleObject" Target="../embeddings/oleObject585.bin"/><Relationship Id="rId7" Type="http://schemas.openxmlformats.org/officeDocument/2006/relationships/oleObject" Target="../embeddings/oleObject589.bin"/><Relationship Id="rId12" Type="http://schemas.openxmlformats.org/officeDocument/2006/relationships/oleObject" Target="../embeddings/oleObject594.bin"/><Relationship Id="rId17" Type="http://schemas.openxmlformats.org/officeDocument/2006/relationships/oleObject" Target="../embeddings/oleObject59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98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588.bin"/><Relationship Id="rId11" Type="http://schemas.openxmlformats.org/officeDocument/2006/relationships/oleObject" Target="../embeddings/oleObject593.bin"/><Relationship Id="rId5" Type="http://schemas.openxmlformats.org/officeDocument/2006/relationships/oleObject" Target="../embeddings/oleObject587.bin"/><Relationship Id="rId15" Type="http://schemas.openxmlformats.org/officeDocument/2006/relationships/oleObject" Target="../embeddings/oleObject597.bin"/><Relationship Id="rId10" Type="http://schemas.openxmlformats.org/officeDocument/2006/relationships/oleObject" Target="../embeddings/oleObject592.bin"/><Relationship Id="rId19" Type="http://schemas.openxmlformats.org/officeDocument/2006/relationships/oleObject" Target="../embeddings/oleObject601.bin"/><Relationship Id="rId4" Type="http://schemas.openxmlformats.org/officeDocument/2006/relationships/oleObject" Target="../embeddings/oleObject586.bin"/><Relationship Id="rId9" Type="http://schemas.openxmlformats.org/officeDocument/2006/relationships/oleObject" Target="../embeddings/oleObject591.bin"/><Relationship Id="rId14" Type="http://schemas.openxmlformats.org/officeDocument/2006/relationships/oleObject" Target="../embeddings/oleObject596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7.bin"/><Relationship Id="rId13" Type="http://schemas.openxmlformats.org/officeDocument/2006/relationships/oleObject" Target="../embeddings/oleObject612.bin"/><Relationship Id="rId18" Type="http://schemas.openxmlformats.org/officeDocument/2006/relationships/oleObject" Target="../embeddings/oleObject617.bin"/><Relationship Id="rId3" Type="http://schemas.openxmlformats.org/officeDocument/2006/relationships/oleObject" Target="../embeddings/oleObject602.bin"/><Relationship Id="rId7" Type="http://schemas.openxmlformats.org/officeDocument/2006/relationships/oleObject" Target="../embeddings/oleObject606.bin"/><Relationship Id="rId12" Type="http://schemas.openxmlformats.org/officeDocument/2006/relationships/oleObject" Target="../embeddings/oleObject611.bin"/><Relationship Id="rId17" Type="http://schemas.openxmlformats.org/officeDocument/2006/relationships/oleObject" Target="../embeddings/oleObject61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15.bin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605.bin"/><Relationship Id="rId11" Type="http://schemas.openxmlformats.org/officeDocument/2006/relationships/oleObject" Target="../embeddings/oleObject610.bin"/><Relationship Id="rId5" Type="http://schemas.openxmlformats.org/officeDocument/2006/relationships/oleObject" Target="../embeddings/oleObject604.bin"/><Relationship Id="rId15" Type="http://schemas.openxmlformats.org/officeDocument/2006/relationships/oleObject" Target="../embeddings/oleObject614.bin"/><Relationship Id="rId10" Type="http://schemas.openxmlformats.org/officeDocument/2006/relationships/oleObject" Target="../embeddings/oleObject609.bin"/><Relationship Id="rId19" Type="http://schemas.openxmlformats.org/officeDocument/2006/relationships/oleObject" Target="../embeddings/oleObject618.bin"/><Relationship Id="rId4" Type="http://schemas.openxmlformats.org/officeDocument/2006/relationships/oleObject" Target="../embeddings/oleObject603.bin"/><Relationship Id="rId9" Type="http://schemas.openxmlformats.org/officeDocument/2006/relationships/oleObject" Target="../embeddings/oleObject608.bin"/><Relationship Id="rId14" Type="http://schemas.openxmlformats.org/officeDocument/2006/relationships/oleObject" Target="../embeddings/oleObject613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4.bin"/><Relationship Id="rId13" Type="http://schemas.openxmlformats.org/officeDocument/2006/relationships/oleObject" Target="../embeddings/oleObject629.bin"/><Relationship Id="rId3" Type="http://schemas.openxmlformats.org/officeDocument/2006/relationships/oleObject" Target="../embeddings/oleObject619.bin"/><Relationship Id="rId7" Type="http://schemas.openxmlformats.org/officeDocument/2006/relationships/oleObject" Target="../embeddings/oleObject623.bin"/><Relationship Id="rId12" Type="http://schemas.openxmlformats.org/officeDocument/2006/relationships/oleObject" Target="../embeddings/oleObject6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622.bin"/><Relationship Id="rId11" Type="http://schemas.openxmlformats.org/officeDocument/2006/relationships/oleObject" Target="../embeddings/oleObject627.bin"/><Relationship Id="rId5" Type="http://schemas.openxmlformats.org/officeDocument/2006/relationships/oleObject" Target="../embeddings/oleObject621.bin"/><Relationship Id="rId15" Type="http://schemas.openxmlformats.org/officeDocument/2006/relationships/oleObject" Target="../embeddings/oleObject631.bin"/><Relationship Id="rId10" Type="http://schemas.openxmlformats.org/officeDocument/2006/relationships/oleObject" Target="../embeddings/oleObject626.bin"/><Relationship Id="rId4" Type="http://schemas.openxmlformats.org/officeDocument/2006/relationships/oleObject" Target="../embeddings/oleObject620.bin"/><Relationship Id="rId9" Type="http://schemas.openxmlformats.org/officeDocument/2006/relationships/oleObject" Target="../embeddings/oleObject625.bin"/><Relationship Id="rId14" Type="http://schemas.openxmlformats.org/officeDocument/2006/relationships/oleObject" Target="../embeddings/oleObject630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7.bin"/><Relationship Id="rId13" Type="http://schemas.openxmlformats.org/officeDocument/2006/relationships/oleObject" Target="../embeddings/oleObject642.bin"/><Relationship Id="rId18" Type="http://schemas.openxmlformats.org/officeDocument/2006/relationships/oleObject" Target="../embeddings/oleObject647.bin"/><Relationship Id="rId3" Type="http://schemas.openxmlformats.org/officeDocument/2006/relationships/oleObject" Target="../embeddings/oleObject632.bin"/><Relationship Id="rId21" Type="http://schemas.openxmlformats.org/officeDocument/2006/relationships/oleObject" Target="../embeddings/oleObject650.bin"/><Relationship Id="rId7" Type="http://schemas.openxmlformats.org/officeDocument/2006/relationships/oleObject" Target="../embeddings/oleObject636.bin"/><Relationship Id="rId12" Type="http://schemas.openxmlformats.org/officeDocument/2006/relationships/oleObject" Target="../embeddings/oleObject641.bin"/><Relationship Id="rId17" Type="http://schemas.openxmlformats.org/officeDocument/2006/relationships/oleObject" Target="../embeddings/oleObject64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45.bin"/><Relationship Id="rId20" Type="http://schemas.openxmlformats.org/officeDocument/2006/relationships/oleObject" Target="../embeddings/oleObject649.bin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635.bin"/><Relationship Id="rId11" Type="http://schemas.openxmlformats.org/officeDocument/2006/relationships/oleObject" Target="../embeddings/oleObject640.bin"/><Relationship Id="rId5" Type="http://schemas.openxmlformats.org/officeDocument/2006/relationships/oleObject" Target="../embeddings/oleObject634.bin"/><Relationship Id="rId15" Type="http://schemas.openxmlformats.org/officeDocument/2006/relationships/oleObject" Target="../embeddings/oleObject644.bin"/><Relationship Id="rId10" Type="http://schemas.openxmlformats.org/officeDocument/2006/relationships/oleObject" Target="../embeddings/oleObject639.bin"/><Relationship Id="rId19" Type="http://schemas.openxmlformats.org/officeDocument/2006/relationships/oleObject" Target="../embeddings/oleObject648.bin"/><Relationship Id="rId4" Type="http://schemas.openxmlformats.org/officeDocument/2006/relationships/oleObject" Target="../embeddings/oleObject633.bin"/><Relationship Id="rId9" Type="http://schemas.openxmlformats.org/officeDocument/2006/relationships/oleObject" Target="../embeddings/oleObject638.bin"/><Relationship Id="rId14" Type="http://schemas.openxmlformats.org/officeDocument/2006/relationships/oleObject" Target="../embeddings/oleObject643.bin"/><Relationship Id="rId22" Type="http://schemas.openxmlformats.org/officeDocument/2006/relationships/oleObject" Target="../embeddings/oleObject651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7.bin"/><Relationship Id="rId3" Type="http://schemas.openxmlformats.org/officeDocument/2006/relationships/oleObject" Target="../embeddings/oleObject652.bin"/><Relationship Id="rId7" Type="http://schemas.openxmlformats.org/officeDocument/2006/relationships/oleObject" Target="../embeddings/oleObject656.bin"/><Relationship Id="rId12" Type="http://schemas.openxmlformats.org/officeDocument/2006/relationships/oleObject" Target="../embeddings/oleObject6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655.bin"/><Relationship Id="rId11" Type="http://schemas.openxmlformats.org/officeDocument/2006/relationships/oleObject" Target="../embeddings/oleObject660.bin"/><Relationship Id="rId5" Type="http://schemas.openxmlformats.org/officeDocument/2006/relationships/oleObject" Target="../embeddings/oleObject654.bin"/><Relationship Id="rId10" Type="http://schemas.openxmlformats.org/officeDocument/2006/relationships/oleObject" Target="../embeddings/oleObject659.bin"/><Relationship Id="rId4" Type="http://schemas.openxmlformats.org/officeDocument/2006/relationships/oleObject" Target="../embeddings/oleObject653.bin"/><Relationship Id="rId9" Type="http://schemas.openxmlformats.org/officeDocument/2006/relationships/oleObject" Target="../embeddings/oleObject65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7.bin"/><Relationship Id="rId13" Type="http://schemas.openxmlformats.org/officeDocument/2006/relationships/oleObject" Target="../embeddings/oleObject672.bin"/><Relationship Id="rId18" Type="http://schemas.openxmlformats.org/officeDocument/2006/relationships/oleObject" Target="../embeddings/oleObject677.bin"/><Relationship Id="rId3" Type="http://schemas.openxmlformats.org/officeDocument/2006/relationships/oleObject" Target="../embeddings/oleObject662.bin"/><Relationship Id="rId7" Type="http://schemas.openxmlformats.org/officeDocument/2006/relationships/oleObject" Target="../embeddings/oleObject666.bin"/><Relationship Id="rId12" Type="http://schemas.openxmlformats.org/officeDocument/2006/relationships/oleObject" Target="../embeddings/oleObject671.bin"/><Relationship Id="rId17" Type="http://schemas.openxmlformats.org/officeDocument/2006/relationships/oleObject" Target="../embeddings/oleObject67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75.bin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665.bin"/><Relationship Id="rId11" Type="http://schemas.openxmlformats.org/officeDocument/2006/relationships/oleObject" Target="../embeddings/oleObject670.bin"/><Relationship Id="rId5" Type="http://schemas.openxmlformats.org/officeDocument/2006/relationships/oleObject" Target="../embeddings/oleObject664.bin"/><Relationship Id="rId15" Type="http://schemas.openxmlformats.org/officeDocument/2006/relationships/oleObject" Target="../embeddings/oleObject674.bin"/><Relationship Id="rId10" Type="http://schemas.openxmlformats.org/officeDocument/2006/relationships/oleObject" Target="../embeddings/oleObject669.bin"/><Relationship Id="rId19" Type="http://schemas.openxmlformats.org/officeDocument/2006/relationships/oleObject" Target="../embeddings/oleObject678.bin"/><Relationship Id="rId4" Type="http://schemas.openxmlformats.org/officeDocument/2006/relationships/oleObject" Target="../embeddings/oleObject663.bin"/><Relationship Id="rId9" Type="http://schemas.openxmlformats.org/officeDocument/2006/relationships/oleObject" Target="../embeddings/oleObject668.bin"/><Relationship Id="rId14" Type="http://schemas.openxmlformats.org/officeDocument/2006/relationships/oleObject" Target="../embeddings/oleObject673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9.bin"/><Relationship Id="rId7" Type="http://schemas.openxmlformats.org/officeDocument/2006/relationships/oleObject" Target="../embeddings/oleObject6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682.bin"/><Relationship Id="rId5" Type="http://schemas.openxmlformats.org/officeDocument/2006/relationships/oleObject" Target="../embeddings/oleObject681.bin"/><Relationship Id="rId4" Type="http://schemas.openxmlformats.org/officeDocument/2006/relationships/oleObject" Target="../embeddings/oleObject680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9.bin"/><Relationship Id="rId13" Type="http://schemas.openxmlformats.org/officeDocument/2006/relationships/oleObject" Target="../embeddings/oleObject694.bin"/><Relationship Id="rId18" Type="http://schemas.openxmlformats.org/officeDocument/2006/relationships/oleObject" Target="../embeddings/oleObject699.bin"/><Relationship Id="rId3" Type="http://schemas.openxmlformats.org/officeDocument/2006/relationships/oleObject" Target="../embeddings/oleObject684.bin"/><Relationship Id="rId7" Type="http://schemas.openxmlformats.org/officeDocument/2006/relationships/oleObject" Target="../embeddings/oleObject688.bin"/><Relationship Id="rId12" Type="http://schemas.openxmlformats.org/officeDocument/2006/relationships/oleObject" Target="../embeddings/oleObject693.bin"/><Relationship Id="rId17" Type="http://schemas.openxmlformats.org/officeDocument/2006/relationships/oleObject" Target="../embeddings/oleObject69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97.bin"/><Relationship Id="rId20" Type="http://schemas.openxmlformats.org/officeDocument/2006/relationships/oleObject" Target="../embeddings/oleObject701.bin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687.bin"/><Relationship Id="rId11" Type="http://schemas.openxmlformats.org/officeDocument/2006/relationships/oleObject" Target="../embeddings/oleObject692.bin"/><Relationship Id="rId5" Type="http://schemas.openxmlformats.org/officeDocument/2006/relationships/oleObject" Target="../embeddings/oleObject686.bin"/><Relationship Id="rId15" Type="http://schemas.openxmlformats.org/officeDocument/2006/relationships/oleObject" Target="../embeddings/oleObject696.bin"/><Relationship Id="rId10" Type="http://schemas.openxmlformats.org/officeDocument/2006/relationships/oleObject" Target="../embeddings/oleObject691.bin"/><Relationship Id="rId19" Type="http://schemas.openxmlformats.org/officeDocument/2006/relationships/oleObject" Target="../embeddings/oleObject700.bin"/><Relationship Id="rId4" Type="http://schemas.openxmlformats.org/officeDocument/2006/relationships/oleObject" Target="../embeddings/oleObject685.bin"/><Relationship Id="rId9" Type="http://schemas.openxmlformats.org/officeDocument/2006/relationships/oleObject" Target="../embeddings/oleObject690.bin"/><Relationship Id="rId14" Type="http://schemas.openxmlformats.org/officeDocument/2006/relationships/oleObject" Target="../embeddings/oleObject69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7.bin"/><Relationship Id="rId13" Type="http://schemas.openxmlformats.org/officeDocument/2006/relationships/oleObject" Target="../embeddings/oleObject712.bin"/><Relationship Id="rId18" Type="http://schemas.openxmlformats.org/officeDocument/2006/relationships/oleObject" Target="../embeddings/oleObject717.bin"/><Relationship Id="rId3" Type="http://schemas.openxmlformats.org/officeDocument/2006/relationships/oleObject" Target="../embeddings/oleObject702.bin"/><Relationship Id="rId7" Type="http://schemas.openxmlformats.org/officeDocument/2006/relationships/oleObject" Target="../embeddings/oleObject706.bin"/><Relationship Id="rId12" Type="http://schemas.openxmlformats.org/officeDocument/2006/relationships/oleObject" Target="../embeddings/oleObject711.bin"/><Relationship Id="rId17" Type="http://schemas.openxmlformats.org/officeDocument/2006/relationships/oleObject" Target="../embeddings/oleObject716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15.bin"/><Relationship Id="rId20" Type="http://schemas.openxmlformats.org/officeDocument/2006/relationships/oleObject" Target="../embeddings/oleObject719.bin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705.bin"/><Relationship Id="rId11" Type="http://schemas.openxmlformats.org/officeDocument/2006/relationships/oleObject" Target="../embeddings/oleObject710.bin"/><Relationship Id="rId5" Type="http://schemas.openxmlformats.org/officeDocument/2006/relationships/oleObject" Target="../embeddings/oleObject704.bin"/><Relationship Id="rId15" Type="http://schemas.openxmlformats.org/officeDocument/2006/relationships/oleObject" Target="../embeddings/oleObject714.bin"/><Relationship Id="rId10" Type="http://schemas.openxmlformats.org/officeDocument/2006/relationships/oleObject" Target="../embeddings/oleObject709.bin"/><Relationship Id="rId19" Type="http://schemas.openxmlformats.org/officeDocument/2006/relationships/oleObject" Target="../embeddings/oleObject718.bin"/><Relationship Id="rId4" Type="http://schemas.openxmlformats.org/officeDocument/2006/relationships/oleObject" Target="../embeddings/oleObject703.bin"/><Relationship Id="rId9" Type="http://schemas.openxmlformats.org/officeDocument/2006/relationships/oleObject" Target="../embeddings/oleObject708.bin"/><Relationship Id="rId14" Type="http://schemas.openxmlformats.org/officeDocument/2006/relationships/oleObject" Target="../embeddings/oleObject713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5.bin"/><Relationship Id="rId3" Type="http://schemas.openxmlformats.org/officeDocument/2006/relationships/oleObject" Target="../embeddings/oleObject720.bin"/><Relationship Id="rId7" Type="http://schemas.openxmlformats.org/officeDocument/2006/relationships/oleObject" Target="../embeddings/oleObject7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723.bin"/><Relationship Id="rId5" Type="http://schemas.openxmlformats.org/officeDocument/2006/relationships/oleObject" Target="../embeddings/oleObject722.bin"/><Relationship Id="rId4" Type="http://schemas.openxmlformats.org/officeDocument/2006/relationships/oleObject" Target="../embeddings/oleObject721.bin"/><Relationship Id="rId9" Type="http://schemas.openxmlformats.org/officeDocument/2006/relationships/oleObject" Target="../embeddings/oleObject726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2.bin"/><Relationship Id="rId3" Type="http://schemas.openxmlformats.org/officeDocument/2006/relationships/oleObject" Target="../embeddings/oleObject727.bin"/><Relationship Id="rId7" Type="http://schemas.openxmlformats.org/officeDocument/2006/relationships/oleObject" Target="../embeddings/oleObject7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730.bin"/><Relationship Id="rId5" Type="http://schemas.openxmlformats.org/officeDocument/2006/relationships/oleObject" Target="../embeddings/oleObject729.bin"/><Relationship Id="rId4" Type="http://schemas.openxmlformats.org/officeDocument/2006/relationships/oleObject" Target="../embeddings/oleObject72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8.bin"/><Relationship Id="rId3" Type="http://schemas.openxmlformats.org/officeDocument/2006/relationships/oleObject" Target="../embeddings/oleObject733.bin"/><Relationship Id="rId7" Type="http://schemas.openxmlformats.org/officeDocument/2006/relationships/oleObject" Target="../embeddings/oleObject7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736.bin"/><Relationship Id="rId5" Type="http://schemas.openxmlformats.org/officeDocument/2006/relationships/oleObject" Target="../embeddings/oleObject735.bin"/><Relationship Id="rId10" Type="http://schemas.openxmlformats.org/officeDocument/2006/relationships/oleObject" Target="../embeddings/oleObject740.bin"/><Relationship Id="rId4" Type="http://schemas.openxmlformats.org/officeDocument/2006/relationships/oleObject" Target="../embeddings/oleObject734.bin"/><Relationship Id="rId9" Type="http://schemas.openxmlformats.org/officeDocument/2006/relationships/oleObject" Target="../embeddings/oleObject739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6.bin"/><Relationship Id="rId13" Type="http://schemas.openxmlformats.org/officeDocument/2006/relationships/oleObject" Target="../embeddings/oleObject751.bin"/><Relationship Id="rId3" Type="http://schemas.openxmlformats.org/officeDocument/2006/relationships/oleObject" Target="../embeddings/oleObject741.bin"/><Relationship Id="rId7" Type="http://schemas.openxmlformats.org/officeDocument/2006/relationships/oleObject" Target="../embeddings/oleObject745.bin"/><Relationship Id="rId12" Type="http://schemas.openxmlformats.org/officeDocument/2006/relationships/oleObject" Target="../embeddings/oleObject7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744.bin"/><Relationship Id="rId11" Type="http://schemas.openxmlformats.org/officeDocument/2006/relationships/oleObject" Target="../embeddings/oleObject749.bin"/><Relationship Id="rId5" Type="http://schemas.openxmlformats.org/officeDocument/2006/relationships/oleObject" Target="../embeddings/oleObject743.bin"/><Relationship Id="rId10" Type="http://schemas.openxmlformats.org/officeDocument/2006/relationships/oleObject" Target="../embeddings/oleObject748.bin"/><Relationship Id="rId4" Type="http://schemas.openxmlformats.org/officeDocument/2006/relationships/oleObject" Target="../embeddings/oleObject742.bin"/><Relationship Id="rId9" Type="http://schemas.openxmlformats.org/officeDocument/2006/relationships/oleObject" Target="../embeddings/oleObject747.bin"/><Relationship Id="rId14" Type="http://schemas.openxmlformats.org/officeDocument/2006/relationships/oleObject" Target="../embeddings/oleObject752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8.bin"/><Relationship Id="rId13" Type="http://schemas.openxmlformats.org/officeDocument/2006/relationships/oleObject" Target="../embeddings/oleObject763.bin"/><Relationship Id="rId3" Type="http://schemas.openxmlformats.org/officeDocument/2006/relationships/oleObject" Target="../embeddings/oleObject753.bin"/><Relationship Id="rId7" Type="http://schemas.openxmlformats.org/officeDocument/2006/relationships/oleObject" Target="../embeddings/oleObject757.bin"/><Relationship Id="rId12" Type="http://schemas.openxmlformats.org/officeDocument/2006/relationships/oleObject" Target="../embeddings/oleObject7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756.bin"/><Relationship Id="rId11" Type="http://schemas.openxmlformats.org/officeDocument/2006/relationships/oleObject" Target="../embeddings/oleObject761.bin"/><Relationship Id="rId5" Type="http://schemas.openxmlformats.org/officeDocument/2006/relationships/oleObject" Target="../embeddings/oleObject755.bin"/><Relationship Id="rId15" Type="http://schemas.openxmlformats.org/officeDocument/2006/relationships/oleObject" Target="../embeddings/oleObject765.bin"/><Relationship Id="rId10" Type="http://schemas.openxmlformats.org/officeDocument/2006/relationships/oleObject" Target="../embeddings/oleObject760.bin"/><Relationship Id="rId4" Type="http://schemas.openxmlformats.org/officeDocument/2006/relationships/oleObject" Target="../embeddings/oleObject754.bin"/><Relationship Id="rId9" Type="http://schemas.openxmlformats.org/officeDocument/2006/relationships/oleObject" Target="../embeddings/oleObject759.bin"/><Relationship Id="rId14" Type="http://schemas.openxmlformats.org/officeDocument/2006/relationships/oleObject" Target="../embeddings/oleObject76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5" Type="http://schemas.openxmlformats.org/officeDocument/2006/relationships/oleObject" Target="../embeddings/oleObject768.bin"/><Relationship Id="rId4" Type="http://schemas.openxmlformats.org/officeDocument/2006/relationships/oleObject" Target="../embeddings/oleObject767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4.bin"/><Relationship Id="rId3" Type="http://schemas.openxmlformats.org/officeDocument/2006/relationships/oleObject" Target="../embeddings/oleObject769.bin"/><Relationship Id="rId7" Type="http://schemas.openxmlformats.org/officeDocument/2006/relationships/oleObject" Target="../embeddings/oleObject7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772.bin"/><Relationship Id="rId5" Type="http://schemas.openxmlformats.org/officeDocument/2006/relationships/oleObject" Target="../embeddings/oleObject771.bin"/><Relationship Id="rId4" Type="http://schemas.openxmlformats.org/officeDocument/2006/relationships/oleObject" Target="../embeddings/oleObject770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0.bin"/><Relationship Id="rId13" Type="http://schemas.openxmlformats.org/officeDocument/2006/relationships/oleObject" Target="../embeddings/oleObject785.bin"/><Relationship Id="rId3" Type="http://schemas.openxmlformats.org/officeDocument/2006/relationships/oleObject" Target="../embeddings/oleObject775.bin"/><Relationship Id="rId7" Type="http://schemas.openxmlformats.org/officeDocument/2006/relationships/oleObject" Target="../embeddings/oleObject779.bin"/><Relationship Id="rId12" Type="http://schemas.openxmlformats.org/officeDocument/2006/relationships/oleObject" Target="../embeddings/oleObject7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778.bin"/><Relationship Id="rId11" Type="http://schemas.openxmlformats.org/officeDocument/2006/relationships/oleObject" Target="../embeddings/oleObject783.bin"/><Relationship Id="rId5" Type="http://schemas.openxmlformats.org/officeDocument/2006/relationships/oleObject" Target="../embeddings/oleObject777.bin"/><Relationship Id="rId15" Type="http://schemas.openxmlformats.org/officeDocument/2006/relationships/oleObject" Target="../embeddings/oleObject787.bin"/><Relationship Id="rId10" Type="http://schemas.openxmlformats.org/officeDocument/2006/relationships/oleObject" Target="../embeddings/oleObject782.bin"/><Relationship Id="rId4" Type="http://schemas.openxmlformats.org/officeDocument/2006/relationships/oleObject" Target="../embeddings/oleObject776.bin"/><Relationship Id="rId9" Type="http://schemas.openxmlformats.org/officeDocument/2006/relationships/oleObject" Target="../embeddings/oleObject781.bin"/><Relationship Id="rId14" Type="http://schemas.openxmlformats.org/officeDocument/2006/relationships/oleObject" Target="../embeddings/oleObject786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BFEF70-B0AC-4517-8B6B-6F468FCDC1F0}" type="slidenum">
              <a:rPr lang="en-US"/>
              <a:pPr/>
              <a:t>1</a:t>
            </a:fld>
            <a:endParaRPr lang="en-US"/>
          </a:p>
        </p:txBody>
      </p:sp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2514600" y="2362200"/>
            <a:ext cx="43910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Finite Automata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F8DF5A-74D9-4FAF-A54A-2BB3C2F451E9}" type="slidenum">
              <a:rPr lang="en-US"/>
              <a:pPr/>
              <a:t>2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 Automaton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905000" y="3124200"/>
            <a:ext cx="3271838" cy="2359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1676400" y="1981200"/>
            <a:ext cx="3657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2971800" y="13716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5791200" y="3886200"/>
            <a:ext cx="3048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5" name="Rectangle 13"/>
          <p:cNvSpPr>
            <a:spLocks noChangeArrowheads="1"/>
          </p:cNvSpPr>
          <p:nvPr/>
        </p:nvSpPr>
        <p:spPr bwMode="auto">
          <a:xfrm>
            <a:off x="5715000" y="4038600"/>
            <a:ext cx="320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5638800" y="3811588"/>
            <a:ext cx="3198813" cy="758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6477000" y="3886200"/>
            <a:ext cx="1397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</a:t>
            </a:r>
          </a:p>
        </p:txBody>
      </p:sp>
      <p:sp>
        <p:nvSpPr>
          <p:cNvPr id="33809" name="Text Box 17"/>
          <p:cNvSpPr txBox="1">
            <a:spLocks noGrp="1" noChangeArrowheads="1"/>
          </p:cNvSpPr>
          <p:nvPr>
            <p:ph type="body" idx="1"/>
          </p:nvPr>
        </p:nvSpPr>
        <p:spPr>
          <a:xfrm>
            <a:off x="153988" y="839788"/>
            <a:ext cx="8839200" cy="5484812"/>
          </a:xfrm>
          <a:noFill/>
          <a:ln/>
        </p:spPr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6400800" y="3200400"/>
            <a:ext cx="1531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Output</a:t>
            </a:r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2895600" y="2057400"/>
            <a:ext cx="1397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</a:t>
            </a: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2286000" y="3810000"/>
            <a:ext cx="224155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Finite</a:t>
            </a:r>
          </a:p>
          <a:p>
            <a:r>
              <a:rPr lang="en-US"/>
              <a:t>Automaton</a:t>
            </a:r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>
            <a:off x="3500438" y="26685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>
            <a:off x="5181600" y="4191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2BFE86-32D1-4526-84C8-CBCBC7F4618F}" type="slidenum">
              <a:rPr lang="en-US"/>
              <a:pPr/>
              <a:t>3</a:t>
            </a:fld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 Accepter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1905000" y="3124200"/>
            <a:ext cx="3271838" cy="2359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676400" y="1981200"/>
            <a:ext cx="3657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895600" y="13716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5791200" y="3886200"/>
            <a:ext cx="3048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5715000" y="4038600"/>
            <a:ext cx="320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5638800" y="3352800"/>
            <a:ext cx="2286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5791200" y="3429000"/>
            <a:ext cx="1852613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  <a:p>
            <a:r>
              <a:rPr lang="en-US"/>
              <a:t>     or</a:t>
            </a:r>
          </a:p>
          <a:p>
            <a:r>
              <a:rPr lang="en-US"/>
              <a:t>“Reject”</a:t>
            </a:r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2819400" y="2057400"/>
            <a:ext cx="1397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2286000" y="3810000"/>
            <a:ext cx="224155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Finite</a:t>
            </a:r>
          </a:p>
          <a:p>
            <a:r>
              <a:rPr lang="en-US"/>
              <a:t>Automaton</a:t>
            </a:r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>
            <a:off x="3500438" y="26685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>
            <a:off x="5181600" y="4267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6019800" y="2819400"/>
            <a:ext cx="1531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BE967B-B68B-481F-A868-E0051910AD2C}" type="slidenum">
              <a:rPr lang="en-US"/>
              <a:pPr/>
              <a:t>4</a:t>
            </a:fld>
            <a:endParaRPr 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Graph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1219200" y="4343400"/>
            <a:ext cx="125095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</a:t>
            </a:r>
          </a:p>
          <a:p>
            <a:r>
              <a:rPr lang="en-US"/>
              <a:t>state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6477000" y="4343400"/>
            <a:ext cx="1763713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 final</a:t>
            </a:r>
          </a:p>
          <a:p>
            <a:r>
              <a:rPr lang="en-US"/>
              <a:t>  state</a:t>
            </a:r>
          </a:p>
          <a:p>
            <a:r>
              <a:rPr lang="en-US"/>
              <a:t>“accept”</a:t>
            </a:r>
          </a:p>
        </p:txBody>
      </p:sp>
      <p:sp>
        <p:nvSpPr>
          <p:cNvPr id="35871" name="Line 31"/>
          <p:cNvSpPr>
            <a:spLocks noChangeShapeType="1"/>
          </p:cNvSpPr>
          <p:nvPr/>
        </p:nvSpPr>
        <p:spPr bwMode="auto">
          <a:xfrm flipV="1">
            <a:off x="3200400" y="4191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Line 32"/>
          <p:cNvSpPr>
            <a:spLocks noChangeShapeType="1"/>
          </p:cNvSpPr>
          <p:nvPr/>
        </p:nvSpPr>
        <p:spPr bwMode="auto">
          <a:xfrm flipV="1">
            <a:off x="5105400" y="3962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Text Box 33"/>
          <p:cNvSpPr txBox="1">
            <a:spLocks noChangeArrowheads="1"/>
          </p:cNvSpPr>
          <p:nvPr/>
        </p:nvSpPr>
        <p:spPr bwMode="auto">
          <a:xfrm>
            <a:off x="2514600" y="5638800"/>
            <a:ext cx="11969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state</a:t>
            </a:r>
          </a:p>
        </p:txBody>
      </p:sp>
      <p:sp>
        <p:nvSpPr>
          <p:cNvPr id="35874" name="Text Box 34"/>
          <p:cNvSpPr txBox="1">
            <a:spLocks noChangeArrowheads="1"/>
          </p:cNvSpPr>
          <p:nvPr/>
        </p:nvSpPr>
        <p:spPr bwMode="auto">
          <a:xfrm>
            <a:off x="3962400" y="5181600"/>
            <a:ext cx="20383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transition</a:t>
            </a:r>
          </a:p>
        </p:txBody>
      </p:sp>
      <p:sp>
        <p:nvSpPr>
          <p:cNvPr id="35902" name="Text Box 62"/>
          <p:cNvSpPr txBox="1">
            <a:spLocks noChangeArrowheads="1"/>
          </p:cNvSpPr>
          <p:nvPr/>
        </p:nvSpPr>
        <p:spPr bwMode="auto">
          <a:xfrm>
            <a:off x="974725" y="939800"/>
            <a:ext cx="4452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 smtClean="0"/>
              <a:t>abba</a:t>
            </a:r>
            <a:r>
              <a:rPr lang="en-US" dirty="0" smtClean="0"/>
              <a:t> </a:t>
            </a:r>
            <a:r>
              <a:rPr lang="en-US" dirty="0"/>
              <a:t>-Finite Accepter</a:t>
            </a:r>
          </a:p>
        </p:txBody>
      </p:sp>
      <p:sp>
        <p:nvSpPr>
          <p:cNvPr id="35910" name="Oval 70"/>
          <p:cNvSpPr>
            <a:spLocks noChangeArrowheads="1"/>
          </p:cNvSpPr>
          <p:nvPr/>
        </p:nvSpPr>
        <p:spPr bwMode="auto">
          <a:xfrm>
            <a:off x="16002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11" name="Oval 71"/>
          <p:cNvSpPr>
            <a:spLocks noChangeArrowheads="1"/>
          </p:cNvSpPr>
          <p:nvPr/>
        </p:nvSpPr>
        <p:spPr bwMode="auto">
          <a:xfrm>
            <a:off x="41910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12" name="Oval 72"/>
          <p:cNvSpPr>
            <a:spLocks noChangeArrowheads="1"/>
          </p:cNvSpPr>
          <p:nvPr/>
        </p:nvSpPr>
        <p:spPr bwMode="auto">
          <a:xfrm>
            <a:off x="54864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13" name="Oval 73"/>
          <p:cNvSpPr>
            <a:spLocks noChangeArrowheads="1"/>
          </p:cNvSpPr>
          <p:nvPr/>
        </p:nvSpPr>
        <p:spPr bwMode="auto">
          <a:xfrm>
            <a:off x="68580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14" name="Oval 74"/>
          <p:cNvSpPr>
            <a:spLocks noChangeArrowheads="1"/>
          </p:cNvSpPr>
          <p:nvPr/>
        </p:nvSpPr>
        <p:spPr bwMode="auto">
          <a:xfrm>
            <a:off x="6705600" y="34290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15" name="Line 75"/>
          <p:cNvSpPr>
            <a:spLocks noChangeShapeType="1"/>
          </p:cNvSpPr>
          <p:nvPr/>
        </p:nvSpPr>
        <p:spPr bwMode="auto">
          <a:xfrm>
            <a:off x="9906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16" name="Line 76"/>
          <p:cNvSpPr>
            <a:spLocks noChangeShapeType="1"/>
          </p:cNvSpPr>
          <p:nvPr/>
        </p:nvSpPr>
        <p:spPr bwMode="auto">
          <a:xfrm>
            <a:off x="34290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17" name="Line 77"/>
          <p:cNvSpPr>
            <a:spLocks noChangeShapeType="1"/>
          </p:cNvSpPr>
          <p:nvPr/>
        </p:nvSpPr>
        <p:spPr bwMode="auto">
          <a:xfrm>
            <a:off x="47244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18" name="Line 78"/>
          <p:cNvSpPr>
            <a:spLocks noChangeShapeType="1"/>
          </p:cNvSpPr>
          <p:nvPr/>
        </p:nvSpPr>
        <p:spPr bwMode="auto">
          <a:xfrm>
            <a:off x="6019800" y="3886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919" name="Object 79"/>
          <p:cNvGraphicFramePr>
            <a:graphicFrameLocks noChangeAspect="1"/>
          </p:cNvGraphicFramePr>
          <p:nvPr/>
        </p:nvGraphicFramePr>
        <p:xfrm>
          <a:off x="1676400" y="3581400"/>
          <a:ext cx="419100" cy="469900"/>
        </p:xfrm>
        <a:graphic>
          <a:graphicData uri="http://schemas.openxmlformats.org/presentationml/2006/ole">
            <p:oleObj spid="_x0000_s35919" name="Equation" r:id="rId3" imgW="419040" imgH="469800" progId="Equation.3">
              <p:embed/>
            </p:oleObj>
          </a:graphicData>
        </a:graphic>
      </p:graphicFrame>
      <p:sp>
        <p:nvSpPr>
          <p:cNvPr id="35920" name="Oval 80"/>
          <p:cNvSpPr>
            <a:spLocks noChangeArrowheads="1"/>
          </p:cNvSpPr>
          <p:nvPr/>
        </p:nvSpPr>
        <p:spPr bwMode="auto">
          <a:xfrm>
            <a:off x="28956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921" name="Object 81"/>
          <p:cNvGraphicFramePr>
            <a:graphicFrameLocks noChangeAspect="1"/>
          </p:cNvGraphicFramePr>
          <p:nvPr/>
        </p:nvGraphicFramePr>
        <p:xfrm>
          <a:off x="3009900" y="3581400"/>
          <a:ext cx="341313" cy="469900"/>
        </p:xfrm>
        <a:graphic>
          <a:graphicData uri="http://schemas.openxmlformats.org/presentationml/2006/ole">
            <p:oleObj spid="_x0000_s35921" name="Equation" r:id="rId4" imgW="342720" imgH="469800" progId="Equation.3">
              <p:embed/>
            </p:oleObj>
          </a:graphicData>
        </a:graphic>
      </p:graphicFrame>
      <p:graphicFrame>
        <p:nvGraphicFramePr>
          <p:cNvPr id="35922" name="Object 82"/>
          <p:cNvGraphicFramePr>
            <a:graphicFrameLocks noChangeAspect="1"/>
          </p:cNvGraphicFramePr>
          <p:nvPr/>
        </p:nvGraphicFramePr>
        <p:xfrm>
          <a:off x="4279900" y="3581400"/>
          <a:ext cx="392113" cy="469900"/>
        </p:xfrm>
        <a:graphic>
          <a:graphicData uri="http://schemas.openxmlformats.org/presentationml/2006/ole">
            <p:oleObj spid="_x0000_s35922" name="Equation" r:id="rId5" imgW="393480" imgH="469800" progId="Equation.3">
              <p:embed/>
            </p:oleObj>
          </a:graphicData>
        </a:graphic>
      </p:graphicFrame>
      <p:graphicFrame>
        <p:nvGraphicFramePr>
          <p:cNvPr id="35923" name="Object 83"/>
          <p:cNvGraphicFramePr>
            <a:graphicFrameLocks noChangeAspect="1"/>
          </p:cNvGraphicFramePr>
          <p:nvPr/>
        </p:nvGraphicFramePr>
        <p:xfrm>
          <a:off x="5575300" y="3581400"/>
          <a:ext cx="392113" cy="469900"/>
        </p:xfrm>
        <a:graphic>
          <a:graphicData uri="http://schemas.openxmlformats.org/presentationml/2006/ole">
            <p:oleObj spid="_x0000_s35923" name="Equation" r:id="rId6" imgW="393480" imgH="469800" progId="Equation.3">
              <p:embed/>
            </p:oleObj>
          </a:graphicData>
        </a:graphic>
      </p:graphicFrame>
      <p:graphicFrame>
        <p:nvGraphicFramePr>
          <p:cNvPr id="35924" name="Object 84"/>
          <p:cNvGraphicFramePr>
            <a:graphicFrameLocks noChangeAspect="1"/>
          </p:cNvGraphicFramePr>
          <p:nvPr/>
        </p:nvGraphicFramePr>
        <p:xfrm>
          <a:off x="6934200" y="3581400"/>
          <a:ext cx="419100" cy="469900"/>
        </p:xfrm>
        <a:graphic>
          <a:graphicData uri="http://schemas.openxmlformats.org/presentationml/2006/ole">
            <p:oleObj spid="_x0000_s35924" name="Equation" r:id="rId7" imgW="419040" imgH="469800" progId="Equation.3">
              <p:embed/>
            </p:oleObj>
          </a:graphicData>
        </a:graphic>
      </p:graphicFrame>
      <p:sp>
        <p:nvSpPr>
          <p:cNvPr id="35925" name="Line 85"/>
          <p:cNvSpPr>
            <a:spLocks noChangeShapeType="1"/>
          </p:cNvSpPr>
          <p:nvPr/>
        </p:nvSpPr>
        <p:spPr bwMode="auto">
          <a:xfrm>
            <a:off x="21336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926" name="Object 86"/>
          <p:cNvGraphicFramePr>
            <a:graphicFrameLocks noChangeAspect="1"/>
          </p:cNvGraphicFramePr>
          <p:nvPr/>
        </p:nvGraphicFramePr>
        <p:xfrm>
          <a:off x="2362200" y="3581400"/>
          <a:ext cx="265113" cy="279400"/>
        </p:xfrm>
        <a:graphic>
          <a:graphicData uri="http://schemas.openxmlformats.org/presentationml/2006/ole">
            <p:oleObj spid="_x0000_s35926" name="Equation" r:id="rId8" imgW="266400" imgH="279360" progId="Equation.3">
              <p:embed/>
            </p:oleObj>
          </a:graphicData>
        </a:graphic>
      </p:graphicFrame>
      <p:graphicFrame>
        <p:nvGraphicFramePr>
          <p:cNvPr id="35927" name="Object 87"/>
          <p:cNvGraphicFramePr>
            <a:graphicFrameLocks noChangeAspect="1"/>
          </p:cNvGraphicFramePr>
          <p:nvPr/>
        </p:nvGraphicFramePr>
        <p:xfrm>
          <a:off x="3657600" y="3505200"/>
          <a:ext cx="279400" cy="381000"/>
        </p:xfrm>
        <a:graphic>
          <a:graphicData uri="http://schemas.openxmlformats.org/presentationml/2006/ole">
            <p:oleObj spid="_x0000_s35927" name="Equation" r:id="rId9" imgW="279360" imgH="380880" progId="Equation.3">
              <p:embed/>
            </p:oleObj>
          </a:graphicData>
        </a:graphic>
      </p:graphicFrame>
      <p:graphicFrame>
        <p:nvGraphicFramePr>
          <p:cNvPr id="35928" name="Object 88"/>
          <p:cNvGraphicFramePr>
            <a:graphicFrameLocks noChangeAspect="1"/>
          </p:cNvGraphicFramePr>
          <p:nvPr/>
        </p:nvGraphicFramePr>
        <p:xfrm>
          <a:off x="4953000" y="3505200"/>
          <a:ext cx="279400" cy="381000"/>
        </p:xfrm>
        <a:graphic>
          <a:graphicData uri="http://schemas.openxmlformats.org/presentationml/2006/ole">
            <p:oleObj spid="_x0000_s35928" name="Equation" r:id="rId10" imgW="279360" imgH="380880" progId="Equation.3">
              <p:embed/>
            </p:oleObj>
          </a:graphicData>
        </a:graphic>
      </p:graphicFrame>
      <p:graphicFrame>
        <p:nvGraphicFramePr>
          <p:cNvPr id="35929" name="Object 89"/>
          <p:cNvGraphicFramePr>
            <a:graphicFrameLocks noChangeAspect="1"/>
          </p:cNvGraphicFramePr>
          <p:nvPr/>
        </p:nvGraphicFramePr>
        <p:xfrm>
          <a:off x="6248400" y="3581400"/>
          <a:ext cx="265113" cy="279400"/>
        </p:xfrm>
        <a:graphic>
          <a:graphicData uri="http://schemas.openxmlformats.org/presentationml/2006/ole">
            <p:oleObj spid="_x0000_s35929" name="Equation" r:id="rId11" imgW="266400" imgH="279360" progId="Equation.3">
              <p:embed/>
            </p:oleObj>
          </a:graphicData>
        </a:graphic>
      </p:graphicFrame>
      <p:sp>
        <p:nvSpPr>
          <p:cNvPr id="35930" name="Oval 90"/>
          <p:cNvSpPr>
            <a:spLocks noChangeArrowheads="1"/>
          </p:cNvSpPr>
          <p:nvPr/>
        </p:nvSpPr>
        <p:spPr bwMode="auto">
          <a:xfrm>
            <a:off x="6261100" y="2298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931" name="Object 91"/>
          <p:cNvGraphicFramePr>
            <a:graphicFrameLocks noChangeAspect="1"/>
          </p:cNvGraphicFramePr>
          <p:nvPr/>
        </p:nvGraphicFramePr>
        <p:xfrm>
          <a:off x="6337300" y="2298700"/>
          <a:ext cx="404813" cy="469900"/>
        </p:xfrm>
        <a:graphic>
          <a:graphicData uri="http://schemas.openxmlformats.org/presentationml/2006/ole">
            <p:oleObj spid="_x0000_s35931" name="Equation" r:id="rId12" imgW="406080" imgH="469800" progId="Equation.3">
              <p:embed/>
            </p:oleObj>
          </a:graphicData>
        </a:graphic>
      </p:graphicFrame>
      <p:graphicFrame>
        <p:nvGraphicFramePr>
          <p:cNvPr id="35932" name="Object 92"/>
          <p:cNvGraphicFramePr>
            <a:graphicFrameLocks noChangeAspect="1"/>
          </p:cNvGraphicFramePr>
          <p:nvPr/>
        </p:nvGraphicFramePr>
        <p:xfrm>
          <a:off x="3200400" y="3124200"/>
          <a:ext cx="265113" cy="279400"/>
        </p:xfrm>
        <a:graphic>
          <a:graphicData uri="http://schemas.openxmlformats.org/presentationml/2006/ole">
            <p:oleObj spid="_x0000_s35932" name="Equation" r:id="rId13" imgW="266400" imgH="279360" progId="Equation.3">
              <p:embed/>
            </p:oleObj>
          </a:graphicData>
        </a:graphic>
      </p:graphicFrame>
      <p:graphicFrame>
        <p:nvGraphicFramePr>
          <p:cNvPr id="35933" name="Object 93"/>
          <p:cNvGraphicFramePr>
            <a:graphicFrameLocks noChangeAspect="1"/>
          </p:cNvGraphicFramePr>
          <p:nvPr/>
        </p:nvGraphicFramePr>
        <p:xfrm>
          <a:off x="4419600" y="3200400"/>
          <a:ext cx="265113" cy="279400"/>
        </p:xfrm>
        <a:graphic>
          <a:graphicData uri="http://schemas.openxmlformats.org/presentationml/2006/ole">
            <p:oleObj spid="_x0000_s35933" name="Equation" r:id="rId14" imgW="266400" imgH="279360" progId="Equation.3">
              <p:embed/>
            </p:oleObj>
          </a:graphicData>
        </a:graphic>
      </p:graphicFrame>
      <p:graphicFrame>
        <p:nvGraphicFramePr>
          <p:cNvPr id="35934" name="Object 94"/>
          <p:cNvGraphicFramePr>
            <a:graphicFrameLocks noChangeAspect="1"/>
          </p:cNvGraphicFramePr>
          <p:nvPr/>
        </p:nvGraphicFramePr>
        <p:xfrm>
          <a:off x="5715000" y="3124200"/>
          <a:ext cx="279400" cy="381000"/>
        </p:xfrm>
        <a:graphic>
          <a:graphicData uri="http://schemas.openxmlformats.org/presentationml/2006/ole">
            <p:oleObj spid="_x0000_s35934" name="Equation" r:id="rId15" imgW="279360" imgH="380880" progId="Equation.3">
              <p:embed/>
            </p:oleObj>
          </a:graphicData>
        </a:graphic>
      </p:graphicFrame>
      <p:graphicFrame>
        <p:nvGraphicFramePr>
          <p:cNvPr id="35935" name="Object 95"/>
          <p:cNvGraphicFramePr>
            <a:graphicFrameLocks noChangeAspect="1"/>
          </p:cNvGraphicFramePr>
          <p:nvPr/>
        </p:nvGraphicFramePr>
        <p:xfrm>
          <a:off x="1828800" y="3048000"/>
          <a:ext cx="279400" cy="381000"/>
        </p:xfrm>
        <a:graphic>
          <a:graphicData uri="http://schemas.openxmlformats.org/presentationml/2006/ole">
            <p:oleObj spid="_x0000_s35935" name="Equation" r:id="rId16" imgW="279360" imgH="380880" progId="Equation.3">
              <p:embed/>
            </p:oleObj>
          </a:graphicData>
        </a:graphic>
      </p:graphicFrame>
      <p:sp>
        <p:nvSpPr>
          <p:cNvPr id="35936" name="Freeform 96"/>
          <p:cNvSpPr>
            <a:spLocks/>
          </p:cNvSpPr>
          <p:nvPr/>
        </p:nvSpPr>
        <p:spPr bwMode="auto">
          <a:xfrm>
            <a:off x="6096000" y="15240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5937" name="Object 97"/>
          <p:cNvGraphicFramePr>
            <a:graphicFrameLocks noChangeAspect="1"/>
          </p:cNvGraphicFramePr>
          <p:nvPr/>
        </p:nvGraphicFramePr>
        <p:xfrm>
          <a:off x="6108700" y="1079500"/>
          <a:ext cx="671513" cy="442913"/>
        </p:xfrm>
        <a:graphic>
          <a:graphicData uri="http://schemas.openxmlformats.org/presentationml/2006/ole">
            <p:oleObj spid="_x0000_s35937" name="Equation" r:id="rId17" imgW="672840" imgH="444240" progId="Equation.3">
              <p:embed/>
            </p:oleObj>
          </a:graphicData>
        </a:graphic>
      </p:graphicFrame>
      <p:sp>
        <p:nvSpPr>
          <p:cNvPr id="35938" name="Line 98"/>
          <p:cNvSpPr>
            <a:spLocks noChangeShapeType="1"/>
          </p:cNvSpPr>
          <p:nvPr/>
        </p:nvSpPr>
        <p:spPr bwMode="auto">
          <a:xfrm flipV="1">
            <a:off x="5867400" y="2819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39" name="Freeform 99"/>
          <p:cNvSpPr>
            <a:spLocks/>
          </p:cNvSpPr>
          <p:nvPr/>
        </p:nvSpPr>
        <p:spPr bwMode="auto">
          <a:xfrm>
            <a:off x="4572000" y="26670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40" name="Freeform 100"/>
          <p:cNvSpPr>
            <a:spLocks/>
          </p:cNvSpPr>
          <p:nvPr/>
        </p:nvSpPr>
        <p:spPr bwMode="auto">
          <a:xfrm>
            <a:off x="3276600" y="24765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941" name="Freeform 101"/>
          <p:cNvSpPr>
            <a:spLocks/>
          </p:cNvSpPr>
          <p:nvPr/>
        </p:nvSpPr>
        <p:spPr bwMode="auto">
          <a:xfrm>
            <a:off x="1981200" y="18542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943" name="Group 103"/>
          <p:cNvGrpSpPr>
            <a:grpSpLocks/>
          </p:cNvGrpSpPr>
          <p:nvPr/>
        </p:nvGrpSpPr>
        <p:grpSpPr bwMode="auto">
          <a:xfrm>
            <a:off x="6629400" y="2819400"/>
            <a:ext cx="900113" cy="609600"/>
            <a:chOff x="4224" y="1824"/>
            <a:chExt cx="567" cy="384"/>
          </a:xfrm>
        </p:grpSpPr>
        <p:graphicFrame>
          <p:nvGraphicFramePr>
            <p:cNvPr id="35944" name="Object 10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35944" name="Equation" r:id="rId18" imgW="672840" imgH="444240" progId="Equation.3">
                <p:embed/>
              </p:oleObj>
            </a:graphicData>
          </a:graphic>
        </p:graphicFrame>
        <p:sp>
          <p:nvSpPr>
            <p:cNvPr id="35945" name="Line 10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823863-8EB1-4679-959D-2BDE90FC9C33}" type="slidenum">
              <a:rPr lang="en-US"/>
              <a:pPr/>
              <a:t>5</a:t>
            </a:fld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Configuration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1443038" y="4879975"/>
            <a:ext cx="530225" cy="530225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80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36880" name="Equation" r:id="rId3" imgW="342720" imgH="469800" progId="Equation.3">
              <p:embed/>
            </p:oleObj>
          </a:graphicData>
        </a:graphic>
      </p:graphicFrame>
      <p:graphicFrame>
        <p:nvGraphicFramePr>
          <p:cNvPr id="36881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36881" name="Equation" r:id="rId4" imgW="393480" imgH="469800" progId="Equation.3">
              <p:embed/>
            </p:oleObj>
          </a:graphicData>
        </a:graphic>
      </p:graphicFrame>
      <p:graphicFrame>
        <p:nvGraphicFramePr>
          <p:cNvPr id="36882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36882" name="Equation" r:id="rId5" imgW="393480" imgH="469800" progId="Equation.3">
              <p:embed/>
            </p:oleObj>
          </a:graphicData>
        </a:graphic>
      </p:graphicFrame>
      <p:graphicFrame>
        <p:nvGraphicFramePr>
          <p:cNvPr id="36883" name="Object 19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36883" name="Equation" r:id="rId6" imgW="419040" imgH="469800" progId="Equation.3">
              <p:embed/>
            </p:oleObj>
          </a:graphicData>
        </a:graphic>
      </p:graphicFrame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85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36885" name="Equation" r:id="rId7" imgW="266400" imgH="279360" progId="Equation.3">
              <p:embed/>
            </p:oleObj>
          </a:graphicData>
        </a:graphic>
      </p:graphicFrame>
      <p:graphicFrame>
        <p:nvGraphicFramePr>
          <p:cNvPr id="36886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36886" name="Equation" r:id="rId8" imgW="279360" imgH="380880" progId="Equation.3">
              <p:embed/>
            </p:oleObj>
          </a:graphicData>
        </a:graphic>
      </p:graphicFrame>
      <p:graphicFrame>
        <p:nvGraphicFramePr>
          <p:cNvPr id="36887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36887" name="Equation" r:id="rId9" imgW="279360" imgH="380880" progId="Equation.3">
              <p:embed/>
            </p:oleObj>
          </a:graphicData>
        </a:graphic>
      </p:graphicFrame>
      <p:graphicFrame>
        <p:nvGraphicFramePr>
          <p:cNvPr id="36888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36888" name="Equation" r:id="rId10" imgW="266400" imgH="279360" progId="Equation.3">
              <p:embed/>
            </p:oleObj>
          </a:graphicData>
        </a:graphic>
      </p:graphicFrame>
      <p:sp>
        <p:nvSpPr>
          <p:cNvPr id="36895" name="Oval 31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896" name="Object 32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36896" name="Equation" r:id="rId11" imgW="406080" imgH="469800" progId="Equation.3">
              <p:embed/>
            </p:oleObj>
          </a:graphicData>
        </a:graphic>
      </p:graphicFrame>
      <p:graphicFrame>
        <p:nvGraphicFramePr>
          <p:cNvPr id="36897" name="Object 33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36897" name="Equation" r:id="rId12" imgW="266400" imgH="279360" progId="Equation.3">
              <p:embed/>
            </p:oleObj>
          </a:graphicData>
        </a:graphic>
      </p:graphicFrame>
      <p:graphicFrame>
        <p:nvGraphicFramePr>
          <p:cNvPr id="36898" name="Object 34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36898" name="Equation" r:id="rId13" imgW="266400" imgH="279360" progId="Equation.3">
              <p:embed/>
            </p:oleObj>
          </a:graphicData>
        </a:graphic>
      </p:graphicFrame>
      <p:graphicFrame>
        <p:nvGraphicFramePr>
          <p:cNvPr id="36899" name="Object 35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36899" name="Equation" r:id="rId14" imgW="279360" imgH="380880" progId="Equation.3">
              <p:embed/>
            </p:oleObj>
          </a:graphicData>
        </a:graphic>
      </p:graphicFrame>
      <p:graphicFrame>
        <p:nvGraphicFramePr>
          <p:cNvPr id="36900" name="Object 36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36900" name="Equation" r:id="rId15" imgW="279360" imgH="380880" progId="Equation.3">
              <p:embed/>
            </p:oleObj>
          </a:graphicData>
        </a:graphic>
      </p:graphicFrame>
      <p:sp>
        <p:nvSpPr>
          <p:cNvPr id="36901" name="Freeform 37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902" name="Object 38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36902" name="Equation" r:id="rId16" imgW="672840" imgH="444240" progId="Equation.3">
              <p:embed/>
            </p:oleObj>
          </a:graphicData>
        </a:graphic>
      </p:graphicFrame>
      <p:sp>
        <p:nvSpPr>
          <p:cNvPr id="36903" name="Line 39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4" name="Freeform 40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5" name="Freeform 41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6" name="Freeform 42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8" name="Rectangle 44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10" name="Text Box 46"/>
          <p:cNvSpPr txBox="1">
            <a:spLocks noChangeArrowheads="1"/>
          </p:cNvSpPr>
          <p:nvPr/>
        </p:nvSpPr>
        <p:spPr bwMode="auto">
          <a:xfrm>
            <a:off x="3124200" y="838200"/>
            <a:ext cx="2574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String</a:t>
            </a:r>
          </a:p>
        </p:txBody>
      </p:sp>
      <p:sp>
        <p:nvSpPr>
          <p:cNvPr id="36911" name="Line 4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12" name="Line 4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13" name="Line 49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14" name="Line 50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916" name="Object 5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36916" name="Equation" r:id="rId17" imgW="266400" imgH="279360" progId="Equation.3">
              <p:embed/>
            </p:oleObj>
          </a:graphicData>
        </a:graphic>
      </p:graphicFrame>
      <p:graphicFrame>
        <p:nvGraphicFramePr>
          <p:cNvPr id="36917" name="Object 5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36917" name="Equation" r:id="rId18" imgW="279360" imgH="380880" progId="Equation.3">
              <p:embed/>
            </p:oleObj>
          </a:graphicData>
        </a:graphic>
      </p:graphicFrame>
      <p:graphicFrame>
        <p:nvGraphicFramePr>
          <p:cNvPr id="36918" name="Object 54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36918" name="Equation" r:id="rId19" imgW="279360" imgH="380880" progId="Equation.3">
              <p:embed/>
            </p:oleObj>
          </a:graphicData>
        </a:graphic>
      </p:graphicFrame>
      <p:graphicFrame>
        <p:nvGraphicFramePr>
          <p:cNvPr id="36919" name="Object 55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p:oleObj spid="_x0000_s36919" name="Equation" r:id="rId20" imgW="266400" imgH="279360" progId="Equation.3">
              <p:embed/>
            </p:oleObj>
          </a:graphicData>
        </a:graphic>
      </p:graphicFrame>
      <p:sp>
        <p:nvSpPr>
          <p:cNvPr id="36920" name="Line 56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24" name="Line 60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927" name="Group 63"/>
          <p:cNvGrpSpPr>
            <a:grpSpLocks/>
          </p:cNvGrpSpPr>
          <p:nvPr/>
        </p:nvGrpSpPr>
        <p:grpSpPr bwMode="auto">
          <a:xfrm>
            <a:off x="6477000" y="4114800"/>
            <a:ext cx="900113" cy="609600"/>
            <a:chOff x="4224" y="1824"/>
            <a:chExt cx="567" cy="384"/>
          </a:xfrm>
        </p:grpSpPr>
        <p:graphicFrame>
          <p:nvGraphicFramePr>
            <p:cNvPr id="36928" name="Object 6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36928" name="Equation" r:id="rId21" imgW="672840" imgH="444240" progId="Equation.3">
                <p:embed/>
              </p:oleObj>
            </a:graphicData>
          </a:graphic>
        </p:graphicFrame>
        <p:sp>
          <p:nvSpPr>
            <p:cNvPr id="36929" name="Line 6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6932" name="Object 68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36932" name="Equation" r:id="rId22" imgW="41904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EEC4B8-B22D-4016-852D-23403B022CDA}" type="slidenum">
              <a:rPr lang="en-US"/>
              <a:pPr/>
              <a:t>6</a:t>
            </a:fld>
            <a:endParaRPr 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the Input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6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37901" name="Equation" r:id="rId3" imgW="419040" imgH="469800" progId="Equation.3">
              <p:embed/>
            </p:oleObj>
          </a:graphicData>
        </a:graphic>
      </p:graphicFrame>
      <p:sp>
        <p:nvSpPr>
          <p:cNvPr id="37902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03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37903" name="Equation" r:id="rId4" imgW="342720" imgH="469800" progId="Equation.3">
              <p:embed/>
            </p:oleObj>
          </a:graphicData>
        </a:graphic>
      </p:graphicFrame>
      <p:graphicFrame>
        <p:nvGraphicFramePr>
          <p:cNvPr id="37904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37904" name="Equation" r:id="rId5" imgW="393480" imgH="469800" progId="Equation.3">
              <p:embed/>
            </p:oleObj>
          </a:graphicData>
        </a:graphic>
      </p:graphicFrame>
      <p:graphicFrame>
        <p:nvGraphicFramePr>
          <p:cNvPr id="37905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37905" name="Equation" r:id="rId6" imgW="393480" imgH="469800" progId="Equation.3">
              <p:embed/>
            </p:oleObj>
          </a:graphicData>
        </a:graphic>
      </p:graphicFrame>
      <p:graphicFrame>
        <p:nvGraphicFramePr>
          <p:cNvPr id="37906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37906" name="Equation" r:id="rId7" imgW="419040" imgH="469800" progId="Equation.3">
              <p:embed/>
            </p:oleObj>
          </a:graphicData>
        </a:graphic>
      </p:graphicFrame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08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37908" name="Equation" r:id="rId8" imgW="266400" imgH="279360" progId="Equation.3">
              <p:embed/>
            </p:oleObj>
          </a:graphicData>
        </a:graphic>
      </p:graphicFrame>
      <p:graphicFrame>
        <p:nvGraphicFramePr>
          <p:cNvPr id="37909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37909" name="Equation" r:id="rId9" imgW="279360" imgH="380880" progId="Equation.3">
              <p:embed/>
            </p:oleObj>
          </a:graphicData>
        </a:graphic>
      </p:graphicFrame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37910" name="Equation" r:id="rId10" imgW="279360" imgH="380880" progId="Equation.3">
              <p:embed/>
            </p:oleObj>
          </a:graphicData>
        </a:graphic>
      </p:graphicFrame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37911" name="Equation" r:id="rId11" imgW="266400" imgH="279360" progId="Equation.3">
              <p:embed/>
            </p:oleObj>
          </a:graphicData>
        </a:graphic>
      </p:graphicFrame>
      <p:sp>
        <p:nvSpPr>
          <p:cNvPr id="37913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14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37914" name="Equation" r:id="rId12" imgW="406080" imgH="469800" progId="Equation.3">
              <p:embed/>
            </p:oleObj>
          </a:graphicData>
        </a:graphic>
      </p:graphicFrame>
      <p:graphicFrame>
        <p:nvGraphicFramePr>
          <p:cNvPr id="37915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37915" name="Equation" r:id="rId13" imgW="266400" imgH="279360" progId="Equation.3">
              <p:embed/>
            </p:oleObj>
          </a:graphicData>
        </a:graphic>
      </p:graphicFrame>
      <p:graphicFrame>
        <p:nvGraphicFramePr>
          <p:cNvPr id="37916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37916" name="Equation" r:id="rId14" imgW="266400" imgH="279360" progId="Equation.3">
              <p:embed/>
            </p:oleObj>
          </a:graphicData>
        </a:graphic>
      </p:graphicFrame>
      <p:graphicFrame>
        <p:nvGraphicFramePr>
          <p:cNvPr id="37917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37917" name="Equation" r:id="rId15" imgW="279360" imgH="380880" progId="Equation.3">
              <p:embed/>
            </p:oleObj>
          </a:graphicData>
        </a:graphic>
      </p:graphicFrame>
      <p:graphicFrame>
        <p:nvGraphicFramePr>
          <p:cNvPr id="37918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37918" name="Equation" r:id="rId16" imgW="279360" imgH="380880" progId="Equation.3">
              <p:embed/>
            </p:oleObj>
          </a:graphicData>
        </a:graphic>
      </p:graphicFrame>
      <p:sp>
        <p:nvSpPr>
          <p:cNvPr id="37919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20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37920" name="Equation" r:id="rId17" imgW="672840" imgH="444240" progId="Equation.3">
              <p:embed/>
            </p:oleObj>
          </a:graphicData>
        </a:graphic>
      </p:graphicFrame>
      <p:sp>
        <p:nvSpPr>
          <p:cNvPr id="37921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2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3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4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6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8" name="Line 40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9" name="Line 41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0" name="Line 42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1" name="Line 43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32" name="Object 4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37932" name="Equation" r:id="rId18" imgW="266400" imgH="279360" progId="Equation.3">
              <p:embed/>
            </p:oleObj>
          </a:graphicData>
        </a:graphic>
      </p:graphicFrame>
      <p:graphicFrame>
        <p:nvGraphicFramePr>
          <p:cNvPr id="37933" name="Object 45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37933" name="Equation" r:id="rId19" imgW="279360" imgH="380880" progId="Equation.3">
              <p:embed/>
            </p:oleObj>
          </a:graphicData>
        </a:graphic>
      </p:graphicFrame>
      <p:graphicFrame>
        <p:nvGraphicFramePr>
          <p:cNvPr id="37934" name="Object 4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37934" name="Equation" r:id="rId20" imgW="279360" imgH="380880" progId="Equation.3">
              <p:embed/>
            </p:oleObj>
          </a:graphicData>
        </a:graphic>
      </p:graphicFrame>
      <p:graphicFrame>
        <p:nvGraphicFramePr>
          <p:cNvPr id="37935" name="Object 47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p:oleObj spid="_x0000_s37935" name="Equation" r:id="rId21" imgW="266400" imgH="279360" progId="Equation.3">
              <p:embed/>
            </p:oleObj>
          </a:graphicData>
        </a:graphic>
      </p:graphicFrame>
      <p:sp>
        <p:nvSpPr>
          <p:cNvPr id="37936" name="Line 48"/>
          <p:cNvSpPr>
            <a:spLocks noChangeShapeType="1"/>
          </p:cNvSpPr>
          <p:nvPr/>
        </p:nvSpPr>
        <p:spPr bwMode="auto">
          <a:xfrm>
            <a:off x="2667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9" name="Line 51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943" name="Group 55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7944" name="Object 5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37944" name="Equation" r:id="rId22" imgW="672840" imgH="444240" progId="Equation.3">
                <p:embed/>
              </p:oleObj>
            </a:graphicData>
          </a:graphic>
        </p:graphicFrame>
        <p:sp>
          <p:nvSpPr>
            <p:cNvPr id="37945" name="Line 5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A4CBB3-53E5-403E-8D27-7DB18556D10E}" type="slidenum">
              <a:rPr lang="en-US"/>
              <a:pPr/>
              <a:t>7</a:t>
            </a:fld>
            <a:endParaRPr 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8916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18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19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20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38925" name="Equation" r:id="rId3" imgW="419040" imgH="469800" progId="Equation.3">
              <p:embed/>
            </p:oleObj>
          </a:graphicData>
        </a:graphic>
      </p:graphicFrame>
      <p:sp>
        <p:nvSpPr>
          <p:cNvPr id="38926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7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38927" name="Equation" r:id="rId4" imgW="342720" imgH="469800" progId="Equation.3">
              <p:embed/>
            </p:oleObj>
          </a:graphicData>
        </a:graphic>
      </p:graphicFrame>
      <p:graphicFrame>
        <p:nvGraphicFramePr>
          <p:cNvPr id="38928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38928" name="Equation" r:id="rId5" imgW="393480" imgH="469800" progId="Equation.3">
              <p:embed/>
            </p:oleObj>
          </a:graphicData>
        </a:graphic>
      </p:graphicFrame>
      <p:graphicFrame>
        <p:nvGraphicFramePr>
          <p:cNvPr id="38929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38929" name="Equation" r:id="rId6" imgW="393480" imgH="469800" progId="Equation.3">
              <p:embed/>
            </p:oleObj>
          </a:graphicData>
        </a:graphic>
      </p:graphicFrame>
      <p:graphicFrame>
        <p:nvGraphicFramePr>
          <p:cNvPr id="38930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38930" name="Equation" r:id="rId7" imgW="419040" imgH="469800" progId="Equation.3">
              <p:embed/>
            </p:oleObj>
          </a:graphicData>
        </a:graphic>
      </p:graphicFrame>
      <p:sp>
        <p:nvSpPr>
          <p:cNvPr id="38931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32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38932" name="Equation" r:id="rId8" imgW="266400" imgH="279360" progId="Equation.3">
              <p:embed/>
            </p:oleObj>
          </a:graphicData>
        </a:graphic>
      </p:graphicFrame>
      <p:graphicFrame>
        <p:nvGraphicFramePr>
          <p:cNvPr id="38933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38933" name="Equation" r:id="rId9" imgW="279360" imgH="380880" progId="Equation.3">
              <p:embed/>
            </p:oleObj>
          </a:graphicData>
        </a:graphic>
      </p:graphicFrame>
      <p:graphicFrame>
        <p:nvGraphicFramePr>
          <p:cNvPr id="38934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38934" name="Equation" r:id="rId10" imgW="279360" imgH="380880" progId="Equation.3">
              <p:embed/>
            </p:oleObj>
          </a:graphicData>
        </a:graphic>
      </p:graphicFrame>
      <p:graphicFrame>
        <p:nvGraphicFramePr>
          <p:cNvPr id="38935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38935" name="Equation" r:id="rId11" imgW="266400" imgH="279360" progId="Equation.3">
              <p:embed/>
            </p:oleObj>
          </a:graphicData>
        </a:graphic>
      </p:graphicFrame>
      <p:sp>
        <p:nvSpPr>
          <p:cNvPr id="38937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38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38938" name="Equation" r:id="rId12" imgW="406080" imgH="469800" progId="Equation.3">
              <p:embed/>
            </p:oleObj>
          </a:graphicData>
        </a:graphic>
      </p:graphicFrame>
      <p:graphicFrame>
        <p:nvGraphicFramePr>
          <p:cNvPr id="38939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38939" name="Equation" r:id="rId13" imgW="266400" imgH="279360" progId="Equation.3">
              <p:embed/>
            </p:oleObj>
          </a:graphicData>
        </a:graphic>
      </p:graphicFrame>
      <p:graphicFrame>
        <p:nvGraphicFramePr>
          <p:cNvPr id="38940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38940" name="Equation" r:id="rId14" imgW="266400" imgH="279360" progId="Equation.3">
              <p:embed/>
            </p:oleObj>
          </a:graphicData>
        </a:graphic>
      </p:graphicFrame>
      <p:graphicFrame>
        <p:nvGraphicFramePr>
          <p:cNvPr id="38941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38941" name="Equation" r:id="rId15" imgW="279360" imgH="380880" progId="Equation.3">
              <p:embed/>
            </p:oleObj>
          </a:graphicData>
        </a:graphic>
      </p:graphicFrame>
      <p:graphicFrame>
        <p:nvGraphicFramePr>
          <p:cNvPr id="38942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38942" name="Equation" r:id="rId16" imgW="279360" imgH="380880" progId="Equation.3">
              <p:embed/>
            </p:oleObj>
          </a:graphicData>
        </a:graphic>
      </p:graphicFrame>
      <p:sp>
        <p:nvSpPr>
          <p:cNvPr id="38943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44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38944" name="Equation" r:id="rId17" imgW="672840" imgH="444240" progId="Equation.3">
              <p:embed/>
            </p:oleObj>
          </a:graphicData>
        </a:graphic>
      </p:graphicFrame>
      <p:sp>
        <p:nvSpPr>
          <p:cNvPr id="38945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6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7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8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50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51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52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53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54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55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38955" name="Equation" r:id="rId18" imgW="266400" imgH="279360" progId="Equation.3">
              <p:embed/>
            </p:oleObj>
          </a:graphicData>
        </a:graphic>
      </p:graphicFrame>
      <p:graphicFrame>
        <p:nvGraphicFramePr>
          <p:cNvPr id="38956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38956" name="Equation" r:id="rId19" imgW="279360" imgH="380880" progId="Equation.3">
              <p:embed/>
            </p:oleObj>
          </a:graphicData>
        </a:graphic>
      </p:graphicFrame>
      <p:graphicFrame>
        <p:nvGraphicFramePr>
          <p:cNvPr id="38957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38957" name="Equation" r:id="rId20" imgW="279360" imgH="380880" progId="Equation.3">
              <p:embed/>
            </p:oleObj>
          </a:graphicData>
        </a:graphic>
      </p:graphicFrame>
      <p:graphicFrame>
        <p:nvGraphicFramePr>
          <p:cNvPr id="38958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p:oleObj spid="_x0000_s38958" name="Equation" r:id="rId21" imgW="266400" imgH="279360" progId="Equation.3">
              <p:embed/>
            </p:oleObj>
          </a:graphicData>
        </a:graphic>
      </p:graphicFrame>
      <p:sp>
        <p:nvSpPr>
          <p:cNvPr id="38959" name="Line 47"/>
          <p:cNvSpPr>
            <a:spLocks noChangeShapeType="1"/>
          </p:cNvSpPr>
          <p:nvPr/>
        </p:nvSpPr>
        <p:spPr bwMode="auto">
          <a:xfrm>
            <a:off x="3962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62" name="Line 50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66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8967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38967" name="Equation" r:id="rId22" imgW="672840" imgH="444240" progId="Equation.3">
                <p:embed/>
              </p:oleObj>
            </a:graphicData>
          </a:graphic>
        </p:graphicFrame>
        <p:sp>
          <p:nvSpPr>
            <p:cNvPr id="38968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61E084-9879-461A-87B7-22F0E46F7D36}" type="slidenum">
              <a:rPr lang="en-US"/>
              <a:pPr/>
              <a:t>8</a:t>
            </a:fld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9940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2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4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6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49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39949" name="Equation" r:id="rId3" imgW="419040" imgH="469800" progId="Equation.3">
              <p:embed/>
            </p:oleObj>
          </a:graphicData>
        </a:graphic>
      </p:graphicFrame>
      <p:sp>
        <p:nvSpPr>
          <p:cNvPr id="39950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51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39951" name="Equation" r:id="rId4" imgW="342720" imgH="469800" progId="Equation.3">
              <p:embed/>
            </p:oleObj>
          </a:graphicData>
        </a:graphic>
      </p:graphicFrame>
      <p:graphicFrame>
        <p:nvGraphicFramePr>
          <p:cNvPr id="39952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39952" name="Equation" r:id="rId5" imgW="393480" imgH="469800" progId="Equation.3">
              <p:embed/>
            </p:oleObj>
          </a:graphicData>
        </a:graphic>
      </p:graphicFrame>
      <p:graphicFrame>
        <p:nvGraphicFramePr>
          <p:cNvPr id="39953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39953" name="Equation" r:id="rId6" imgW="393480" imgH="469800" progId="Equation.3">
              <p:embed/>
            </p:oleObj>
          </a:graphicData>
        </a:graphic>
      </p:graphicFrame>
      <p:graphicFrame>
        <p:nvGraphicFramePr>
          <p:cNvPr id="39954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39954" name="Equation" r:id="rId7" imgW="419040" imgH="469800" progId="Equation.3">
              <p:embed/>
            </p:oleObj>
          </a:graphicData>
        </a:graphic>
      </p:graphicFrame>
      <p:sp>
        <p:nvSpPr>
          <p:cNvPr id="39955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56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39956" name="Equation" r:id="rId8" imgW="266400" imgH="279360" progId="Equation.3">
              <p:embed/>
            </p:oleObj>
          </a:graphicData>
        </a:graphic>
      </p:graphicFrame>
      <p:graphicFrame>
        <p:nvGraphicFramePr>
          <p:cNvPr id="39957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39957" name="Equation" r:id="rId9" imgW="279360" imgH="380880" progId="Equation.3">
              <p:embed/>
            </p:oleObj>
          </a:graphicData>
        </a:graphic>
      </p:graphicFrame>
      <p:graphicFrame>
        <p:nvGraphicFramePr>
          <p:cNvPr id="39958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39958" name="Equation" r:id="rId10" imgW="279360" imgH="380880" progId="Equation.3">
              <p:embed/>
            </p:oleObj>
          </a:graphicData>
        </a:graphic>
      </p:graphicFrame>
      <p:graphicFrame>
        <p:nvGraphicFramePr>
          <p:cNvPr id="39959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39959" name="Equation" r:id="rId11" imgW="266400" imgH="279360" progId="Equation.3">
              <p:embed/>
            </p:oleObj>
          </a:graphicData>
        </a:graphic>
      </p:graphicFrame>
      <p:sp>
        <p:nvSpPr>
          <p:cNvPr id="39961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62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39962" name="Equation" r:id="rId12" imgW="406080" imgH="469800" progId="Equation.3">
              <p:embed/>
            </p:oleObj>
          </a:graphicData>
        </a:graphic>
      </p:graphicFrame>
      <p:graphicFrame>
        <p:nvGraphicFramePr>
          <p:cNvPr id="39963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39963" name="Equation" r:id="rId13" imgW="266400" imgH="279360" progId="Equation.3">
              <p:embed/>
            </p:oleObj>
          </a:graphicData>
        </a:graphic>
      </p:graphicFrame>
      <p:graphicFrame>
        <p:nvGraphicFramePr>
          <p:cNvPr id="39964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39964" name="Equation" r:id="rId14" imgW="266400" imgH="279360" progId="Equation.3">
              <p:embed/>
            </p:oleObj>
          </a:graphicData>
        </a:graphic>
      </p:graphicFrame>
      <p:graphicFrame>
        <p:nvGraphicFramePr>
          <p:cNvPr id="39965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39965" name="Equation" r:id="rId15" imgW="279360" imgH="380880" progId="Equation.3">
              <p:embed/>
            </p:oleObj>
          </a:graphicData>
        </a:graphic>
      </p:graphicFrame>
      <p:graphicFrame>
        <p:nvGraphicFramePr>
          <p:cNvPr id="39966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39966" name="Equation" r:id="rId16" imgW="279360" imgH="380880" progId="Equation.3">
              <p:embed/>
            </p:oleObj>
          </a:graphicData>
        </a:graphic>
      </p:graphicFrame>
      <p:sp>
        <p:nvSpPr>
          <p:cNvPr id="39967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68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39968" name="Equation" r:id="rId17" imgW="672840" imgH="444240" progId="Equation.3">
              <p:embed/>
            </p:oleObj>
          </a:graphicData>
        </a:graphic>
      </p:graphicFrame>
      <p:sp>
        <p:nvSpPr>
          <p:cNvPr id="39969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70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71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72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74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75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76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77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78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79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39979" name="Equation" r:id="rId18" imgW="266400" imgH="279360" progId="Equation.3">
              <p:embed/>
            </p:oleObj>
          </a:graphicData>
        </a:graphic>
      </p:graphicFrame>
      <p:graphicFrame>
        <p:nvGraphicFramePr>
          <p:cNvPr id="39980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39980" name="Equation" r:id="rId19" imgW="279360" imgH="380880" progId="Equation.3">
              <p:embed/>
            </p:oleObj>
          </a:graphicData>
        </a:graphic>
      </p:graphicFrame>
      <p:graphicFrame>
        <p:nvGraphicFramePr>
          <p:cNvPr id="39981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39981" name="Equation" r:id="rId20" imgW="279360" imgH="380880" progId="Equation.3">
              <p:embed/>
            </p:oleObj>
          </a:graphicData>
        </a:graphic>
      </p:graphicFrame>
      <p:graphicFrame>
        <p:nvGraphicFramePr>
          <p:cNvPr id="39982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p:oleObj spid="_x0000_s39982" name="Equation" r:id="rId21" imgW="266400" imgH="279360" progId="Equation.3">
              <p:embed/>
            </p:oleObj>
          </a:graphicData>
        </a:graphic>
      </p:graphicFrame>
      <p:sp>
        <p:nvSpPr>
          <p:cNvPr id="39983" name="Line 47"/>
          <p:cNvSpPr>
            <a:spLocks noChangeShapeType="1"/>
          </p:cNvSpPr>
          <p:nvPr/>
        </p:nvSpPr>
        <p:spPr bwMode="auto">
          <a:xfrm>
            <a:off x="52578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9990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9991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39991" name="Equation" r:id="rId22" imgW="672840" imgH="444240" progId="Equation.3">
                <p:embed/>
              </p:oleObj>
            </a:graphicData>
          </a:graphic>
        </p:graphicFrame>
        <p:sp>
          <p:nvSpPr>
            <p:cNvPr id="39992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D73940-F828-4CBF-BF89-C19FFDEEAA5B}" type="slidenum">
              <a:rPr lang="en-US"/>
              <a:pPr/>
              <a:t>9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70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73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40973" name="Equation" r:id="rId3" imgW="419040" imgH="469800" progId="Equation.3">
              <p:embed/>
            </p:oleObj>
          </a:graphicData>
        </a:graphic>
      </p:graphicFrame>
      <p:sp>
        <p:nvSpPr>
          <p:cNvPr id="40974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75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40975" name="Equation" r:id="rId4" imgW="342720" imgH="469800" progId="Equation.3">
              <p:embed/>
            </p:oleObj>
          </a:graphicData>
        </a:graphic>
      </p:graphicFrame>
      <p:graphicFrame>
        <p:nvGraphicFramePr>
          <p:cNvPr id="40976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40976" name="Equation" r:id="rId5" imgW="393480" imgH="469800" progId="Equation.3">
              <p:embed/>
            </p:oleObj>
          </a:graphicData>
        </a:graphic>
      </p:graphicFrame>
      <p:graphicFrame>
        <p:nvGraphicFramePr>
          <p:cNvPr id="40977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40977" name="Equation" r:id="rId6" imgW="393480" imgH="469800" progId="Equation.3">
              <p:embed/>
            </p:oleObj>
          </a:graphicData>
        </a:graphic>
      </p:graphicFrame>
      <p:graphicFrame>
        <p:nvGraphicFramePr>
          <p:cNvPr id="40978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40978" name="Equation" r:id="rId7" imgW="419040" imgH="469800" progId="Equation.3">
              <p:embed/>
            </p:oleObj>
          </a:graphicData>
        </a:graphic>
      </p:graphicFrame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80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40980" name="Equation" r:id="rId8" imgW="266400" imgH="279360" progId="Equation.3">
              <p:embed/>
            </p:oleObj>
          </a:graphicData>
        </a:graphic>
      </p:graphicFrame>
      <p:graphicFrame>
        <p:nvGraphicFramePr>
          <p:cNvPr id="40981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40981" name="Equation" r:id="rId9" imgW="279360" imgH="380880" progId="Equation.3">
              <p:embed/>
            </p:oleObj>
          </a:graphicData>
        </a:graphic>
      </p:graphicFrame>
      <p:graphicFrame>
        <p:nvGraphicFramePr>
          <p:cNvPr id="40982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40982" name="Equation" r:id="rId10" imgW="279360" imgH="380880" progId="Equation.3">
              <p:embed/>
            </p:oleObj>
          </a:graphicData>
        </a:graphic>
      </p:graphicFrame>
      <p:graphicFrame>
        <p:nvGraphicFramePr>
          <p:cNvPr id="40983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40983" name="Equation" r:id="rId11" imgW="266400" imgH="279360" progId="Equation.3">
              <p:embed/>
            </p:oleObj>
          </a:graphicData>
        </a:graphic>
      </p:graphicFrame>
      <p:sp>
        <p:nvSpPr>
          <p:cNvPr id="40985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86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40986" name="Equation" r:id="rId12" imgW="406080" imgH="469800" progId="Equation.3">
              <p:embed/>
            </p:oleObj>
          </a:graphicData>
        </a:graphic>
      </p:graphicFrame>
      <p:graphicFrame>
        <p:nvGraphicFramePr>
          <p:cNvPr id="40987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40987" name="Equation" r:id="rId13" imgW="266400" imgH="279360" progId="Equation.3">
              <p:embed/>
            </p:oleObj>
          </a:graphicData>
        </a:graphic>
      </p:graphicFrame>
      <p:graphicFrame>
        <p:nvGraphicFramePr>
          <p:cNvPr id="40988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40988" name="Equation" r:id="rId14" imgW="266400" imgH="279360" progId="Equation.3">
              <p:embed/>
            </p:oleObj>
          </a:graphicData>
        </a:graphic>
      </p:graphicFrame>
      <p:graphicFrame>
        <p:nvGraphicFramePr>
          <p:cNvPr id="40989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40989" name="Equation" r:id="rId15" imgW="279360" imgH="380880" progId="Equation.3">
              <p:embed/>
            </p:oleObj>
          </a:graphicData>
        </a:graphic>
      </p:graphicFrame>
      <p:graphicFrame>
        <p:nvGraphicFramePr>
          <p:cNvPr id="40990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40990" name="Equation" r:id="rId16" imgW="279360" imgH="380880" progId="Equation.3">
              <p:embed/>
            </p:oleObj>
          </a:graphicData>
        </a:graphic>
      </p:graphicFrame>
      <p:sp>
        <p:nvSpPr>
          <p:cNvPr id="40991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92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40992" name="Equation" r:id="rId17" imgW="672840" imgH="444240" progId="Equation.3">
              <p:embed/>
            </p:oleObj>
          </a:graphicData>
        </a:graphic>
      </p:graphicFrame>
      <p:sp>
        <p:nvSpPr>
          <p:cNvPr id="40993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4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5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6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8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01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02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003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41003" name="Equation" r:id="rId18" imgW="266400" imgH="279360" progId="Equation.3">
              <p:embed/>
            </p:oleObj>
          </a:graphicData>
        </a:graphic>
      </p:graphicFrame>
      <p:graphicFrame>
        <p:nvGraphicFramePr>
          <p:cNvPr id="41004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41004" name="Equation" r:id="rId19" imgW="279360" imgH="380880" progId="Equation.3">
              <p:embed/>
            </p:oleObj>
          </a:graphicData>
        </a:graphic>
      </p:graphicFrame>
      <p:graphicFrame>
        <p:nvGraphicFramePr>
          <p:cNvPr id="41005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41005" name="Equation" r:id="rId20" imgW="279360" imgH="380880" progId="Equation.3">
              <p:embed/>
            </p:oleObj>
          </a:graphicData>
        </a:graphic>
      </p:graphicFrame>
      <p:graphicFrame>
        <p:nvGraphicFramePr>
          <p:cNvPr id="41006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p:oleObj spid="_x0000_s41006" name="Equation" r:id="rId21" imgW="266400" imgH="279360" progId="Equation.3">
              <p:embed/>
            </p:oleObj>
          </a:graphicData>
        </a:graphic>
      </p:graphicFrame>
      <p:sp>
        <p:nvSpPr>
          <p:cNvPr id="41007" name="Line 47"/>
          <p:cNvSpPr>
            <a:spLocks noChangeShapeType="1"/>
          </p:cNvSpPr>
          <p:nvPr/>
        </p:nvSpPr>
        <p:spPr bwMode="auto">
          <a:xfrm>
            <a:off x="6629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10" name="Line 50"/>
          <p:cNvSpPr>
            <a:spLocks noChangeShapeType="1"/>
          </p:cNvSpPr>
          <p:nvPr/>
        </p:nvSpPr>
        <p:spPr bwMode="auto">
          <a:xfrm>
            <a:off x="2590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014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41015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41015" name="Equation" r:id="rId22" imgW="672840" imgH="444240" progId="Equation.3">
                <p:embed/>
              </p:oleObj>
            </a:graphicData>
          </a:graphic>
        </p:graphicFrame>
        <p:sp>
          <p:nvSpPr>
            <p:cNvPr id="41016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622C26-6013-4C0B-A3D9-157CCE76D84A}" type="slidenum">
              <a:rPr lang="en-US"/>
              <a:pPr/>
              <a:t>10</a:t>
            </a:fld>
            <a:endParaRPr lang="en-US"/>
          </a:p>
        </p:txBody>
      </p:sp>
      <p:sp>
        <p:nvSpPr>
          <p:cNvPr id="75778" name="Oval 1026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79" name="Oval 1027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80" name="Oval 1028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81" name="Oval 1029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82" name="Oval 1030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83" name="Line 1031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84" name="Line 1032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85" name="Line 1033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786" name="Line 1034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787" name="Object 1035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75787" name="Equation" r:id="rId3" imgW="419040" imgH="469800" progId="Equation.3">
              <p:embed/>
            </p:oleObj>
          </a:graphicData>
        </a:graphic>
      </p:graphicFrame>
      <p:sp>
        <p:nvSpPr>
          <p:cNvPr id="75788" name="Oval 1036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789" name="Object 1037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75789" name="Equation" r:id="rId4" imgW="342720" imgH="469800" progId="Equation.3">
              <p:embed/>
            </p:oleObj>
          </a:graphicData>
        </a:graphic>
      </p:graphicFrame>
      <p:graphicFrame>
        <p:nvGraphicFramePr>
          <p:cNvPr id="75790" name="Object 1038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75790" name="Equation" r:id="rId5" imgW="393480" imgH="469800" progId="Equation.3">
              <p:embed/>
            </p:oleObj>
          </a:graphicData>
        </a:graphic>
      </p:graphicFrame>
      <p:graphicFrame>
        <p:nvGraphicFramePr>
          <p:cNvPr id="75791" name="Object 1039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75791" name="Equation" r:id="rId6" imgW="393480" imgH="469800" progId="Equation.3">
              <p:embed/>
            </p:oleObj>
          </a:graphicData>
        </a:graphic>
      </p:graphicFrame>
      <p:graphicFrame>
        <p:nvGraphicFramePr>
          <p:cNvPr id="75792" name="Object 1040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75792" name="Equation" r:id="rId7" imgW="419040" imgH="469800" progId="Equation.3">
              <p:embed/>
            </p:oleObj>
          </a:graphicData>
        </a:graphic>
      </p:graphicFrame>
      <p:sp>
        <p:nvSpPr>
          <p:cNvPr id="75793" name="Line 1041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794" name="Object 1042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75794" name="Equation" r:id="rId8" imgW="266400" imgH="279360" progId="Equation.3">
              <p:embed/>
            </p:oleObj>
          </a:graphicData>
        </a:graphic>
      </p:graphicFrame>
      <p:graphicFrame>
        <p:nvGraphicFramePr>
          <p:cNvPr id="75795" name="Object 1043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75795" name="Equation" r:id="rId9" imgW="279360" imgH="380880" progId="Equation.3">
              <p:embed/>
            </p:oleObj>
          </a:graphicData>
        </a:graphic>
      </p:graphicFrame>
      <p:graphicFrame>
        <p:nvGraphicFramePr>
          <p:cNvPr id="75796" name="Object 1044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75796" name="Equation" r:id="rId10" imgW="279360" imgH="380880" progId="Equation.3">
              <p:embed/>
            </p:oleObj>
          </a:graphicData>
        </a:graphic>
      </p:graphicFrame>
      <p:graphicFrame>
        <p:nvGraphicFramePr>
          <p:cNvPr id="75797" name="Object 1045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75797" name="Equation" r:id="rId11" imgW="266400" imgH="279360" progId="Equation.3">
              <p:embed/>
            </p:oleObj>
          </a:graphicData>
        </a:graphic>
      </p:graphicFrame>
      <p:sp>
        <p:nvSpPr>
          <p:cNvPr id="75798" name="Text Box 1046"/>
          <p:cNvSpPr txBox="1">
            <a:spLocks noChangeArrowheads="1"/>
          </p:cNvSpPr>
          <p:nvPr/>
        </p:nvSpPr>
        <p:spPr bwMode="auto">
          <a:xfrm>
            <a:off x="4953000" y="5867400"/>
            <a:ext cx="33559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Output: “accept”</a:t>
            </a:r>
          </a:p>
        </p:txBody>
      </p:sp>
      <p:sp>
        <p:nvSpPr>
          <p:cNvPr id="75799" name="Oval 1047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800" name="Object 1048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75800" name="Equation" r:id="rId12" imgW="406080" imgH="469800" progId="Equation.3">
              <p:embed/>
            </p:oleObj>
          </a:graphicData>
        </a:graphic>
      </p:graphicFrame>
      <p:graphicFrame>
        <p:nvGraphicFramePr>
          <p:cNvPr id="75801" name="Object 1049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75801" name="Equation" r:id="rId13" imgW="266400" imgH="279360" progId="Equation.3">
              <p:embed/>
            </p:oleObj>
          </a:graphicData>
        </a:graphic>
      </p:graphicFrame>
      <p:graphicFrame>
        <p:nvGraphicFramePr>
          <p:cNvPr id="75802" name="Object 1050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75802" name="Equation" r:id="rId14" imgW="266400" imgH="279360" progId="Equation.3">
              <p:embed/>
            </p:oleObj>
          </a:graphicData>
        </a:graphic>
      </p:graphicFrame>
      <p:graphicFrame>
        <p:nvGraphicFramePr>
          <p:cNvPr id="75803" name="Object 1051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75803" name="Equation" r:id="rId15" imgW="279360" imgH="380880" progId="Equation.3">
              <p:embed/>
            </p:oleObj>
          </a:graphicData>
        </a:graphic>
      </p:graphicFrame>
      <p:graphicFrame>
        <p:nvGraphicFramePr>
          <p:cNvPr id="75804" name="Object 1052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75804" name="Equation" r:id="rId16" imgW="279360" imgH="380880" progId="Equation.3">
              <p:embed/>
            </p:oleObj>
          </a:graphicData>
        </a:graphic>
      </p:graphicFrame>
      <p:sp>
        <p:nvSpPr>
          <p:cNvPr id="75805" name="Freeform 1053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806" name="Object 1054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75806" name="Equation" r:id="rId17" imgW="672840" imgH="444240" progId="Equation.3">
              <p:embed/>
            </p:oleObj>
          </a:graphicData>
        </a:graphic>
      </p:graphicFrame>
      <p:sp>
        <p:nvSpPr>
          <p:cNvPr id="75807" name="Line 1055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08" name="Freeform 1056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09" name="Freeform 1057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10" name="Freeform 1058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11" name="Rectangle 1059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12" name="Line 1060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13" name="Line 1061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14" name="Line 1062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15" name="Line 1063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816" name="Object 106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75816" name="Equation" r:id="rId18" imgW="266400" imgH="279360" progId="Equation.3">
              <p:embed/>
            </p:oleObj>
          </a:graphicData>
        </a:graphic>
      </p:graphicFrame>
      <p:graphicFrame>
        <p:nvGraphicFramePr>
          <p:cNvPr id="75817" name="Object 1065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75817" name="Equation" r:id="rId19" imgW="279360" imgH="380880" progId="Equation.3">
              <p:embed/>
            </p:oleObj>
          </a:graphicData>
        </a:graphic>
      </p:graphicFrame>
      <p:graphicFrame>
        <p:nvGraphicFramePr>
          <p:cNvPr id="75818" name="Object 106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75818" name="Equation" r:id="rId20" imgW="279360" imgH="380880" progId="Equation.3">
              <p:embed/>
            </p:oleObj>
          </a:graphicData>
        </a:graphic>
      </p:graphicFrame>
      <p:graphicFrame>
        <p:nvGraphicFramePr>
          <p:cNvPr id="75819" name="Object 1067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p:oleObj spid="_x0000_s75819" name="Equation" r:id="rId21" imgW="266400" imgH="279360" progId="Equation.3">
              <p:embed/>
            </p:oleObj>
          </a:graphicData>
        </a:graphic>
      </p:graphicFrame>
      <p:sp>
        <p:nvSpPr>
          <p:cNvPr id="75820" name="Line 1068"/>
          <p:cNvSpPr>
            <a:spLocks noChangeShapeType="1"/>
          </p:cNvSpPr>
          <p:nvPr/>
        </p:nvSpPr>
        <p:spPr bwMode="auto">
          <a:xfrm>
            <a:off x="6629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821" name="Line 1069"/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5822" name="Group 1070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75823" name="Object 107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75823" name="Equation" r:id="rId22" imgW="672840" imgH="444240" progId="Equation.3">
                <p:embed/>
              </p:oleObj>
            </a:graphicData>
          </a:graphic>
        </p:graphicFrame>
        <p:sp>
          <p:nvSpPr>
            <p:cNvPr id="75824" name="Line 107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5825" name="Text Box 1073"/>
          <p:cNvSpPr txBox="1">
            <a:spLocks noChangeArrowheads="1"/>
          </p:cNvSpPr>
          <p:nvPr/>
        </p:nvSpPr>
        <p:spPr bwMode="auto">
          <a:xfrm>
            <a:off x="1752600" y="228600"/>
            <a:ext cx="304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Input finished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71CA1B-C35A-4459-954D-6B918415B636}" type="slidenum">
              <a:rPr lang="en-US"/>
              <a:pPr/>
              <a:t>11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Rejection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3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4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5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8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99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41999" name="Equation" r:id="rId3" imgW="342720" imgH="469800" progId="Equation.3">
              <p:embed/>
            </p:oleObj>
          </a:graphicData>
        </a:graphic>
      </p:graphicFrame>
      <p:graphicFrame>
        <p:nvGraphicFramePr>
          <p:cNvPr id="42000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42000" name="Equation" r:id="rId4" imgW="393480" imgH="469800" progId="Equation.3">
              <p:embed/>
            </p:oleObj>
          </a:graphicData>
        </a:graphic>
      </p:graphicFrame>
      <p:graphicFrame>
        <p:nvGraphicFramePr>
          <p:cNvPr id="42001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42001" name="Equation" r:id="rId5" imgW="393480" imgH="469800" progId="Equation.3">
              <p:embed/>
            </p:oleObj>
          </a:graphicData>
        </a:graphic>
      </p:graphicFrame>
      <p:graphicFrame>
        <p:nvGraphicFramePr>
          <p:cNvPr id="42002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42002" name="Equation" r:id="rId6" imgW="419040" imgH="469800" progId="Equation.3">
              <p:embed/>
            </p:oleObj>
          </a:graphicData>
        </a:graphic>
      </p:graphicFrame>
      <p:sp>
        <p:nvSpPr>
          <p:cNvPr id="42003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004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42004" name="Equation" r:id="rId7" imgW="266400" imgH="279360" progId="Equation.3">
              <p:embed/>
            </p:oleObj>
          </a:graphicData>
        </a:graphic>
      </p:graphicFrame>
      <p:graphicFrame>
        <p:nvGraphicFramePr>
          <p:cNvPr id="42005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42005" name="Equation" r:id="rId8" imgW="279360" imgH="380880" progId="Equation.3">
              <p:embed/>
            </p:oleObj>
          </a:graphicData>
        </a:graphic>
      </p:graphicFrame>
      <p:graphicFrame>
        <p:nvGraphicFramePr>
          <p:cNvPr id="42006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42006" name="Equation" r:id="rId9" imgW="279360" imgH="380880" progId="Equation.3">
              <p:embed/>
            </p:oleObj>
          </a:graphicData>
        </a:graphic>
      </p:graphicFrame>
      <p:graphicFrame>
        <p:nvGraphicFramePr>
          <p:cNvPr id="42007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42007" name="Equation" r:id="rId10" imgW="266400" imgH="279360" progId="Equation.3">
              <p:embed/>
            </p:oleObj>
          </a:graphicData>
        </a:graphic>
      </p:graphicFrame>
      <p:sp>
        <p:nvSpPr>
          <p:cNvPr id="42009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010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42010" name="Equation" r:id="rId11" imgW="406080" imgH="469800" progId="Equation.3">
              <p:embed/>
            </p:oleObj>
          </a:graphicData>
        </a:graphic>
      </p:graphicFrame>
      <p:graphicFrame>
        <p:nvGraphicFramePr>
          <p:cNvPr id="42011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42011" name="Equation" r:id="rId12" imgW="266400" imgH="279360" progId="Equation.3">
              <p:embed/>
            </p:oleObj>
          </a:graphicData>
        </a:graphic>
      </p:graphicFrame>
      <p:graphicFrame>
        <p:nvGraphicFramePr>
          <p:cNvPr id="42012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42012" name="Equation" r:id="rId13" imgW="266400" imgH="279360" progId="Equation.3">
              <p:embed/>
            </p:oleObj>
          </a:graphicData>
        </a:graphic>
      </p:graphicFrame>
      <p:graphicFrame>
        <p:nvGraphicFramePr>
          <p:cNvPr id="42013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42013" name="Equation" r:id="rId14" imgW="279360" imgH="380880" progId="Equation.3">
              <p:embed/>
            </p:oleObj>
          </a:graphicData>
        </a:graphic>
      </p:graphicFrame>
      <p:graphicFrame>
        <p:nvGraphicFramePr>
          <p:cNvPr id="42014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42014" name="Equation" r:id="rId15" imgW="279360" imgH="380880" progId="Equation.3">
              <p:embed/>
            </p:oleObj>
          </a:graphicData>
        </a:graphic>
      </p:graphicFrame>
      <p:sp>
        <p:nvSpPr>
          <p:cNvPr id="42015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016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42016" name="Equation" r:id="rId16" imgW="672840" imgH="444240" progId="Equation.3">
              <p:embed/>
            </p:oleObj>
          </a:graphicData>
        </a:graphic>
      </p:graphicFrame>
      <p:sp>
        <p:nvSpPr>
          <p:cNvPr id="42017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18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19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20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22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23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24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25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027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42027" name="Equation" r:id="rId17" imgW="266400" imgH="279360" progId="Equation.3">
              <p:embed/>
            </p:oleObj>
          </a:graphicData>
        </a:graphic>
      </p:graphicFrame>
      <p:graphicFrame>
        <p:nvGraphicFramePr>
          <p:cNvPr id="42028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42028" name="Equation" r:id="rId18" imgW="279360" imgH="380880" progId="Equation.3">
              <p:embed/>
            </p:oleObj>
          </a:graphicData>
        </a:graphic>
      </p:graphicFrame>
      <p:graphicFrame>
        <p:nvGraphicFramePr>
          <p:cNvPr id="42029" name="Object 45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p:oleObj spid="_x0000_s42029" name="Equation" r:id="rId19" imgW="266400" imgH="279360" progId="Equation.3">
              <p:embed/>
            </p:oleObj>
          </a:graphicData>
        </a:graphic>
      </p:graphicFrame>
      <p:sp>
        <p:nvSpPr>
          <p:cNvPr id="42031" name="Line 47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4" name="Line 50"/>
          <p:cNvSpPr>
            <a:spLocks noChangeShapeType="1"/>
          </p:cNvSpPr>
          <p:nvPr/>
        </p:nvSpPr>
        <p:spPr bwMode="auto">
          <a:xfrm>
            <a:off x="533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035" name="Group 51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42036" name="Object 52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42036" name="Equation" r:id="rId20" imgW="672840" imgH="444240" progId="Equation.3">
                <p:embed/>
              </p:oleObj>
            </a:graphicData>
          </a:graphic>
        </p:graphicFrame>
        <p:sp>
          <p:nvSpPr>
            <p:cNvPr id="42037" name="Line 53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2039" name="Object 55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42039" name="Equation" r:id="rId21" imgW="41904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185324-A48B-4D74-A749-67A7D9CC10BD}" type="slidenum">
              <a:rPr lang="en-US"/>
              <a:pPr/>
              <a:t>12</a:t>
            </a:fld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3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4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0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21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43021" name="Equation" r:id="rId3" imgW="419040" imgH="469800" progId="Equation.3">
              <p:embed/>
            </p:oleObj>
          </a:graphicData>
        </a:graphic>
      </p:graphicFrame>
      <p:sp>
        <p:nvSpPr>
          <p:cNvPr id="43022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23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43023" name="Equation" r:id="rId4" imgW="342720" imgH="469800" progId="Equation.3">
              <p:embed/>
            </p:oleObj>
          </a:graphicData>
        </a:graphic>
      </p:graphicFrame>
      <p:graphicFrame>
        <p:nvGraphicFramePr>
          <p:cNvPr id="43024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43024" name="Equation" r:id="rId5" imgW="393480" imgH="469800" progId="Equation.3">
              <p:embed/>
            </p:oleObj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43025" name="Equation" r:id="rId6" imgW="393480" imgH="469800" progId="Equation.3">
              <p:embed/>
            </p:oleObj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43026" name="Equation" r:id="rId7" imgW="419040" imgH="469800" progId="Equation.3">
              <p:embed/>
            </p:oleObj>
          </a:graphicData>
        </a:graphic>
      </p:graphicFrame>
      <p:sp>
        <p:nvSpPr>
          <p:cNvPr id="43027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28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43028" name="Equation" r:id="rId8" imgW="266400" imgH="279360" progId="Equation.3">
              <p:embed/>
            </p:oleObj>
          </a:graphicData>
        </a:graphic>
      </p:graphicFrame>
      <p:graphicFrame>
        <p:nvGraphicFramePr>
          <p:cNvPr id="43029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43029" name="Equation" r:id="rId9" imgW="279360" imgH="380880" progId="Equation.3">
              <p:embed/>
            </p:oleObj>
          </a:graphicData>
        </a:graphic>
      </p:graphicFrame>
      <p:graphicFrame>
        <p:nvGraphicFramePr>
          <p:cNvPr id="43030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43030" name="Equation" r:id="rId10" imgW="279360" imgH="380880" progId="Equation.3">
              <p:embed/>
            </p:oleObj>
          </a:graphicData>
        </a:graphic>
      </p:graphicFrame>
      <p:graphicFrame>
        <p:nvGraphicFramePr>
          <p:cNvPr id="43031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43031" name="Equation" r:id="rId11" imgW="266400" imgH="279360" progId="Equation.3">
              <p:embed/>
            </p:oleObj>
          </a:graphicData>
        </a:graphic>
      </p:graphicFrame>
      <p:sp>
        <p:nvSpPr>
          <p:cNvPr id="43033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34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43034" name="Equation" r:id="rId12" imgW="406080" imgH="469800" progId="Equation.3">
              <p:embed/>
            </p:oleObj>
          </a:graphicData>
        </a:graphic>
      </p:graphicFrame>
      <p:graphicFrame>
        <p:nvGraphicFramePr>
          <p:cNvPr id="43035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43035" name="Equation" r:id="rId13" imgW="266400" imgH="279360" progId="Equation.3">
              <p:embed/>
            </p:oleObj>
          </a:graphicData>
        </a:graphic>
      </p:graphicFrame>
      <p:graphicFrame>
        <p:nvGraphicFramePr>
          <p:cNvPr id="43036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43036" name="Equation" r:id="rId14" imgW="266400" imgH="279360" progId="Equation.3">
              <p:embed/>
            </p:oleObj>
          </a:graphicData>
        </a:graphic>
      </p:graphicFrame>
      <p:graphicFrame>
        <p:nvGraphicFramePr>
          <p:cNvPr id="43037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43037" name="Equation" r:id="rId15" imgW="279360" imgH="380880" progId="Equation.3">
              <p:embed/>
            </p:oleObj>
          </a:graphicData>
        </a:graphic>
      </p:graphicFrame>
      <p:graphicFrame>
        <p:nvGraphicFramePr>
          <p:cNvPr id="43038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43038" name="Equation" r:id="rId16" imgW="279360" imgH="380880" progId="Equation.3">
              <p:embed/>
            </p:oleObj>
          </a:graphicData>
        </a:graphic>
      </p:graphicFrame>
      <p:sp>
        <p:nvSpPr>
          <p:cNvPr id="43039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40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43040" name="Equation" r:id="rId17" imgW="672840" imgH="444240" progId="Equation.3">
              <p:embed/>
            </p:oleObj>
          </a:graphicData>
        </a:graphic>
      </p:graphicFrame>
      <p:sp>
        <p:nvSpPr>
          <p:cNvPr id="43041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2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3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4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6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50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43050" name="Equation" r:id="rId18" imgW="266400" imgH="279360" progId="Equation.3">
              <p:embed/>
            </p:oleObj>
          </a:graphicData>
        </a:graphic>
      </p:graphicFrame>
      <p:graphicFrame>
        <p:nvGraphicFramePr>
          <p:cNvPr id="43051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43051" name="Equation" r:id="rId19" imgW="279360" imgH="380880" progId="Equation.3">
              <p:embed/>
            </p:oleObj>
          </a:graphicData>
        </a:graphic>
      </p:graphicFrame>
      <p:graphicFrame>
        <p:nvGraphicFramePr>
          <p:cNvPr id="43052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p:oleObj spid="_x0000_s43052" name="Equation" r:id="rId20" imgW="266400" imgH="279360" progId="Equation.3">
              <p:embed/>
            </p:oleObj>
          </a:graphicData>
        </a:graphic>
      </p:graphicFrame>
      <p:sp>
        <p:nvSpPr>
          <p:cNvPr id="43053" name="Line 45"/>
          <p:cNvSpPr>
            <a:spLocks noChangeShapeType="1"/>
          </p:cNvSpPr>
          <p:nvPr/>
        </p:nvSpPr>
        <p:spPr bwMode="auto">
          <a:xfrm>
            <a:off x="2667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56" name="Line 48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057" name="Group 4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43058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43058" name="Equation" r:id="rId21" imgW="672840" imgH="444240" progId="Equation.3">
                <p:embed/>
              </p:oleObj>
            </a:graphicData>
          </a:graphic>
        </p:graphicFrame>
        <p:sp>
          <p:nvSpPr>
            <p:cNvPr id="43059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3B1EC8-8E71-4718-8F90-3E4C828CE5A5}" type="slidenum">
              <a:rPr lang="en-US"/>
              <a:pPr/>
              <a:t>13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41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43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45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44045" name="Equation" r:id="rId3" imgW="419040" imgH="469800" progId="Equation.3">
              <p:embed/>
            </p:oleObj>
          </a:graphicData>
        </a:graphic>
      </p:graphicFrame>
      <p:sp>
        <p:nvSpPr>
          <p:cNvPr id="44046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47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44047" name="Equation" r:id="rId4" imgW="342720" imgH="469800" progId="Equation.3">
              <p:embed/>
            </p:oleObj>
          </a:graphicData>
        </a:graphic>
      </p:graphicFrame>
      <p:graphicFrame>
        <p:nvGraphicFramePr>
          <p:cNvPr id="44048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44048" name="Equation" r:id="rId5" imgW="393480" imgH="469800" progId="Equation.3">
              <p:embed/>
            </p:oleObj>
          </a:graphicData>
        </a:graphic>
      </p:graphicFrame>
      <p:graphicFrame>
        <p:nvGraphicFramePr>
          <p:cNvPr id="44049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44049" name="Equation" r:id="rId6" imgW="393480" imgH="469800" progId="Equation.3">
              <p:embed/>
            </p:oleObj>
          </a:graphicData>
        </a:graphic>
      </p:graphicFrame>
      <p:graphicFrame>
        <p:nvGraphicFramePr>
          <p:cNvPr id="44050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44050" name="Equation" r:id="rId7" imgW="419040" imgH="469800" progId="Equation.3">
              <p:embed/>
            </p:oleObj>
          </a:graphicData>
        </a:graphic>
      </p:graphicFrame>
      <p:sp>
        <p:nvSpPr>
          <p:cNvPr id="44051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52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44052" name="Equation" r:id="rId8" imgW="266400" imgH="279360" progId="Equation.3">
              <p:embed/>
            </p:oleObj>
          </a:graphicData>
        </a:graphic>
      </p:graphicFrame>
      <p:graphicFrame>
        <p:nvGraphicFramePr>
          <p:cNvPr id="44053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44053" name="Equation" r:id="rId9" imgW="279360" imgH="380880" progId="Equation.3">
              <p:embed/>
            </p:oleObj>
          </a:graphicData>
        </a:graphic>
      </p:graphicFrame>
      <p:graphicFrame>
        <p:nvGraphicFramePr>
          <p:cNvPr id="44054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44054" name="Equation" r:id="rId10" imgW="279360" imgH="380880" progId="Equation.3">
              <p:embed/>
            </p:oleObj>
          </a:graphicData>
        </a:graphic>
      </p:graphicFrame>
      <p:graphicFrame>
        <p:nvGraphicFramePr>
          <p:cNvPr id="44055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44055" name="Equation" r:id="rId11" imgW="266400" imgH="279360" progId="Equation.3">
              <p:embed/>
            </p:oleObj>
          </a:graphicData>
        </a:graphic>
      </p:graphicFrame>
      <p:sp>
        <p:nvSpPr>
          <p:cNvPr id="44057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58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44058" name="Equation" r:id="rId12" imgW="406080" imgH="469800" progId="Equation.3">
              <p:embed/>
            </p:oleObj>
          </a:graphicData>
        </a:graphic>
      </p:graphicFrame>
      <p:graphicFrame>
        <p:nvGraphicFramePr>
          <p:cNvPr id="44059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44059" name="Equation" r:id="rId13" imgW="266400" imgH="279360" progId="Equation.3">
              <p:embed/>
            </p:oleObj>
          </a:graphicData>
        </a:graphic>
      </p:graphicFrame>
      <p:graphicFrame>
        <p:nvGraphicFramePr>
          <p:cNvPr id="44060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44060" name="Equation" r:id="rId14" imgW="266400" imgH="279360" progId="Equation.3">
              <p:embed/>
            </p:oleObj>
          </a:graphicData>
        </a:graphic>
      </p:graphicFrame>
      <p:graphicFrame>
        <p:nvGraphicFramePr>
          <p:cNvPr id="44061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44061" name="Equation" r:id="rId15" imgW="279360" imgH="380880" progId="Equation.3">
              <p:embed/>
            </p:oleObj>
          </a:graphicData>
        </a:graphic>
      </p:graphicFrame>
      <p:graphicFrame>
        <p:nvGraphicFramePr>
          <p:cNvPr id="44062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44062" name="Equation" r:id="rId16" imgW="279360" imgH="380880" progId="Equation.3">
              <p:embed/>
            </p:oleObj>
          </a:graphicData>
        </a:graphic>
      </p:graphicFrame>
      <p:sp>
        <p:nvSpPr>
          <p:cNvPr id="44063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64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44064" name="Equation" r:id="rId17" imgW="672840" imgH="444240" progId="Equation.3">
              <p:embed/>
            </p:oleObj>
          </a:graphicData>
        </a:graphic>
      </p:graphicFrame>
      <p:sp>
        <p:nvSpPr>
          <p:cNvPr id="44065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66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67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68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70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71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72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73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74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44074" name="Equation" r:id="rId18" imgW="266400" imgH="279360" progId="Equation.3">
              <p:embed/>
            </p:oleObj>
          </a:graphicData>
        </a:graphic>
      </p:graphicFrame>
      <p:graphicFrame>
        <p:nvGraphicFramePr>
          <p:cNvPr id="44075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44075" name="Equation" r:id="rId19" imgW="279360" imgH="380880" progId="Equation.3">
              <p:embed/>
            </p:oleObj>
          </a:graphicData>
        </a:graphic>
      </p:graphicFrame>
      <p:graphicFrame>
        <p:nvGraphicFramePr>
          <p:cNvPr id="44076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p:oleObj spid="_x0000_s44076" name="Equation" r:id="rId20" imgW="266400" imgH="279360" progId="Equation.3">
              <p:embed/>
            </p:oleObj>
          </a:graphicData>
        </a:graphic>
      </p:graphicFrame>
      <p:sp>
        <p:nvSpPr>
          <p:cNvPr id="44077" name="Line 45"/>
          <p:cNvSpPr>
            <a:spLocks noChangeShapeType="1"/>
          </p:cNvSpPr>
          <p:nvPr/>
        </p:nvSpPr>
        <p:spPr bwMode="auto">
          <a:xfrm>
            <a:off x="3962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80" name="Line 48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081" name="Group 4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44082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44082" name="Equation" r:id="rId21" imgW="672840" imgH="444240" progId="Equation.3">
                <p:embed/>
              </p:oleObj>
            </a:graphicData>
          </a:graphic>
        </p:graphicFrame>
        <p:sp>
          <p:nvSpPr>
            <p:cNvPr id="44083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61EF48-8D7F-4179-9B6B-FF810533FC8C}" type="slidenum">
              <a:rPr lang="en-US"/>
              <a:pPr/>
              <a:t>14</a:t>
            </a:fld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3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6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7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8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69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45069" name="Equation" r:id="rId3" imgW="419040" imgH="469800" progId="Equation.3">
              <p:embed/>
            </p:oleObj>
          </a:graphicData>
        </a:graphic>
      </p:graphicFrame>
      <p:sp>
        <p:nvSpPr>
          <p:cNvPr id="45070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71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45071" name="Equation" r:id="rId4" imgW="342720" imgH="469800" progId="Equation.3">
              <p:embed/>
            </p:oleObj>
          </a:graphicData>
        </a:graphic>
      </p:graphicFrame>
      <p:graphicFrame>
        <p:nvGraphicFramePr>
          <p:cNvPr id="45072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45072" name="Equation" r:id="rId5" imgW="393480" imgH="469800" progId="Equation.3">
              <p:embed/>
            </p:oleObj>
          </a:graphicData>
        </a:graphic>
      </p:graphicFrame>
      <p:graphicFrame>
        <p:nvGraphicFramePr>
          <p:cNvPr id="45073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45073" name="Equation" r:id="rId6" imgW="393480" imgH="469800" progId="Equation.3">
              <p:embed/>
            </p:oleObj>
          </a:graphicData>
        </a:graphic>
      </p:graphicFrame>
      <p:graphicFrame>
        <p:nvGraphicFramePr>
          <p:cNvPr id="45074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45074" name="Equation" r:id="rId7" imgW="419040" imgH="469800" progId="Equation.3">
              <p:embed/>
            </p:oleObj>
          </a:graphicData>
        </a:graphic>
      </p:graphicFrame>
      <p:sp>
        <p:nvSpPr>
          <p:cNvPr id="45075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76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45076" name="Equation" r:id="rId8" imgW="266400" imgH="279360" progId="Equation.3">
              <p:embed/>
            </p:oleObj>
          </a:graphicData>
        </a:graphic>
      </p:graphicFrame>
      <p:graphicFrame>
        <p:nvGraphicFramePr>
          <p:cNvPr id="45077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45077" name="Equation" r:id="rId9" imgW="279360" imgH="380880" progId="Equation.3">
              <p:embed/>
            </p:oleObj>
          </a:graphicData>
        </a:graphic>
      </p:graphicFrame>
      <p:graphicFrame>
        <p:nvGraphicFramePr>
          <p:cNvPr id="45078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45078" name="Equation" r:id="rId10" imgW="279360" imgH="380880" progId="Equation.3">
              <p:embed/>
            </p:oleObj>
          </a:graphicData>
        </a:graphic>
      </p:graphicFrame>
      <p:graphicFrame>
        <p:nvGraphicFramePr>
          <p:cNvPr id="45079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45079" name="Equation" r:id="rId11" imgW="266400" imgH="279360" progId="Equation.3">
              <p:embed/>
            </p:oleObj>
          </a:graphicData>
        </a:graphic>
      </p:graphicFrame>
      <p:sp>
        <p:nvSpPr>
          <p:cNvPr id="45081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82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45082" name="Equation" r:id="rId12" imgW="406080" imgH="469800" progId="Equation.3">
              <p:embed/>
            </p:oleObj>
          </a:graphicData>
        </a:graphic>
      </p:graphicFrame>
      <p:graphicFrame>
        <p:nvGraphicFramePr>
          <p:cNvPr id="45083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45083" name="Equation" r:id="rId13" imgW="266400" imgH="279360" progId="Equation.3">
              <p:embed/>
            </p:oleObj>
          </a:graphicData>
        </a:graphic>
      </p:graphicFrame>
      <p:graphicFrame>
        <p:nvGraphicFramePr>
          <p:cNvPr id="45084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45084" name="Equation" r:id="rId14" imgW="266400" imgH="279360" progId="Equation.3">
              <p:embed/>
            </p:oleObj>
          </a:graphicData>
        </a:graphic>
      </p:graphicFrame>
      <p:graphicFrame>
        <p:nvGraphicFramePr>
          <p:cNvPr id="45085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45085" name="Equation" r:id="rId15" imgW="279360" imgH="380880" progId="Equation.3">
              <p:embed/>
            </p:oleObj>
          </a:graphicData>
        </a:graphic>
      </p:graphicFrame>
      <p:graphicFrame>
        <p:nvGraphicFramePr>
          <p:cNvPr id="45086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45086" name="Equation" r:id="rId16" imgW="279360" imgH="380880" progId="Equation.3">
              <p:embed/>
            </p:oleObj>
          </a:graphicData>
        </a:graphic>
      </p:graphicFrame>
      <p:sp>
        <p:nvSpPr>
          <p:cNvPr id="45087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88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45088" name="Equation" r:id="rId17" imgW="672840" imgH="444240" progId="Equation.3">
              <p:embed/>
            </p:oleObj>
          </a:graphicData>
        </a:graphic>
      </p:graphicFrame>
      <p:sp>
        <p:nvSpPr>
          <p:cNvPr id="45089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90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91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92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94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95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96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97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98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45098" name="Equation" r:id="rId18" imgW="266400" imgH="279360" progId="Equation.3">
              <p:embed/>
            </p:oleObj>
          </a:graphicData>
        </a:graphic>
      </p:graphicFrame>
      <p:graphicFrame>
        <p:nvGraphicFramePr>
          <p:cNvPr id="45099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45099" name="Equation" r:id="rId19" imgW="279360" imgH="380880" progId="Equation.3">
              <p:embed/>
            </p:oleObj>
          </a:graphicData>
        </a:graphic>
      </p:graphicFrame>
      <p:graphicFrame>
        <p:nvGraphicFramePr>
          <p:cNvPr id="45100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p:oleObj spid="_x0000_s45100" name="Equation" r:id="rId20" imgW="266400" imgH="279360" progId="Equation.3">
              <p:embed/>
            </p:oleObj>
          </a:graphicData>
        </a:graphic>
      </p:graphicFrame>
      <p:sp>
        <p:nvSpPr>
          <p:cNvPr id="45101" name="Line 45"/>
          <p:cNvSpPr>
            <a:spLocks noChangeShapeType="1"/>
          </p:cNvSpPr>
          <p:nvPr/>
        </p:nvSpPr>
        <p:spPr bwMode="auto">
          <a:xfrm>
            <a:off x="6019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104" name="Line 48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106" name="Group 50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45107" name="Object 5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45107" name="Equation" r:id="rId21" imgW="672840" imgH="444240" progId="Equation.3">
                <p:embed/>
              </p:oleObj>
            </a:graphicData>
          </a:graphic>
        </p:graphicFrame>
        <p:sp>
          <p:nvSpPr>
            <p:cNvPr id="45108" name="Line 5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18B966-171F-4B72-9E15-87093CD64F59}" type="slidenum">
              <a:rPr lang="en-US"/>
              <a:pPr/>
              <a:t>15</a:t>
            </a:fld>
            <a:endParaRPr lang="en-US"/>
          </a:p>
        </p:txBody>
      </p:sp>
      <p:sp>
        <p:nvSpPr>
          <p:cNvPr id="76803" name="Oval 1027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04" name="Oval 1028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05" name="Oval 1029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06" name="Oval 1030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07" name="Oval 1031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08" name="Line 1032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09" name="Line 1033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10" name="Line 1034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11" name="Line 1035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12" name="Object 1036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76812" name="Equation" r:id="rId3" imgW="419040" imgH="469800" progId="Equation.3">
              <p:embed/>
            </p:oleObj>
          </a:graphicData>
        </a:graphic>
      </p:graphicFrame>
      <p:sp>
        <p:nvSpPr>
          <p:cNvPr id="76813" name="Oval 1037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14" name="Object 1038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76814" name="Equation" r:id="rId4" imgW="342720" imgH="469800" progId="Equation.3">
              <p:embed/>
            </p:oleObj>
          </a:graphicData>
        </a:graphic>
      </p:graphicFrame>
      <p:graphicFrame>
        <p:nvGraphicFramePr>
          <p:cNvPr id="76815" name="Object 1039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76815" name="Equation" r:id="rId5" imgW="393480" imgH="469800" progId="Equation.3">
              <p:embed/>
            </p:oleObj>
          </a:graphicData>
        </a:graphic>
      </p:graphicFrame>
      <p:graphicFrame>
        <p:nvGraphicFramePr>
          <p:cNvPr id="76816" name="Object 1040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76816" name="Equation" r:id="rId6" imgW="393480" imgH="469800" progId="Equation.3">
              <p:embed/>
            </p:oleObj>
          </a:graphicData>
        </a:graphic>
      </p:graphicFrame>
      <p:graphicFrame>
        <p:nvGraphicFramePr>
          <p:cNvPr id="76817" name="Object 1041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76817" name="Equation" r:id="rId7" imgW="419040" imgH="469800" progId="Equation.3">
              <p:embed/>
            </p:oleObj>
          </a:graphicData>
        </a:graphic>
      </p:graphicFrame>
      <p:sp>
        <p:nvSpPr>
          <p:cNvPr id="76818" name="Line 1042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19" name="Object 1043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76819" name="Equation" r:id="rId8" imgW="266400" imgH="279360" progId="Equation.3">
              <p:embed/>
            </p:oleObj>
          </a:graphicData>
        </a:graphic>
      </p:graphicFrame>
      <p:graphicFrame>
        <p:nvGraphicFramePr>
          <p:cNvPr id="76820" name="Object 1044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76820" name="Equation" r:id="rId9" imgW="279360" imgH="380880" progId="Equation.3">
              <p:embed/>
            </p:oleObj>
          </a:graphicData>
        </a:graphic>
      </p:graphicFrame>
      <p:graphicFrame>
        <p:nvGraphicFramePr>
          <p:cNvPr id="76821" name="Object 1045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76821" name="Equation" r:id="rId10" imgW="279360" imgH="380880" progId="Equation.3">
              <p:embed/>
            </p:oleObj>
          </a:graphicData>
        </a:graphic>
      </p:graphicFrame>
      <p:graphicFrame>
        <p:nvGraphicFramePr>
          <p:cNvPr id="76822" name="Object 1046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76822" name="Equation" r:id="rId11" imgW="266400" imgH="279360" progId="Equation.3">
              <p:embed/>
            </p:oleObj>
          </a:graphicData>
        </a:graphic>
      </p:graphicFrame>
      <p:sp>
        <p:nvSpPr>
          <p:cNvPr id="76823" name="Oval 1047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24" name="Object 1048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76824" name="Equation" r:id="rId12" imgW="406080" imgH="469800" progId="Equation.3">
              <p:embed/>
            </p:oleObj>
          </a:graphicData>
        </a:graphic>
      </p:graphicFrame>
      <p:graphicFrame>
        <p:nvGraphicFramePr>
          <p:cNvPr id="76825" name="Object 1049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76825" name="Equation" r:id="rId13" imgW="266400" imgH="279360" progId="Equation.3">
              <p:embed/>
            </p:oleObj>
          </a:graphicData>
        </a:graphic>
      </p:graphicFrame>
      <p:graphicFrame>
        <p:nvGraphicFramePr>
          <p:cNvPr id="76826" name="Object 1050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76826" name="Equation" r:id="rId14" imgW="266400" imgH="279360" progId="Equation.3">
              <p:embed/>
            </p:oleObj>
          </a:graphicData>
        </a:graphic>
      </p:graphicFrame>
      <p:graphicFrame>
        <p:nvGraphicFramePr>
          <p:cNvPr id="76827" name="Object 1051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76827" name="Equation" r:id="rId15" imgW="279360" imgH="380880" progId="Equation.3">
              <p:embed/>
            </p:oleObj>
          </a:graphicData>
        </a:graphic>
      </p:graphicFrame>
      <p:graphicFrame>
        <p:nvGraphicFramePr>
          <p:cNvPr id="76828" name="Object 1052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76828" name="Equation" r:id="rId16" imgW="279360" imgH="380880" progId="Equation.3">
              <p:embed/>
            </p:oleObj>
          </a:graphicData>
        </a:graphic>
      </p:graphicFrame>
      <p:sp>
        <p:nvSpPr>
          <p:cNvPr id="76829" name="Freeform 1053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30" name="Object 1054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76830" name="Equation" r:id="rId17" imgW="672840" imgH="444240" progId="Equation.3">
              <p:embed/>
            </p:oleObj>
          </a:graphicData>
        </a:graphic>
      </p:graphicFrame>
      <p:sp>
        <p:nvSpPr>
          <p:cNvPr id="76831" name="Line 1055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32" name="Freeform 1056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33" name="Freeform 1057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34" name="Freeform 1058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35" name="Text Box 1059"/>
          <p:cNvSpPr txBox="1">
            <a:spLocks noChangeArrowheads="1"/>
          </p:cNvSpPr>
          <p:nvPr/>
        </p:nvSpPr>
        <p:spPr bwMode="auto">
          <a:xfrm>
            <a:off x="6781800" y="2895600"/>
            <a:ext cx="1709738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Output:</a:t>
            </a:r>
          </a:p>
          <a:p>
            <a:r>
              <a:rPr lang="en-US"/>
              <a:t>“reject”</a:t>
            </a:r>
          </a:p>
        </p:txBody>
      </p:sp>
      <p:sp>
        <p:nvSpPr>
          <p:cNvPr id="76836" name="Rectangle 106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37" name="Line 106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38" name="Line 106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39" name="Line 106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40" name="Object 106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76840" name="Equation" r:id="rId18" imgW="266400" imgH="279360" progId="Equation.3">
              <p:embed/>
            </p:oleObj>
          </a:graphicData>
        </a:graphic>
      </p:graphicFrame>
      <p:graphicFrame>
        <p:nvGraphicFramePr>
          <p:cNvPr id="76841" name="Object 1065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p:oleObj spid="_x0000_s76841" name="Equation" r:id="rId19" imgW="279360" imgH="380880" progId="Equation.3">
              <p:embed/>
            </p:oleObj>
          </a:graphicData>
        </a:graphic>
      </p:graphicFrame>
      <p:graphicFrame>
        <p:nvGraphicFramePr>
          <p:cNvPr id="76842" name="Object 1066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p:oleObj spid="_x0000_s76842" name="Equation" r:id="rId20" imgW="266400" imgH="279360" progId="Equation.3">
              <p:embed/>
            </p:oleObj>
          </a:graphicData>
        </a:graphic>
      </p:graphicFrame>
      <p:sp>
        <p:nvSpPr>
          <p:cNvPr id="76843" name="Line 1067"/>
          <p:cNvSpPr>
            <a:spLocks noChangeShapeType="1"/>
          </p:cNvSpPr>
          <p:nvPr/>
        </p:nvSpPr>
        <p:spPr bwMode="auto">
          <a:xfrm>
            <a:off x="6019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844" name="Line 1068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6845" name="Group 106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76846" name="Object 107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76846" name="Equation" r:id="rId21" imgW="672840" imgH="444240" progId="Equation.3">
                <p:embed/>
              </p:oleObj>
            </a:graphicData>
          </a:graphic>
        </p:graphicFrame>
        <p:sp>
          <p:nvSpPr>
            <p:cNvPr id="76847" name="Line 107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6848" name="Text Box 1072"/>
          <p:cNvSpPr txBox="1">
            <a:spLocks noChangeArrowheads="1"/>
          </p:cNvSpPr>
          <p:nvPr/>
        </p:nvSpPr>
        <p:spPr bwMode="auto">
          <a:xfrm>
            <a:off x="1143000" y="228600"/>
            <a:ext cx="304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Input finished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9FAA11-4614-4268-8714-C26C48E039E5}" type="slidenum">
              <a:rPr lang="en-US"/>
              <a:pPr/>
              <a:t>16</a:t>
            </a:fld>
            <a:endParaRPr 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Rejection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94212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3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4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5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6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7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8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19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20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21" name="Oval 13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4222" name="Object 14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94222" name="Equation" r:id="rId3" imgW="342720" imgH="469800" progId="Equation.3">
              <p:embed/>
            </p:oleObj>
          </a:graphicData>
        </a:graphic>
      </p:graphicFrame>
      <p:graphicFrame>
        <p:nvGraphicFramePr>
          <p:cNvPr id="94223" name="Object 15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94223" name="Equation" r:id="rId4" imgW="393480" imgH="469800" progId="Equation.3">
              <p:embed/>
            </p:oleObj>
          </a:graphicData>
        </a:graphic>
      </p:graphicFrame>
      <p:graphicFrame>
        <p:nvGraphicFramePr>
          <p:cNvPr id="94224" name="Object 16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94224" name="Equation" r:id="rId5" imgW="393480" imgH="469800" progId="Equation.3">
              <p:embed/>
            </p:oleObj>
          </a:graphicData>
        </a:graphic>
      </p:graphicFrame>
      <p:graphicFrame>
        <p:nvGraphicFramePr>
          <p:cNvPr id="94225" name="Object 17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94225" name="Equation" r:id="rId6" imgW="419040" imgH="469800" progId="Equation.3">
              <p:embed/>
            </p:oleObj>
          </a:graphicData>
        </a:graphic>
      </p:graphicFrame>
      <p:sp>
        <p:nvSpPr>
          <p:cNvPr id="94226" name="Line 18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4227" name="Object 19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94227" name="Equation" r:id="rId7" imgW="266400" imgH="279360" progId="Equation.3">
              <p:embed/>
            </p:oleObj>
          </a:graphicData>
        </a:graphic>
      </p:graphicFrame>
      <p:graphicFrame>
        <p:nvGraphicFramePr>
          <p:cNvPr id="94228" name="Object 20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94228" name="Equation" r:id="rId8" imgW="279360" imgH="380880" progId="Equation.3">
              <p:embed/>
            </p:oleObj>
          </a:graphicData>
        </a:graphic>
      </p:graphicFrame>
      <p:graphicFrame>
        <p:nvGraphicFramePr>
          <p:cNvPr id="94229" name="Object 21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94229" name="Equation" r:id="rId9" imgW="279360" imgH="380880" progId="Equation.3">
              <p:embed/>
            </p:oleObj>
          </a:graphicData>
        </a:graphic>
      </p:graphicFrame>
      <p:graphicFrame>
        <p:nvGraphicFramePr>
          <p:cNvPr id="94230" name="Object 22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94230" name="Equation" r:id="rId10" imgW="266400" imgH="279360" progId="Equation.3">
              <p:embed/>
            </p:oleObj>
          </a:graphicData>
        </a:graphic>
      </p:graphicFrame>
      <p:sp>
        <p:nvSpPr>
          <p:cNvPr id="94231" name="Oval 23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4232" name="Object 24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94232" name="Equation" r:id="rId11" imgW="406080" imgH="469800" progId="Equation.3">
              <p:embed/>
            </p:oleObj>
          </a:graphicData>
        </a:graphic>
      </p:graphicFrame>
      <p:graphicFrame>
        <p:nvGraphicFramePr>
          <p:cNvPr id="94233" name="Object 25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94233" name="Equation" r:id="rId12" imgW="266400" imgH="279360" progId="Equation.3">
              <p:embed/>
            </p:oleObj>
          </a:graphicData>
        </a:graphic>
      </p:graphicFrame>
      <p:graphicFrame>
        <p:nvGraphicFramePr>
          <p:cNvPr id="94234" name="Object 26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94234" name="Equation" r:id="rId13" imgW="266400" imgH="279360" progId="Equation.3">
              <p:embed/>
            </p:oleObj>
          </a:graphicData>
        </a:graphic>
      </p:graphicFrame>
      <p:graphicFrame>
        <p:nvGraphicFramePr>
          <p:cNvPr id="94235" name="Object 27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94235" name="Equation" r:id="rId14" imgW="279360" imgH="380880" progId="Equation.3">
              <p:embed/>
            </p:oleObj>
          </a:graphicData>
        </a:graphic>
      </p:graphicFrame>
      <p:graphicFrame>
        <p:nvGraphicFramePr>
          <p:cNvPr id="94236" name="Object 28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94236" name="Equation" r:id="rId15" imgW="279360" imgH="380880" progId="Equation.3">
              <p:embed/>
            </p:oleObj>
          </a:graphicData>
        </a:graphic>
      </p:graphicFrame>
      <p:sp>
        <p:nvSpPr>
          <p:cNvPr id="94237" name="Freeform 29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4238" name="Object 30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94238" name="Equation" r:id="rId16" imgW="672840" imgH="444240" progId="Equation.3">
              <p:embed/>
            </p:oleObj>
          </a:graphicData>
        </a:graphic>
      </p:graphicFrame>
      <p:sp>
        <p:nvSpPr>
          <p:cNvPr id="94239" name="Line 31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40" name="Freeform 32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41" name="Freeform 33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42" name="Freeform 34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43" name="Rectangle 35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50" name="Line 42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251" name="Line 43"/>
          <p:cNvSpPr>
            <a:spLocks noChangeShapeType="1"/>
          </p:cNvSpPr>
          <p:nvPr/>
        </p:nvSpPr>
        <p:spPr bwMode="auto">
          <a:xfrm>
            <a:off x="533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4252" name="Group 4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94253" name="Object 4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94253" name="Equation" r:id="rId17" imgW="672840" imgH="444240" progId="Equation.3">
                <p:embed/>
              </p:oleObj>
            </a:graphicData>
          </a:graphic>
        </p:graphicFrame>
        <p:sp>
          <p:nvSpPr>
            <p:cNvPr id="94254" name="Line 4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94255" name="Object 47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94255" name="Equation" r:id="rId18" imgW="419040" imgH="469800" progId="Equation.3">
              <p:embed/>
            </p:oleObj>
          </a:graphicData>
        </a:graphic>
      </p:graphicFrame>
      <p:graphicFrame>
        <p:nvGraphicFramePr>
          <p:cNvPr id="94256" name="Object 48"/>
          <p:cNvGraphicFramePr>
            <a:graphicFrameLocks noChangeAspect="1"/>
          </p:cNvGraphicFramePr>
          <p:nvPr/>
        </p:nvGraphicFramePr>
        <p:xfrm>
          <a:off x="4343400" y="1447800"/>
          <a:ext cx="279400" cy="342900"/>
        </p:xfrm>
        <a:graphic>
          <a:graphicData uri="http://schemas.openxmlformats.org/presentationml/2006/ole">
            <p:oleObj spid="_x0000_s94256" name="Equation" r:id="rId19" imgW="27936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E4F83-87D7-4EBA-B0CE-B9470A30281D}" type="slidenum">
              <a:rPr lang="en-US"/>
              <a:pPr/>
              <a:t>17</a:t>
            </a:fld>
            <a:endParaRPr 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99332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3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4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5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6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7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8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9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40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41" name="Oval 13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9342" name="Object 14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99342" name="Equation" r:id="rId3" imgW="342720" imgH="469800" progId="Equation.3">
              <p:embed/>
            </p:oleObj>
          </a:graphicData>
        </a:graphic>
      </p:graphicFrame>
      <p:graphicFrame>
        <p:nvGraphicFramePr>
          <p:cNvPr id="99343" name="Object 15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99343" name="Equation" r:id="rId4" imgW="393480" imgH="469800" progId="Equation.3">
              <p:embed/>
            </p:oleObj>
          </a:graphicData>
        </a:graphic>
      </p:graphicFrame>
      <p:graphicFrame>
        <p:nvGraphicFramePr>
          <p:cNvPr id="99344" name="Object 16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99344" name="Equation" r:id="rId5" imgW="393480" imgH="469800" progId="Equation.3">
              <p:embed/>
            </p:oleObj>
          </a:graphicData>
        </a:graphic>
      </p:graphicFrame>
      <p:graphicFrame>
        <p:nvGraphicFramePr>
          <p:cNvPr id="99345" name="Object 17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99345" name="Equation" r:id="rId6" imgW="419040" imgH="469800" progId="Equation.3">
              <p:embed/>
            </p:oleObj>
          </a:graphicData>
        </a:graphic>
      </p:graphicFrame>
      <p:sp>
        <p:nvSpPr>
          <p:cNvPr id="99346" name="Line 18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9347" name="Object 19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99347" name="Equation" r:id="rId7" imgW="266400" imgH="279360" progId="Equation.3">
              <p:embed/>
            </p:oleObj>
          </a:graphicData>
        </a:graphic>
      </p:graphicFrame>
      <p:graphicFrame>
        <p:nvGraphicFramePr>
          <p:cNvPr id="99348" name="Object 20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99348" name="Equation" r:id="rId8" imgW="279360" imgH="380880" progId="Equation.3">
              <p:embed/>
            </p:oleObj>
          </a:graphicData>
        </a:graphic>
      </p:graphicFrame>
      <p:graphicFrame>
        <p:nvGraphicFramePr>
          <p:cNvPr id="99349" name="Object 21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99349" name="Equation" r:id="rId9" imgW="279360" imgH="380880" progId="Equation.3">
              <p:embed/>
            </p:oleObj>
          </a:graphicData>
        </a:graphic>
      </p:graphicFrame>
      <p:graphicFrame>
        <p:nvGraphicFramePr>
          <p:cNvPr id="99350" name="Object 22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99350" name="Equation" r:id="rId10" imgW="266400" imgH="279360" progId="Equation.3">
              <p:embed/>
            </p:oleObj>
          </a:graphicData>
        </a:graphic>
      </p:graphicFrame>
      <p:sp>
        <p:nvSpPr>
          <p:cNvPr id="99351" name="Oval 23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9352" name="Object 24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99352" name="Equation" r:id="rId11" imgW="406080" imgH="469800" progId="Equation.3">
              <p:embed/>
            </p:oleObj>
          </a:graphicData>
        </a:graphic>
      </p:graphicFrame>
      <p:graphicFrame>
        <p:nvGraphicFramePr>
          <p:cNvPr id="99353" name="Object 25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99353" name="Equation" r:id="rId12" imgW="266400" imgH="279360" progId="Equation.3">
              <p:embed/>
            </p:oleObj>
          </a:graphicData>
        </a:graphic>
      </p:graphicFrame>
      <p:graphicFrame>
        <p:nvGraphicFramePr>
          <p:cNvPr id="99354" name="Object 26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99354" name="Equation" r:id="rId13" imgW="266400" imgH="279360" progId="Equation.3">
              <p:embed/>
            </p:oleObj>
          </a:graphicData>
        </a:graphic>
      </p:graphicFrame>
      <p:graphicFrame>
        <p:nvGraphicFramePr>
          <p:cNvPr id="99355" name="Object 27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99355" name="Equation" r:id="rId14" imgW="279360" imgH="380880" progId="Equation.3">
              <p:embed/>
            </p:oleObj>
          </a:graphicData>
        </a:graphic>
      </p:graphicFrame>
      <p:graphicFrame>
        <p:nvGraphicFramePr>
          <p:cNvPr id="99356" name="Object 28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99356" name="Equation" r:id="rId15" imgW="279360" imgH="380880" progId="Equation.3">
              <p:embed/>
            </p:oleObj>
          </a:graphicData>
        </a:graphic>
      </p:graphicFrame>
      <p:sp>
        <p:nvSpPr>
          <p:cNvPr id="99357" name="Freeform 29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9358" name="Object 30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99358" name="Equation" r:id="rId16" imgW="672840" imgH="444240" progId="Equation.3">
              <p:embed/>
            </p:oleObj>
          </a:graphicData>
        </a:graphic>
      </p:graphicFrame>
      <p:sp>
        <p:nvSpPr>
          <p:cNvPr id="99359" name="Line 31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0" name="Freeform 32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1" name="Freeform 33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2" name="Freeform 34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3" name="Rectangle 35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4" name="Line 36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5" name="Line 37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9366" name="Group 38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99367" name="Object 39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99367" name="Equation" r:id="rId17" imgW="672840" imgH="444240" progId="Equation.3">
                <p:embed/>
              </p:oleObj>
            </a:graphicData>
          </a:graphic>
        </p:graphicFrame>
        <p:sp>
          <p:nvSpPr>
            <p:cNvPr id="99368" name="Line 40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99369" name="Object 41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99369" name="Equation" r:id="rId18" imgW="419040" imgH="469800" progId="Equation.3">
              <p:embed/>
            </p:oleObj>
          </a:graphicData>
        </a:graphic>
      </p:graphicFrame>
      <p:sp>
        <p:nvSpPr>
          <p:cNvPr id="99371" name="Text Box 43"/>
          <p:cNvSpPr txBox="1">
            <a:spLocks noChangeArrowheads="1"/>
          </p:cNvSpPr>
          <p:nvPr/>
        </p:nvSpPr>
        <p:spPr bwMode="auto">
          <a:xfrm>
            <a:off x="914400" y="5694363"/>
            <a:ext cx="1709738" cy="1163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Output:</a:t>
            </a:r>
          </a:p>
          <a:p>
            <a:r>
              <a:rPr lang="en-US"/>
              <a:t>“reject”</a:t>
            </a:r>
          </a:p>
        </p:txBody>
      </p:sp>
      <p:graphicFrame>
        <p:nvGraphicFramePr>
          <p:cNvPr id="99373" name="Object 45"/>
          <p:cNvGraphicFramePr>
            <a:graphicFrameLocks noChangeAspect="1"/>
          </p:cNvGraphicFramePr>
          <p:nvPr/>
        </p:nvGraphicFramePr>
        <p:xfrm>
          <a:off x="4343400" y="1447800"/>
          <a:ext cx="279400" cy="342900"/>
        </p:xfrm>
        <a:graphic>
          <a:graphicData uri="http://schemas.openxmlformats.org/presentationml/2006/ole">
            <p:oleObj spid="_x0000_s99373" name="Equation" r:id="rId19" imgW="27936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35B945-0DD7-4416-863C-9A8AF3D1CC70}" type="slidenum">
              <a:rPr lang="en-US"/>
              <a:pPr/>
              <a:t>18</a:t>
            </a:fld>
            <a:endParaRPr 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71683" name="Oval 3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4" name="Oval 4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5" name="Oval 5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6" name="Line 6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7" name="Oval 7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8" name="Line 8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9" name="Line 9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90" name="Freeform 10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91" name="Freeform 11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692" name="Object 12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71692" name="Equation" r:id="rId3" imgW="266400" imgH="279360" progId="Equation.3">
              <p:embed/>
            </p:oleObj>
          </a:graphicData>
        </a:graphic>
      </p:graphicFrame>
      <p:graphicFrame>
        <p:nvGraphicFramePr>
          <p:cNvPr id="71693" name="Object 13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71693" name="Equation" r:id="rId4" imgW="279360" imgH="380880" progId="Equation.3">
              <p:embed/>
            </p:oleObj>
          </a:graphicData>
        </a:graphic>
      </p:graphicFrame>
      <p:graphicFrame>
        <p:nvGraphicFramePr>
          <p:cNvPr id="71694" name="Object 14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71694" name="Equation" r:id="rId5" imgW="672840" imgH="444240" progId="Equation.3">
              <p:embed/>
            </p:oleObj>
          </a:graphicData>
        </a:graphic>
      </p:graphicFrame>
      <p:graphicFrame>
        <p:nvGraphicFramePr>
          <p:cNvPr id="71695" name="Object 15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71695" name="Equation" r:id="rId6" imgW="672840" imgH="444240" progId="Equation.3">
              <p:embed/>
            </p:oleObj>
          </a:graphicData>
        </a:graphic>
      </p:graphicFrame>
      <p:graphicFrame>
        <p:nvGraphicFramePr>
          <p:cNvPr id="71696" name="Object 16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71696" name="Equation" r:id="rId7" imgW="419040" imgH="469800" progId="Equation.3">
              <p:embed/>
            </p:oleObj>
          </a:graphicData>
        </a:graphic>
      </p:graphicFrame>
      <p:graphicFrame>
        <p:nvGraphicFramePr>
          <p:cNvPr id="71697" name="Object 17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71697" name="Equation" r:id="rId8" imgW="342720" imgH="469800" progId="Equation.3">
              <p:embed/>
            </p:oleObj>
          </a:graphicData>
        </a:graphic>
      </p:graphicFrame>
      <p:graphicFrame>
        <p:nvGraphicFramePr>
          <p:cNvPr id="71698" name="Object 18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71698" name="Equation" r:id="rId9" imgW="393480" imgH="469800" progId="Equation.3">
              <p:embed/>
            </p:oleObj>
          </a:graphicData>
        </a:graphic>
      </p:graphicFrame>
      <p:sp>
        <p:nvSpPr>
          <p:cNvPr id="71700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701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702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703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04" name="Object 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71704" name="Equation" r:id="rId10" imgW="266400" imgH="279360" progId="Equation.3">
              <p:embed/>
            </p:oleObj>
          </a:graphicData>
        </a:graphic>
      </p:graphicFrame>
      <p:graphicFrame>
        <p:nvGraphicFramePr>
          <p:cNvPr id="71705" name="Object 25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p:oleObj spid="_x0000_s71705" name="Equation" r:id="rId11" imgW="279360" imgH="380880" progId="Equation.3">
              <p:embed/>
            </p:oleObj>
          </a:graphicData>
        </a:graphic>
      </p:graphicFrame>
      <p:graphicFrame>
        <p:nvGraphicFramePr>
          <p:cNvPr id="71706" name="Object 26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71706" name="Equation" r:id="rId12" imgW="266400" imgH="279360" progId="Equation.3">
              <p:embed/>
            </p:oleObj>
          </a:graphicData>
        </a:graphic>
      </p:graphicFrame>
      <p:sp>
        <p:nvSpPr>
          <p:cNvPr id="71707" name="Line 27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708" name="Line 28"/>
          <p:cNvSpPr>
            <a:spLocks noChangeShapeType="1"/>
          </p:cNvSpPr>
          <p:nvPr/>
        </p:nvSpPr>
        <p:spPr bwMode="auto">
          <a:xfrm>
            <a:off x="1143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D20D91-DCDA-433F-ACE6-716FCB5AF70C}" type="slidenum">
              <a:rPr lang="en-US"/>
              <a:pPr/>
              <a:t>19</a:t>
            </a:fld>
            <a:endParaRPr lang="en-US"/>
          </a:p>
        </p:txBody>
      </p:sp>
      <p:sp>
        <p:nvSpPr>
          <p:cNvPr id="72706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07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08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09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0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1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2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3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4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72715" name="Equation" r:id="rId3" imgW="266400" imgH="279360" progId="Equation.3">
              <p:embed/>
            </p:oleObj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72716" name="Equation" r:id="rId4" imgW="279360" imgH="380880" progId="Equation.3">
              <p:embed/>
            </p:oleObj>
          </a:graphicData>
        </a:graphic>
      </p:graphicFrame>
      <p:graphicFrame>
        <p:nvGraphicFramePr>
          <p:cNvPr id="72717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72717" name="Equation" r:id="rId5" imgW="672840" imgH="444240" progId="Equation.3">
              <p:embed/>
            </p:oleObj>
          </a:graphicData>
        </a:graphic>
      </p:graphicFrame>
      <p:graphicFrame>
        <p:nvGraphicFramePr>
          <p:cNvPr id="72718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72718" name="Equation" r:id="rId6" imgW="672840" imgH="444240" progId="Equation.3">
              <p:embed/>
            </p:oleObj>
          </a:graphicData>
        </a:graphic>
      </p:graphicFrame>
      <p:graphicFrame>
        <p:nvGraphicFramePr>
          <p:cNvPr id="72719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72719" name="Equation" r:id="rId7" imgW="419040" imgH="469800" progId="Equation.3">
              <p:embed/>
            </p:oleObj>
          </a:graphicData>
        </a:graphic>
      </p:graphicFrame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72720" name="Equation" r:id="rId8" imgW="342720" imgH="469800" progId="Equation.3">
              <p:embed/>
            </p:oleObj>
          </a:graphicData>
        </a:graphic>
      </p:graphicFrame>
      <p:graphicFrame>
        <p:nvGraphicFramePr>
          <p:cNvPr id="72721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72721" name="Equation" r:id="rId9" imgW="393480" imgH="469800" progId="Equation.3">
              <p:embed/>
            </p:oleObj>
          </a:graphicData>
        </a:graphic>
      </p:graphicFrame>
      <p:sp>
        <p:nvSpPr>
          <p:cNvPr id="72722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3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25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2726" name="Object 2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72726" name="Equation" r:id="rId10" imgW="266400" imgH="279360" progId="Equation.3">
              <p:embed/>
            </p:oleObj>
          </a:graphicData>
        </a:graphic>
      </p:graphicFrame>
      <p:graphicFrame>
        <p:nvGraphicFramePr>
          <p:cNvPr id="72727" name="Object 23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p:oleObj spid="_x0000_s72727" name="Equation" r:id="rId11" imgW="279360" imgH="380880" progId="Equation.3">
              <p:embed/>
            </p:oleObj>
          </a:graphicData>
        </a:graphic>
      </p:graphicFrame>
      <p:graphicFrame>
        <p:nvGraphicFramePr>
          <p:cNvPr id="72728" name="Object 24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72728" name="Equation" r:id="rId12" imgW="266400" imgH="279360" progId="Equation.3">
              <p:embed/>
            </p:oleObj>
          </a:graphicData>
        </a:graphic>
      </p:graphicFrame>
      <p:sp>
        <p:nvSpPr>
          <p:cNvPr id="72729" name="Line 25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30" name="Line 26"/>
          <p:cNvSpPr>
            <a:spLocks noChangeShapeType="1"/>
          </p:cNvSpPr>
          <p:nvPr/>
        </p:nvSpPr>
        <p:spPr bwMode="auto">
          <a:xfrm>
            <a:off x="1143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6EC23B-4FDE-424D-8842-283364C82A6B}" type="slidenum">
              <a:rPr lang="en-US"/>
              <a:pPr/>
              <a:t>20</a:t>
            </a:fld>
            <a:endParaRPr lang="en-US"/>
          </a:p>
        </p:txBody>
      </p:sp>
      <p:sp>
        <p:nvSpPr>
          <p:cNvPr id="73730" name="Oval 1026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1" name="Oval 1027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2" name="Oval 1028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3" name="Line 1029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4" name="Oval 1030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5" name="Line 1031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6" name="Line 1032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7" name="Freeform 1033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38" name="Freeform 1034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4448" name="Object 2048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104448" name="Equation" r:id="rId3" imgW="266400" imgH="279360" progId="Equation.3">
              <p:embed/>
            </p:oleObj>
          </a:graphicData>
        </a:graphic>
      </p:graphicFrame>
      <p:graphicFrame>
        <p:nvGraphicFramePr>
          <p:cNvPr id="104449" name="Object 2049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104449" name="Equation" r:id="rId4" imgW="279360" imgH="380880" progId="Equation.3">
              <p:embed/>
            </p:oleObj>
          </a:graphicData>
        </a:graphic>
      </p:graphicFrame>
      <p:graphicFrame>
        <p:nvGraphicFramePr>
          <p:cNvPr id="104450" name="Object 2050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104450" name="Equation" r:id="rId5" imgW="672840" imgH="444240" progId="Equation.3">
              <p:embed/>
            </p:oleObj>
          </a:graphicData>
        </a:graphic>
      </p:graphicFrame>
      <p:graphicFrame>
        <p:nvGraphicFramePr>
          <p:cNvPr id="104451" name="Object 2051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104451" name="Equation" r:id="rId6" imgW="672840" imgH="444240" progId="Equation.3">
              <p:embed/>
            </p:oleObj>
          </a:graphicData>
        </a:graphic>
      </p:graphicFrame>
      <p:graphicFrame>
        <p:nvGraphicFramePr>
          <p:cNvPr id="104452" name="Object 2052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104452" name="Equation" r:id="rId7" imgW="419040" imgH="469800" progId="Equation.3">
              <p:embed/>
            </p:oleObj>
          </a:graphicData>
        </a:graphic>
      </p:graphicFrame>
      <p:graphicFrame>
        <p:nvGraphicFramePr>
          <p:cNvPr id="104453" name="Object 2053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104453" name="Equation" r:id="rId8" imgW="342720" imgH="469800" progId="Equation.3">
              <p:embed/>
            </p:oleObj>
          </a:graphicData>
        </a:graphic>
      </p:graphicFrame>
      <p:graphicFrame>
        <p:nvGraphicFramePr>
          <p:cNvPr id="104454" name="Object 2054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104454" name="Equation" r:id="rId9" imgW="393480" imgH="469800" progId="Equation.3">
              <p:embed/>
            </p:oleObj>
          </a:graphicData>
        </a:graphic>
      </p:graphicFrame>
      <p:sp>
        <p:nvSpPr>
          <p:cNvPr id="73746" name="Rectangle 104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47" name="Line 104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48" name="Line 104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49" name="Line 1045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4455" name="Object 205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04455" name="Equation" r:id="rId10" imgW="266400" imgH="279360" progId="Equation.3">
              <p:embed/>
            </p:oleObj>
          </a:graphicData>
        </a:graphic>
      </p:graphicFrame>
      <p:graphicFrame>
        <p:nvGraphicFramePr>
          <p:cNvPr id="104456" name="Object 2056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p:oleObj spid="_x0000_s104456" name="Equation" r:id="rId11" imgW="279360" imgH="380880" progId="Equation.3">
              <p:embed/>
            </p:oleObj>
          </a:graphicData>
        </a:graphic>
      </p:graphicFrame>
      <p:graphicFrame>
        <p:nvGraphicFramePr>
          <p:cNvPr id="104457" name="Object 205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04457" name="Equation" r:id="rId12" imgW="266400" imgH="279360" progId="Equation.3">
              <p:embed/>
            </p:oleObj>
          </a:graphicData>
        </a:graphic>
      </p:graphicFrame>
      <p:sp>
        <p:nvSpPr>
          <p:cNvPr id="73753" name="Line 1049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754" name="Line 1050"/>
          <p:cNvSpPr>
            <a:spLocks noChangeShapeType="1"/>
          </p:cNvSpPr>
          <p:nvPr/>
        </p:nvSpPr>
        <p:spPr bwMode="auto">
          <a:xfrm>
            <a:off x="1143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EE1ADA-7FE7-4D0C-90F2-220971172FDD}" type="slidenum">
              <a:rPr lang="en-US"/>
              <a:pPr/>
              <a:t>21</a:t>
            </a:fld>
            <a:endParaRPr lang="en-US"/>
          </a:p>
        </p:txBody>
      </p:sp>
      <p:sp>
        <p:nvSpPr>
          <p:cNvPr id="74754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55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56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57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58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59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0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1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5472" name="Object 1024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105472" name="Equation" r:id="rId3" imgW="266400" imgH="279360" progId="Equation.3">
              <p:embed/>
            </p:oleObj>
          </a:graphicData>
        </a:graphic>
      </p:graphicFrame>
      <p:graphicFrame>
        <p:nvGraphicFramePr>
          <p:cNvPr id="105473" name="Object 1025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105473" name="Equation" r:id="rId4" imgW="279360" imgH="380880" progId="Equation.3">
              <p:embed/>
            </p:oleObj>
          </a:graphicData>
        </a:graphic>
      </p:graphicFrame>
      <p:graphicFrame>
        <p:nvGraphicFramePr>
          <p:cNvPr id="105474" name="Object 1026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105474" name="Equation" r:id="rId5" imgW="672840" imgH="444240" progId="Equation.3">
              <p:embed/>
            </p:oleObj>
          </a:graphicData>
        </a:graphic>
      </p:graphicFrame>
      <p:graphicFrame>
        <p:nvGraphicFramePr>
          <p:cNvPr id="105475" name="Object 1027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105475" name="Equation" r:id="rId6" imgW="672840" imgH="444240" progId="Equation.3">
              <p:embed/>
            </p:oleObj>
          </a:graphicData>
        </a:graphic>
      </p:graphicFrame>
      <p:graphicFrame>
        <p:nvGraphicFramePr>
          <p:cNvPr id="105476" name="Object 1028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105476" name="Equation" r:id="rId7" imgW="419040" imgH="469800" progId="Equation.3">
              <p:embed/>
            </p:oleObj>
          </a:graphicData>
        </a:graphic>
      </p:graphicFrame>
      <p:graphicFrame>
        <p:nvGraphicFramePr>
          <p:cNvPr id="105477" name="Object 1029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105477" name="Equation" r:id="rId8" imgW="342720" imgH="469800" progId="Equation.3">
              <p:embed/>
            </p:oleObj>
          </a:graphicData>
        </a:graphic>
      </p:graphicFrame>
      <p:graphicFrame>
        <p:nvGraphicFramePr>
          <p:cNvPr id="105478" name="Object 1030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105478" name="Equation" r:id="rId9" imgW="393480" imgH="469800" progId="Equation.3">
              <p:embed/>
            </p:oleObj>
          </a:graphicData>
        </a:graphic>
      </p:graphicFrame>
      <p:sp>
        <p:nvSpPr>
          <p:cNvPr id="74770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1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2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3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5479" name="Object 1031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05479" name="Equation" r:id="rId10" imgW="266400" imgH="279360" progId="Equation.3">
              <p:embed/>
            </p:oleObj>
          </a:graphicData>
        </a:graphic>
      </p:graphicFrame>
      <p:graphicFrame>
        <p:nvGraphicFramePr>
          <p:cNvPr id="105480" name="Object 1032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p:oleObj spid="_x0000_s105480" name="Equation" r:id="rId11" imgW="279360" imgH="380880" progId="Equation.3">
              <p:embed/>
            </p:oleObj>
          </a:graphicData>
        </a:graphic>
      </p:graphicFrame>
      <p:graphicFrame>
        <p:nvGraphicFramePr>
          <p:cNvPr id="105481" name="Object 103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05481" name="Equation" r:id="rId12" imgW="266400" imgH="279360" progId="Equation.3">
              <p:embed/>
            </p:oleObj>
          </a:graphicData>
        </a:graphic>
      </p:graphicFrame>
      <p:sp>
        <p:nvSpPr>
          <p:cNvPr id="74777" name="Line 25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778" name="Line 26"/>
          <p:cNvSpPr>
            <a:spLocks noChangeShapeType="1"/>
          </p:cNvSpPr>
          <p:nvPr/>
        </p:nvSpPr>
        <p:spPr bwMode="auto">
          <a:xfrm>
            <a:off x="4343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97844B-839B-4DD8-9B62-67810BF6CDBF}" type="slidenum">
              <a:rPr lang="en-US"/>
              <a:pPr/>
              <a:t>22</a:t>
            </a:fld>
            <a:endParaRPr lang="en-US"/>
          </a:p>
        </p:txBody>
      </p:sp>
      <p:sp>
        <p:nvSpPr>
          <p:cNvPr id="77826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7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8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9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30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31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33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34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6496" name="Object 1024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106496" name="Equation" r:id="rId3" imgW="266400" imgH="279360" progId="Equation.3">
              <p:embed/>
            </p:oleObj>
          </a:graphicData>
        </a:graphic>
      </p:graphicFrame>
      <p:graphicFrame>
        <p:nvGraphicFramePr>
          <p:cNvPr id="106497" name="Object 1025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106497" name="Equation" r:id="rId4" imgW="279360" imgH="380880" progId="Equation.3">
              <p:embed/>
            </p:oleObj>
          </a:graphicData>
        </a:graphic>
      </p:graphicFrame>
      <p:graphicFrame>
        <p:nvGraphicFramePr>
          <p:cNvPr id="106498" name="Object 1026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106498" name="Equation" r:id="rId5" imgW="672840" imgH="444240" progId="Equation.3">
              <p:embed/>
            </p:oleObj>
          </a:graphicData>
        </a:graphic>
      </p:graphicFrame>
      <p:graphicFrame>
        <p:nvGraphicFramePr>
          <p:cNvPr id="106499" name="Object 1027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106499" name="Equation" r:id="rId6" imgW="672840" imgH="444240" progId="Equation.3">
              <p:embed/>
            </p:oleObj>
          </a:graphicData>
        </a:graphic>
      </p:graphicFrame>
      <p:graphicFrame>
        <p:nvGraphicFramePr>
          <p:cNvPr id="106500" name="Object 1028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106500" name="Equation" r:id="rId7" imgW="419040" imgH="469800" progId="Equation.3">
              <p:embed/>
            </p:oleObj>
          </a:graphicData>
        </a:graphic>
      </p:graphicFrame>
      <p:graphicFrame>
        <p:nvGraphicFramePr>
          <p:cNvPr id="106501" name="Object 1029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106501" name="Equation" r:id="rId8" imgW="342720" imgH="469800" progId="Equation.3">
              <p:embed/>
            </p:oleObj>
          </a:graphicData>
        </a:graphic>
      </p:graphicFrame>
      <p:graphicFrame>
        <p:nvGraphicFramePr>
          <p:cNvPr id="106502" name="Object 1030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106502" name="Equation" r:id="rId9" imgW="393480" imgH="469800" progId="Equation.3">
              <p:embed/>
            </p:oleObj>
          </a:graphicData>
        </a:graphic>
      </p:graphicFrame>
      <p:sp>
        <p:nvSpPr>
          <p:cNvPr id="77842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44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45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6503" name="Object 1031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06503" name="Equation" r:id="rId10" imgW="266400" imgH="279360" progId="Equation.3">
              <p:embed/>
            </p:oleObj>
          </a:graphicData>
        </a:graphic>
      </p:graphicFrame>
      <p:graphicFrame>
        <p:nvGraphicFramePr>
          <p:cNvPr id="106504" name="Object 1032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p:oleObj spid="_x0000_s106504" name="Equation" r:id="rId11" imgW="279360" imgH="380880" progId="Equation.3">
              <p:embed/>
            </p:oleObj>
          </a:graphicData>
        </a:graphic>
      </p:graphicFrame>
      <p:graphicFrame>
        <p:nvGraphicFramePr>
          <p:cNvPr id="106505" name="Object 103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06505" name="Equation" r:id="rId12" imgW="266400" imgH="279360" progId="Equation.3">
              <p:embed/>
            </p:oleObj>
          </a:graphicData>
        </a:graphic>
      </p:graphicFrame>
      <p:sp>
        <p:nvSpPr>
          <p:cNvPr id="77849" name="Line 25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50" name="Line 26"/>
          <p:cNvSpPr>
            <a:spLocks noChangeShapeType="1"/>
          </p:cNvSpPr>
          <p:nvPr/>
        </p:nvSpPr>
        <p:spPr bwMode="auto">
          <a:xfrm>
            <a:off x="4343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51" name="Text Box 27"/>
          <p:cNvSpPr txBox="1">
            <a:spLocks noChangeArrowheads="1"/>
          </p:cNvSpPr>
          <p:nvPr/>
        </p:nvSpPr>
        <p:spPr bwMode="auto">
          <a:xfrm>
            <a:off x="3200400" y="3276600"/>
            <a:ext cx="33559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Output: “accept”</a:t>
            </a:r>
          </a:p>
        </p:txBody>
      </p:sp>
      <p:sp>
        <p:nvSpPr>
          <p:cNvPr id="77852" name="Text Box 28"/>
          <p:cNvSpPr txBox="1">
            <a:spLocks noChangeArrowheads="1"/>
          </p:cNvSpPr>
          <p:nvPr/>
        </p:nvSpPr>
        <p:spPr bwMode="auto">
          <a:xfrm>
            <a:off x="1295400" y="228600"/>
            <a:ext cx="304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Input finished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8A2A51-3C64-4812-B756-AAFBBBB551D2}" type="slidenum">
              <a:rPr lang="en-US"/>
              <a:pPr/>
              <a:t>23</a:t>
            </a:fld>
            <a:endParaRPr lang="en-US"/>
          </a:p>
        </p:txBody>
      </p:sp>
      <p:sp>
        <p:nvSpPr>
          <p:cNvPr id="788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Rejection</a:t>
            </a:r>
          </a:p>
        </p:txBody>
      </p:sp>
      <p:sp>
        <p:nvSpPr>
          <p:cNvPr id="78851" name="Oval 1027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2" name="Oval 1028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3" name="Oval 1029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Line 1030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5" name="Oval 1031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6" name="Line 1032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7" name="Line 1033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8" name="Freeform 1034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9" name="Freeform 1035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8860" name="Object 1036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78860" name="Equation" r:id="rId3" imgW="266400" imgH="279360" progId="Equation.3">
              <p:embed/>
            </p:oleObj>
          </a:graphicData>
        </a:graphic>
      </p:graphicFrame>
      <p:graphicFrame>
        <p:nvGraphicFramePr>
          <p:cNvPr id="78861" name="Object 1037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78861" name="Equation" r:id="rId4" imgW="279360" imgH="380880" progId="Equation.3">
              <p:embed/>
            </p:oleObj>
          </a:graphicData>
        </a:graphic>
      </p:graphicFrame>
      <p:graphicFrame>
        <p:nvGraphicFramePr>
          <p:cNvPr id="78862" name="Object 1038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78862" name="Equation" r:id="rId5" imgW="672840" imgH="444240" progId="Equation.3">
              <p:embed/>
            </p:oleObj>
          </a:graphicData>
        </a:graphic>
      </p:graphicFrame>
      <p:graphicFrame>
        <p:nvGraphicFramePr>
          <p:cNvPr id="78863" name="Object 1039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78863" name="Equation" r:id="rId6" imgW="672840" imgH="444240" progId="Equation.3">
              <p:embed/>
            </p:oleObj>
          </a:graphicData>
        </a:graphic>
      </p:graphicFrame>
      <p:graphicFrame>
        <p:nvGraphicFramePr>
          <p:cNvPr id="78864" name="Object 1040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78864" name="Equation" r:id="rId7" imgW="419040" imgH="469800" progId="Equation.3">
              <p:embed/>
            </p:oleObj>
          </a:graphicData>
        </a:graphic>
      </p:graphicFrame>
      <p:graphicFrame>
        <p:nvGraphicFramePr>
          <p:cNvPr id="78865" name="Object 1041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78865" name="Equation" r:id="rId8" imgW="342720" imgH="469800" progId="Equation.3">
              <p:embed/>
            </p:oleObj>
          </a:graphicData>
        </a:graphic>
      </p:graphicFrame>
      <p:graphicFrame>
        <p:nvGraphicFramePr>
          <p:cNvPr id="78866" name="Object 1042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78866" name="Equation" r:id="rId9" imgW="393480" imgH="469800" progId="Equation.3">
              <p:embed/>
            </p:oleObj>
          </a:graphicData>
        </a:graphic>
      </p:graphicFrame>
      <p:sp>
        <p:nvSpPr>
          <p:cNvPr id="78867" name="Rectangle 1043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68" name="Line 1044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69" name="Line 1045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70" name="Line 104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8871" name="Object 104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78871" name="Equation" r:id="rId10" imgW="266400" imgH="279360" progId="Equation.3">
              <p:embed/>
            </p:oleObj>
          </a:graphicData>
        </a:graphic>
      </p:graphicFrame>
      <p:graphicFrame>
        <p:nvGraphicFramePr>
          <p:cNvPr id="78872" name="Object 1048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p:oleObj spid="_x0000_s78872" name="Equation" r:id="rId11" imgW="279360" imgH="380880" progId="Equation.3">
              <p:embed/>
            </p:oleObj>
          </a:graphicData>
        </a:graphic>
      </p:graphicFrame>
      <p:sp>
        <p:nvSpPr>
          <p:cNvPr id="78874" name="Line 1050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75" name="Line 1051"/>
          <p:cNvSpPr>
            <a:spLocks noChangeShapeType="1"/>
          </p:cNvSpPr>
          <p:nvPr/>
        </p:nvSpPr>
        <p:spPr bwMode="auto">
          <a:xfrm>
            <a:off x="1143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8876" name="Object 1052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78876" name="Equation" r:id="rId12" imgW="27936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45E5C6-3348-4948-A3D2-151F2DDB9056}" type="slidenum">
              <a:rPr lang="en-US"/>
              <a:pPr/>
              <a:t>24</a:t>
            </a:fld>
            <a:endParaRPr lang="en-US"/>
          </a:p>
        </p:txBody>
      </p:sp>
      <p:sp>
        <p:nvSpPr>
          <p:cNvPr id="79874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75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76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78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79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81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82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9883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79883" name="Equation" r:id="rId3" imgW="266400" imgH="279360" progId="Equation.3">
              <p:embed/>
            </p:oleObj>
          </a:graphicData>
        </a:graphic>
      </p:graphicFrame>
      <p:graphicFrame>
        <p:nvGraphicFramePr>
          <p:cNvPr id="79884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79884" name="Equation" r:id="rId4" imgW="279360" imgH="380880" progId="Equation.3">
              <p:embed/>
            </p:oleObj>
          </a:graphicData>
        </a:graphic>
      </p:graphicFrame>
      <p:graphicFrame>
        <p:nvGraphicFramePr>
          <p:cNvPr id="79885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79885" name="Equation" r:id="rId5" imgW="672840" imgH="444240" progId="Equation.3">
              <p:embed/>
            </p:oleObj>
          </a:graphicData>
        </a:graphic>
      </p:graphicFrame>
      <p:graphicFrame>
        <p:nvGraphicFramePr>
          <p:cNvPr id="79886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79886" name="Equation" r:id="rId6" imgW="672840" imgH="444240" progId="Equation.3">
              <p:embed/>
            </p:oleObj>
          </a:graphicData>
        </a:graphic>
      </p:graphicFrame>
      <p:graphicFrame>
        <p:nvGraphicFramePr>
          <p:cNvPr id="79887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79887" name="Equation" r:id="rId7" imgW="419040" imgH="469800" progId="Equation.3">
              <p:embed/>
            </p:oleObj>
          </a:graphicData>
        </a:graphic>
      </p:graphicFrame>
      <p:graphicFrame>
        <p:nvGraphicFramePr>
          <p:cNvPr id="79888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79888" name="Equation" r:id="rId8" imgW="342720" imgH="469800" progId="Equation.3">
              <p:embed/>
            </p:oleObj>
          </a:graphicData>
        </a:graphic>
      </p:graphicFrame>
      <p:graphicFrame>
        <p:nvGraphicFramePr>
          <p:cNvPr id="79889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79889" name="Equation" r:id="rId9" imgW="393480" imgH="469800" progId="Equation.3">
              <p:embed/>
            </p:oleObj>
          </a:graphicData>
        </a:graphic>
      </p:graphicFrame>
      <p:sp>
        <p:nvSpPr>
          <p:cNvPr id="79890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91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92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93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9894" name="Object 22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79894" name="Equation" r:id="rId10" imgW="266400" imgH="279360" progId="Equation.3">
              <p:embed/>
            </p:oleObj>
          </a:graphicData>
        </a:graphic>
      </p:graphicFrame>
      <p:graphicFrame>
        <p:nvGraphicFramePr>
          <p:cNvPr id="79895" name="Object 23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p:oleObj spid="_x0000_s79895" name="Equation" r:id="rId11" imgW="279360" imgH="380880" progId="Equation.3">
              <p:embed/>
            </p:oleObj>
          </a:graphicData>
        </a:graphic>
      </p:graphicFrame>
      <p:sp>
        <p:nvSpPr>
          <p:cNvPr id="79896" name="Line 24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97" name="Line 25"/>
          <p:cNvSpPr>
            <a:spLocks noChangeShapeType="1"/>
          </p:cNvSpPr>
          <p:nvPr/>
        </p:nvSpPr>
        <p:spPr bwMode="auto">
          <a:xfrm>
            <a:off x="4343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9898" name="Object 2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79898" name="Equation" r:id="rId12" imgW="27936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F0A31A-D5B8-45AB-AF71-E57922DA71CE}" type="slidenum">
              <a:rPr lang="en-US"/>
              <a:pPr/>
              <a:t>25</a:t>
            </a:fld>
            <a:endParaRPr lang="en-US"/>
          </a:p>
        </p:txBody>
      </p:sp>
      <p:sp>
        <p:nvSpPr>
          <p:cNvPr id="80898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899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0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1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2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3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5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6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0907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80907" name="Equation" r:id="rId3" imgW="266400" imgH="279360" progId="Equation.3">
              <p:embed/>
            </p:oleObj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80908" name="Equation" r:id="rId4" imgW="279360" imgH="380880" progId="Equation.3">
              <p:embed/>
            </p:oleObj>
          </a:graphicData>
        </a:graphic>
      </p:graphicFrame>
      <p:graphicFrame>
        <p:nvGraphicFramePr>
          <p:cNvPr id="80909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80909" name="Equation" r:id="rId5" imgW="672840" imgH="444240" progId="Equation.3">
              <p:embed/>
            </p:oleObj>
          </a:graphicData>
        </a:graphic>
      </p:graphicFrame>
      <p:graphicFrame>
        <p:nvGraphicFramePr>
          <p:cNvPr id="80910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80910" name="Equation" r:id="rId6" imgW="672840" imgH="444240" progId="Equation.3">
              <p:embed/>
            </p:oleObj>
          </a:graphicData>
        </a:graphic>
      </p:graphicFrame>
      <p:graphicFrame>
        <p:nvGraphicFramePr>
          <p:cNvPr id="80911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80911" name="Equation" r:id="rId7" imgW="419040" imgH="469800" progId="Equation.3">
              <p:embed/>
            </p:oleObj>
          </a:graphicData>
        </a:graphic>
      </p:graphicFrame>
      <p:graphicFrame>
        <p:nvGraphicFramePr>
          <p:cNvPr id="80912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80912" name="Equation" r:id="rId8" imgW="342720" imgH="469800" progId="Equation.3">
              <p:embed/>
            </p:oleObj>
          </a:graphicData>
        </a:graphic>
      </p:graphicFrame>
      <p:graphicFrame>
        <p:nvGraphicFramePr>
          <p:cNvPr id="80913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80913" name="Equation" r:id="rId9" imgW="393480" imgH="469800" progId="Equation.3">
              <p:embed/>
            </p:oleObj>
          </a:graphicData>
        </a:graphic>
      </p:graphicFrame>
      <p:sp>
        <p:nvSpPr>
          <p:cNvPr id="80914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15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16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17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0918" name="Object 22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80918" name="Equation" r:id="rId10" imgW="266400" imgH="279360" progId="Equation.3">
              <p:embed/>
            </p:oleObj>
          </a:graphicData>
        </a:graphic>
      </p:graphicFrame>
      <p:graphicFrame>
        <p:nvGraphicFramePr>
          <p:cNvPr id="80919" name="Object 23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p:oleObj spid="_x0000_s80919" name="Equation" r:id="rId11" imgW="279360" imgH="380880" progId="Equation.3">
              <p:embed/>
            </p:oleObj>
          </a:graphicData>
        </a:graphic>
      </p:graphicFrame>
      <p:sp>
        <p:nvSpPr>
          <p:cNvPr id="80920" name="Line 24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21" name="Line 25"/>
          <p:cNvSpPr>
            <a:spLocks noChangeShapeType="1"/>
          </p:cNvSpPr>
          <p:nvPr/>
        </p:nvSpPr>
        <p:spPr bwMode="auto">
          <a:xfrm>
            <a:off x="7315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0922" name="Object 2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80922" name="Equation" r:id="rId12" imgW="27936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012954-5B96-46EA-86BD-DEACC1F800D9}" type="slidenum">
              <a:rPr lang="en-US"/>
              <a:pPr/>
              <a:t>26</a:t>
            </a:fld>
            <a:endParaRPr lang="en-US"/>
          </a:p>
        </p:txBody>
      </p:sp>
      <p:sp>
        <p:nvSpPr>
          <p:cNvPr id="81922" name="Oval 1026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3" name="Oval 1027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4" name="Oval 1028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5" name="Line 1029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6" name="Oval 1030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7" name="Line 1031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8" name="Line 1032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9" name="Freeform 1033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30" name="Freeform 1034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1931" name="Object 1035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81931" name="Equation" r:id="rId3" imgW="266400" imgH="279360" progId="Equation.3">
              <p:embed/>
            </p:oleObj>
          </a:graphicData>
        </a:graphic>
      </p:graphicFrame>
      <p:graphicFrame>
        <p:nvGraphicFramePr>
          <p:cNvPr id="81932" name="Object 1036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81932" name="Equation" r:id="rId4" imgW="279360" imgH="380880" progId="Equation.3">
              <p:embed/>
            </p:oleObj>
          </a:graphicData>
        </a:graphic>
      </p:graphicFrame>
      <p:graphicFrame>
        <p:nvGraphicFramePr>
          <p:cNvPr id="81933" name="Object 1037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81933" name="Equation" r:id="rId5" imgW="672840" imgH="444240" progId="Equation.3">
              <p:embed/>
            </p:oleObj>
          </a:graphicData>
        </a:graphic>
      </p:graphicFrame>
      <p:graphicFrame>
        <p:nvGraphicFramePr>
          <p:cNvPr id="81934" name="Object 1038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81934" name="Equation" r:id="rId6" imgW="672840" imgH="444240" progId="Equation.3">
              <p:embed/>
            </p:oleObj>
          </a:graphicData>
        </a:graphic>
      </p:graphicFrame>
      <p:graphicFrame>
        <p:nvGraphicFramePr>
          <p:cNvPr id="81935" name="Object 1039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81935" name="Equation" r:id="rId7" imgW="419040" imgH="469800" progId="Equation.3">
              <p:embed/>
            </p:oleObj>
          </a:graphicData>
        </a:graphic>
      </p:graphicFrame>
      <p:graphicFrame>
        <p:nvGraphicFramePr>
          <p:cNvPr id="81936" name="Object 1040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81936" name="Equation" r:id="rId8" imgW="342720" imgH="469800" progId="Equation.3">
              <p:embed/>
            </p:oleObj>
          </a:graphicData>
        </a:graphic>
      </p:graphicFrame>
      <p:graphicFrame>
        <p:nvGraphicFramePr>
          <p:cNvPr id="81937" name="Object 1041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81937" name="Equation" r:id="rId9" imgW="393480" imgH="469800" progId="Equation.3">
              <p:embed/>
            </p:oleObj>
          </a:graphicData>
        </a:graphic>
      </p:graphicFrame>
      <p:sp>
        <p:nvSpPr>
          <p:cNvPr id="81938" name="Rectangle 104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39" name="Line 104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40" name="Line 104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41" name="Line 1045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1942" name="Object 1046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81942" name="Equation" r:id="rId10" imgW="266400" imgH="279360" progId="Equation.3">
              <p:embed/>
            </p:oleObj>
          </a:graphicData>
        </a:graphic>
      </p:graphicFrame>
      <p:graphicFrame>
        <p:nvGraphicFramePr>
          <p:cNvPr id="81943" name="Object 1047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p:oleObj spid="_x0000_s81943" name="Equation" r:id="rId11" imgW="279360" imgH="380880" progId="Equation.3">
              <p:embed/>
            </p:oleObj>
          </a:graphicData>
        </a:graphic>
      </p:graphicFrame>
      <p:sp>
        <p:nvSpPr>
          <p:cNvPr id="81944" name="Line 1048"/>
          <p:cNvSpPr>
            <a:spLocks noChangeShapeType="1"/>
          </p:cNvSpPr>
          <p:nvPr/>
        </p:nvSpPr>
        <p:spPr bwMode="auto">
          <a:xfrm>
            <a:off x="1981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45" name="Line 1049"/>
          <p:cNvSpPr>
            <a:spLocks noChangeShapeType="1"/>
          </p:cNvSpPr>
          <p:nvPr/>
        </p:nvSpPr>
        <p:spPr bwMode="auto">
          <a:xfrm>
            <a:off x="7315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1946" name="Object 1050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81946" name="Equation" r:id="rId12" imgW="27936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FCEBE3-E4FD-487B-952C-8563CD63E696}" type="slidenum">
              <a:rPr lang="en-US"/>
              <a:pPr/>
              <a:t>27</a:t>
            </a:fld>
            <a:endParaRPr lang="en-US"/>
          </a:p>
        </p:txBody>
      </p:sp>
      <p:sp>
        <p:nvSpPr>
          <p:cNvPr id="82946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47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48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49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50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51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53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54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7520" name="Object 0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107520" name="Equation" r:id="rId3" imgW="266400" imgH="279360" progId="Equation.3">
              <p:embed/>
            </p:oleObj>
          </a:graphicData>
        </a:graphic>
      </p:graphicFrame>
      <p:graphicFrame>
        <p:nvGraphicFramePr>
          <p:cNvPr id="107521" name="Object 1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107521" name="Equation" r:id="rId4" imgW="279360" imgH="380880" progId="Equation.3">
              <p:embed/>
            </p:oleObj>
          </a:graphicData>
        </a:graphic>
      </p:graphicFrame>
      <p:graphicFrame>
        <p:nvGraphicFramePr>
          <p:cNvPr id="107522" name="Object 2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107522" name="Equation" r:id="rId5" imgW="672840" imgH="444240" progId="Equation.3">
              <p:embed/>
            </p:oleObj>
          </a:graphicData>
        </a:graphic>
      </p:graphicFrame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107523" name="Equation" r:id="rId6" imgW="672840" imgH="444240" progId="Equation.3">
              <p:embed/>
            </p:oleObj>
          </a:graphicData>
        </a:graphic>
      </p:graphicFrame>
      <p:graphicFrame>
        <p:nvGraphicFramePr>
          <p:cNvPr id="107524" name="Object 4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107524" name="Equation" r:id="rId7" imgW="419040" imgH="469800" progId="Equation.3">
              <p:embed/>
            </p:oleObj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107525" name="Equation" r:id="rId8" imgW="342720" imgH="469800" progId="Equation.3">
              <p:embed/>
            </p:oleObj>
          </a:graphicData>
        </a:graphic>
      </p:graphicFrame>
      <p:graphicFrame>
        <p:nvGraphicFramePr>
          <p:cNvPr id="107526" name="Object 6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107526" name="Equation" r:id="rId9" imgW="393480" imgH="469800" progId="Equation.3">
              <p:embed/>
            </p:oleObj>
          </a:graphicData>
        </a:graphic>
      </p:graphicFrame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63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64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65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7527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07527" name="Equation" r:id="rId10" imgW="266400" imgH="279360" progId="Equation.3">
              <p:embed/>
            </p:oleObj>
          </a:graphicData>
        </a:graphic>
      </p:graphicFrame>
      <p:graphicFrame>
        <p:nvGraphicFramePr>
          <p:cNvPr id="107528" name="Object 8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p:oleObj spid="_x0000_s107528" name="Equation" r:id="rId11" imgW="279360" imgH="380880" progId="Equation.3">
              <p:embed/>
            </p:oleObj>
          </a:graphicData>
        </a:graphic>
      </p:graphicFrame>
      <p:sp>
        <p:nvSpPr>
          <p:cNvPr id="82968" name="Line 24"/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69" name="Line 25"/>
          <p:cNvSpPr>
            <a:spLocks noChangeShapeType="1"/>
          </p:cNvSpPr>
          <p:nvPr/>
        </p:nvSpPr>
        <p:spPr bwMode="auto">
          <a:xfrm>
            <a:off x="7315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7529" name="Object 9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p:oleObj spid="_x0000_s107529" name="Equation" r:id="rId12" imgW="279360" imgH="380880" progId="Equation.3">
              <p:embed/>
            </p:oleObj>
          </a:graphicData>
        </a:graphic>
      </p:graphicFrame>
      <p:sp>
        <p:nvSpPr>
          <p:cNvPr id="82971" name="Text Box 27"/>
          <p:cNvSpPr txBox="1">
            <a:spLocks noChangeArrowheads="1"/>
          </p:cNvSpPr>
          <p:nvPr/>
        </p:nvSpPr>
        <p:spPr bwMode="auto">
          <a:xfrm>
            <a:off x="5638800" y="5486400"/>
            <a:ext cx="3302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Output: “reject”</a:t>
            </a:r>
          </a:p>
        </p:txBody>
      </p:sp>
      <p:sp>
        <p:nvSpPr>
          <p:cNvPr id="82972" name="Text Box 28"/>
          <p:cNvSpPr txBox="1">
            <a:spLocks noChangeArrowheads="1"/>
          </p:cNvSpPr>
          <p:nvPr/>
        </p:nvSpPr>
        <p:spPr bwMode="auto">
          <a:xfrm>
            <a:off x="1143000" y="228600"/>
            <a:ext cx="304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Input finished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EADFEF-07F8-403B-962F-94E1C77D73B6}" type="slidenum">
              <a:rPr lang="en-US"/>
              <a:pPr/>
              <a:t>28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Formalities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Deterministic Finite Accepter (DFA)</a:t>
            </a: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2603500" y="1701800"/>
          <a:ext cx="3886200" cy="582613"/>
        </p:xfrm>
        <a:graphic>
          <a:graphicData uri="http://schemas.openxmlformats.org/presentationml/2006/ole">
            <p:oleObj spid="_x0000_s46084" name="Equation" r:id="rId3" imgW="3886200" imgH="583920" progId="Equation.3">
              <p:embed/>
            </p:oleObj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685800" y="2667000"/>
          <a:ext cx="392113" cy="519113"/>
        </p:xfrm>
        <a:graphic>
          <a:graphicData uri="http://schemas.openxmlformats.org/presentationml/2006/ole">
            <p:oleObj spid="_x0000_s46085" name="Equation" r:id="rId4" imgW="393480" imgH="520560" progId="Equation.3">
              <p:embed/>
            </p:oleObj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762000" y="3429000"/>
          <a:ext cx="328613" cy="392113"/>
        </p:xfrm>
        <a:graphic>
          <a:graphicData uri="http://schemas.openxmlformats.org/presentationml/2006/ole">
            <p:oleObj spid="_x0000_s46086" name="Equation" r:id="rId5" imgW="330120" imgH="393480" progId="Equation.3">
              <p:embed/>
            </p:oleObj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762000" y="4267200"/>
          <a:ext cx="330200" cy="415925"/>
        </p:xfrm>
        <a:graphic>
          <a:graphicData uri="http://schemas.openxmlformats.org/presentationml/2006/ole">
            <p:oleObj spid="_x0000_s46087" name="Equation" r:id="rId6" imgW="330120" imgH="419040" progId="Equation.3">
              <p:embed/>
            </p:oleObj>
          </a:graphicData>
        </a:graphic>
      </p:graphicFrame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685800" y="4876800"/>
          <a:ext cx="482600" cy="584200"/>
        </p:xfrm>
        <a:graphic>
          <a:graphicData uri="http://schemas.openxmlformats.org/presentationml/2006/ole">
            <p:oleObj spid="_x0000_s46088" name="Equation" r:id="rId7" imgW="482400" imgH="583920" progId="Equation.3">
              <p:embed/>
            </p:oleObj>
          </a:graphicData>
        </a:graphic>
      </p:graphicFrame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654050" y="5861050"/>
          <a:ext cx="404813" cy="393700"/>
        </p:xfrm>
        <a:graphic>
          <a:graphicData uri="http://schemas.openxmlformats.org/presentationml/2006/ole">
            <p:oleObj spid="_x0000_s46089" name="Equation" r:id="rId8" imgW="406080" imgH="393480" progId="Equation.3">
              <p:embed/>
            </p:oleObj>
          </a:graphicData>
        </a:graphic>
      </p:graphicFrame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1431925" y="2616200"/>
            <a:ext cx="29178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: set of states</a:t>
            </a:r>
          </a:p>
        </p:txBody>
      </p:sp>
      <p:sp>
        <p:nvSpPr>
          <p:cNvPr id="46092" name="Text Box 12"/>
          <p:cNvSpPr txBox="1">
            <a:spLocks noChangeArrowheads="1"/>
          </p:cNvSpPr>
          <p:nvPr/>
        </p:nvSpPr>
        <p:spPr bwMode="auto">
          <a:xfrm>
            <a:off x="1355725" y="3378200"/>
            <a:ext cx="3133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: input alphabet</a:t>
            </a:r>
          </a:p>
        </p:txBody>
      </p:sp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1279525" y="4216400"/>
            <a:ext cx="3978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: transition function</a:t>
            </a:r>
          </a:p>
        </p:txBody>
      </p:sp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1355725" y="4978400"/>
            <a:ext cx="26304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: initial state</a:t>
            </a:r>
          </a:p>
        </p:txBody>
      </p: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1355725" y="5740400"/>
            <a:ext cx="3892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: set of final states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3E265F-6C7C-4A6E-8C21-4834A65B2586}" type="slidenum">
              <a:rPr lang="en-US"/>
              <a:pPr/>
              <a:t>29</a:t>
            </a:fld>
            <a:endParaRPr lang="en-US"/>
          </a:p>
        </p:txBody>
      </p:sp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Alphabet </a:t>
            </a:r>
          </a:p>
        </p:txBody>
      </p:sp>
      <p:sp>
        <p:nvSpPr>
          <p:cNvPr id="4813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48132" name="Object 1028"/>
          <p:cNvGraphicFramePr>
            <a:graphicFrameLocks noChangeAspect="1"/>
          </p:cNvGraphicFramePr>
          <p:nvPr/>
        </p:nvGraphicFramePr>
        <p:xfrm>
          <a:off x="6445250" y="266700"/>
          <a:ext cx="328613" cy="392113"/>
        </p:xfrm>
        <a:graphic>
          <a:graphicData uri="http://schemas.openxmlformats.org/presentationml/2006/ole">
            <p:oleObj spid="_x0000_s48132" name="Equation" r:id="rId3" imgW="330120" imgH="393480" progId="Equation.3">
              <p:embed/>
            </p:oleObj>
          </a:graphicData>
        </a:graphic>
      </p:graphicFrame>
      <p:sp>
        <p:nvSpPr>
          <p:cNvPr id="48133" name="Oval 1029"/>
          <p:cNvSpPr>
            <a:spLocks noChangeArrowheads="1"/>
          </p:cNvSpPr>
          <p:nvPr/>
        </p:nvSpPr>
        <p:spPr bwMode="auto">
          <a:xfrm>
            <a:off x="14478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4" name="Oval 1030"/>
          <p:cNvSpPr>
            <a:spLocks noChangeArrowheads="1"/>
          </p:cNvSpPr>
          <p:nvPr/>
        </p:nvSpPr>
        <p:spPr bwMode="auto">
          <a:xfrm>
            <a:off x="40386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5" name="Oval 1031"/>
          <p:cNvSpPr>
            <a:spLocks noChangeArrowheads="1"/>
          </p:cNvSpPr>
          <p:nvPr/>
        </p:nvSpPr>
        <p:spPr bwMode="auto">
          <a:xfrm>
            <a:off x="53340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6" name="Oval 1032"/>
          <p:cNvSpPr>
            <a:spLocks noChangeArrowheads="1"/>
          </p:cNvSpPr>
          <p:nvPr/>
        </p:nvSpPr>
        <p:spPr bwMode="auto">
          <a:xfrm>
            <a:off x="67056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7" name="Oval 1033"/>
          <p:cNvSpPr>
            <a:spLocks noChangeArrowheads="1"/>
          </p:cNvSpPr>
          <p:nvPr/>
        </p:nvSpPr>
        <p:spPr bwMode="auto">
          <a:xfrm>
            <a:off x="6553200" y="5232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8" name="Line 1034"/>
          <p:cNvSpPr>
            <a:spLocks noChangeShapeType="1"/>
          </p:cNvSpPr>
          <p:nvPr/>
        </p:nvSpPr>
        <p:spPr bwMode="auto">
          <a:xfrm>
            <a:off x="838200" y="5689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9" name="Line 1035"/>
          <p:cNvSpPr>
            <a:spLocks noChangeShapeType="1"/>
          </p:cNvSpPr>
          <p:nvPr/>
        </p:nvSpPr>
        <p:spPr bwMode="auto">
          <a:xfrm>
            <a:off x="32766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40" name="Line 1036"/>
          <p:cNvSpPr>
            <a:spLocks noChangeShapeType="1"/>
          </p:cNvSpPr>
          <p:nvPr/>
        </p:nvSpPr>
        <p:spPr bwMode="auto">
          <a:xfrm>
            <a:off x="45720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Line 1037"/>
          <p:cNvSpPr>
            <a:spLocks noChangeShapeType="1"/>
          </p:cNvSpPr>
          <p:nvPr/>
        </p:nvSpPr>
        <p:spPr bwMode="auto">
          <a:xfrm>
            <a:off x="5867400" y="5689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42" name="Object 1038"/>
          <p:cNvGraphicFramePr>
            <a:graphicFrameLocks noChangeAspect="1"/>
          </p:cNvGraphicFramePr>
          <p:nvPr/>
        </p:nvGraphicFramePr>
        <p:xfrm>
          <a:off x="1524000" y="5384800"/>
          <a:ext cx="419100" cy="469900"/>
        </p:xfrm>
        <a:graphic>
          <a:graphicData uri="http://schemas.openxmlformats.org/presentationml/2006/ole">
            <p:oleObj spid="_x0000_s48142" name="Equation" r:id="rId4" imgW="419040" imgH="469800" progId="Equation.3">
              <p:embed/>
            </p:oleObj>
          </a:graphicData>
        </a:graphic>
      </p:graphicFrame>
      <p:sp>
        <p:nvSpPr>
          <p:cNvPr id="48143" name="Oval 1039"/>
          <p:cNvSpPr>
            <a:spLocks noChangeArrowheads="1"/>
          </p:cNvSpPr>
          <p:nvPr/>
        </p:nvSpPr>
        <p:spPr bwMode="auto">
          <a:xfrm>
            <a:off x="27432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44" name="Object 1040"/>
          <p:cNvGraphicFramePr>
            <a:graphicFrameLocks noChangeAspect="1"/>
          </p:cNvGraphicFramePr>
          <p:nvPr/>
        </p:nvGraphicFramePr>
        <p:xfrm>
          <a:off x="2857500" y="5384800"/>
          <a:ext cx="341313" cy="469900"/>
        </p:xfrm>
        <a:graphic>
          <a:graphicData uri="http://schemas.openxmlformats.org/presentationml/2006/ole">
            <p:oleObj spid="_x0000_s48144" name="Equation" r:id="rId5" imgW="342720" imgH="469800" progId="Equation.3">
              <p:embed/>
            </p:oleObj>
          </a:graphicData>
        </a:graphic>
      </p:graphicFrame>
      <p:graphicFrame>
        <p:nvGraphicFramePr>
          <p:cNvPr id="48145" name="Object 1041"/>
          <p:cNvGraphicFramePr>
            <a:graphicFrameLocks noChangeAspect="1"/>
          </p:cNvGraphicFramePr>
          <p:nvPr/>
        </p:nvGraphicFramePr>
        <p:xfrm>
          <a:off x="4127500" y="5384800"/>
          <a:ext cx="392113" cy="469900"/>
        </p:xfrm>
        <a:graphic>
          <a:graphicData uri="http://schemas.openxmlformats.org/presentationml/2006/ole">
            <p:oleObj spid="_x0000_s48145" name="Equation" r:id="rId6" imgW="393480" imgH="469800" progId="Equation.3">
              <p:embed/>
            </p:oleObj>
          </a:graphicData>
        </a:graphic>
      </p:graphicFrame>
      <p:graphicFrame>
        <p:nvGraphicFramePr>
          <p:cNvPr id="48146" name="Object 1042"/>
          <p:cNvGraphicFramePr>
            <a:graphicFrameLocks noChangeAspect="1"/>
          </p:cNvGraphicFramePr>
          <p:nvPr/>
        </p:nvGraphicFramePr>
        <p:xfrm>
          <a:off x="5422900" y="5384800"/>
          <a:ext cx="392113" cy="469900"/>
        </p:xfrm>
        <a:graphic>
          <a:graphicData uri="http://schemas.openxmlformats.org/presentationml/2006/ole">
            <p:oleObj spid="_x0000_s48146" name="Equation" r:id="rId7" imgW="393480" imgH="469800" progId="Equation.3">
              <p:embed/>
            </p:oleObj>
          </a:graphicData>
        </a:graphic>
      </p:graphicFrame>
      <p:graphicFrame>
        <p:nvGraphicFramePr>
          <p:cNvPr id="48147" name="Object 1043"/>
          <p:cNvGraphicFramePr>
            <a:graphicFrameLocks noChangeAspect="1"/>
          </p:cNvGraphicFramePr>
          <p:nvPr/>
        </p:nvGraphicFramePr>
        <p:xfrm>
          <a:off x="6781800" y="5384800"/>
          <a:ext cx="419100" cy="469900"/>
        </p:xfrm>
        <a:graphic>
          <a:graphicData uri="http://schemas.openxmlformats.org/presentationml/2006/ole">
            <p:oleObj spid="_x0000_s48147" name="Equation" r:id="rId8" imgW="419040" imgH="469800" progId="Equation.3">
              <p:embed/>
            </p:oleObj>
          </a:graphicData>
        </a:graphic>
      </p:graphicFrame>
      <p:sp>
        <p:nvSpPr>
          <p:cNvPr id="48148" name="Line 1044"/>
          <p:cNvSpPr>
            <a:spLocks noChangeShapeType="1"/>
          </p:cNvSpPr>
          <p:nvPr/>
        </p:nvSpPr>
        <p:spPr bwMode="auto">
          <a:xfrm>
            <a:off x="19812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49" name="Object 1045"/>
          <p:cNvGraphicFramePr>
            <a:graphicFrameLocks noChangeAspect="1"/>
          </p:cNvGraphicFramePr>
          <p:nvPr/>
        </p:nvGraphicFramePr>
        <p:xfrm>
          <a:off x="2209800" y="5384800"/>
          <a:ext cx="265113" cy="279400"/>
        </p:xfrm>
        <a:graphic>
          <a:graphicData uri="http://schemas.openxmlformats.org/presentationml/2006/ole">
            <p:oleObj spid="_x0000_s48149" name="Equation" r:id="rId9" imgW="266400" imgH="279360" progId="Equation.3">
              <p:embed/>
            </p:oleObj>
          </a:graphicData>
        </a:graphic>
      </p:graphicFrame>
      <p:graphicFrame>
        <p:nvGraphicFramePr>
          <p:cNvPr id="48150" name="Object 1046"/>
          <p:cNvGraphicFramePr>
            <a:graphicFrameLocks noChangeAspect="1"/>
          </p:cNvGraphicFramePr>
          <p:nvPr/>
        </p:nvGraphicFramePr>
        <p:xfrm>
          <a:off x="3505200" y="5308600"/>
          <a:ext cx="279400" cy="381000"/>
        </p:xfrm>
        <a:graphic>
          <a:graphicData uri="http://schemas.openxmlformats.org/presentationml/2006/ole">
            <p:oleObj spid="_x0000_s48150" name="Equation" r:id="rId10" imgW="279360" imgH="380880" progId="Equation.3">
              <p:embed/>
            </p:oleObj>
          </a:graphicData>
        </a:graphic>
      </p:graphicFrame>
      <p:graphicFrame>
        <p:nvGraphicFramePr>
          <p:cNvPr id="48151" name="Object 1047"/>
          <p:cNvGraphicFramePr>
            <a:graphicFrameLocks noChangeAspect="1"/>
          </p:cNvGraphicFramePr>
          <p:nvPr/>
        </p:nvGraphicFramePr>
        <p:xfrm>
          <a:off x="4800600" y="5308600"/>
          <a:ext cx="279400" cy="381000"/>
        </p:xfrm>
        <a:graphic>
          <a:graphicData uri="http://schemas.openxmlformats.org/presentationml/2006/ole">
            <p:oleObj spid="_x0000_s48151" name="Equation" r:id="rId11" imgW="279360" imgH="380880" progId="Equation.3">
              <p:embed/>
            </p:oleObj>
          </a:graphicData>
        </a:graphic>
      </p:graphicFrame>
      <p:graphicFrame>
        <p:nvGraphicFramePr>
          <p:cNvPr id="48152" name="Object 1048"/>
          <p:cNvGraphicFramePr>
            <a:graphicFrameLocks noChangeAspect="1"/>
          </p:cNvGraphicFramePr>
          <p:nvPr/>
        </p:nvGraphicFramePr>
        <p:xfrm>
          <a:off x="6096000" y="5384800"/>
          <a:ext cx="265113" cy="279400"/>
        </p:xfrm>
        <a:graphic>
          <a:graphicData uri="http://schemas.openxmlformats.org/presentationml/2006/ole">
            <p:oleObj spid="_x0000_s48152" name="Equation" r:id="rId12" imgW="266400" imgH="279360" progId="Equation.3">
              <p:embed/>
            </p:oleObj>
          </a:graphicData>
        </a:graphic>
      </p:graphicFrame>
      <p:sp>
        <p:nvSpPr>
          <p:cNvPr id="48154" name="Oval 1050"/>
          <p:cNvSpPr>
            <a:spLocks noChangeArrowheads="1"/>
          </p:cNvSpPr>
          <p:nvPr/>
        </p:nvSpPr>
        <p:spPr bwMode="auto">
          <a:xfrm>
            <a:off x="6108700" y="4102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55" name="Object 1051"/>
          <p:cNvGraphicFramePr>
            <a:graphicFrameLocks noChangeAspect="1"/>
          </p:cNvGraphicFramePr>
          <p:nvPr/>
        </p:nvGraphicFramePr>
        <p:xfrm>
          <a:off x="6184900" y="4102100"/>
          <a:ext cx="404813" cy="469900"/>
        </p:xfrm>
        <a:graphic>
          <a:graphicData uri="http://schemas.openxmlformats.org/presentationml/2006/ole">
            <p:oleObj spid="_x0000_s48155" name="Equation" r:id="rId13" imgW="406080" imgH="469800" progId="Equation.3">
              <p:embed/>
            </p:oleObj>
          </a:graphicData>
        </a:graphic>
      </p:graphicFrame>
      <p:graphicFrame>
        <p:nvGraphicFramePr>
          <p:cNvPr id="48156" name="Object 1052"/>
          <p:cNvGraphicFramePr>
            <a:graphicFrameLocks noChangeAspect="1"/>
          </p:cNvGraphicFramePr>
          <p:nvPr/>
        </p:nvGraphicFramePr>
        <p:xfrm>
          <a:off x="3048000" y="4927600"/>
          <a:ext cx="265113" cy="279400"/>
        </p:xfrm>
        <a:graphic>
          <a:graphicData uri="http://schemas.openxmlformats.org/presentationml/2006/ole">
            <p:oleObj spid="_x0000_s48156" name="Equation" r:id="rId14" imgW="266400" imgH="279360" progId="Equation.3">
              <p:embed/>
            </p:oleObj>
          </a:graphicData>
        </a:graphic>
      </p:graphicFrame>
      <p:graphicFrame>
        <p:nvGraphicFramePr>
          <p:cNvPr id="48157" name="Object 1053"/>
          <p:cNvGraphicFramePr>
            <a:graphicFrameLocks noChangeAspect="1"/>
          </p:cNvGraphicFramePr>
          <p:nvPr/>
        </p:nvGraphicFramePr>
        <p:xfrm>
          <a:off x="4267200" y="5003800"/>
          <a:ext cx="265113" cy="279400"/>
        </p:xfrm>
        <a:graphic>
          <a:graphicData uri="http://schemas.openxmlformats.org/presentationml/2006/ole">
            <p:oleObj spid="_x0000_s48157" name="Equation" r:id="rId15" imgW="266400" imgH="279360" progId="Equation.3">
              <p:embed/>
            </p:oleObj>
          </a:graphicData>
        </a:graphic>
      </p:graphicFrame>
      <p:graphicFrame>
        <p:nvGraphicFramePr>
          <p:cNvPr id="48158" name="Object 1054"/>
          <p:cNvGraphicFramePr>
            <a:graphicFrameLocks noChangeAspect="1"/>
          </p:cNvGraphicFramePr>
          <p:nvPr/>
        </p:nvGraphicFramePr>
        <p:xfrm>
          <a:off x="5562600" y="4927600"/>
          <a:ext cx="279400" cy="381000"/>
        </p:xfrm>
        <a:graphic>
          <a:graphicData uri="http://schemas.openxmlformats.org/presentationml/2006/ole">
            <p:oleObj spid="_x0000_s48158" name="Equation" r:id="rId16" imgW="279360" imgH="380880" progId="Equation.3">
              <p:embed/>
            </p:oleObj>
          </a:graphicData>
        </a:graphic>
      </p:graphicFrame>
      <p:graphicFrame>
        <p:nvGraphicFramePr>
          <p:cNvPr id="48159" name="Object 1055"/>
          <p:cNvGraphicFramePr>
            <a:graphicFrameLocks noChangeAspect="1"/>
          </p:cNvGraphicFramePr>
          <p:nvPr/>
        </p:nvGraphicFramePr>
        <p:xfrm>
          <a:off x="1676400" y="4851400"/>
          <a:ext cx="279400" cy="381000"/>
        </p:xfrm>
        <a:graphic>
          <a:graphicData uri="http://schemas.openxmlformats.org/presentationml/2006/ole">
            <p:oleObj spid="_x0000_s48159" name="Equation" r:id="rId17" imgW="279360" imgH="380880" progId="Equation.3">
              <p:embed/>
            </p:oleObj>
          </a:graphicData>
        </a:graphic>
      </p:graphicFrame>
      <p:sp>
        <p:nvSpPr>
          <p:cNvPr id="48160" name="Freeform 1056"/>
          <p:cNvSpPr>
            <a:spLocks/>
          </p:cNvSpPr>
          <p:nvPr/>
        </p:nvSpPr>
        <p:spPr bwMode="auto">
          <a:xfrm>
            <a:off x="5943600" y="3327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61" name="Object 1057"/>
          <p:cNvGraphicFramePr>
            <a:graphicFrameLocks noChangeAspect="1"/>
          </p:cNvGraphicFramePr>
          <p:nvPr/>
        </p:nvGraphicFramePr>
        <p:xfrm>
          <a:off x="5956300" y="2882900"/>
          <a:ext cx="671513" cy="442913"/>
        </p:xfrm>
        <a:graphic>
          <a:graphicData uri="http://schemas.openxmlformats.org/presentationml/2006/ole">
            <p:oleObj spid="_x0000_s48161" name="Equation" r:id="rId18" imgW="672840" imgH="444240" progId="Equation.3">
              <p:embed/>
            </p:oleObj>
          </a:graphicData>
        </a:graphic>
      </p:graphicFrame>
      <p:sp>
        <p:nvSpPr>
          <p:cNvPr id="48162" name="Line 1058"/>
          <p:cNvSpPr>
            <a:spLocks noChangeShapeType="1"/>
          </p:cNvSpPr>
          <p:nvPr/>
        </p:nvSpPr>
        <p:spPr bwMode="auto">
          <a:xfrm flipV="1">
            <a:off x="5715000" y="4622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63" name="Freeform 1059"/>
          <p:cNvSpPr>
            <a:spLocks/>
          </p:cNvSpPr>
          <p:nvPr/>
        </p:nvSpPr>
        <p:spPr bwMode="auto">
          <a:xfrm>
            <a:off x="4419600" y="4470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64" name="Freeform 1060"/>
          <p:cNvSpPr>
            <a:spLocks/>
          </p:cNvSpPr>
          <p:nvPr/>
        </p:nvSpPr>
        <p:spPr bwMode="auto">
          <a:xfrm>
            <a:off x="3124200" y="4279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65" name="Freeform 1061"/>
          <p:cNvSpPr>
            <a:spLocks/>
          </p:cNvSpPr>
          <p:nvPr/>
        </p:nvSpPr>
        <p:spPr bwMode="auto">
          <a:xfrm>
            <a:off x="1828800" y="3657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67" name="Object 1063"/>
          <p:cNvGraphicFramePr>
            <a:graphicFrameLocks noChangeAspect="1"/>
          </p:cNvGraphicFramePr>
          <p:nvPr/>
        </p:nvGraphicFramePr>
        <p:xfrm>
          <a:off x="1568450" y="1320800"/>
          <a:ext cx="1841500" cy="558800"/>
        </p:xfrm>
        <a:graphic>
          <a:graphicData uri="http://schemas.openxmlformats.org/presentationml/2006/ole">
            <p:oleObj spid="_x0000_s48167" name="Equation" r:id="rId19" imgW="1841400" imgH="558720" progId="Equation.3">
              <p:embed/>
            </p:oleObj>
          </a:graphicData>
        </a:graphic>
      </p:graphicFrame>
      <p:grpSp>
        <p:nvGrpSpPr>
          <p:cNvPr id="48168" name="Group 1064"/>
          <p:cNvGrpSpPr>
            <a:grpSpLocks/>
          </p:cNvGrpSpPr>
          <p:nvPr/>
        </p:nvGrpSpPr>
        <p:grpSpPr bwMode="auto">
          <a:xfrm>
            <a:off x="6553200" y="4648200"/>
            <a:ext cx="900113" cy="609600"/>
            <a:chOff x="4224" y="1824"/>
            <a:chExt cx="567" cy="384"/>
          </a:xfrm>
        </p:grpSpPr>
        <p:graphicFrame>
          <p:nvGraphicFramePr>
            <p:cNvPr id="48169" name="Object 106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48169" name="Equation" r:id="rId20" imgW="672840" imgH="444240" progId="Equation.3">
                <p:embed/>
              </p:oleObj>
            </a:graphicData>
          </a:graphic>
        </p:graphicFrame>
        <p:sp>
          <p:nvSpPr>
            <p:cNvPr id="48170" name="Line 106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2F63BA-08DB-47C4-9756-4949A57388AA}" type="slidenum">
              <a:rPr lang="en-US"/>
              <a:pPr/>
              <a:t>30</a:t>
            </a:fld>
            <a:endParaRPr 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of States 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6324600" y="190500"/>
          <a:ext cx="392113" cy="519113"/>
        </p:xfrm>
        <a:graphic>
          <a:graphicData uri="http://schemas.openxmlformats.org/presentationml/2006/ole">
            <p:oleObj spid="_x0000_s47108" name="Equation" r:id="rId3" imgW="393480" imgH="520560" progId="Equation.3">
              <p:embed/>
            </p:oleObj>
          </a:graphicData>
        </a:graphic>
      </p:graphicFrame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14478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40386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53340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Oval 8"/>
          <p:cNvSpPr>
            <a:spLocks noChangeArrowheads="1"/>
          </p:cNvSpPr>
          <p:nvPr/>
        </p:nvSpPr>
        <p:spPr bwMode="auto">
          <a:xfrm>
            <a:off x="67056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6553200" y="5105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4" name="Line 10"/>
          <p:cNvSpPr>
            <a:spLocks noChangeShapeType="1"/>
          </p:cNvSpPr>
          <p:nvPr/>
        </p:nvSpPr>
        <p:spPr bwMode="auto">
          <a:xfrm>
            <a:off x="838200" y="5562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5" name="Line 11"/>
          <p:cNvSpPr>
            <a:spLocks noChangeShapeType="1"/>
          </p:cNvSpPr>
          <p:nvPr/>
        </p:nvSpPr>
        <p:spPr bwMode="auto">
          <a:xfrm>
            <a:off x="32766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>
            <a:off x="45720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5867400" y="556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18" name="Object 14"/>
          <p:cNvGraphicFramePr>
            <a:graphicFrameLocks noChangeAspect="1"/>
          </p:cNvGraphicFramePr>
          <p:nvPr/>
        </p:nvGraphicFramePr>
        <p:xfrm>
          <a:off x="1524000" y="5257800"/>
          <a:ext cx="419100" cy="469900"/>
        </p:xfrm>
        <a:graphic>
          <a:graphicData uri="http://schemas.openxmlformats.org/presentationml/2006/ole">
            <p:oleObj spid="_x0000_s47118" name="Equation" r:id="rId4" imgW="419040" imgH="469800" progId="Equation.3">
              <p:embed/>
            </p:oleObj>
          </a:graphicData>
        </a:graphic>
      </p:graphicFrame>
      <p:sp>
        <p:nvSpPr>
          <p:cNvPr id="47119" name="Oval 15"/>
          <p:cNvSpPr>
            <a:spLocks noChangeArrowheads="1"/>
          </p:cNvSpPr>
          <p:nvPr/>
        </p:nvSpPr>
        <p:spPr bwMode="auto">
          <a:xfrm>
            <a:off x="27432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0" name="Object 16"/>
          <p:cNvGraphicFramePr>
            <a:graphicFrameLocks noChangeAspect="1"/>
          </p:cNvGraphicFramePr>
          <p:nvPr/>
        </p:nvGraphicFramePr>
        <p:xfrm>
          <a:off x="2857500" y="5257800"/>
          <a:ext cx="341313" cy="469900"/>
        </p:xfrm>
        <a:graphic>
          <a:graphicData uri="http://schemas.openxmlformats.org/presentationml/2006/ole">
            <p:oleObj spid="_x0000_s47120" name="Equation" r:id="rId5" imgW="342720" imgH="469800" progId="Equation.3">
              <p:embed/>
            </p:oleObj>
          </a:graphicData>
        </a:graphic>
      </p:graphicFrame>
      <p:graphicFrame>
        <p:nvGraphicFramePr>
          <p:cNvPr id="47121" name="Object 17"/>
          <p:cNvGraphicFramePr>
            <a:graphicFrameLocks noChangeAspect="1"/>
          </p:cNvGraphicFramePr>
          <p:nvPr/>
        </p:nvGraphicFramePr>
        <p:xfrm>
          <a:off x="4127500" y="5257800"/>
          <a:ext cx="392113" cy="469900"/>
        </p:xfrm>
        <a:graphic>
          <a:graphicData uri="http://schemas.openxmlformats.org/presentationml/2006/ole">
            <p:oleObj spid="_x0000_s47121" name="Equation" r:id="rId6" imgW="393480" imgH="469800" progId="Equation.3">
              <p:embed/>
            </p:oleObj>
          </a:graphicData>
        </a:graphic>
      </p:graphicFrame>
      <p:graphicFrame>
        <p:nvGraphicFramePr>
          <p:cNvPr id="47122" name="Object 18"/>
          <p:cNvGraphicFramePr>
            <a:graphicFrameLocks noChangeAspect="1"/>
          </p:cNvGraphicFramePr>
          <p:nvPr/>
        </p:nvGraphicFramePr>
        <p:xfrm>
          <a:off x="5422900" y="5257800"/>
          <a:ext cx="392113" cy="469900"/>
        </p:xfrm>
        <a:graphic>
          <a:graphicData uri="http://schemas.openxmlformats.org/presentationml/2006/ole">
            <p:oleObj spid="_x0000_s47122" name="Equation" r:id="rId7" imgW="393480" imgH="469800" progId="Equation.3">
              <p:embed/>
            </p:oleObj>
          </a:graphicData>
        </a:graphic>
      </p:graphicFrame>
      <p:graphicFrame>
        <p:nvGraphicFramePr>
          <p:cNvPr id="47123" name="Object 19"/>
          <p:cNvGraphicFramePr>
            <a:graphicFrameLocks noChangeAspect="1"/>
          </p:cNvGraphicFramePr>
          <p:nvPr/>
        </p:nvGraphicFramePr>
        <p:xfrm>
          <a:off x="6781800" y="5257800"/>
          <a:ext cx="419100" cy="469900"/>
        </p:xfrm>
        <a:graphic>
          <a:graphicData uri="http://schemas.openxmlformats.org/presentationml/2006/ole">
            <p:oleObj spid="_x0000_s47123" name="Equation" r:id="rId8" imgW="419040" imgH="469800" progId="Equation.3">
              <p:embed/>
            </p:oleObj>
          </a:graphicData>
        </a:graphic>
      </p:graphicFrame>
      <p:sp>
        <p:nvSpPr>
          <p:cNvPr id="47124" name="Line 20"/>
          <p:cNvSpPr>
            <a:spLocks noChangeShapeType="1"/>
          </p:cNvSpPr>
          <p:nvPr/>
        </p:nvSpPr>
        <p:spPr bwMode="auto">
          <a:xfrm>
            <a:off x="1981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5" name="Object 21"/>
          <p:cNvGraphicFramePr>
            <a:graphicFrameLocks noChangeAspect="1"/>
          </p:cNvGraphicFramePr>
          <p:nvPr/>
        </p:nvGraphicFramePr>
        <p:xfrm>
          <a:off x="2209800" y="5257800"/>
          <a:ext cx="265113" cy="279400"/>
        </p:xfrm>
        <a:graphic>
          <a:graphicData uri="http://schemas.openxmlformats.org/presentationml/2006/ole">
            <p:oleObj spid="_x0000_s47125" name="Equation" r:id="rId9" imgW="266400" imgH="279360" progId="Equation.3">
              <p:embed/>
            </p:oleObj>
          </a:graphicData>
        </a:graphic>
      </p:graphicFrame>
      <p:graphicFrame>
        <p:nvGraphicFramePr>
          <p:cNvPr id="47126" name="Object 22"/>
          <p:cNvGraphicFramePr>
            <a:graphicFrameLocks noChangeAspect="1"/>
          </p:cNvGraphicFramePr>
          <p:nvPr/>
        </p:nvGraphicFramePr>
        <p:xfrm>
          <a:off x="3505200" y="5181600"/>
          <a:ext cx="279400" cy="381000"/>
        </p:xfrm>
        <a:graphic>
          <a:graphicData uri="http://schemas.openxmlformats.org/presentationml/2006/ole">
            <p:oleObj spid="_x0000_s47126" name="Equation" r:id="rId10" imgW="279360" imgH="380880" progId="Equation.3">
              <p:embed/>
            </p:oleObj>
          </a:graphicData>
        </a:graphic>
      </p:graphicFrame>
      <p:graphicFrame>
        <p:nvGraphicFramePr>
          <p:cNvPr id="47127" name="Object 23"/>
          <p:cNvGraphicFramePr>
            <a:graphicFrameLocks noChangeAspect="1"/>
          </p:cNvGraphicFramePr>
          <p:nvPr/>
        </p:nvGraphicFramePr>
        <p:xfrm>
          <a:off x="4800600" y="5181600"/>
          <a:ext cx="279400" cy="381000"/>
        </p:xfrm>
        <a:graphic>
          <a:graphicData uri="http://schemas.openxmlformats.org/presentationml/2006/ole">
            <p:oleObj spid="_x0000_s47127" name="Equation" r:id="rId11" imgW="279360" imgH="380880" progId="Equation.3">
              <p:embed/>
            </p:oleObj>
          </a:graphicData>
        </a:graphic>
      </p:graphicFrame>
      <p:graphicFrame>
        <p:nvGraphicFramePr>
          <p:cNvPr id="47128" name="Object 24"/>
          <p:cNvGraphicFramePr>
            <a:graphicFrameLocks noChangeAspect="1"/>
          </p:cNvGraphicFramePr>
          <p:nvPr/>
        </p:nvGraphicFramePr>
        <p:xfrm>
          <a:off x="6096000" y="5257800"/>
          <a:ext cx="265113" cy="279400"/>
        </p:xfrm>
        <a:graphic>
          <a:graphicData uri="http://schemas.openxmlformats.org/presentationml/2006/ole">
            <p:oleObj spid="_x0000_s47128" name="Equation" r:id="rId12" imgW="266400" imgH="279360" progId="Equation.3">
              <p:embed/>
            </p:oleObj>
          </a:graphicData>
        </a:graphic>
      </p:graphicFrame>
      <p:sp>
        <p:nvSpPr>
          <p:cNvPr id="47130" name="Oval 26"/>
          <p:cNvSpPr>
            <a:spLocks noChangeArrowheads="1"/>
          </p:cNvSpPr>
          <p:nvPr/>
        </p:nvSpPr>
        <p:spPr bwMode="auto">
          <a:xfrm>
            <a:off x="6108700" y="3975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31" name="Object 27"/>
          <p:cNvGraphicFramePr>
            <a:graphicFrameLocks noChangeAspect="1"/>
          </p:cNvGraphicFramePr>
          <p:nvPr/>
        </p:nvGraphicFramePr>
        <p:xfrm>
          <a:off x="6184900" y="3975100"/>
          <a:ext cx="404813" cy="469900"/>
        </p:xfrm>
        <a:graphic>
          <a:graphicData uri="http://schemas.openxmlformats.org/presentationml/2006/ole">
            <p:oleObj spid="_x0000_s47131" name="Equation" r:id="rId13" imgW="406080" imgH="469800" progId="Equation.3">
              <p:embed/>
            </p:oleObj>
          </a:graphicData>
        </a:graphic>
      </p:graphicFrame>
      <p:graphicFrame>
        <p:nvGraphicFramePr>
          <p:cNvPr id="47132" name="Object 28"/>
          <p:cNvGraphicFramePr>
            <a:graphicFrameLocks noChangeAspect="1"/>
          </p:cNvGraphicFramePr>
          <p:nvPr/>
        </p:nvGraphicFramePr>
        <p:xfrm>
          <a:off x="3048000" y="4800600"/>
          <a:ext cx="265113" cy="279400"/>
        </p:xfrm>
        <a:graphic>
          <a:graphicData uri="http://schemas.openxmlformats.org/presentationml/2006/ole">
            <p:oleObj spid="_x0000_s47132" name="Equation" r:id="rId14" imgW="266400" imgH="279360" progId="Equation.3">
              <p:embed/>
            </p:oleObj>
          </a:graphicData>
        </a:graphic>
      </p:graphicFrame>
      <p:graphicFrame>
        <p:nvGraphicFramePr>
          <p:cNvPr id="47133" name="Object 29"/>
          <p:cNvGraphicFramePr>
            <a:graphicFrameLocks noChangeAspect="1"/>
          </p:cNvGraphicFramePr>
          <p:nvPr/>
        </p:nvGraphicFramePr>
        <p:xfrm>
          <a:off x="4267200" y="4876800"/>
          <a:ext cx="265113" cy="279400"/>
        </p:xfrm>
        <a:graphic>
          <a:graphicData uri="http://schemas.openxmlformats.org/presentationml/2006/ole">
            <p:oleObj spid="_x0000_s47133" name="Equation" r:id="rId15" imgW="266400" imgH="279360" progId="Equation.3">
              <p:embed/>
            </p:oleObj>
          </a:graphicData>
        </a:graphic>
      </p:graphicFrame>
      <p:graphicFrame>
        <p:nvGraphicFramePr>
          <p:cNvPr id="47134" name="Object 30"/>
          <p:cNvGraphicFramePr>
            <a:graphicFrameLocks noChangeAspect="1"/>
          </p:cNvGraphicFramePr>
          <p:nvPr/>
        </p:nvGraphicFramePr>
        <p:xfrm>
          <a:off x="5562600" y="4800600"/>
          <a:ext cx="279400" cy="381000"/>
        </p:xfrm>
        <a:graphic>
          <a:graphicData uri="http://schemas.openxmlformats.org/presentationml/2006/ole">
            <p:oleObj spid="_x0000_s47134" name="Equation" r:id="rId16" imgW="279360" imgH="380880" progId="Equation.3">
              <p:embed/>
            </p:oleObj>
          </a:graphicData>
        </a:graphic>
      </p:graphicFrame>
      <p:graphicFrame>
        <p:nvGraphicFramePr>
          <p:cNvPr id="47135" name="Object 31"/>
          <p:cNvGraphicFramePr>
            <a:graphicFrameLocks noChangeAspect="1"/>
          </p:cNvGraphicFramePr>
          <p:nvPr/>
        </p:nvGraphicFramePr>
        <p:xfrm>
          <a:off x="1676400" y="4724400"/>
          <a:ext cx="279400" cy="381000"/>
        </p:xfrm>
        <a:graphic>
          <a:graphicData uri="http://schemas.openxmlformats.org/presentationml/2006/ole">
            <p:oleObj spid="_x0000_s47135" name="Equation" r:id="rId17" imgW="279360" imgH="380880" progId="Equation.3">
              <p:embed/>
            </p:oleObj>
          </a:graphicData>
        </a:graphic>
      </p:graphicFrame>
      <p:sp>
        <p:nvSpPr>
          <p:cNvPr id="47136" name="Freeform 32"/>
          <p:cNvSpPr>
            <a:spLocks/>
          </p:cNvSpPr>
          <p:nvPr/>
        </p:nvSpPr>
        <p:spPr bwMode="auto">
          <a:xfrm>
            <a:off x="5943600" y="3200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37" name="Object 33"/>
          <p:cNvGraphicFramePr>
            <a:graphicFrameLocks noChangeAspect="1"/>
          </p:cNvGraphicFramePr>
          <p:nvPr/>
        </p:nvGraphicFramePr>
        <p:xfrm>
          <a:off x="5956300" y="2755900"/>
          <a:ext cx="671513" cy="442913"/>
        </p:xfrm>
        <a:graphic>
          <a:graphicData uri="http://schemas.openxmlformats.org/presentationml/2006/ole">
            <p:oleObj spid="_x0000_s47137" name="Equation" r:id="rId18" imgW="672840" imgH="444240" progId="Equation.3">
              <p:embed/>
            </p:oleObj>
          </a:graphicData>
        </a:graphic>
      </p:graphicFrame>
      <p:sp>
        <p:nvSpPr>
          <p:cNvPr id="47138" name="Line 34"/>
          <p:cNvSpPr>
            <a:spLocks noChangeShapeType="1"/>
          </p:cNvSpPr>
          <p:nvPr/>
        </p:nvSpPr>
        <p:spPr bwMode="auto">
          <a:xfrm flipV="1">
            <a:off x="5715000" y="4495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39" name="Freeform 35"/>
          <p:cNvSpPr>
            <a:spLocks/>
          </p:cNvSpPr>
          <p:nvPr/>
        </p:nvSpPr>
        <p:spPr bwMode="auto">
          <a:xfrm>
            <a:off x="4419600" y="4343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40" name="Freeform 36"/>
          <p:cNvSpPr>
            <a:spLocks/>
          </p:cNvSpPr>
          <p:nvPr/>
        </p:nvSpPr>
        <p:spPr bwMode="auto">
          <a:xfrm>
            <a:off x="3124200" y="4152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41" name="Freeform 37"/>
          <p:cNvSpPr>
            <a:spLocks/>
          </p:cNvSpPr>
          <p:nvPr/>
        </p:nvSpPr>
        <p:spPr bwMode="auto">
          <a:xfrm>
            <a:off x="1828800" y="3530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43" name="Object 39"/>
          <p:cNvGraphicFramePr>
            <a:graphicFrameLocks noChangeAspect="1"/>
          </p:cNvGraphicFramePr>
          <p:nvPr/>
        </p:nvGraphicFramePr>
        <p:xfrm>
          <a:off x="628650" y="1093788"/>
          <a:ext cx="4965700" cy="581025"/>
        </p:xfrm>
        <a:graphic>
          <a:graphicData uri="http://schemas.openxmlformats.org/presentationml/2006/ole">
            <p:oleObj spid="_x0000_s47143" name="Equation" r:id="rId19" imgW="4965480" imgH="583920" progId="Equation.3">
              <p:embed/>
            </p:oleObj>
          </a:graphicData>
        </a:graphic>
      </p:graphicFrame>
      <p:grpSp>
        <p:nvGrpSpPr>
          <p:cNvPr id="47144" name="Group 40"/>
          <p:cNvGrpSpPr>
            <a:grpSpLocks/>
          </p:cNvGrpSpPr>
          <p:nvPr/>
        </p:nvGrpSpPr>
        <p:grpSpPr bwMode="auto">
          <a:xfrm>
            <a:off x="6553200" y="4495800"/>
            <a:ext cx="900113" cy="609600"/>
            <a:chOff x="4224" y="1824"/>
            <a:chExt cx="567" cy="384"/>
          </a:xfrm>
        </p:grpSpPr>
        <p:graphicFrame>
          <p:nvGraphicFramePr>
            <p:cNvPr id="47145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47145" name="Equation" r:id="rId20" imgW="672840" imgH="444240" progId="Equation.3">
                <p:embed/>
              </p:oleObj>
            </a:graphicData>
          </a:graphic>
        </p:graphicFrame>
        <p:sp>
          <p:nvSpPr>
            <p:cNvPr id="47146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CEAC44-A485-411D-BD1F-6718F5E68183}" type="slidenum">
              <a:rPr lang="en-US"/>
              <a:pPr/>
              <a:t>31</a:t>
            </a:fld>
            <a:endParaRPr 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State 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6064250" y="171450"/>
          <a:ext cx="482600" cy="584200"/>
        </p:xfrm>
        <a:graphic>
          <a:graphicData uri="http://schemas.openxmlformats.org/presentationml/2006/ole">
            <p:oleObj spid="_x0000_s49156" name="Equation" r:id="rId3" imgW="482400" imgH="583920" progId="Equation.3">
              <p:embed/>
            </p:oleObj>
          </a:graphicData>
        </a:graphic>
      </p:graphicFrame>
      <p:sp>
        <p:nvSpPr>
          <p:cNvPr id="49157" name="Oval 5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1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2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3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4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7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68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49168" name="Equation" r:id="rId4" imgW="342720" imgH="469800" progId="Equation.3">
              <p:embed/>
            </p:oleObj>
          </a:graphicData>
        </a:graphic>
      </p:graphicFrame>
      <p:graphicFrame>
        <p:nvGraphicFramePr>
          <p:cNvPr id="49169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49169" name="Equation" r:id="rId5" imgW="393480" imgH="469800" progId="Equation.3">
              <p:embed/>
            </p:oleObj>
          </a:graphicData>
        </a:graphic>
      </p:graphicFrame>
      <p:graphicFrame>
        <p:nvGraphicFramePr>
          <p:cNvPr id="49170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49170" name="Equation" r:id="rId6" imgW="393480" imgH="469800" progId="Equation.3">
              <p:embed/>
            </p:oleObj>
          </a:graphicData>
        </a:graphic>
      </p:graphicFrame>
      <p:graphicFrame>
        <p:nvGraphicFramePr>
          <p:cNvPr id="49171" name="Object 19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49171" name="Equation" r:id="rId7" imgW="419040" imgH="469800" progId="Equation.3">
              <p:embed/>
            </p:oleObj>
          </a:graphicData>
        </a:graphic>
      </p:graphicFrame>
      <p:sp>
        <p:nvSpPr>
          <p:cNvPr id="49172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73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49173" name="Equation" r:id="rId8" imgW="266400" imgH="279360" progId="Equation.3">
              <p:embed/>
            </p:oleObj>
          </a:graphicData>
        </a:graphic>
      </p:graphicFrame>
      <p:graphicFrame>
        <p:nvGraphicFramePr>
          <p:cNvPr id="49174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49174" name="Equation" r:id="rId9" imgW="279360" imgH="380880" progId="Equation.3">
              <p:embed/>
            </p:oleObj>
          </a:graphicData>
        </a:graphic>
      </p:graphicFrame>
      <p:graphicFrame>
        <p:nvGraphicFramePr>
          <p:cNvPr id="49175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49175" name="Equation" r:id="rId10" imgW="279360" imgH="380880" progId="Equation.3">
              <p:embed/>
            </p:oleObj>
          </a:graphicData>
        </a:graphic>
      </p:graphicFrame>
      <p:graphicFrame>
        <p:nvGraphicFramePr>
          <p:cNvPr id="49176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49176" name="Equation" r:id="rId11" imgW="266400" imgH="279360" progId="Equation.3">
              <p:embed/>
            </p:oleObj>
          </a:graphicData>
        </a:graphic>
      </p:graphicFrame>
      <p:sp>
        <p:nvSpPr>
          <p:cNvPr id="49178" name="Oval 26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79" name="Object 27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49179" name="Equation" r:id="rId12" imgW="406080" imgH="469800" progId="Equation.3">
              <p:embed/>
            </p:oleObj>
          </a:graphicData>
        </a:graphic>
      </p:graphicFrame>
      <p:graphicFrame>
        <p:nvGraphicFramePr>
          <p:cNvPr id="49180" name="Object 28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49180" name="Equation" r:id="rId13" imgW="266400" imgH="279360" progId="Equation.3">
              <p:embed/>
            </p:oleObj>
          </a:graphicData>
        </a:graphic>
      </p:graphicFrame>
      <p:graphicFrame>
        <p:nvGraphicFramePr>
          <p:cNvPr id="49181" name="Object 29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49181" name="Equation" r:id="rId14" imgW="266400" imgH="279360" progId="Equation.3">
              <p:embed/>
            </p:oleObj>
          </a:graphicData>
        </a:graphic>
      </p:graphicFrame>
      <p:graphicFrame>
        <p:nvGraphicFramePr>
          <p:cNvPr id="49182" name="Object 30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49182" name="Equation" r:id="rId15" imgW="279360" imgH="380880" progId="Equation.3">
              <p:embed/>
            </p:oleObj>
          </a:graphicData>
        </a:graphic>
      </p:graphicFrame>
      <p:graphicFrame>
        <p:nvGraphicFramePr>
          <p:cNvPr id="49183" name="Object 31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49183" name="Equation" r:id="rId16" imgW="279360" imgH="380880" progId="Equation.3">
              <p:embed/>
            </p:oleObj>
          </a:graphicData>
        </a:graphic>
      </p:graphicFrame>
      <p:sp>
        <p:nvSpPr>
          <p:cNvPr id="49184" name="Freeform 32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85" name="Object 33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49185" name="Equation" r:id="rId17" imgW="672840" imgH="444240" progId="Equation.3">
              <p:embed/>
            </p:oleObj>
          </a:graphicData>
        </a:graphic>
      </p:graphicFrame>
      <p:sp>
        <p:nvSpPr>
          <p:cNvPr id="49186" name="Line 34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87" name="Freeform 35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88" name="Freeform 36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89" name="Freeform 37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90" name="Line 38"/>
          <p:cNvSpPr>
            <a:spLocks noChangeShapeType="1"/>
          </p:cNvSpPr>
          <p:nvPr/>
        </p:nvSpPr>
        <p:spPr bwMode="auto">
          <a:xfrm>
            <a:off x="13716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91" name="Group 3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49192" name="Object 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49192" name="Equation" r:id="rId18" imgW="672840" imgH="444240" progId="Equation.3">
                <p:embed/>
              </p:oleObj>
            </a:graphicData>
          </a:graphic>
        </p:graphicFrame>
        <p:sp>
          <p:nvSpPr>
            <p:cNvPr id="49193" name="Line 4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9194" name="Object 42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49194" name="Equation" r:id="rId19" imgW="41904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7CDC0-DB0E-4F3F-B66F-9CB329FEEB75}" type="slidenum">
              <a:rPr lang="en-US"/>
              <a:pPr/>
              <a:t>32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of Final States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6826250" y="298450"/>
          <a:ext cx="404813" cy="393700"/>
        </p:xfrm>
        <a:graphic>
          <a:graphicData uri="http://schemas.openxmlformats.org/presentationml/2006/ole">
            <p:oleObj spid="_x0000_s50180" name="Equation" r:id="rId3" imgW="406080" imgH="393480" progId="Equation.3">
              <p:embed/>
            </p:oleObj>
          </a:graphicData>
        </a:graphic>
      </p:graphicFrame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190" name="Object 14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p:oleObj spid="_x0000_s50190" name="Equation" r:id="rId4" imgW="419040" imgH="469800" progId="Equation.3">
              <p:embed/>
            </p:oleObj>
          </a:graphicData>
        </a:graphic>
      </p:graphicFrame>
      <p:sp>
        <p:nvSpPr>
          <p:cNvPr id="50191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192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p:oleObj spid="_x0000_s50192" name="Equation" r:id="rId5" imgW="342720" imgH="469800" progId="Equation.3">
              <p:embed/>
            </p:oleObj>
          </a:graphicData>
        </a:graphic>
      </p:graphicFrame>
      <p:graphicFrame>
        <p:nvGraphicFramePr>
          <p:cNvPr id="50193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p:oleObj spid="_x0000_s50193" name="Equation" r:id="rId6" imgW="393480" imgH="469800" progId="Equation.3">
              <p:embed/>
            </p:oleObj>
          </a:graphicData>
        </a:graphic>
      </p:graphicFrame>
      <p:graphicFrame>
        <p:nvGraphicFramePr>
          <p:cNvPr id="50194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p:oleObj spid="_x0000_s50194" name="Equation" r:id="rId7" imgW="393480" imgH="469800" progId="Equation.3">
              <p:embed/>
            </p:oleObj>
          </a:graphicData>
        </a:graphic>
      </p:graphicFrame>
      <p:sp>
        <p:nvSpPr>
          <p:cNvPr id="50196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p:oleObj spid="_x0000_s50197" name="Equation" r:id="rId8" imgW="266400" imgH="279360" progId="Equation.3">
              <p:embed/>
            </p:oleObj>
          </a:graphicData>
        </a:graphic>
      </p:graphicFrame>
      <p:graphicFrame>
        <p:nvGraphicFramePr>
          <p:cNvPr id="50198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p:oleObj spid="_x0000_s50198" name="Equation" r:id="rId9" imgW="279360" imgH="380880" progId="Equation.3">
              <p:embed/>
            </p:oleObj>
          </a:graphicData>
        </a:graphic>
      </p:graphicFrame>
      <p:graphicFrame>
        <p:nvGraphicFramePr>
          <p:cNvPr id="50199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p:oleObj spid="_x0000_s50199" name="Equation" r:id="rId10" imgW="279360" imgH="380880" progId="Equation.3">
              <p:embed/>
            </p:oleObj>
          </a:graphicData>
        </a:graphic>
      </p:graphicFrame>
      <p:graphicFrame>
        <p:nvGraphicFramePr>
          <p:cNvPr id="50200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p:oleObj spid="_x0000_s50200" name="Equation" r:id="rId11" imgW="266400" imgH="279360" progId="Equation.3">
              <p:embed/>
            </p:oleObj>
          </a:graphicData>
        </a:graphic>
      </p:graphicFrame>
      <p:sp>
        <p:nvSpPr>
          <p:cNvPr id="50202" name="Oval 26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03" name="Object 27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p:oleObj spid="_x0000_s50203" name="Equation" r:id="rId12" imgW="406080" imgH="469800" progId="Equation.3">
              <p:embed/>
            </p:oleObj>
          </a:graphicData>
        </a:graphic>
      </p:graphicFrame>
      <p:graphicFrame>
        <p:nvGraphicFramePr>
          <p:cNvPr id="50204" name="Object 28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p:oleObj spid="_x0000_s50204" name="Equation" r:id="rId13" imgW="266400" imgH="279360" progId="Equation.3">
              <p:embed/>
            </p:oleObj>
          </a:graphicData>
        </a:graphic>
      </p:graphicFrame>
      <p:graphicFrame>
        <p:nvGraphicFramePr>
          <p:cNvPr id="50205" name="Object 29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p:oleObj spid="_x0000_s50205" name="Equation" r:id="rId14" imgW="266400" imgH="279360" progId="Equation.3">
              <p:embed/>
            </p:oleObj>
          </a:graphicData>
        </a:graphic>
      </p:graphicFrame>
      <p:graphicFrame>
        <p:nvGraphicFramePr>
          <p:cNvPr id="50206" name="Object 30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p:oleObj spid="_x0000_s50206" name="Equation" r:id="rId15" imgW="279360" imgH="380880" progId="Equation.3">
              <p:embed/>
            </p:oleObj>
          </a:graphicData>
        </a:graphic>
      </p:graphicFrame>
      <p:graphicFrame>
        <p:nvGraphicFramePr>
          <p:cNvPr id="50207" name="Object 31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p:oleObj spid="_x0000_s50207" name="Equation" r:id="rId16" imgW="279360" imgH="380880" progId="Equation.3">
              <p:embed/>
            </p:oleObj>
          </a:graphicData>
        </a:graphic>
      </p:graphicFrame>
      <p:sp>
        <p:nvSpPr>
          <p:cNvPr id="50208" name="Freeform 32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09" name="Object 33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p:oleObj spid="_x0000_s50209" name="Equation" r:id="rId17" imgW="672840" imgH="444240" progId="Equation.3">
              <p:embed/>
            </p:oleObj>
          </a:graphicData>
        </a:graphic>
      </p:graphicFrame>
      <p:sp>
        <p:nvSpPr>
          <p:cNvPr id="50210" name="Line 34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211" name="Freeform 35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212" name="Freeform 36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213" name="Freeform 37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15" name="Object 39"/>
          <p:cNvGraphicFramePr>
            <a:graphicFrameLocks noChangeAspect="1"/>
          </p:cNvGraphicFramePr>
          <p:nvPr/>
        </p:nvGraphicFramePr>
        <p:xfrm>
          <a:off x="933450" y="1174750"/>
          <a:ext cx="1739900" cy="569913"/>
        </p:xfrm>
        <a:graphic>
          <a:graphicData uri="http://schemas.openxmlformats.org/presentationml/2006/ole">
            <p:oleObj spid="_x0000_s50215" name="Equation" r:id="rId18" imgW="1739880" imgH="571320" progId="Equation.3">
              <p:embed/>
            </p:oleObj>
          </a:graphicData>
        </a:graphic>
      </p:graphicFrame>
      <p:grpSp>
        <p:nvGrpSpPr>
          <p:cNvPr id="50216" name="Group 40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50217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50217" name="Equation" r:id="rId19" imgW="672840" imgH="444240" progId="Equation.3">
                <p:embed/>
              </p:oleObj>
            </a:graphicData>
          </a:graphic>
        </p:graphicFrame>
        <p:sp>
          <p:nvSpPr>
            <p:cNvPr id="50218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0219" name="Object 43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p:oleObj spid="_x0000_s50219" name="Equation" r:id="rId20" imgW="41904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0861D2-33DD-46D8-9FE5-9BE39187D89E}" type="slidenum">
              <a:rPr lang="en-US"/>
              <a:pPr/>
              <a:t>33</a:t>
            </a:fld>
            <a:endParaRPr 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Transition Function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6908800" y="268288"/>
          <a:ext cx="330200" cy="415925"/>
        </p:xfrm>
        <a:graphic>
          <a:graphicData uri="http://schemas.openxmlformats.org/presentationml/2006/ole">
            <p:oleObj spid="_x0000_s51204" name="Equation" r:id="rId3" imgW="330120" imgH="419040" progId="Equation.3">
              <p:embed/>
            </p:oleObj>
          </a:graphicData>
        </a:graphic>
      </p:graphicFrame>
      <p:sp>
        <p:nvSpPr>
          <p:cNvPr id="51205" name="Oval 5"/>
          <p:cNvSpPr>
            <a:spLocks noChangeArrowheads="1"/>
          </p:cNvSpPr>
          <p:nvPr/>
        </p:nvSpPr>
        <p:spPr bwMode="auto">
          <a:xfrm>
            <a:off x="19050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Oval 6"/>
          <p:cNvSpPr>
            <a:spLocks noChangeArrowheads="1"/>
          </p:cNvSpPr>
          <p:nvPr/>
        </p:nvSpPr>
        <p:spPr bwMode="auto">
          <a:xfrm>
            <a:off x="4495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07" name="Oval 7"/>
          <p:cNvSpPr>
            <a:spLocks noChangeArrowheads="1"/>
          </p:cNvSpPr>
          <p:nvPr/>
        </p:nvSpPr>
        <p:spPr bwMode="auto">
          <a:xfrm>
            <a:off x="5791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08" name="Oval 8"/>
          <p:cNvSpPr>
            <a:spLocks noChangeArrowheads="1"/>
          </p:cNvSpPr>
          <p:nvPr/>
        </p:nvSpPr>
        <p:spPr bwMode="auto">
          <a:xfrm>
            <a:off x="7162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09" name="Oval 9"/>
          <p:cNvSpPr>
            <a:spLocks noChangeArrowheads="1"/>
          </p:cNvSpPr>
          <p:nvPr/>
        </p:nvSpPr>
        <p:spPr bwMode="auto">
          <a:xfrm>
            <a:off x="7010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1295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3733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5029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6324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14" name="Object 14"/>
          <p:cNvGraphicFramePr>
            <a:graphicFrameLocks noChangeAspect="1"/>
          </p:cNvGraphicFramePr>
          <p:nvPr/>
        </p:nvGraphicFramePr>
        <p:xfrm>
          <a:off x="1981200" y="5334000"/>
          <a:ext cx="419100" cy="469900"/>
        </p:xfrm>
        <a:graphic>
          <a:graphicData uri="http://schemas.openxmlformats.org/presentationml/2006/ole">
            <p:oleObj spid="_x0000_s51214" name="Equation" r:id="rId4" imgW="419040" imgH="469800" progId="Equation.3">
              <p:embed/>
            </p:oleObj>
          </a:graphicData>
        </a:graphic>
      </p:graphicFrame>
      <p:sp>
        <p:nvSpPr>
          <p:cNvPr id="51215" name="Oval 15"/>
          <p:cNvSpPr>
            <a:spLocks noChangeArrowheads="1"/>
          </p:cNvSpPr>
          <p:nvPr/>
        </p:nvSpPr>
        <p:spPr bwMode="auto">
          <a:xfrm>
            <a:off x="3200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16" name="Object 16"/>
          <p:cNvGraphicFramePr>
            <a:graphicFrameLocks noChangeAspect="1"/>
          </p:cNvGraphicFramePr>
          <p:nvPr/>
        </p:nvGraphicFramePr>
        <p:xfrm>
          <a:off x="3314700" y="5334000"/>
          <a:ext cx="341313" cy="469900"/>
        </p:xfrm>
        <a:graphic>
          <a:graphicData uri="http://schemas.openxmlformats.org/presentationml/2006/ole">
            <p:oleObj spid="_x0000_s51216" name="Equation" r:id="rId5" imgW="342720" imgH="469800" progId="Equation.3">
              <p:embed/>
            </p:oleObj>
          </a:graphicData>
        </a:graphic>
      </p:graphicFrame>
      <p:graphicFrame>
        <p:nvGraphicFramePr>
          <p:cNvPr id="51217" name="Object 17"/>
          <p:cNvGraphicFramePr>
            <a:graphicFrameLocks noChangeAspect="1"/>
          </p:cNvGraphicFramePr>
          <p:nvPr/>
        </p:nvGraphicFramePr>
        <p:xfrm>
          <a:off x="4584700" y="5334000"/>
          <a:ext cx="392113" cy="469900"/>
        </p:xfrm>
        <a:graphic>
          <a:graphicData uri="http://schemas.openxmlformats.org/presentationml/2006/ole">
            <p:oleObj spid="_x0000_s51217" name="Equation" r:id="rId6" imgW="393480" imgH="469800" progId="Equation.3">
              <p:embed/>
            </p:oleObj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/>
        </p:nvGraphicFramePr>
        <p:xfrm>
          <a:off x="5880100" y="5334000"/>
          <a:ext cx="392113" cy="469900"/>
        </p:xfrm>
        <a:graphic>
          <a:graphicData uri="http://schemas.openxmlformats.org/presentationml/2006/ole">
            <p:oleObj spid="_x0000_s51218" name="Equation" r:id="rId7" imgW="393480" imgH="469800" progId="Equation.3">
              <p:embed/>
            </p:oleObj>
          </a:graphicData>
        </a:graphic>
      </p:graphicFrame>
      <p:graphicFrame>
        <p:nvGraphicFramePr>
          <p:cNvPr id="51219" name="Object 19"/>
          <p:cNvGraphicFramePr>
            <a:graphicFrameLocks noChangeAspect="1"/>
          </p:cNvGraphicFramePr>
          <p:nvPr/>
        </p:nvGraphicFramePr>
        <p:xfrm>
          <a:off x="7239000" y="5334000"/>
          <a:ext cx="419100" cy="469900"/>
        </p:xfrm>
        <a:graphic>
          <a:graphicData uri="http://schemas.openxmlformats.org/presentationml/2006/ole">
            <p:oleObj spid="_x0000_s51219" name="Equation" r:id="rId8" imgW="419040" imgH="469800" progId="Equation.3">
              <p:embed/>
            </p:oleObj>
          </a:graphicData>
        </a:graphic>
      </p:graphicFrame>
      <p:sp>
        <p:nvSpPr>
          <p:cNvPr id="51220" name="Line 20"/>
          <p:cNvSpPr>
            <a:spLocks noChangeShapeType="1"/>
          </p:cNvSpPr>
          <p:nvPr/>
        </p:nvSpPr>
        <p:spPr bwMode="auto">
          <a:xfrm>
            <a:off x="2438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1" name="Object 21"/>
          <p:cNvGraphicFramePr>
            <a:graphicFrameLocks noChangeAspect="1"/>
          </p:cNvGraphicFramePr>
          <p:nvPr/>
        </p:nvGraphicFramePr>
        <p:xfrm>
          <a:off x="2667000" y="5334000"/>
          <a:ext cx="265113" cy="279400"/>
        </p:xfrm>
        <a:graphic>
          <a:graphicData uri="http://schemas.openxmlformats.org/presentationml/2006/ole">
            <p:oleObj spid="_x0000_s51221" name="Equation" r:id="rId9" imgW="266400" imgH="279360" progId="Equation.3">
              <p:embed/>
            </p:oleObj>
          </a:graphicData>
        </a:graphic>
      </p:graphicFrame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3962400" y="5257800"/>
          <a:ext cx="279400" cy="381000"/>
        </p:xfrm>
        <a:graphic>
          <a:graphicData uri="http://schemas.openxmlformats.org/presentationml/2006/ole">
            <p:oleObj spid="_x0000_s51222" name="Equation" r:id="rId10" imgW="279360" imgH="380880" progId="Equation.3">
              <p:embed/>
            </p:oleObj>
          </a:graphicData>
        </a:graphic>
      </p:graphicFrame>
      <p:graphicFrame>
        <p:nvGraphicFramePr>
          <p:cNvPr id="51223" name="Object 23"/>
          <p:cNvGraphicFramePr>
            <a:graphicFrameLocks noChangeAspect="1"/>
          </p:cNvGraphicFramePr>
          <p:nvPr/>
        </p:nvGraphicFramePr>
        <p:xfrm>
          <a:off x="5257800" y="5257800"/>
          <a:ext cx="279400" cy="381000"/>
        </p:xfrm>
        <a:graphic>
          <a:graphicData uri="http://schemas.openxmlformats.org/presentationml/2006/ole">
            <p:oleObj spid="_x0000_s51223" name="Equation" r:id="rId11" imgW="279360" imgH="380880" progId="Equation.3">
              <p:embed/>
            </p:oleObj>
          </a:graphicData>
        </a:graphic>
      </p:graphicFrame>
      <p:graphicFrame>
        <p:nvGraphicFramePr>
          <p:cNvPr id="51224" name="Object 24"/>
          <p:cNvGraphicFramePr>
            <a:graphicFrameLocks noChangeAspect="1"/>
          </p:cNvGraphicFramePr>
          <p:nvPr/>
        </p:nvGraphicFramePr>
        <p:xfrm>
          <a:off x="6553200" y="5334000"/>
          <a:ext cx="265113" cy="279400"/>
        </p:xfrm>
        <a:graphic>
          <a:graphicData uri="http://schemas.openxmlformats.org/presentationml/2006/ole">
            <p:oleObj spid="_x0000_s51224" name="Equation" r:id="rId12" imgW="266400" imgH="279360" progId="Equation.3">
              <p:embed/>
            </p:oleObj>
          </a:graphicData>
        </a:graphic>
      </p:graphicFrame>
      <p:sp>
        <p:nvSpPr>
          <p:cNvPr id="51226" name="Oval 26"/>
          <p:cNvSpPr>
            <a:spLocks noChangeArrowheads="1"/>
          </p:cNvSpPr>
          <p:nvPr/>
        </p:nvSpPr>
        <p:spPr bwMode="auto">
          <a:xfrm>
            <a:off x="6565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7" name="Object 27"/>
          <p:cNvGraphicFramePr>
            <a:graphicFrameLocks noChangeAspect="1"/>
          </p:cNvGraphicFramePr>
          <p:nvPr/>
        </p:nvGraphicFramePr>
        <p:xfrm>
          <a:off x="6642100" y="4051300"/>
          <a:ext cx="404813" cy="469900"/>
        </p:xfrm>
        <a:graphic>
          <a:graphicData uri="http://schemas.openxmlformats.org/presentationml/2006/ole">
            <p:oleObj spid="_x0000_s51227" name="Equation" r:id="rId13" imgW="406080" imgH="469800" progId="Equation.3">
              <p:embed/>
            </p:oleObj>
          </a:graphicData>
        </a:graphic>
      </p:graphicFrame>
      <p:graphicFrame>
        <p:nvGraphicFramePr>
          <p:cNvPr id="51228" name="Object 28"/>
          <p:cNvGraphicFramePr>
            <a:graphicFrameLocks noChangeAspect="1"/>
          </p:cNvGraphicFramePr>
          <p:nvPr/>
        </p:nvGraphicFramePr>
        <p:xfrm>
          <a:off x="3505200" y="4876800"/>
          <a:ext cx="265113" cy="279400"/>
        </p:xfrm>
        <a:graphic>
          <a:graphicData uri="http://schemas.openxmlformats.org/presentationml/2006/ole">
            <p:oleObj spid="_x0000_s51228" name="Equation" r:id="rId14" imgW="266400" imgH="279360" progId="Equation.3">
              <p:embed/>
            </p:oleObj>
          </a:graphicData>
        </a:graphic>
      </p:graphicFrame>
      <p:graphicFrame>
        <p:nvGraphicFramePr>
          <p:cNvPr id="51229" name="Object 29"/>
          <p:cNvGraphicFramePr>
            <a:graphicFrameLocks noChangeAspect="1"/>
          </p:cNvGraphicFramePr>
          <p:nvPr/>
        </p:nvGraphicFramePr>
        <p:xfrm>
          <a:off x="4724400" y="4953000"/>
          <a:ext cx="265113" cy="279400"/>
        </p:xfrm>
        <a:graphic>
          <a:graphicData uri="http://schemas.openxmlformats.org/presentationml/2006/ole">
            <p:oleObj spid="_x0000_s51229" name="Equation" r:id="rId15" imgW="266400" imgH="279360" progId="Equation.3">
              <p:embed/>
            </p:oleObj>
          </a:graphicData>
        </a:graphic>
      </p:graphicFrame>
      <p:graphicFrame>
        <p:nvGraphicFramePr>
          <p:cNvPr id="51230" name="Object 30"/>
          <p:cNvGraphicFramePr>
            <a:graphicFrameLocks noChangeAspect="1"/>
          </p:cNvGraphicFramePr>
          <p:nvPr/>
        </p:nvGraphicFramePr>
        <p:xfrm>
          <a:off x="6019800" y="4876800"/>
          <a:ext cx="279400" cy="381000"/>
        </p:xfrm>
        <a:graphic>
          <a:graphicData uri="http://schemas.openxmlformats.org/presentationml/2006/ole">
            <p:oleObj spid="_x0000_s51230" name="Equation" r:id="rId16" imgW="279360" imgH="380880" progId="Equation.3">
              <p:embed/>
            </p:oleObj>
          </a:graphicData>
        </a:graphic>
      </p:graphicFrame>
      <p:graphicFrame>
        <p:nvGraphicFramePr>
          <p:cNvPr id="51231" name="Object 31"/>
          <p:cNvGraphicFramePr>
            <a:graphicFrameLocks noChangeAspect="1"/>
          </p:cNvGraphicFramePr>
          <p:nvPr/>
        </p:nvGraphicFramePr>
        <p:xfrm>
          <a:off x="2133600" y="4800600"/>
          <a:ext cx="279400" cy="381000"/>
        </p:xfrm>
        <a:graphic>
          <a:graphicData uri="http://schemas.openxmlformats.org/presentationml/2006/ole">
            <p:oleObj spid="_x0000_s51231" name="Equation" r:id="rId17" imgW="279360" imgH="380880" progId="Equation.3">
              <p:embed/>
            </p:oleObj>
          </a:graphicData>
        </a:graphic>
      </p:graphicFrame>
      <p:sp>
        <p:nvSpPr>
          <p:cNvPr id="51232" name="Freeform 32"/>
          <p:cNvSpPr>
            <a:spLocks/>
          </p:cNvSpPr>
          <p:nvPr/>
        </p:nvSpPr>
        <p:spPr bwMode="auto">
          <a:xfrm>
            <a:off x="6400800" y="32766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33" name="Object 33"/>
          <p:cNvGraphicFramePr>
            <a:graphicFrameLocks noChangeAspect="1"/>
          </p:cNvGraphicFramePr>
          <p:nvPr/>
        </p:nvGraphicFramePr>
        <p:xfrm>
          <a:off x="6413500" y="2832100"/>
          <a:ext cx="671513" cy="442913"/>
        </p:xfrm>
        <a:graphic>
          <a:graphicData uri="http://schemas.openxmlformats.org/presentationml/2006/ole">
            <p:oleObj spid="_x0000_s51233" name="Equation" r:id="rId18" imgW="672840" imgH="444240" progId="Equation.3">
              <p:embed/>
            </p:oleObj>
          </a:graphicData>
        </a:graphic>
      </p:graphicFrame>
      <p:sp>
        <p:nvSpPr>
          <p:cNvPr id="51234" name="Line 34"/>
          <p:cNvSpPr>
            <a:spLocks noChangeShapeType="1"/>
          </p:cNvSpPr>
          <p:nvPr/>
        </p:nvSpPr>
        <p:spPr bwMode="auto">
          <a:xfrm flipV="1">
            <a:off x="6172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35" name="Freeform 35"/>
          <p:cNvSpPr>
            <a:spLocks/>
          </p:cNvSpPr>
          <p:nvPr/>
        </p:nvSpPr>
        <p:spPr bwMode="auto">
          <a:xfrm>
            <a:off x="4876800" y="44196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36" name="Freeform 36"/>
          <p:cNvSpPr>
            <a:spLocks/>
          </p:cNvSpPr>
          <p:nvPr/>
        </p:nvSpPr>
        <p:spPr bwMode="auto">
          <a:xfrm>
            <a:off x="3581400" y="42291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37" name="Freeform 37"/>
          <p:cNvSpPr>
            <a:spLocks/>
          </p:cNvSpPr>
          <p:nvPr/>
        </p:nvSpPr>
        <p:spPr bwMode="auto">
          <a:xfrm>
            <a:off x="2286000" y="36068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39" name="Object 39"/>
          <p:cNvGraphicFramePr>
            <a:graphicFrameLocks noChangeAspect="1"/>
          </p:cNvGraphicFramePr>
          <p:nvPr/>
        </p:nvGraphicFramePr>
        <p:xfrm>
          <a:off x="3200400" y="1524000"/>
          <a:ext cx="2755900" cy="519113"/>
        </p:xfrm>
        <a:graphic>
          <a:graphicData uri="http://schemas.openxmlformats.org/presentationml/2006/ole">
            <p:oleObj spid="_x0000_s51239" name="Equation" r:id="rId19" imgW="2755800" imgH="520560" progId="Equation.3">
              <p:embed/>
            </p:oleObj>
          </a:graphicData>
        </a:graphic>
      </p:graphicFrame>
      <p:grpSp>
        <p:nvGrpSpPr>
          <p:cNvPr id="51241" name="Group 41"/>
          <p:cNvGrpSpPr>
            <a:grpSpLocks/>
          </p:cNvGrpSpPr>
          <p:nvPr/>
        </p:nvGrpSpPr>
        <p:grpSpPr bwMode="auto">
          <a:xfrm>
            <a:off x="7010400" y="4597400"/>
            <a:ext cx="900113" cy="609600"/>
            <a:chOff x="4224" y="1824"/>
            <a:chExt cx="567" cy="384"/>
          </a:xfrm>
        </p:grpSpPr>
        <p:graphicFrame>
          <p:nvGraphicFramePr>
            <p:cNvPr id="51242" name="Object 42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51242" name="Equation" r:id="rId20" imgW="672840" imgH="444240" progId="Equation.3">
                <p:embed/>
              </p:oleObj>
            </a:graphicData>
          </a:graphic>
        </p:graphicFrame>
        <p:sp>
          <p:nvSpPr>
            <p:cNvPr id="51243" name="Line 43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396AF1-8C2F-4C49-9C9D-E9BE664F39A9}" type="slidenum">
              <a:rPr lang="en-US"/>
              <a:pPr/>
              <a:t>34</a:t>
            </a:fld>
            <a:endParaRPr lang="en-US"/>
          </a:p>
        </p:txBody>
      </p:sp>
      <p:sp>
        <p:nvSpPr>
          <p:cNvPr id="84994" name="Rectangle 1026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graphicFrame>
        <p:nvGraphicFramePr>
          <p:cNvPr id="108544" name="Object 1024"/>
          <p:cNvGraphicFramePr>
            <a:graphicFrameLocks noChangeAspect="1"/>
          </p:cNvGraphicFramePr>
          <p:nvPr/>
        </p:nvGraphicFramePr>
        <p:xfrm>
          <a:off x="3124200" y="1295400"/>
          <a:ext cx="2489200" cy="584200"/>
        </p:xfrm>
        <a:graphic>
          <a:graphicData uri="http://schemas.openxmlformats.org/presentationml/2006/ole">
            <p:oleObj spid="_x0000_s108544" name="Equation" r:id="rId3" imgW="2489040" imgH="583920" progId="Equation.3">
              <p:embed/>
            </p:oleObj>
          </a:graphicData>
        </a:graphic>
      </p:graphicFrame>
      <p:sp>
        <p:nvSpPr>
          <p:cNvPr id="85033" name="Oval 1065"/>
          <p:cNvSpPr>
            <a:spLocks noChangeArrowheads="1"/>
          </p:cNvSpPr>
          <p:nvPr/>
        </p:nvSpPr>
        <p:spPr bwMode="auto">
          <a:xfrm>
            <a:off x="1905000" y="53340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34" name="Oval 1066"/>
          <p:cNvSpPr>
            <a:spLocks noChangeArrowheads="1"/>
          </p:cNvSpPr>
          <p:nvPr/>
        </p:nvSpPr>
        <p:spPr bwMode="auto">
          <a:xfrm>
            <a:off x="4495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35" name="Oval 1067"/>
          <p:cNvSpPr>
            <a:spLocks noChangeArrowheads="1"/>
          </p:cNvSpPr>
          <p:nvPr/>
        </p:nvSpPr>
        <p:spPr bwMode="auto">
          <a:xfrm>
            <a:off x="5791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36" name="Oval 1068"/>
          <p:cNvSpPr>
            <a:spLocks noChangeArrowheads="1"/>
          </p:cNvSpPr>
          <p:nvPr/>
        </p:nvSpPr>
        <p:spPr bwMode="auto">
          <a:xfrm>
            <a:off x="7162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37" name="Oval 1069"/>
          <p:cNvSpPr>
            <a:spLocks noChangeArrowheads="1"/>
          </p:cNvSpPr>
          <p:nvPr/>
        </p:nvSpPr>
        <p:spPr bwMode="auto">
          <a:xfrm>
            <a:off x="7010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38" name="Line 1070"/>
          <p:cNvSpPr>
            <a:spLocks noChangeShapeType="1"/>
          </p:cNvSpPr>
          <p:nvPr/>
        </p:nvSpPr>
        <p:spPr bwMode="auto">
          <a:xfrm>
            <a:off x="1295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39" name="Line 1071"/>
          <p:cNvSpPr>
            <a:spLocks noChangeShapeType="1"/>
          </p:cNvSpPr>
          <p:nvPr/>
        </p:nvSpPr>
        <p:spPr bwMode="auto">
          <a:xfrm>
            <a:off x="3733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40" name="Line 1072"/>
          <p:cNvSpPr>
            <a:spLocks noChangeShapeType="1"/>
          </p:cNvSpPr>
          <p:nvPr/>
        </p:nvSpPr>
        <p:spPr bwMode="auto">
          <a:xfrm>
            <a:off x="5029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41" name="Line 1073"/>
          <p:cNvSpPr>
            <a:spLocks noChangeShapeType="1"/>
          </p:cNvSpPr>
          <p:nvPr/>
        </p:nvSpPr>
        <p:spPr bwMode="auto">
          <a:xfrm>
            <a:off x="6324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43" name="Oval 1075"/>
          <p:cNvSpPr>
            <a:spLocks noChangeArrowheads="1"/>
          </p:cNvSpPr>
          <p:nvPr/>
        </p:nvSpPr>
        <p:spPr bwMode="auto">
          <a:xfrm>
            <a:off x="3200400" y="53340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45" name="Object 1025"/>
          <p:cNvGraphicFramePr>
            <a:graphicFrameLocks noChangeAspect="1"/>
          </p:cNvGraphicFramePr>
          <p:nvPr/>
        </p:nvGraphicFramePr>
        <p:xfrm>
          <a:off x="4584700" y="5334000"/>
          <a:ext cx="392113" cy="469900"/>
        </p:xfrm>
        <a:graphic>
          <a:graphicData uri="http://schemas.openxmlformats.org/presentationml/2006/ole">
            <p:oleObj spid="_x0000_s108545" name="Equation" r:id="rId4" imgW="393480" imgH="469800" progId="Equation.3">
              <p:embed/>
            </p:oleObj>
          </a:graphicData>
        </a:graphic>
      </p:graphicFrame>
      <p:graphicFrame>
        <p:nvGraphicFramePr>
          <p:cNvPr id="108546" name="Object 1026"/>
          <p:cNvGraphicFramePr>
            <a:graphicFrameLocks noChangeAspect="1"/>
          </p:cNvGraphicFramePr>
          <p:nvPr/>
        </p:nvGraphicFramePr>
        <p:xfrm>
          <a:off x="5880100" y="5334000"/>
          <a:ext cx="392113" cy="469900"/>
        </p:xfrm>
        <a:graphic>
          <a:graphicData uri="http://schemas.openxmlformats.org/presentationml/2006/ole">
            <p:oleObj spid="_x0000_s108546" name="Equation" r:id="rId5" imgW="393480" imgH="469800" progId="Equation.3">
              <p:embed/>
            </p:oleObj>
          </a:graphicData>
        </a:graphic>
      </p:graphicFrame>
      <p:graphicFrame>
        <p:nvGraphicFramePr>
          <p:cNvPr id="108547" name="Object 1027"/>
          <p:cNvGraphicFramePr>
            <a:graphicFrameLocks noChangeAspect="1"/>
          </p:cNvGraphicFramePr>
          <p:nvPr/>
        </p:nvGraphicFramePr>
        <p:xfrm>
          <a:off x="7239000" y="5334000"/>
          <a:ext cx="419100" cy="469900"/>
        </p:xfrm>
        <a:graphic>
          <a:graphicData uri="http://schemas.openxmlformats.org/presentationml/2006/ole">
            <p:oleObj spid="_x0000_s108547" name="Equation" r:id="rId6" imgW="419040" imgH="469800" progId="Equation.3">
              <p:embed/>
            </p:oleObj>
          </a:graphicData>
        </a:graphic>
      </p:graphicFrame>
      <p:sp>
        <p:nvSpPr>
          <p:cNvPr id="85048" name="Line 1080"/>
          <p:cNvSpPr>
            <a:spLocks noChangeShapeType="1"/>
          </p:cNvSpPr>
          <p:nvPr/>
        </p:nvSpPr>
        <p:spPr bwMode="auto">
          <a:xfrm>
            <a:off x="2438400" y="5638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48" name="Object 1028"/>
          <p:cNvGraphicFramePr>
            <a:graphicFrameLocks noChangeAspect="1"/>
          </p:cNvGraphicFramePr>
          <p:nvPr/>
        </p:nvGraphicFramePr>
        <p:xfrm>
          <a:off x="2667000" y="5334000"/>
          <a:ext cx="265113" cy="279400"/>
        </p:xfrm>
        <a:graphic>
          <a:graphicData uri="http://schemas.openxmlformats.org/presentationml/2006/ole">
            <p:oleObj spid="_x0000_s108548" name="Equation" r:id="rId7" imgW="266400" imgH="279360" progId="Equation.3">
              <p:embed/>
            </p:oleObj>
          </a:graphicData>
        </a:graphic>
      </p:graphicFrame>
      <p:graphicFrame>
        <p:nvGraphicFramePr>
          <p:cNvPr id="108549" name="Object 1029"/>
          <p:cNvGraphicFramePr>
            <a:graphicFrameLocks noChangeAspect="1"/>
          </p:cNvGraphicFramePr>
          <p:nvPr/>
        </p:nvGraphicFramePr>
        <p:xfrm>
          <a:off x="3962400" y="5257800"/>
          <a:ext cx="279400" cy="381000"/>
        </p:xfrm>
        <a:graphic>
          <a:graphicData uri="http://schemas.openxmlformats.org/presentationml/2006/ole">
            <p:oleObj spid="_x0000_s108549" name="Equation" r:id="rId8" imgW="279360" imgH="380880" progId="Equation.3">
              <p:embed/>
            </p:oleObj>
          </a:graphicData>
        </a:graphic>
      </p:graphicFrame>
      <p:graphicFrame>
        <p:nvGraphicFramePr>
          <p:cNvPr id="108550" name="Object 1030"/>
          <p:cNvGraphicFramePr>
            <a:graphicFrameLocks noChangeAspect="1"/>
          </p:cNvGraphicFramePr>
          <p:nvPr/>
        </p:nvGraphicFramePr>
        <p:xfrm>
          <a:off x="5257800" y="5257800"/>
          <a:ext cx="279400" cy="381000"/>
        </p:xfrm>
        <a:graphic>
          <a:graphicData uri="http://schemas.openxmlformats.org/presentationml/2006/ole">
            <p:oleObj spid="_x0000_s108550" name="Equation" r:id="rId9" imgW="279360" imgH="380880" progId="Equation.3">
              <p:embed/>
            </p:oleObj>
          </a:graphicData>
        </a:graphic>
      </p:graphicFrame>
      <p:graphicFrame>
        <p:nvGraphicFramePr>
          <p:cNvPr id="108551" name="Object 1031"/>
          <p:cNvGraphicFramePr>
            <a:graphicFrameLocks noChangeAspect="1"/>
          </p:cNvGraphicFramePr>
          <p:nvPr/>
        </p:nvGraphicFramePr>
        <p:xfrm>
          <a:off x="6553200" y="5334000"/>
          <a:ext cx="265113" cy="279400"/>
        </p:xfrm>
        <a:graphic>
          <a:graphicData uri="http://schemas.openxmlformats.org/presentationml/2006/ole">
            <p:oleObj spid="_x0000_s108551" name="Equation" r:id="rId10" imgW="266400" imgH="279360" progId="Equation.3">
              <p:embed/>
            </p:oleObj>
          </a:graphicData>
        </a:graphic>
      </p:graphicFrame>
      <p:sp>
        <p:nvSpPr>
          <p:cNvPr id="85053" name="Oval 1085"/>
          <p:cNvSpPr>
            <a:spLocks noChangeArrowheads="1"/>
          </p:cNvSpPr>
          <p:nvPr/>
        </p:nvSpPr>
        <p:spPr bwMode="auto">
          <a:xfrm>
            <a:off x="6565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52" name="Object 1032"/>
          <p:cNvGraphicFramePr>
            <a:graphicFrameLocks noChangeAspect="1"/>
          </p:cNvGraphicFramePr>
          <p:nvPr/>
        </p:nvGraphicFramePr>
        <p:xfrm>
          <a:off x="6642100" y="4051300"/>
          <a:ext cx="404813" cy="469900"/>
        </p:xfrm>
        <a:graphic>
          <a:graphicData uri="http://schemas.openxmlformats.org/presentationml/2006/ole">
            <p:oleObj spid="_x0000_s108552" name="Equation" r:id="rId11" imgW="406080" imgH="469800" progId="Equation.3">
              <p:embed/>
            </p:oleObj>
          </a:graphicData>
        </a:graphic>
      </p:graphicFrame>
      <p:graphicFrame>
        <p:nvGraphicFramePr>
          <p:cNvPr id="108553" name="Object 1033"/>
          <p:cNvGraphicFramePr>
            <a:graphicFrameLocks noChangeAspect="1"/>
          </p:cNvGraphicFramePr>
          <p:nvPr/>
        </p:nvGraphicFramePr>
        <p:xfrm>
          <a:off x="3505200" y="4876800"/>
          <a:ext cx="265113" cy="279400"/>
        </p:xfrm>
        <a:graphic>
          <a:graphicData uri="http://schemas.openxmlformats.org/presentationml/2006/ole">
            <p:oleObj spid="_x0000_s108553" name="Equation" r:id="rId12" imgW="266400" imgH="279360" progId="Equation.3">
              <p:embed/>
            </p:oleObj>
          </a:graphicData>
        </a:graphic>
      </p:graphicFrame>
      <p:graphicFrame>
        <p:nvGraphicFramePr>
          <p:cNvPr id="108554" name="Object 1034"/>
          <p:cNvGraphicFramePr>
            <a:graphicFrameLocks noChangeAspect="1"/>
          </p:cNvGraphicFramePr>
          <p:nvPr/>
        </p:nvGraphicFramePr>
        <p:xfrm>
          <a:off x="4724400" y="4953000"/>
          <a:ext cx="265113" cy="279400"/>
        </p:xfrm>
        <a:graphic>
          <a:graphicData uri="http://schemas.openxmlformats.org/presentationml/2006/ole">
            <p:oleObj spid="_x0000_s108554" name="Equation" r:id="rId13" imgW="266400" imgH="279360" progId="Equation.3">
              <p:embed/>
            </p:oleObj>
          </a:graphicData>
        </a:graphic>
      </p:graphicFrame>
      <p:graphicFrame>
        <p:nvGraphicFramePr>
          <p:cNvPr id="108555" name="Object 1035"/>
          <p:cNvGraphicFramePr>
            <a:graphicFrameLocks noChangeAspect="1"/>
          </p:cNvGraphicFramePr>
          <p:nvPr/>
        </p:nvGraphicFramePr>
        <p:xfrm>
          <a:off x="6019800" y="4876800"/>
          <a:ext cx="279400" cy="381000"/>
        </p:xfrm>
        <a:graphic>
          <a:graphicData uri="http://schemas.openxmlformats.org/presentationml/2006/ole">
            <p:oleObj spid="_x0000_s108555" name="Equation" r:id="rId14" imgW="279360" imgH="380880" progId="Equation.3">
              <p:embed/>
            </p:oleObj>
          </a:graphicData>
        </a:graphic>
      </p:graphicFrame>
      <p:graphicFrame>
        <p:nvGraphicFramePr>
          <p:cNvPr id="108556" name="Object 1036"/>
          <p:cNvGraphicFramePr>
            <a:graphicFrameLocks noChangeAspect="1"/>
          </p:cNvGraphicFramePr>
          <p:nvPr/>
        </p:nvGraphicFramePr>
        <p:xfrm>
          <a:off x="2133600" y="4800600"/>
          <a:ext cx="279400" cy="381000"/>
        </p:xfrm>
        <a:graphic>
          <a:graphicData uri="http://schemas.openxmlformats.org/presentationml/2006/ole">
            <p:oleObj spid="_x0000_s108556" name="Equation" r:id="rId15" imgW="279360" imgH="380880" progId="Equation.3">
              <p:embed/>
            </p:oleObj>
          </a:graphicData>
        </a:graphic>
      </p:graphicFrame>
      <p:sp>
        <p:nvSpPr>
          <p:cNvPr id="85059" name="Freeform 1091"/>
          <p:cNvSpPr>
            <a:spLocks/>
          </p:cNvSpPr>
          <p:nvPr/>
        </p:nvSpPr>
        <p:spPr bwMode="auto">
          <a:xfrm>
            <a:off x="6400800" y="32766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57" name="Object 1037"/>
          <p:cNvGraphicFramePr>
            <a:graphicFrameLocks noChangeAspect="1"/>
          </p:cNvGraphicFramePr>
          <p:nvPr/>
        </p:nvGraphicFramePr>
        <p:xfrm>
          <a:off x="6413500" y="2832100"/>
          <a:ext cx="671513" cy="442913"/>
        </p:xfrm>
        <a:graphic>
          <a:graphicData uri="http://schemas.openxmlformats.org/presentationml/2006/ole">
            <p:oleObj spid="_x0000_s108557" name="Equation" r:id="rId16" imgW="672840" imgH="444240" progId="Equation.3">
              <p:embed/>
            </p:oleObj>
          </a:graphicData>
        </a:graphic>
      </p:graphicFrame>
      <p:sp>
        <p:nvSpPr>
          <p:cNvPr id="85061" name="Line 1093"/>
          <p:cNvSpPr>
            <a:spLocks noChangeShapeType="1"/>
          </p:cNvSpPr>
          <p:nvPr/>
        </p:nvSpPr>
        <p:spPr bwMode="auto">
          <a:xfrm flipV="1">
            <a:off x="6172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62" name="Freeform 1094"/>
          <p:cNvSpPr>
            <a:spLocks/>
          </p:cNvSpPr>
          <p:nvPr/>
        </p:nvSpPr>
        <p:spPr bwMode="auto">
          <a:xfrm>
            <a:off x="4876800" y="44196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63" name="Freeform 1095"/>
          <p:cNvSpPr>
            <a:spLocks/>
          </p:cNvSpPr>
          <p:nvPr/>
        </p:nvSpPr>
        <p:spPr bwMode="auto">
          <a:xfrm>
            <a:off x="3581400" y="42291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064" name="Freeform 1096"/>
          <p:cNvSpPr>
            <a:spLocks/>
          </p:cNvSpPr>
          <p:nvPr/>
        </p:nvSpPr>
        <p:spPr bwMode="auto">
          <a:xfrm>
            <a:off x="2286000" y="36068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5065" name="Group 1097"/>
          <p:cNvGrpSpPr>
            <a:grpSpLocks/>
          </p:cNvGrpSpPr>
          <p:nvPr/>
        </p:nvGrpSpPr>
        <p:grpSpPr bwMode="auto">
          <a:xfrm>
            <a:off x="7010400" y="4597400"/>
            <a:ext cx="900113" cy="609600"/>
            <a:chOff x="4224" y="1824"/>
            <a:chExt cx="567" cy="384"/>
          </a:xfrm>
        </p:grpSpPr>
        <p:graphicFrame>
          <p:nvGraphicFramePr>
            <p:cNvPr id="108560" name="Object 10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08560" name="Equation" r:id="rId17" imgW="672840" imgH="444240" progId="Equation.3">
                <p:embed/>
              </p:oleObj>
            </a:graphicData>
          </a:graphic>
        </p:graphicFrame>
        <p:sp>
          <p:nvSpPr>
            <p:cNvPr id="85067" name="Line 1099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08558" name="Object 1038"/>
          <p:cNvGraphicFramePr>
            <a:graphicFrameLocks noChangeAspect="1"/>
          </p:cNvGraphicFramePr>
          <p:nvPr/>
        </p:nvGraphicFramePr>
        <p:xfrm>
          <a:off x="1981200" y="5334000"/>
          <a:ext cx="419100" cy="469900"/>
        </p:xfrm>
        <a:graphic>
          <a:graphicData uri="http://schemas.openxmlformats.org/presentationml/2006/ole">
            <p:oleObj spid="_x0000_s108558" name="Equation" r:id="rId18" imgW="419040" imgH="469800" progId="Equation.3">
              <p:embed/>
            </p:oleObj>
          </a:graphicData>
        </a:graphic>
      </p:graphicFrame>
      <p:graphicFrame>
        <p:nvGraphicFramePr>
          <p:cNvPr id="108559" name="Object 1039"/>
          <p:cNvGraphicFramePr>
            <a:graphicFrameLocks noChangeAspect="1"/>
          </p:cNvGraphicFramePr>
          <p:nvPr/>
        </p:nvGraphicFramePr>
        <p:xfrm>
          <a:off x="3314700" y="5334000"/>
          <a:ext cx="341313" cy="469900"/>
        </p:xfrm>
        <a:graphic>
          <a:graphicData uri="http://schemas.openxmlformats.org/presentationml/2006/ole">
            <p:oleObj spid="_x0000_s108559" name="Equation" r:id="rId19" imgW="34272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ABA819-0822-424C-8638-854ADD5EE769}" type="slidenum">
              <a:rPr lang="en-US"/>
              <a:pPr/>
              <a:t>35</a:t>
            </a:fld>
            <a:endParaRPr lang="en-US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graphicFrame>
        <p:nvGraphicFramePr>
          <p:cNvPr id="109568" name="Object 0"/>
          <p:cNvGraphicFramePr>
            <a:graphicFrameLocks noChangeAspect="1"/>
          </p:cNvGraphicFramePr>
          <p:nvPr/>
        </p:nvGraphicFramePr>
        <p:xfrm>
          <a:off x="3124200" y="1295400"/>
          <a:ext cx="2514600" cy="584200"/>
        </p:xfrm>
        <a:graphic>
          <a:graphicData uri="http://schemas.openxmlformats.org/presentationml/2006/ole">
            <p:oleObj spid="_x0000_s109568" name="Equation" r:id="rId3" imgW="2514600" imgH="583920" progId="Equation.3">
              <p:embed/>
            </p:oleObj>
          </a:graphicData>
        </a:graphic>
      </p:graphicFrame>
      <p:sp>
        <p:nvSpPr>
          <p:cNvPr id="86092" name="Oval 76"/>
          <p:cNvSpPr>
            <a:spLocks noChangeArrowheads="1"/>
          </p:cNvSpPr>
          <p:nvPr/>
        </p:nvSpPr>
        <p:spPr bwMode="auto">
          <a:xfrm>
            <a:off x="1905000" y="53340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93" name="Oval 77"/>
          <p:cNvSpPr>
            <a:spLocks noChangeArrowheads="1"/>
          </p:cNvSpPr>
          <p:nvPr/>
        </p:nvSpPr>
        <p:spPr bwMode="auto">
          <a:xfrm>
            <a:off x="4495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94" name="Oval 78"/>
          <p:cNvSpPr>
            <a:spLocks noChangeArrowheads="1"/>
          </p:cNvSpPr>
          <p:nvPr/>
        </p:nvSpPr>
        <p:spPr bwMode="auto">
          <a:xfrm>
            <a:off x="5791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95" name="Oval 79"/>
          <p:cNvSpPr>
            <a:spLocks noChangeArrowheads="1"/>
          </p:cNvSpPr>
          <p:nvPr/>
        </p:nvSpPr>
        <p:spPr bwMode="auto">
          <a:xfrm>
            <a:off x="7162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96" name="Oval 80"/>
          <p:cNvSpPr>
            <a:spLocks noChangeArrowheads="1"/>
          </p:cNvSpPr>
          <p:nvPr/>
        </p:nvSpPr>
        <p:spPr bwMode="auto">
          <a:xfrm>
            <a:off x="7010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97" name="Line 81"/>
          <p:cNvSpPr>
            <a:spLocks noChangeShapeType="1"/>
          </p:cNvSpPr>
          <p:nvPr/>
        </p:nvSpPr>
        <p:spPr bwMode="auto">
          <a:xfrm>
            <a:off x="1295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98" name="Line 82"/>
          <p:cNvSpPr>
            <a:spLocks noChangeShapeType="1"/>
          </p:cNvSpPr>
          <p:nvPr/>
        </p:nvSpPr>
        <p:spPr bwMode="auto">
          <a:xfrm>
            <a:off x="3733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99" name="Line 83"/>
          <p:cNvSpPr>
            <a:spLocks noChangeShapeType="1"/>
          </p:cNvSpPr>
          <p:nvPr/>
        </p:nvSpPr>
        <p:spPr bwMode="auto">
          <a:xfrm>
            <a:off x="5029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100" name="Line 84"/>
          <p:cNvSpPr>
            <a:spLocks noChangeShapeType="1"/>
          </p:cNvSpPr>
          <p:nvPr/>
        </p:nvSpPr>
        <p:spPr bwMode="auto">
          <a:xfrm>
            <a:off x="6324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102" name="Oval 86"/>
          <p:cNvSpPr>
            <a:spLocks noChangeArrowheads="1"/>
          </p:cNvSpPr>
          <p:nvPr/>
        </p:nvSpPr>
        <p:spPr bwMode="auto">
          <a:xfrm>
            <a:off x="3200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9569" name="Object 1"/>
          <p:cNvGraphicFramePr>
            <a:graphicFrameLocks noChangeAspect="1"/>
          </p:cNvGraphicFramePr>
          <p:nvPr/>
        </p:nvGraphicFramePr>
        <p:xfrm>
          <a:off x="3314700" y="5334000"/>
          <a:ext cx="341313" cy="469900"/>
        </p:xfrm>
        <a:graphic>
          <a:graphicData uri="http://schemas.openxmlformats.org/presentationml/2006/ole">
            <p:oleObj spid="_x0000_s109569" name="Equation" r:id="rId4" imgW="342720" imgH="469800" progId="Equation.3">
              <p:embed/>
            </p:oleObj>
          </a:graphicData>
        </a:graphic>
      </p:graphicFrame>
      <p:graphicFrame>
        <p:nvGraphicFramePr>
          <p:cNvPr id="109570" name="Object 2"/>
          <p:cNvGraphicFramePr>
            <a:graphicFrameLocks noChangeAspect="1"/>
          </p:cNvGraphicFramePr>
          <p:nvPr/>
        </p:nvGraphicFramePr>
        <p:xfrm>
          <a:off x="4584700" y="5334000"/>
          <a:ext cx="392113" cy="469900"/>
        </p:xfrm>
        <a:graphic>
          <a:graphicData uri="http://schemas.openxmlformats.org/presentationml/2006/ole">
            <p:oleObj spid="_x0000_s109570" name="Equation" r:id="rId5" imgW="393480" imgH="469800" progId="Equation.3">
              <p:embed/>
            </p:oleObj>
          </a:graphicData>
        </a:graphic>
      </p:graphicFrame>
      <p:graphicFrame>
        <p:nvGraphicFramePr>
          <p:cNvPr id="109571" name="Object 3"/>
          <p:cNvGraphicFramePr>
            <a:graphicFrameLocks noChangeAspect="1"/>
          </p:cNvGraphicFramePr>
          <p:nvPr/>
        </p:nvGraphicFramePr>
        <p:xfrm>
          <a:off x="5880100" y="5334000"/>
          <a:ext cx="392113" cy="469900"/>
        </p:xfrm>
        <a:graphic>
          <a:graphicData uri="http://schemas.openxmlformats.org/presentationml/2006/ole">
            <p:oleObj spid="_x0000_s109571" name="Equation" r:id="rId6" imgW="393480" imgH="469800" progId="Equation.3">
              <p:embed/>
            </p:oleObj>
          </a:graphicData>
        </a:graphic>
      </p:graphicFrame>
      <p:graphicFrame>
        <p:nvGraphicFramePr>
          <p:cNvPr id="109572" name="Object 4"/>
          <p:cNvGraphicFramePr>
            <a:graphicFrameLocks noChangeAspect="1"/>
          </p:cNvGraphicFramePr>
          <p:nvPr/>
        </p:nvGraphicFramePr>
        <p:xfrm>
          <a:off x="7239000" y="5334000"/>
          <a:ext cx="419100" cy="469900"/>
        </p:xfrm>
        <a:graphic>
          <a:graphicData uri="http://schemas.openxmlformats.org/presentationml/2006/ole">
            <p:oleObj spid="_x0000_s109572" name="Equation" r:id="rId7" imgW="419040" imgH="469800" progId="Equation.3">
              <p:embed/>
            </p:oleObj>
          </a:graphicData>
        </a:graphic>
      </p:graphicFrame>
      <p:sp>
        <p:nvSpPr>
          <p:cNvPr id="86107" name="Line 91"/>
          <p:cNvSpPr>
            <a:spLocks noChangeShapeType="1"/>
          </p:cNvSpPr>
          <p:nvPr/>
        </p:nvSpPr>
        <p:spPr bwMode="auto">
          <a:xfrm>
            <a:off x="2438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2667000" y="5334000"/>
          <a:ext cx="265113" cy="279400"/>
        </p:xfrm>
        <a:graphic>
          <a:graphicData uri="http://schemas.openxmlformats.org/presentationml/2006/ole">
            <p:oleObj spid="_x0000_s109573" name="Equation" r:id="rId8" imgW="266400" imgH="279360" progId="Equation.3">
              <p:embed/>
            </p:oleObj>
          </a:graphicData>
        </a:graphic>
      </p:graphicFrame>
      <p:graphicFrame>
        <p:nvGraphicFramePr>
          <p:cNvPr id="109574" name="Object 6"/>
          <p:cNvGraphicFramePr>
            <a:graphicFrameLocks noChangeAspect="1"/>
          </p:cNvGraphicFramePr>
          <p:nvPr/>
        </p:nvGraphicFramePr>
        <p:xfrm>
          <a:off x="3962400" y="5257800"/>
          <a:ext cx="279400" cy="381000"/>
        </p:xfrm>
        <a:graphic>
          <a:graphicData uri="http://schemas.openxmlformats.org/presentationml/2006/ole">
            <p:oleObj spid="_x0000_s109574" name="Equation" r:id="rId9" imgW="279360" imgH="380880" progId="Equation.3">
              <p:embed/>
            </p:oleObj>
          </a:graphicData>
        </a:graphic>
      </p:graphicFrame>
      <p:graphicFrame>
        <p:nvGraphicFramePr>
          <p:cNvPr id="109575" name="Object 7"/>
          <p:cNvGraphicFramePr>
            <a:graphicFrameLocks noChangeAspect="1"/>
          </p:cNvGraphicFramePr>
          <p:nvPr/>
        </p:nvGraphicFramePr>
        <p:xfrm>
          <a:off x="5257800" y="5257800"/>
          <a:ext cx="279400" cy="381000"/>
        </p:xfrm>
        <a:graphic>
          <a:graphicData uri="http://schemas.openxmlformats.org/presentationml/2006/ole">
            <p:oleObj spid="_x0000_s109575" name="Equation" r:id="rId10" imgW="279360" imgH="380880" progId="Equation.3">
              <p:embed/>
            </p:oleObj>
          </a:graphicData>
        </a:graphic>
      </p:graphicFrame>
      <p:graphicFrame>
        <p:nvGraphicFramePr>
          <p:cNvPr id="109576" name="Object 8"/>
          <p:cNvGraphicFramePr>
            <a:graphicFrameLocks noChangeAspect="1"/>
          </p:cNvGraphicFramePr>
          <p:nvPr/>
        </p:nvGraphicFramePr>
        <p:xfrm>
          <a:off x="6553200" y="5334000"/>
          <a:ext cx="265113" cy="279400"/>
        </p:xfrm>
        <a:graphic>
          <a:graphicData uri="http://schemas.openxmlformats.org/presentationml/2006/ole">
            <p:oleObj spid="_x0000_s109576" name="Equation" r:id="rId11" imgW="266400" imgH="279360" progId="Equation.3">
              <p:embed/>
            </p:oleObj>
          </a:graphicData>
        </a:graphic>
      </p:graphicFrame>
      <p:sp>
        <p:nvSpPr>
          <p:cNvPr id="86112" name="Oval 96"/>
          <p:cNvSpPr>
            <a:spLocks noChangeArrowheads="1"/>
          </p:cNvSpPr>
          <p:nvPr/>
        </p:nvSpPr>
        <p:spPr bwMode="auto">
          <a:xfrm>
            <a:off x="6565900" y="40513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9577" name="Object 9"/>
          <p:cNvGraphicFramePr>
            <a:graphicFrameLocks noChangeAspect="1"/>
          </p:cNvGraphicFramePr>
          <p:nvPr/>
        </p:nvGraphicFramePr>
        <p:xfrm>
          <a:off x="6642100" y="4051300"/>
          <a:ext cx="404813" cy="469900"/>
        </p:xfrm>
        <a:graphic>
          <a:graphicData uri="http://schemas.openxmlformats.org/presentationml/2006/ole">
            <p:oleObj spid="_x0000_s109577" name="Equation" r:id="rId12" imgW="406080" imgH="469800" progId="Equation.3">
              <p:embed/>
            </p:oleObj>
          </a:graphicData>
        </a:graphic>
      </p:graphicFrame>
      <p:graphicFrame>
        <p:nvGraphicFramePr>
          <p:cNvPr id="109578" name="Object 10"/>
          <p:cNvGraphicFramePr>
            <a:graphicFrameLocks noChangeAspect="1"/>
          </p:cNvGraphicFramePr>
          <p:nvPr/>
        </p:nvGraphicFramePr>
        <p:xfrm>
          <a:off x="3505200" y="4876800"/>
          <a:ext cx="265113" cy="279400"/>
        </p:xfrm>
        <a:graphic>
          <a:graphicData uri="http://schemas.openxmlformats.org/presentationml/2006/ole">
            <p:oleObj spid="_x0000_s109578" name="Equation" r:id="rId13" imgW="266400" imgH="279360" progId="Equation.3">
              <p:embed/>
            </p:oleObj>
          </a:graphicData>
        </a:graphic>
      </p:graphicFrame>
      <p:graphicFrame>
        <p:nvGraphicFramePr>
          <p:cNvPr id="109579" name="Object 11"/>
          <p:cNvGraphicFramePr>
            <a:graphicFrameLocks noChangeAspect="1"/>
          </p:cNvGraphicFramePr>
          <p:nvPr/>
        </p:nvGraphicFramePr>
        <p:xfrm>
          <a:off x="4724400" y="4953000"/>
          <a:ext cx="265113" cy="279400"/>
        </p:xfrm>
        <a:graphic>
          <a:graphicData uri="http://schemas.openxmlformats.org/presentationml/2006/ole">
            <p:oleObj spid="_x0000_s109579" name="Equation" r:id="rId14" imgW="266400" imgH="279360" progId="Equation.3">
              <p:embed/>
            </p:oleObj>
          </a:graphicData>
        </a:graphic>
      </p:graphicFrame>
      <p:graphicFrame>
        <p:nvGraphicFramePr>
          <p:cNvPr id="109580" name="Object 12"/>
          <p:cNvGraphicFramePr>
            <a:graphicFrameLocks noChangeAspect="1"/>
          </p:cNvGraphicFramePr>
          <p:nvPr/>
        </p:nvGraphicFramePr>
        <p:xfrm>
          <a:off x="6019800" y="4876800"/>
          <a:ext cx="279400" cy="381000"/>
        </p:xfrm>
        <a:graphic>
          <a:graphicData uri="http://schemas.openxmlformats.org/presentationml/2006/ole">
            <p:oleObj spid="_x0000_s109580" name="Equation" r:id="rId15" imgW="279360" imgH="380880" progId="Equation.3">
              <p:embed/>
            </p:oleObj>
          </a:graphicData>
        </a:graphic>
      </p:graphicFrame>
      <p:graphicFrame>
        <p:nvGraphicFramePr>
          <p:cNvPr id="109581" name="Object 13"/>
          <p:cNvGraphicFramePr>
            <a:graphicFrameLocks noChangeAspect="1"/>
          </p:cNvGraphicFramePr>
          <p:nvPr/>
        </p:nvGraphicFramePr>
        <p:xfrm>
          <a:off x="2133600" y="4800600"/>
          <a:ext cx="279400" cy="381000"/>
        </p:xfrm>
        <a:graphic>
          <a:graphicData uri="http://schemas.openxmlformats.org/presentationml/2006/ole">
            <p:oleObj spid="_x0000_s109581" name="Equation" r:id="rId16" imgW="279360" imgH="380880" progId="Equation.3">
              <p:embed/>
            </p:oleObj>
          </a:graphicData>
        </a:graphic>
      </p:graphicFrame>
      <p:sp>
        <p:nvSpPr>
          <p:cNvPr id="86118" name="Freeform 102"/>
          <p:cNvSpPr>
            <a:spLocks/>
          </p:cNvSpPr>
          <p:nvPr/>
        </p:nvSpPr>
        <p:spPr bwMode="auto">
          <a:xfrm>
            <a:off x="6400800" y="32766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9582" name="Object 14"/>
          <p:cNvGraphicFramePr>
            <a:graphicFrameLocks noChangeAspect="1"/>
          </p:cNvGraphicFramePr>
          <p:nvPr/>
        </p:nvGraphicFramePr>
        <p:xfrm>
          <a:off x="6413500" y="2832100"/>
          <a:ext cx="671513" cy="442913"/>
        </p:xfrm>
        <a:graphic>
          <a:graphicData uri="http://schemas.openxmlformats.org/presentationml/2006/ole">
            <p:oleObj spid="_x0000_s109582" name="Equation" r:id="rId17" imgW="672840" imgH="444240" progId="Equation.3">
              <p:embed/>
            </p:oleObj>
          </a:graphicData>
        </a:graphic>
      </p:graphicFrame>
      <p:sp>
        <p:nvSpPr>
          <p:cNvPr id="86120" name="Line 104"/>
          <p:cNvSpPr>
            <a:spLocks noChangeShapeType="1"/>
          </p:cNvSpPr>
          <p:nvPr/>
        </p:nvSpPr>
        <p:spPr bwMode="auto">
          <a:xfrm flipV="1">
            <a:off x="6172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121" name="Freeform 105"/>
          <p:cNvSpPr>
            <a:spLocks/>
          </p:cNvSpPr>
          <p:nvPr/>
        </p:nvSpPr>
        <p:spPr bwMode="auto">
          <a:xfrm>
            <a:off x="4876800" y="44196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122" name="Freeform 106"/>
          <p:cNvSpPr>
            <a:spLocks/>
          </p:cNvSpPr>
          <p:nvPr/>
        </p:nvSpPr>
        <p:spPr bwMode="auto">
          <a:xfrm>
            <a:off x="3581400" y="42291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123" name="Freeform 107"/>
          <p:cNvSpPr>
            <a:spLocks/>
          </p:cNvSpPr>
          <p:nvPr/>
        </p:nvSpPr>
        <p:spPr bwMode="auto">
          <a:xfrm>
            <a:off x="2286000" y="36068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6124" name="Group 108"/>
          <p:cNvGrpSpPr>
            <a:grpSpLocks/>
          </p:cNvGrpSpPr>
          <p:nvPr/>
        </p:nvGrpSpPr>
        <p:grpSpPr bwMode="auto">
          <a:xfrm>
            <a:off x="7010400" y="4597400"/>
            <a:ext cx="900113" cy="609600"/>
            <a:chOff x="4224" y="1824"/>
            <a:chExt cx="567" cy="384"/>
          </a:xfrm>
        </p:grpSpPr>
        <p:graphicFrame>
          <p:nvGraphicFramePr>
            <p:cNvPr id="109584" name="Object 1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09584" name="Equation" r:id="rId18" imgW="672840" imgH="444240" progId="Equation.3">
                <p:embed/>
              </p:oleObj>
            </a:graphicData>
          </a:graphic>
        </p:graphicFrame>
        <p:sp>
          <p:nvSpPr>
            <p:cNvPr id="86126" name="Line 110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09583" name="Object 15"/>
          <p:cNvGraphicFramePr>
            <a:graphicFrameLocks noChangeAspect="1"/>
          </p:cNvGraphicFramePr>
          <p:nvPr/>
        </p:nvGraphicFramePr>
        <p:xfrm>
          <a:off x="1981200" y="5334000"/>
          <a:ext cx="419100" cy="469900"/>
        </p:xfrm>
        <a:graphic>
          <a:graphicData uri="http://schemas.openxmlformats.org/presentationml/2006/ole">
            <p:oleObj spid="_x0000_s109583" name="Equation" r:id="rId19" imgW="41904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491109-38B8-4F3E-BE52-08F987665578}" type="slidenum">
              <a:rPr lang="en-US"/>
              <a:pPr/>
              <a:t>36</a:t>
            </a:fld>
            <a:endParaRPr lang="en-US"/>
          </a:p>
        </p:txBody>
      </p:sp>
      <p:sp>
        <p:nvSpPr>
          <p:cNvPr id="87042" name="Oval 1026"/>
          <p:cNvSpPr>
            <a:spLocks noChangeArrowheads="1"/>
          </p:cNvSpPr>
          <p:nvPr/>
        </p:nvSpPr>
        <p:spPr bwMode="auto">
          <a:xfrm>
            <a:off x="19050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43" name="Oval 1027"/>
          <p:cNvSpPr>
            <a:spLocks noChangeArrowheads="1"/>
          </p:cNvSpPr>
          <p:nvPr/>
        </p:nvSpPr>
        <p:spPr bwMode="auto">
          <a:xfrm>
            <a:off x="4495800" y="53340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44" name="Oval 1028"/>
          <p:cNvSpPr>
            <a:spLocks noChangeArrowheads="1"/>
          </p:cNvSpPr>
          <p:nvPr/>
        </p:nvSpPr>
        <p:spPr bwMode="auto">
          <a:xfrm>
            <a:off x="5791200" y="53340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45" name="Oval 1029"/>
          <p:cNvSpPr>
            <a:spLocks noChangeArrowheads="1"/>
          </p:cNvSpPr>
          <p:nvPr/>
        </p:nvSpPr>
        <p:spPr bwMode="auto">
          <a:xfrm>
            <a:off x="7162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46" name="Oval 1030"/>
          <p:cNvSpPr>
            <a:spLocks noChangeArrowheads="1"/>
          </p:cNvSpPr>
          <p:nvPr/>
        </p:nvSpPr>
        <p:spPr bwMode="auto">
          <a:xfrm>
            <a:off x="7010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47" name="Line 1031"/>
          <p:cNvSpPr>
            <a:spLocks noChangeShapeType="1"/>
          </p:cNvSpPr>
          <p:nvPr/>
        </p:nvSpPr>
        <p:spPr bwMode="auto">
          <a:xfrm>
            <a:off x="1295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48" name="Line 1032"/>
          <p:cNvSpPr>
            <a:spLocks noChangeShapeType="1"/>
          </p:cNvSpPr>
          <p:nvPr/>
        </p:nvSpPr>
        <p:spPr bwMode="auto">
          <a:xfrm>
            <a:off x="3733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49" name="Line 1033"/>
          <p:cNvSpPr>
            <a:spLocks noChangeShapeType="1"/>
          </p:cNvSpPr>
          <p:nvPr/>
        </p:nvSpPr>
        <p:spPr bwMode="auto">
          <a:xfrm>
            <a:off x="5029200" y="5638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0" name="Line 1034"/>
          <p:cNvSpPr>
            <a:spLocks noChangeShapeType="1"/>
          </p:cNvSpPr>
          <p:nvPr/>
        </p:nvSpPr>
        <p:spPr bwMode="auto">
          <a:xfrm>
            <a:off x="6324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592" name="Object 1024"/>
          <p:cNvGraphicFramePr>
            <a:graphicFrameLocks noChangeAspect="1"/>
          </p:cNvGraphicFramePr>
          <p:nvPr/>
        </p:nvGraphicFramePr>
        <p:xfrm>
          <a:off x="1981200" y="5334000"/>
          <a:ext cx="419100" cy="469900"/>
        </p:xfrm>
        <a:graphic>
          <a:graphicData uri="http://schemas.openxmlformats.org/presentationml/2006/ole">
            <p:oleObj spid="_x0000_s110592" name="Equation" r:id="rId3" imgW="419040" imgH="469800" progId="Equation.3">
              <p:embed/>
            </p:oleObj>
          </a:graphicData>
        </a:graphic>
      </p:graphicFrame>
      <p:sp>
        <p:nvSpPr>
          <p:cNvPr id="87052" name="Oval 1036"/>
          <p:cNvSpPr>
            <a:spLocks noChangeArrowheads="1"/>
          </p:cNvSpPr>
          <p:nvPr/>
        </p:nvSpPr>
        <p:spPr bwMode="auto">
          <a:xfrm>
            <a:off x="3200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593" name="Object 1025"/>
          <p:cNvGraphicFramePr>
            <a:graphicFrameLocks noChangeAspect="1"/>
          </p:cNvGraphicFramePr>
          <p:nvPr/>
        </p:nvGraphicFramePr>
        <p:xfrm>
          <a:off x="3314700" y="5334000"/>
          <a:ext cx="341313" cy="469900"/>
        </p:xfrm>
        <a:graphic>
          <a:graphicData uri="http://schemas.openxmlformats.org/presentationml/2006/ole">
            <p:oleObj spid="_x0000_s110593" name="Equation" r:id="rId4" imgW="342720" imgH="469800" progId="Equation.3">
              <p:embed/>
            </p:oleObj>
          </a:graphicData>
        </a:graphic>
      </p:graphicFrame>
      <p:graphicFrame>
        <p:nvGraphicFramePr>
          <p:cNvPr id="110594" name="Object 1026"/>
          <p:cNvGraphicFramePr>
            <a:graphicFrameLocks noChangeAspect="1"/>
          </p:cNvGraphicFramePr>
          <p:nvPr/>
        </p:nvGraphicFramePr>
        <p:xfrm>
          <a:off x="4584700" y="5334000"/>
          <a:ext cx="392113" cy="469900"/>
        </p:xfrm>
        <a:graphic>
          <a:graphicData uri="http://schemas.openxmlformats.org/presentationml/2006/ole">
            <p:oleObj spid="_x0000_s110594" name="Equation" r:id="rId5" imgW="393480" imgH="469800" progId="Equation.3">
              <p:embed/>
            </p:oleObj>
          </a:graphicData>
        </a:graphic>
      </p:graphicFrame>
      <p:graphicFrame>
        <p:nvGraphicFramePr>
          <p:cNvPr id="110595" name="Object 1027"/>
          <p:cNvGraphicFramePr>
            <a:graphicFrameLocks noChangeAspect="1"/>
          </p:cNvGraphicFramePr>
          <p:nvPr/>
        </p:nvGraphicFramePr>
        <p:xfrm>
          <a:off x="5880100" y="5334000"/>
          <a:ext cx="392113" cy="469900"/>
        </p:xfrm>
        <a:graphic>
          <a:graphicData uri="http://schemas.openxmlformats.org/presentationml/2006/ole">
            <p:oleObj spid="_x0000_s110595" name="Equation" r:id="rId6" imgW="393480" imgH="469800" progId="Equation.3">
              <p:embed/>
            </p:oleObj>
          </a:graphicData>
        </a:graphic>
      </p:graphicFrame>
      <p:graphicFrame>
        <p:nvGraphicFramePr>
          <p:cNvPr id="110596" name="Object 1028"/>
          <p:cNvGraphicFramePr>
            <a:graphicFrameLocks noChangeAspect="1"/>
          </p:cNvGraphicFramePr>
          <p:nvPr/>
        </p:nvGraphicFramePr>
        <p:xfrm>
          <a:off x="7239000" y="5334000"/>
          <a:ext cx="419100" cy="469900"/>
        </p:xfrm>
        <a:graphic>
          <a:graphicData uri="http://schemas.openxmlformats.org/presentationml/2006/ole">
            <p:oleObj spid="_x0000_s110596" name="Equation" r:id="rId7" imgW="419040" imgH="469800" progId="Equation.3">
              <p:embed/>
            </p:oleObj>
          </a:graphicData>
        </a:graphic>
      </p:graphicFrame>
      <p:sp>
        <p:nvSpPr>
          <p:cNvPr id="87057" name="Line 1041"/>
          <p:cNvSpPr>
            <a:spLocks noChangeShapeType="1"/>
          </p:cNvSpPr>
          <p:nvPr/>
        </p:nvSpPr>
        <p:spPr bwMode="auto">
          <a:xfrm>
            <a:off x="2438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597" name="Object 1029"/>
          <p:cNvGraphicFramePr>
            <a:graphicFrameLocks noChangeAspect="1"/>
          </p:cNvGraphicFramePr>
          <p:nvPr/>
        </p:nvGraphicFramePr>
        <p:xfrm>
          <a:off x="2667000" y="5334000"/>
          <a:ext cx="265113" cy="279400"/>
        </p:xfrm>
        <a:graphic>
          <a:graphicData uri="http://schemas.openxmlformats.org/presentationml/2006/ole">
            <p:oleObj spid="_x0000_s110597" name="Equation" r:id="rId8" imgW="266400" imgH="279360" progId="Equation.3">
              <p:embed/>
            </p:oleObj>
          </a:graphicData>
        </a:graphic>
      </p:graphicFrame>
      <p:graphicFrame>
        <p:nvGraphicFramePr>
          <p:cNvPr id="110598" name="Object 1030"/>
          <p:cNvGraphicFramePr>
            <a:graphicFrameLocks noChangeAspect="1"/>
          </p:cNvGraphicFramePr>
          <p:nvPr/>
        </p:nvGraphicFramePr>
        <p:xfrm>
          <a:off x="3962400" y="5257800"/>
          <a:ext cx="279400" cy="381000"/>
        </p:xfrm>
        <a:graphic>
          <a:graphicData uri="http://schemas.openxmlformats.org/presentationml/2006/ole">
            <p:oleObj spid="_x0000_s110598" name="Equation" r:id="rId9" imgW="279360" imgH="380880" progId="Equation.3">
              <p:embed/>
            </p:oleObj>
          </a:graphicData>
        </a:graphic>
      </p:graphicFrame>
      <p:graphicFrame>
        <p:nvGraphicFramePr>
          <p:cNvPr id="110599" name="Object 1031"/>
          <p:cNvGraphicFramePr>
            <a:graphicFrameLocks noChangeAspect="1"/>
          </p:cNvGraphicFramePr>
          <p:nvPr/>
        </p:nvGraphicFramePr>
        <p:xfrm>
          <a:off x="5257800" y="5257800"/>
          <a:ext cx="279400" cy="381000"/>
        </p:xfrm>
        <a:graphic>
          <a:graphicData uri="http://schemas.openxmlformats.org/presentationml/2006/ole">
            <p:oleObj spid="_x0000_s110599" name="Equation" r:id="rId10" imgW="279360" imgH="380880" progId="Equation.3">
              <p:embed/>
            </p:oleObj>
          </a:graphicData>
        </a:graphic>
      </p:graphicFrame>
      <p:graphicFrame>
        <p:nvGraphicFramePr>
          <p:cNvPr id="110600" name="Object 1032"/>
          <p:cNvGraphicFramePr>
            <a:graphicFrameLocks noChangeAspect="1"/>
          </p:cNvGraphicFramePr>
          <p:nvPr/>
        </p:nvGraphicFramePr>
        <p:xfrm>
          <a:off x="6553200" y="5334000"/>
          <a:ext cx="265113" cy="279400"/>
        </p:xfrm>
        <a:graphic>
          <a:graphicData uri="http://schemas.openxmlformats.org/presentationml/2006/ole">
            <p:oleObj spid="_x0000_s110600" name="Equation" r:id="rId11" imgW="266400" imgH="279360" progId="Equation.3">
              <p:embed/>
            </p:oleObj>
          </a:graphicData>
        </a:graphic>
      </p:graphicFrame>
      <p:sp>
        <p:nvSpPr>
          <p:cNvPr id="87062" name="Oval 1046"/>
          <p:cNvSpPr>
            <a:spLocks noChangeArrowheads="1"/>
          </p:cNvSpPr>
          <p:nvPr/>
        </p:nvSpPr>
        <p:spPr bwMode="auto">
          <a:xfrm>
            <a:off x="6565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01" name="Object 1033"/>
          <p:cNvGraphicFramePr>
            <a:graphicFrameLocks noChangeAspect="1"/>
          </p:cNvGraphicFramePr>
          <p:nvPr/>
        </p:nvGraphicFramePr>
        <p:xfrm>
          <a:off x="6642100" y="4051300"/>
          <a:ext cx="404813" cy="469900"/>
        </p:xfrm>
        <a:graphic>
          <a:graphicData uri="http://schemas.openxmlformats.org/presentationml/2006/ole">
            <p:oleObj spid="_x0000_s110601" name="Equation" r:id="rId12" imgW="406080" imgH="469800" progId="Equation.3">
              <p:embed/>
            </p:oleObj>
          </a:graphicData>
        </a:graphic>
      </p:graphicFrame>
      <p:graphicFrame>
        <p:nvGraphicFramePr>
          <p:cNvPr id="110602" name="Object 1034"/>
          <p:cNvGraphicFramePr>
            <a:graphicFrameLocks noChangeAspect="1"/>
          </p:cNvGraphicFramePr>
          <p:nvPr/>
        </p:nvGraphicFramePr>
        <p:xfrm>
          <a:off x="3505200" y="4876800"/>
          <a:ext cx="265113" cy="279400"/>
        </p:xfrm>
        <a:graphic>
          <a:graphicData uri="http://schemas.openxmlformats.org/presentationml/2006/ole">
            <p:oleObj spid="_x0000_s110602" name="Equation" r:id="rId13" imgW="266400" imgH="279360" progId="Equation.3">
              <p:embed/>
            </p:oleObj>
          </a:graphicData>
        </a:graphic>
      </p:graphicFrame>
      <p:graphicFrame>
        <p:nvGraphicFramePr>
          <p:cNvPr id="110603" name="Object 1035"/>
          <p:cNvGraphicFramePr>
            <a:graphicFrameLocks noChangeAspect="1"/>
          </p:cNvGraphicFramePr>
          <p:nvPr/>
        </p:nvGraphicFramePr>
        <p:xfrm>
          <a:off x="4724400" y="4953000"/>
          <a:ext cx="265113" cy="279400"/>
        </p:xfrm>
        <a:graphic>
          <a:graphicData uri="http://schemas.openxmlformats.org/presentationml/2006/ole">
            <p:oleObj spid="_x0000_s110603" name="Equation" r:id="rId14" imgW="266400" imgH="279360" progId="Equation.3">
              <p:embed/>
            </p:oleObj>
          </a:graphicData>
        </a:graphic>
      </p:graphicFrame>
      <p:graphicFrame>
        <p:nvGraphicFramePr>
          <p:cNvPr id="110604" name="Object 1036"/>
          <p:cNvGraphicFramePr>
            <a:graphicFrameLocks noChangeAspect="1"/>
          </p:cNvGraphicFramePr>
          <p:nvPr/>
        </p:nvGraphicFramePr>
        <p:xfrm>
          <a:off x="6019800" y="4876800"/>
          <a:ext cx="279400" cy="381000"/>
        </p:xfrm>
        <a:graphic>
          <a:graphicData uri="http://schemas.openxmlformats.org/presentationml/2006/ole">
            <p:oleObj spid="_x0000_s110604" name="Equation" r:id="rId15" imgW="279360" imgH="380880" progId="Equation.3">
              <p:embed/>
            </p:oleObj>
          </a:graphicData>
        </a:graphic>
      </p:graphicFrame>
      <p:graphicFrame>
        <p:nvGraphicFramePr>
          <p:cNvPr id="110605" name="Object 1037"/>
          <p:cNvGraphicFramePr>
            <a:graphicFrameLocks noChangeAspect="1"/>
          </p:cNvGraphicFramePr>
          <p:nvPr/>
        </p:nvGraphicFramePr>
        <p:xfrm>
          <a:off x="2133600" y="4800600"/>
          <a:ext cx="279400" cy="381000"/>
        </p:xfrm>
        <a:graphic>
          <a:graphicData uri="http://schemas.openxmlformats.org/presentationml/2006/ole">
            <p:oleObj spid="_x0000_s110605" name="Equation" r:id="rId16" imgW="279360" imgH="380880" progId="Equation.3">
              <p:embed/>
            </p:oleObj>
          </a:graphicData>
        </a:graphic>
      </p:graphicFrame>
      <p:sp>
        <p:nvSpPr>
          <p:cNvPr id="87068" name="Freeform 1052"/>
          <p:cNvSpPr>
            <a:spLocks/>
          </p:cNvSpPr>
          <p:nvPr/>
        </p:nvSpPr>
        <p:spPr bwMode="auto">
          <a:xfrm>
            <a:off x="6400800" y="32766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06" name="Object 1038"/>
          <p:cNvGraphicFramePr>
            <a:graphicFrameLocks noChangeAspect="1"/>
          </p:cNvGraphicFramePr>
          <p:nvPr/>
        </p:nvGraphicFramePr>
        <p:xfrm>
          <a:off x="6413500" y="2832100"/>
          <a:ext cx="671513" cy="442913"/>
        </p:xfrm>
        <a:graphic>
          <a:graphicData uri="http://schemas.openxmlformats.org/presentationml/2006/ole">
            <p:oleObj spid="_x0000_s110606" name="Equation" r:id="rId17" imgW="672840" imgH="444240" progId="Equation.3">
              <p:embed/>
            </p:oleObj>
          </a:graphicData>
        </a:graphic>
      </p:graphicFrame>
      <p:sp>
        <p:nvSpPr>
          <p:cNvPr id="87070" name="Line 1054"/>
          <p:cNvSpPr>
            <a:spLocks noChangeShapeType="1"/>
          </p:cNvSpPr>
          <p:nvPr/>
        </p:nvSpPr>
        <p:spPr bwMode="auto">
          <a:xfrm flipV="1">
            <a:off x="6172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71" name="Freeform 1055"/>
          <p:cNvSpPr>
            <a:spLocks/>
          </p:cNvSpPr>
          <p:nvPr/>
        </p:nvSpPr>
        <p:spPr bwMode="auto">
          <a:xfrm>
            <a:off x="4876800" y="44196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72" name="Freeform 1056"/>
          <p:cNvSpPr>
            <a:spLocks/>
          </p:cNvSpPr>
          <p:nvPr/>
        </p:nvSpPr>
        <p:spPr bwMode="auto">
          <a:xfrm>
            <a:off x="3581400" y="42291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73" name="Freeform 1057"/>
          <p:cNvSpPr>
            <a:spLocks/>
          </p:cNvSpPr>
          <p:nvPr/>
        </p:nvSpPr>
        <p:spPr bwMode="auto">
          <a:xfrm>
            <a:off x="2286000" y="36068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7074" name="Group 1058"/>
          <p:cNvGrpSpPr>
            <a:grpSpLocks/>
          </p:cNvGrpSpPr>
          <p:nvPr/>
        </p:nvGrpSpPr>
        <p:grpSpPr bwMode="auto">
          <a:xfrm>
            <a:off x="7010400" y="4597400"/>
            <a:ext cx="900113" cy="609600"/>
            <a:chOff x="4224" y="1824"/>
            <a:chExt cx="567" cy="384"/>
          </a:xfrm>
        </p:grpSpPr>
        <p:graphicFrame>
          <p:nvGraphicFramePr>
            <p:cNvPr id="110608" name="Object 10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10608" name="Equation" r:id="rId18" imgW="672840" imgH="444240" progId="Equation.3">
                <p:embed/>
              </p:oleObj>
            </a:graphicData>
          </a:graphic>
        </p:graphicFrame>
        <p:sp>
          <p:nvSpPr>
            <p:cNvPr id="87076" name="Line 1060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10607" name="Object 1039"/>
          <p:cNvGraphicFramePr>
            <a:graphicFrameLocks noChangeAspect="1"/>
          </p:cNvGraphicFramePr>
          <p:nvPr/>
        </p:nvGraphicFramePr>
        <p:xfrm>
          <a:off x="3124200" y="1295400"/>
          <a:ext cx="2514600" cy="584200"/>
        </p:xfrm>
        <a:graphic>
          <a:graphicData uri="http://schemas.openxmlformats.org/presentationml/2006/ole">
            <p:oleObj spid="_x0000_s110607" name="Equation" r:id="rId19" imgW="251460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E073E9-3C6D-4827-A94D-5F9E9812E16E}" type="slidenum">
              <a:rPr lang="en-US"/>
              <a:pPr/>
              <a:t>37</a:t>
            </a:fld>
            <a:endParaRPr 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Transition Function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6908800" y="268288"/>
          <a:ext cx="330200" cy="415925"/>
        </p:xfrm>
        <a:graphic>
          <a:graphicData uri="http://schemas.openxmlformats.org/presentationml/2006/ole">
            <p:oleObj spid="_x0000_s52228" name="Equation" r:id="rId3" imgW="330120" imgH="419040" progId="Equation.3">
              <p:embed/>
            </p:oleObj>
          </a:graphicData>
        </a:graphic>
      </p:graphicFrame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29718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55626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68580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82296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Line 9"/>
          <p:cNvSpPr>
            <a:spLocks noChangeShapeType="1"/>
          </p:cNvSpPr>
          <p:nvPr/>
        </p:nvSpPr>
        <p:spPr bwMode="auto">
          <a:xfrm>
            <a:off x="23622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48006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60960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7391400" y="5918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37" name="Object 13"/>
          <p:cNvGraphicFramePr>
            <a:graphicFrameLocks noChangeAspect="1"/>
          </p:cNvGraphicFramePr>
          <p:nvPr/>
        </p:nvGraphicFramePr>
        <p:xfrm>
          <a:off x="3048000" y="5613400"/>
          <a:ext cx="419100" cy="469900"/>
        </p:xfrm>
        <a:graphic>
          <a:graphicData uri="http://schemas.openxmlformats.org/presentationml/2006/ole">
            <p:oleObj spid="_x0000_s52237" name="Equation" r:id="rId4" imgW="419040" imgH="469800" progId="Equation.3">
              <p:embed/>
            </p:oleObj>
          </a:graphicData>
        </a:graphic>
      </p:graphicFrame>
      <p:sp>
        <p:nvSpPr>
          <p:cNvPr id="52238" name="Oval 14"/>
          <p:cNvSpPr>
            <a:spLocks noChangeArrowheads="1"/>
          </p:cNvSpPr>
          <p:nvPr/>
        </p:nvSpPr>
        <p:spPr bwMode="auto">
          <a:xfrm>
            <a:off x="42672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39" name="Object 15"/>
          <p:cNvGraphicFramePr>
            <a:graphicFrameLocks noChangeAspect="1"/>
          </p:cNvGraphicFramePr>
          <p:nvPr/>
        </p:nvGraphicFramePr>
        <p:xfrm>
          <a:off x="4381500" y="5613400"/>
          <a:ext cx="341313" cy="469900"/>
        </p:xfrm>
        <a:graphic>
          <a:graphicData uri="http://schemas.openxmlformats.org/presentationml/2006/ole">
            <p:oleObj spid="_x0000_s52239" name="Equation" r:id="rId5" imgW="342720" imgH="469800" progId="Equation.3">
              <p:embed/>
            </p:oleObj>
          </a:graphicData>
        </a:graphic>
      </p:graphicFrame>
      <p:graphicFrame>
        <p:nvGraphicFramePr>
          <p:cNvPr id="52240" name="Object 16"/>
          <p:cNvGraphicFramePr>
            <a:graphicFrameLocks noChangeAspect="1"/>
          </p:cNvGraphicFramePr>
          <p:nvPr/>
        </p:nvGraphicFramePr>
        <p:xfrm>
          <a:off x="5651500" y="5613400"/>
          <a:ext cx="392113" cy="469900"/>
        </p:xfrm>
        <a:graphic>
          <a:graphicData uri="http://schemas.openxmlformats.org/presentationml/2006/ole">
            <p:oleObj spid="_x0000_s52240" name="Equation" r:id="rId6" imgW="393480" imgH="469800" progId="Equation.3">
              <p:embed/>
            </p:oleObj>
          </a:graphicData>
        </a:graphic>
      </p:graphicFrame>
      <p:graphicFrame>
        <p:nvGraphicFramePr>
          <p:cNvPr id="52241" name="Object 17"/>
          <p:cNvGraphicFramePr>
            <a:graphicFrameLocks noChangeAspect="1"/>
          </p:cNvGraphicFramePr>
          <p:nvPr/>
        </p:nvGraphicFramePr>
        <p:xfrm>
          <a:off x="6946900" y="5613400"/>
          <a:ext cx="392113" cy="469900"/>
        </p:xfrm>
        <a:graphic>
          <a:graphicData uri="http://schemas.openxmlformats.org/presentationml/2006/ole">
            <p:oleObj spid="_x0000_s52241" name="Equation" r:id="rId7" imgW="393480" imgH="469800" progId="Equation.3">
              <p:embed/>
            </p:oleObj>
          </a:graphicData>
        </a:graphic>
      </p:graphicFrame>
      <p:graphicFrame>
        <p:nvGraphicFramePr>
          <p:cNvPr id="52242" name="Object 18"/>
          <p:cNvGraphicFramePr>
            <a:graphicFrameLocks noChangeAspect="1"/>
          </p:cNvGraphicFramePr>
          <p:nvPr/>
        </p:nvGraphicFramePr>
        <p:xfrm>
          <a:off x="8305800" y="5613400"/>
          <a:ext cx="419100" cy="469900"/>
        </p:xfrm>
        <a:graphic>
          <a:graphicData uri="http://schemas.openxmlformats.org/presentationml/2006/ole">
            <p:oleObj spid="_x0000_s52242" name="Equation" r:id="rId8" imgW="419040" imgH="469800" progId="Equation.3">
              <p:embed/>
            </p:oleObj>
          </a:graphicData>
        </a:graphic>
      </p:graphicFrame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35052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44" name="Object 20"/>
          <p:cNvGraphicFramePr>
            <a:graphicFrameLocks noChangeAspect="1"/>
          </p:cNvGraphicFramePr>
          <p:nvPr/>
        </p:nvGraphicFramePr>
        <p:xfrm>
          <a:off x="3733800" y="5613400"/>
          <a:ext cx="265113" cy="279400"/>
        </p:xfrm>
        <a:graphic>
          <a:graphicData uri="http://schemas.openxmlformats.org/presentationml/2006/ole">
            <p:oleObj spid="_x0000_s52244" name="Equation" r:id="rId9" imgW="266400" imgH="279360" progId="Equation.3">
              <p:embed/>
            </p:oleObj>
          </a:graphicData>
        </a:graphic>
      </p:graphicFrame>
      <p:graphicFrame>
        <p:nvGraphicFramePr>
          <p:cNvPr id="52245" name="Object 21"/>
          <p:cNvGraphicFramePr>
            <a:graphicFrameLocks noChangeAspect="1"/>
          </p:cNvGraphicFramePr>
          <p:nvPr/>
        </p:nvGraphicFramePr>
        <p:xfrm>
          <a:off x="5029200" y="5537200"/>
          <a:ext cx="279400" cy="381000"/>
        </p:xfrm>
        <a:graphic>
          <a:graphicData uri="http://schemas.openxmlformats.org/presentationml/2006/ole">
            <p:oleObj spid="_x0000_s52245" name="Equation" r:id="rId10" imgW="279360" imgH="380880" progId="Equation.3">
              <p:embed/>
            </p:oleObj>
          </a:graphicData>
        </a:graphic>
      </p:graphicFrame>
      <p:graphicFrame>
        <p:nvGraphicFramePr>
          <p:cNvPr id="52246" name="Object 22"/>
          <p:cNvGraphicFramePr>
            <a:graphicFrameLocks noChangeAspect="1"/>
          </p:cNvGraphicFramePr>
          <p:nvPr/>
        </p:nvGraphicFramePr>
        <p:xfrm>
          <a:off x="6324600" y="5537200"/>
          <a:ext cx="279400" cy="381000"/>
        </p:xfrm>
        <a:graphic>
          <a:graphicData uri="http://schemas.openxmlformats.org/presentationml/2006/ole">
            <p:oleObj spid="_x0000_s52246" name="Equation" r:id="rId11" imgW="279360" imgH="380880" progId="Equation.3">
              <p:embed/>
            </p:oleObj>
          </a:graphicData>
        </a:graphic>
      </p:graphicFrame>
      <p:graphicFrame>
        <p:nvGraphicFramePr>
          <p:cNvPr id="52247" name="Object 23"/>
          <p:cNvGraphicFramePr>
            <a:graphicFrameLocks noChangeAspect="1"/>
          </p:cNvGraphicFramePr>
          <p:nvPr/>
        </p:nvGraphicFramePr>
        <p:xfrm>
          <a:off x="7620000" y="5613400"/>
          <a:ext cx="265113" cy="279400"/>
        </p:xfrm>
        <a:graphic>
          <a:graphicData uri="http://schemas.openxmlformats.org/presentationml/2006/ole">
            <p:oleObj spid="_x0000_s52247" name="Equation" r:id="rId12" imgW="266400" imgH="279360" progId="Equation.3">
              <p:embed/>
            </p:oleObj>
          </a:graphicData>
        </a:graphic>
      </p:graphicFrame>
      <p:sp>
        <p:nvSpPr>
          <p:cNvPr id="52248" name="Oval 24"/>
          <p:cNvSpPr>
            <a:spLocks noChangeArrowheads="1"/>
          </p:cNvSpPr>
          <p:nvPr/>
        </p:nvSpPr>
        <p:spPr bwMode="auto">
          <a:xfrm>
            <a:off x="7632700" y="4330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49" name="Object 25"/>
          <p:cNvGraphicFramePr>
            <a:graphicFrameLocks noChangeAspect="1"/>
          </p:cNvGraphicFramePr>
          <p:nvPr/>
        </p:nvGraphicFramePr>
        <p:xfrm>
          <a:off x="7708900" y="4330700"/>
          <a:ext cx="404813" cy="469900"/>
        </p:xfrm>
        <a:graphic>
          <a:graphicData uri="http://schemas.openxmlformats.org/presentationml/2006/ole">
            <p:oleObj spid="_x0000_s52249" name="Equation" r:id="rId13" imgW="406080" imgH="469800" progId="Equation.3">
              <p:embed/>
            </p:oleObj>
          </a:graphicData>
        </a:graphic>
      </p:graphicFrame>
      <p:graphicFrame>
        <p:nvGraphicFramePr>
          <p:cNvPr id="52250" name="Object 26"/>
          <p:cNvGraphicFramePr>
            <a:graphicFrameLocks noChangeAspect="1"/>
          </p:cNvGraphicFramePr>
          <p:nvPr/>
        </p:nvGraphicFramePr>
        <p:xfrm>
          <a:off x="4572000" y="5156200"/>
          <a:ext cx="265113" cy="279400"/>
        </p:xfrm>
        <a:graphic>
          <a:graphicData uri="http://schemas.openxmlformats.org/presentationml/2006/ole">
            <p:oleObj spid="_x0000_s52250" name="Equation" r:id="rId14" imgW="266400" imgH="279360" progId="Equation.3">
              <p:embed/>
            </p:oleObj>
          </a:graphicData>
        </a:graphic>
      </p:graphicFrame>
      <p:graphicFrame>
        <p:nvGraphicFramePr>
          <p:cNvPr id="52251" name="Object 27"/>
          <p:cNvGraphicFramePr>
            <a:graphicFrameLocks noChangeAspect="1"/>
          </p:cNvGraphicFramePr>
          <p:nvPr/>
        </p:nvGraphicFramePr>
        <p:xfrm>
          <a:off x="5791200" y="5232400"/>
          <a:ext cx="265113" cy="279400"/>
        </p:xfrm>
        <a:graphic>
          <a:graphicData uri="http://schemas.openxmlformats.org/presentationml/2006/ole">
            <p:oleObj spid="_x0000_s52251" name="Equation" r:id="rId15" imgW="266400" imgH="279360" progId="Equation.3">
              <p:embed/>
            </p:oleObj>
          </a:graphicData>
        </a:graphic>
      </p:graphicFrame>
      <p:graphicFrame>
        <p:nvGraphicFramePr>
          <p:cNvPr id="52252" name="Object 28"/>
          <p:cNvGraphicFramePr>
            <a:graphicFrameLocks noChangeAspect="1"/>
          </p:cNvGraphicFramePr>
          <p:nvPr/>
        </p:nvGraphicFramePr>
        <p:xfrm>
          <a:off x="7086600" y="5156200"/>
          <a:ext cx="279400" cy="381000"/>
        </p:xfrm>
        <a:graphic>
          <a:graphicData uri="http://schemas.openxmlformats.org/presentationml/2006/ole">
            <p:oleObj spid="_x0000_s52252" name="Equation" r:id="rId16" imgW="279360" imgH="380880" progId="Equation.3">
              <p:embed/>
            </p:oleObj>
          </a:graphicData>
        </a:graphic>
      </p:graphicFrame>
      <p:graphicFrame>
        <p:nvGraphicFramePr>
          <p:cNvPr id="52253" name="Object 29"/>
          <p:cNvGraphicFramePr>
            <a:graphicFrameLocks noChangeAspect="1"/>
          </p:cNvGraphicFramePr>
          <p:nvPr/>
        </p:nvGraphicFramePr>
        <p:xfrm>
          <a:off x="3200400" y="5080000"/>
          <a:ext cx="279400" cy="381000"/>
        </p:xfrm>
        <a:graphic>
          <a:graphicData uri="http://schemas.openxmlformats.org/presentationml/2006/ole">
            <p:oleObj spid="_x0000_s52253" name="Equation" r:id="rId17" imgW="279360" imgH="380880" progId="Equation.3">
              <p:embed/>
            </p:oleObj>
          </a:graphicData>
        </a:graphic>
      </p:graphicFrame>
      <p:sp>
        <p:nvSpPr>
          <p:cNvPr id="52254" name="Freeform 30"/>
          <p:cNvSpPr>
            <a:spLocks/>
          </p:cNvSpPr>
          <p:nvPr/>
        </p:nvSpPr>
        <p:spPr bwMode="auto">
          <a:xfrm>
            <a:off x="7467600" y="35560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55" name="Object 31"/>
          <p:cNvGraphicFramePr>
            <a:graphicFrameLocks noChangeAspect="1"/>
          </p:cNvGraphicFramePr>
          <p:nvPr/>
        </p:nvGraphicFramePr>
        <p:xfrm>
          <a:off x="7480300" y="3111500"/>
          <a:ext cx="671513" cy="442913"/>
        </p:xfrm>
        <a:graphic>
          <a:graphicData uri="http://schemas.openxmlformats.org/presentationml/2006/ole">
            <p:oleObj spid="_x0000_s52255" name="Equation" r:id="rId18" imgW="672840" imgH="444240" progId="Equation.3">
              <p:embed/>
            </p:oleObj>
          </a:graphicData>
        </a:graphic>
      </p:graphicFrame>
      <p:sp>
        <p:nvSpPr>
          <p:cNvPr id="52256" name="Line 32"/>
          <p:cNvSpPr>
            <a:spLocks noChangeShapeType="1"/>
          </p:cNvSpPr>
          <p:nvPr/>
        </p:nvSpPr>
        <p:spPr bwMode="auto">
          <a:xfrm flipV="1">
            <a:off x="7239000" y="4851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57" name="Freeform 33"/>
          <p:cNvSpPr>
            <a:spLocks/>
          </p:cNvSpPr>
          <p:nvPr/>
        </p:nvSpPr>
        <p:spPr bwMode="auto">
          <a:xfrm>
            <a:off x="5943600" y="46990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58" name="Freeform 34"/>
          <p:cNvSpPr>
            <a:spLocks/>
          </p:cNvSpPr>
          <p:nvPr/>
        </p:nvSpPr>
        <p:spPr bwMode="auto">
          <a:xfrm>
            <a:off x="4648200" y="45085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59" name="Freeform 35"/>
          <p:cNvSpPr>
            <a:spLocks/>
          </p:cNvSpPr>
          <p:nvPr/>
        </p:nvSpPr>
        <p:spPr bwMode="auto">
          <a:xfrm>
            <a:off x="3352800" y="38862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63" name="Rectangle 39"/>
          <p:cNvSpPr>
            <a:spLocks noChangeArrowheads="1"/>
          </p:cNvSpPr>
          <p:nvPr/>
        </p:nvSpPr>
        <p:spPr bwMode="auto">
          <a:xfrm>
            <a:off x="304800" y="762000"/>
            <a:ext cx="2819400" cy="42672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64" name="Line 40"/>
          <p:cNvSpPr>
            <a:spLocks noChangeShapeType="1"/>
          </p:cNvSpPr>
          <p:nvPr/>
        </p:nvSpPr>
        <p:spPr bwMode="auto">
          <a:xfrm>
            <a:off x="1143000" y="762000"/>
            <a:ext cx="0" cy="426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65" name="Line 41"/>
          <p:cNvSpPr>
            <a:spLocks noChangeShapeType="1"/>
          </p:cNvSpPr>
          <p:nvPr/>
        </p:nvSpPr>
        <p:spPr bwMode="auto">
          <a:xfrm>
            <a:off x="2209800" y="7620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66" name="Line 42"/>
          <p:cNvSpPr>
            <a:spLocks noChangeShapeType="1"/>
          </p:cNvSpPr>
          <p:nvPr/>
        </p:nvSpPr>
        <p:spPr bwMode="auto">
          <a:xfrm flipV="1">
            <a:off x="304800" y="1371600"/>
            <a:ext cx="2819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67" name="Line 43"/>
          <p:cNvSpPr>
            <a:spLocks noChangeShapeType="1"/>
          </p:cNvSpPr>
          <p:nvPr/>
        </p:nvSpPr>
        <p:spPr bwMode="auto">
          <a:xfrm flipV="1">
            <a:off x="304800" y="19812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68" name="Line 44"/>
          <p:cNvSpPr>
            <a:spLocks noChangeShapeType="1"/>
          </p:cNvSpPr>
          <p:nvPr/>
        </p:nvSpPr>
        <p:spPr bwMode="auto">
          <a:xfrm flipV="1">
            <a:off x="304800" y="2590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69" name="Line 45"/>
          <p:cNvSpPr>
            <a:spLocks noChangeShapeType="1"/>
          </p:cNvSpPr>
          <p:nvPr/>
        </p:nvSpPr>
        <p:spPr bwMode="auto">
          <a:xfrm flipV="1">
            <a:off x="304800" y="32004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70" name="Line 46"/>
          <p:cNvSpPr>
            <a:spLocks noChangeShapeType="1"/>
          </p:cNvSpPr>
          <p:nvPr/>
        </p:nvSpPr>
        <p:spPr bwMode="auto">
          <a:xfrm flipV="1">
            <a:off x="304800" y="38100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71" name="Oval 47"/>
          <p:cNvSpPr>
            <a:spLocks noChangeArrowheads="1"/>
          </p:cNvSpPr>
          <p:nvPr/>
        </p:nvSpPr>
        <p:spPr bwMode="auto">
          <a:xfrm>
            <a:off x="8077200" y="54610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72" name="Object 48"/>
          <p:cNvGraphicFramePr>
            <a:graphicFrameLocks noChangeAspect="1"/>
          </p:cNvGraphicFramePr>
          <p:nvPr/>
        </p:nvGraphicFramePr>
        <p:xfrm>
          <a:off x="609600" y="914400"/>
          <a:ext cx="279400" cy="341313"/>
        </p:xfrm>
        <a:graphic>
          <a:graphicData uri="http://schemas.openxmlformats.org/presentationml/2006/ole">
            <p:oleObj spid="_x0000_s52272" name="Equation" r:id="rId19" imgW="279360" imgH="342720" progId="Equation.3">
              <p:embed/>
            </p:oleObj>
          </a:graphicData>
        </a:graphic>
      </p:graphicFrame>
      <p:graphicFrame>
        <p:nvGraphicFramePr>
          <p:cNvPr id="52273" name="Object 49"/>
          <p:cNvGraphicFramePr>
            <a:graphicFrameLocks noChangeAspect="1"/>
          </p:cNvGraphicFramePr>
          <p:nvPr/>
        </p:nvGraphicFramePr>
        <p:xfrm>
          <a:off x="1600200" y="990600"/>
          <a:ext cx="265113" cy="279400"/>
        </p:xfrm>
        <a:graphic>
          <a:graphicData uri="http://schemas.openxmlformats.org/presentationml/2006/ole">
            <p:oleObj spid="_x0000_s52273" name="Equation" r:id="rId20" imgW="266400" imgH="279360" progId="Equation.3">
              <p:embed/>
            </p:oleObj>
          </a:graphicData>
        </a:graphic>
      </p:graphicFrame>
      <p:graphicFrame>
        <p:nvGraphicFramePr>
          <p:cNvPr id="52274" name="Object 50"/>
          <p:cNvGraphicFramePr>
            <a:graphicFrameLocks noChangeAspect="1"/>
          </p:cNvGraphicFramePr>
          <p:nvPr/>
        </p:nvGraphicFramePr>
        <p:xfrm>
          <a:off x="2590800" y="914400"/>
          <a:ext cx="279400" cy="381000"/>
        </p:xfrm>
        <a:graphic>
          <a:graphicData uri="http://schemas.openxmlformats.org/presentationml/2006/ole">
            <p:oleObj spid="_x0000_s52274" name="Equation" r:id="rId21" imgW="279360" imgH="380880" progId="Equation.3">
              <p:embed/>
            </p:oleObj>
          </a:graphicData>
        </a:graphic>
      </p:graphicFrame>
      <p:graphicFrame>
        <p:nvGraphicFramePr>
          <p:cNvPr id="52275" name="Object 51"/>
          <p:cNvGraphicFramePr>
            <a:graphicFrameLocks noChangeAspect="1"/>
          </p:cNvGraphicFramePr>
          <p:nvPr/>
        </p:nvGraphicFramePr>
        <p:xfrm>
          <a:off x="533400" y="1447800"/>
          <a:ext cx="419100" cy="469900"/>
        </p:xfrm>
        <a:graphic>
          <a:graphicData uri="http://schemas.openxmlformats.org/presentationml/2006/ole">
            <p:oleObj spid="_x0000_s52275" name="Equation" r:id="rId22" imgW="419040" imgH="469800" progId="Equation.3">
              <p:embed/>
            </p:oleObj>
          </a:graphicData>
        </a:graphic>
      </p:graphicFrame>
      <p:graphicFrame>
        <p:nvGraphicFramePr>
          <p:cNvPr id="52276" name="Object 52"/>
          <p:cNvGraphicFramePr>
            <a:graphicFrameLocks noChangeAspect="1"/>
          </p:cNvGraphicFramePr>
          <p:nvPr/>
        </p:nvGraphicFramePr>
        <p:xfrm>
          <a:off x="533400" y="2057400"/>
          <a:ext cx="341313" cy="469900"/>
        </p:xfrm>
        <a:graphic>
          <a:graphicData uri="http://schemas.openxmlformats.org/presentationml/2006/ole">
            <p:oleObj spid="_x0000_s52276" name="Equation" r:id="rId23" imgW="342720" imgH="469800" progId="Equation.3">
              <p:embed/>
            </p:oleObj>
          </a:graphicData>
        </a:graphic>
      </p:graphicFrame>
      <p:graphicFrame>
        <p:nvGraphicFramePr>
          <p:cNvPr id="52277" name="Object 53"/>
          <p:cNvGraphicFramePr>
            <a:graphicFrameLocks noChangeAspect="1"/>
          </p:cNvGraphicFramePr>
          <p:nvPr/>
        </p:nvGraphicFramePr>
        <p:xfrm>
          <a:off x="533400" y="2667000"/>
          <a:ext cx="392113" cy="469900"/>
        </p:xfrm>
        <a:graphic>
          <a:graphicData uri="http://schemas.openxmlformats.org/presentationml/2006/ole">
            <p:oleObj spid="_x0000_s52277" name="Equation" r:id="rId24" imgW="393480" imgH="469800" progId="Equation.3">
              <p:embed/>
            </p:oleObj>
          </a:graphicData>
        </a:graphic>
      </p:graphicFrame>
      <p:graphicFrame>
        <p:nvGraphicFramePr>
          <p:cNvPr id="52278" name="Object 54"/>
          <p:cNvGraphicFramePr>
            <a:graphicFrameLocks noChangeAspect="1"/>
          </p:cNvGraphicFramePr>
          <p:nvPr/>
        </p:nvGraphicFramePr>
        <p:xfrm>
          <a:off x="533400" y="3276600"/>
          <a:ext cx="392113" cy="469900"/>
        </p:xfrm>
        <a:graphic>
          <a:graphicData uri="http://schemas.openxmlformats.org/presentationml/2006/ole">
            <p:oleObj spid="_x0000_s52278" name="Equation" r:id="rId25" imgW="393480" imgH="469800" progId="Equation.3">
              <p:embed/>
            </p:oleObj>
          </a:graphicData>
        </a:graphic>
      </p:graphicFrame>
      <p:graphicFrame>
        <p:nvGraphicFramePr>
          <p:cNvPr id="52279" name="Object 55"/>
          <p:cNvGraphicFramePr>
            <a:graphicFrameLocks noChangeAspect="1"/>
          </p:cNvGraphicFramePr>
          <p:nvPr/>
        </p:nvGraphicFramePr>
        <p:xfrm>
          <a:off x="533400" y="3886200"/>
          <a:ext cx="419100" cy="469900"/>
        </p:xfrm>
        <a:graphic>
          <a:graphicData uri="http://schemas.openxmlformats.org/presentationml/2006/ole">
            <p:oleObj spid="_x0000_s52279" name="Equation" r:id="rId26" imgW="419040" imgH="469800" progId="Equation.3">
              <p:embed/>
            </p:oleObj>
          </a:graphicData>
        </a:graphic>
      </p:graphicFrame>
      <p:sp>
        <p:nvSpPr>
          <p:cNvPr id="52280" name="Line 56"/>
          <p:cNvSpPr>
            <a:spLocks noChangeShapeType="1"/>
          </p:cNvSpPr>
          <p:nvPr/>
        </p:nvSpPr>
        <p:spPr bwMode="auto">
          <a:xfrm flipV="1">
            <a:off x="304800" y="4419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81" name="Object 57"/>
          <p:cNvGraphicFramePr>
            <a:graphicFrameLocks noChangeAspect="1"/>
          </p:cNvGraphicFramePr>
          <p:nvPr/>
        </p:nvGraphicFramePr>
        <p:xfrm>
          <a:off x="533400" y="4495800"/>
          <a:ext cx="404813" cy="469900"/>
        </p:xfrm>
        <a:graphic>
          <a:graphicData uri="http://schemas.openxmlformats.org/presentationml/2006/ole">
            <p:oleObj spid="_x0000_s52281" name="Equation" r:id="rId27" imgW="406080" imgH="469800" progId="Equation.3">
              <p:embed/>
            </p:oleObj>
          </a:graphicData>
        </a:graphic>
      </p:graphicFrame>
      <p:graphicFrame>
        <p:nvGraphicFramePr>
          <p:cNvPr id="52282" name="Object 58"/>
          <p:cNvGraphicFramePr>
            <a:graphicFrameLocks noChangeAspect="1"/>
          </p:cNvGraphicFramePr>
          <p:nvPr/>
        </p:nvGraphicFramePr>
        <p:xfrm>
          <a:off x="1524000" y="1447800"/>
          <a:ext cx="341313" cy="469900"/>
        </p:xfrm>
        <a:graphic>
          <a:graphicData uri="http://schemas.openxmlformats.org/presentationml/2006/ole">
            <p:oleObj spid="_x0000_s52282" name="Equation" r:id="rId28" imgW="342720" imgH="469800" progId="Equation.3">
              <p:embed/>
            </p:oleObj>
          </a:graphicData>
        </a:graphic>
      </p:graphicFrame>
      <p:graphicFrame>
        <p:nvGraphicFramePr>
          <p:cNvPr id="52283" name="Object 59"/>
          <p:cNvGraphicFramePr>
            <a:graphicFrameLocks noChangeAspect="1"/>
          </p:cNvGraphicFramePr>
          <p:nvPr/>
        </p:nvGraphicFramePr>
        <p:xfrm>
          <a:off x="2482850" y="1447800"/>
          <a:ext cx="404813" cy="469900"/>
        </p:xfrm>
        <a:graphic>
          <a:graphicData uri="http://schemas.openxmlformats.org/presentationml/2006/ole">
            <p:oleObj spid="_x0000_s52283" name="Equation" r:id="rId29" imgW="406080" imgH="469800" progId="Equation.3">
              <p:embed/>
            </p:oleObj>
          </a:graphicData>
        </a:graphic>
      </p:graphicFrame>
      <p:graphicFrame>
        <p:nvGraphicFramePr>
          <p:cNvPr id="52284" name="Object 60"/>
          <p:cNvGraphicFramePr>
            <a:graphicFrameLocks noChangeAspect="1"/>
          </p:cNvGraphicFramePr>
          <p:nvPr/>
        </p:nvGraphicFramePr>
        <p:xfrm>
          <a:off x="1524000" y="2057400"/>
          <a:ext cx="404813" cy="469900"/>
        </p:xfrm>
        <a:graphic>
          <a:graphicData uri="http://schemas.openxmlformats.org/presentationml/2006/ole">
            <p:oleObj spid="_x0000_s52284" name="Equation" r:id="rId30" imgW="406080" imgH="469800" progId="Equation.3">
              <p:embed/>
            </p:oleObj>
          </a:graphicData>
        </a:graphic>
      </p:graphicFrame>
      <p:graphicFrame>
        <p:nvGraphicFramePr>
          <p:cNvPr id="52285" name="Object 61"/>
          <p:cNvGraphicFramePr>
            <a:graphicFrameLocks noChangeAspect="1"/>
          </p:cNvGraphicFramePr>
          <p:nvPr/>
        </p:nvGraphicFramePr>
        <p:xfrm>
          <a:off x="2514600" y="2057400"/>
          <a:ext cx="392113" cy="469900"/>
        </p:xfrm>
        <a:graphic>
          <a:graphicData uri="http://schemas.openxmlformats.org/presentationml/2006/ole">
            <p:oleObj spid="_x0000_s52285" name="Equation" r:id="rId31" imgW="393480" imgH="469800" progId="Equation.3">
              <p:embed/>
            </p:oleObj>
          </a:graphicData>
        </a:graphic>
      </p:graphicFrame>
      <p:graphicFrame>
        <p:nvGraphicFramePr>
          <p:cNvPr id="52286" name="Object 62"/>
          <p:cNvGraphicFramePr>
            <a:graphicFrameLocks noChangeAspect="1"/>
          </p:cNvGraphicFramePr>
          <p:nvPr/>
        </p:nvGraphicFramePr>
        <p:xfrm>
          <a:off x="1447800" y="2590800"/>
          <a:ext cx="419100" cy="533400"/>
        </p:xfrm>
        <a:graphic>
          <a:graphicData uri="http://schemas.openxmlformats.org/presentationml/2006/ole">
            <p:oleObj spid="_x0000_s52286" name="Equation" r:id="rId32" imgW="380880" imgH="482400" progId="Equation.3">
              <p:embed/>
            </p:oleObj>
          </a:graphicData>
        </a:graphic>
      </p:graphicFrame>
      <p:graphicFrame>
        <p:nvGraphicFramePr>
          <p:cNvPr id="52287" name="Object 63"/>
          <p:cNvGraphicFramePr>
            <a:graphicFrameLocks noChangeAspect="1"/>
          </p:cNvGraphicFramePr>
          <p:nvPr/>
        </p:nvGraphicFramePr>
        <p:xfrm>
          <a:off x="2514600" y="2667000"/>
          <a:ext cx="392113" cy="469900"/>
        </p:xfrm>
        <a:graphic>
          <a:graphicData uri="http://schemas.openxmlformats.org/presentationml/2006/ole">
            <p:oleObj spid="_x0000_s52287" name="Equation" r:id="rId33" imgW="393480" imgH="469800" progId="Equation.3">
              <p:embed/>
            </p:oleObj>
          </a:graphicData>
        </a:graphic>
      </p:graphicFrame>
      <p:graphicFrame>
        <p:nvGraphicFramePr>
          <p:cNvPr id="52288" name="Object 64"/>
          <p:cNvGraphicFramePr>
            <a:graphicFrameLocks noChangeAspect="1"/>
          </p:cNvGraphicFramePr>
          <p:nvPr/>
        </p:nvGraphicFramePr>
        <p:xfrm>
          <a:off x="1447800" y="3276600"/>
          <a:ext cx="419100" cy="469900"/>
        </p:xfrm>
        <a:graphic>
          <a:graphicData uri="http://schemas.openxmlformats.org/presentationml/2006/ole">
            <p:oleObj spid="_x0000_s52288" name="Equation" r:id="rId34" imgW="419040" imgH="469800" progId="Equation.3">
              <p:embed/>
            </p:oleObj>
          </a:graphicData>
        </a:graphic>
      </p:graphicFrame>
      <p:graphicFrame>
        <p:nvGraphicFramePr>
          <p:cNvPr id="52289" name="Object 65"/>
          <p:cNvGraphicFramePr>
            <a:graphicFrameLocks noChangeAspect="1"/>
          </p:cNvGraphicFramePr>
          <p:nvPr/>
        </p:nvGraphicFramePr>
        <p:xfrm>
          <a:off x="2438400" y="3276600"/>
          <a:ext cx="404813" cy="469900"/>
        </p:xfrm>
        <a:graphic>
          <a:graphicData uri="http://schemas.openxmlformats.org/presentationml/2006/ole">
            <p:oleObj spid="_x0000_s52289" name="Equation" r:id="rId35" imgW="406080" imgH="469800" progId="Equation.3">
              <p:embed/>
            </p:oleObj>
          </a:graphicData>
        </a:graphic>
      </p:graphicFrame>
      <p:grpSp>
        <p:nvGrpSpPr>
          <p:cNvPr id="52290" name="Group 66"/>
          <p:cNvGrpSpPr>
            <a:grpSpLocks/>
          </p:cNvGrpSpPr>
          <p:nvPr/>
        </p:nvGrpSpPr>
        <p:grpSpPr bwMode="auto">
          <a:xfrm>
            <a:off x="8077200" y="4876800"/>
            <a:ext cx="900113" cy="609600"/>
            <a:chOff x="4224" y="1824"/>
            <a:chExt cx="567" cy="384"/>
          </a:xfrm>
        </p:grpSpPr>
        <p:graphicFrame>
          <p:nvGraphicFramePr>
            <p:cNvPr id="52291" name="Object 6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52291" name="Equation" r:id="rId36" imgW="672840" imgH="444240" progId="Equation.3">
                <p:embed/>
              </p:oleObj>
            </a:graphicData>
          </a:graphic>
        </p:graphicFrame>
        <p:sp>
          <p:nvSpPr>
            <p:cNvPr id="52292" name="Line 6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2293" name="Object 69"/>
          <p:cNvGraphicFramePr>
            <a:graphicFrameLocks noChangeAspect="1"/>
          </p:cNvGraphicFramePr>
          <p:nvPr/>
        </p:nvGraphicFramePr>
        <p:xfrm>
          <a:off x="2438400" y="4495800"/>
          <a:ext cx="404813" cy="469900"/>
        </p:xfrm>
        <a:graphic>
          <a:graphicData uri="http://schemas.openxmlformats.org/presentationml/2006/ole">
            <p:oleObj spid="_x0000_s52293" name="Equation" r:id="rId37" imgW="406080" imgH="469800" progId="Equation.3">
              <p:embed/>
            </p:oleObj>
          </a:graphicData>
        </a:graphic>
      </p:graphicFrame>
      <p:graphicFrame>
        <p:nvGraphicFramePr>
          <p:cNvPr id="52294" name="Object 70"/>
          <p:cNvGraphicFramePr>
            <a:graphicFrameLocks noChangeAspect="1"/>
          </p:cNvGraphicFramePr>
          <p:nvPr/>
        </p:nvGraphicFramePr>
        <p:xfrm>
          <a:off x="1447800" y="4495800"/>
          <a:ext cx="404813" cy="469900"/>
        </p:xfrm>
        <a:graphic>
          <a:graphicData uri="http://schemas.openxmlformats.org/presentationml/2006/ole">
            <p:oleObj spid="_x0000_s52294" name="Equation" r:id="rId38" imgW="406080" imgH="469800" progId="Equation.3">
              <p:embed/>
            </p:oleObj>
          </a:graphicData>
        </a:graphic>
      </p:graphicFrame>
      <p:graphicFrame>
        <p:nvGraphicFramePr>
          <p:cNvPr id="52295" name="Object 71"/>
          <p:cNvGraphicFramePr>
            <a:graphicFrameLocks noChangeAspect="1"/>
          </p:cNvGraphicFramePr>
          <p:nvPr/>
        </p:nvGraphicFramePr>
        <p:xfrm>
          <a:off x="2438400" y="3886200"/>
          <a:ext cx="404813" cy="469900"/>
        </p:xfrm>
        <a:graphic>
          <a:graphicData uri="http://schemas.openxmlformats.org/presentationml/2006/ole">
            <p:oleObj spid="_x0000_s52295" name="Equation" r:id="rId39" imgW="406080" imgH="469800" progId="Equation.3">
              <p:embed/>
            </p:oleObj>
          </a:graphicData>
        </a:graphic>
      </p:graphicFrame>
      <p:graphicFrame>
        <p:nvGraphicFramePr>
          <p:cNvPr id="52296" name="Object 72"/>
          <p:cNvGraphicFramePr>
            <a:graphicFrameLocks noChangeAspect="1"/>
          </p:cNvGraphicFramePr>
          <p:nvPr/>
        </p:nvGraphicFramePr>
        <p:xfrm>
          <a:off x="1447800" y="3886200"/>
          <a:ext cx="404813" cy="469900"/>
        </p:xfrm>
        <a:graphic>
          <a:graphicData uri="http://schemas.openxmlformats.org/presentationml/2006/ole">
            <p:oleObj spid="_x0000_s52296" name="Equation" r:id="rId40" imgW="40608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EB2C4-128E-4446-8F68-8C691D72BD5D}" type="slidenum">
              <a:rPr lang="en-US"/>
              <a:pPr/>
              <a:t>38</a:t>
            </a:fld>
            <a:endParaRPr 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Extended Transition Function 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7981950" y="279400"/>
          <a:ext cx="609600" cy="431800"/>
        </p:xfrm>
        <a:graphic>
          <a:graphicData uri="http://schemas.openxmlformats.org/presentationml/2006/ole">
            <p:oleObj spid="_x0000_s53252" name="Equation" r:id="rId3" imgW="609480" imgH="431640" progId="Equation.3">
              <p:embed/>
            </p:oleObj>
          </a:graphicData>
        </a:graphic>
      </p:graphicFrame>
      <p:graphicFrame>
        <p:nvGraphicFramePr>
          <p:cNvPr id="53285" name="Object 37"/>
          <p:cNvGraphicFramePr>
            <a:graphicFrameLocks noChangeAspect="1"/>
          </p:cNvGraphicFramePr>
          <p:nvPr/>
        </p:nvGraphicFramePr>
        <p:xfrm>
          <a:off x="2971800" y="1524000"/>
          <a:ext cx="3175000" cy="533400"/>
        </p:xfrm>
        <a:graphic>
          <a:graphicData uri="http://schemas.openxmlformats.org/presentationml/2006/ole">
            <p:oleObj spid="_x0000_s53285" name="Equation" r:id="rId4" imgW="3174840" imgH="533160" progId="Equation.3">
              <p:embed/>
            </p:oleObj>
          </a:graphicData>
        </a:graphic>
      </p:graphicFrame>
      <p:sp>
        <p:nvSpPr>
          <p:cNvPr id="53253" name="Oval 5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4" name="Oval 6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7" name="Oval 9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Line 13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3" name="Oval 15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3291" name="Group 43"/>
          <p:cNvGrpSpPr>
            <a:grpSpLocks/>
          </p:cNvGrpSpPr>
          <p:nvPr/>
        </p:nvGrpSpPr>
        <p:grpSpPr bwMode="auto">
          <a:xfrm>
            <a:off x="1905000" y="5397500"/>
            <a:ext cx="2995613" cy="469900"/>
            <a:chOff x="1200" y="3400"/>
            <a:chExt cx="1887" cy="296"/>
          </a:xfrm>
        </p:grpSpPr>
        <p:graphicFrame>
          <p:nvGraphicFramePr>
            <p:cNvPr id="53262" name="Object 14"/>
            <p:cNvGraphicFramePr>
              <a:graphicFrameLocks noChangeAspect="1"/>
            </p:cNvGraphicFramePr>
            <p:nvPr/>
          </p:nvGraphicFramePr>
          <p:xfrm>
            <a:off x="1200" y="3400"/>
            <a:ext cx="264" cy="296"/>
          </p:xfrm>
          <a:graphic>
            <a:graphicData uri="http://schemas.openxmlformats.org/presentationml/2006/ole">
              <p:oleObj spid="_x0000_s53262" name="Equation" r:id="rId5" imgW="419040" imgH="469800" progId="Equation.3">
                <p:embed/>
              </p:oleObj>
            </a:graphicData>
          </a:graphic>
        </p:graphicFrame>
        <p:graphicFrame>
          <p:nvGraphicFramePr>
            <p:cNvPr id="53264" name="Object 16"/>
            <p:cNvGraphicFramePr>
              <a:graphicFrameLocks noChangeAspect="1"/>
            </p:cNvGraphicFramePr>
            <p:nvPr/>
          </p:nvGraphicFramePr>
          <p:xfrm>
            <a:off x="2040" y="3400"/>
            <a:ext cx="215" cy="296"/>
          </p:xfrm>
          <a:graphic>
            <a:graphicData uri="http://schemas.openxmlformats.org/presentationml/2006/ole">
              <p:oleObj spid="_x0000_s53264" name="Equation" r:id="rId6" imgW="342720" imgH="469800" progId="Equation.3">
                <p:embed/>
              </p:oleObj>
            </a:graphicData>
          </a:graphic>
        </p:graphicFrame>
        <p:graphicFrame>
          <p:nvGraphicFramePr>
            <p:cNvPr id="53265" name="Object 17"/>
            <p:cNvGraphicFramePr>
              <a:graphicFrameLocks noChangeAspect="1"/>
            </p:cNvGraphicFramePr>
            <p:nvPr/>
          </p:nvGraphicFramePr>
          <p:xfrm>
            <a:off x="2840" y="3400"/>
            <a:ext cx="247" cy="296"/>
          </p:xfrm>
          <a:graphic>
            <a:graphicData uri="http://schemas.openxmlformats.org/presentationml/2006/ole">
              <p:oleObj spid="_x0000_s53265" name="Equation" r:id="rId7" imgW="393480" imgH="469800" progId="Equation.3">
                <p:embed/>
              </p:oleObj>
            </a:graphicData>
          </a:graphic>
        </p:graphicFrame>
      </p:grpSp>
      <p:graphicFrame>
        <p:nvGraphicFramePr>
          <p:cNvPr id="53266" name="Object 18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p:oleObj spid="_x0000_s53266" name="Equation" r:id="rId8" imgW="393480" imgH="469800" progId="Equation.3">
              <p:embed/>
            </p:oleObj>
          </a:graphicData>
        </a:graphic>
      </p:graphicFrame>
      <p:graphicFrame>
        <p:nvGraphicFramePr>
          <p:cNvPr id="53267" name="Object 19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p:oleObj spid="_x0000_s53267" name="Equation" r:id="rId9" imgW="419040" imgH="469800" progId="Equation.3">
              <p:embed/>
            </p:oleObj>
          </a:graphicData>
        </a:graphic>
      </p:graphicFrame>
      <p:sp>
        <p:nvSpPr>
          <p:cNvPr id="53268" name="Line 20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69" name="Object 21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p:oleObj spid="_x0000_s53269" name="Equation" r:id="rId10" imgW="266400" imgH="279360" progId="Equation.3">
              <p:embed/>
            </p:oleObj>
          </a:graphicData>
        </a:graphic>
      </p:graphicFrame>
      <p:graphicFrame>
        <p:nvGraphicFramePr>
          <p:cNvPr id="53270" name="Object 22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p:oleObj spid="_x0000_s53270" name="Equation" r:id="rId11" imgW="279360" imgH="380880" progId="Equation.3">
              <p:embed/>
            </p:oleObj>
          </a:graphicData>
        </a:graphic>
      </p:graphicFrame>
      <p:graphicFrame>
        <p:nvGraphicFramePr>
          <p:cNvPr id="53271" name="Object 23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p:oleObj spid="_x0000_s53271" name="Equation" r:id="rId12" imgW="279360" imgH="380880" progId="Equation.3">
              <p:embed/>
            </p:oleObj>
          </a:graphicData>
        </a:graphic>
      </p:graphicFrame>
      <p:graphicFrame>
        <p:nvGraphicFramePr>
          <p:cNvPr id="53272" name="Object 24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p:oleObj spid="_x0000_s53272" name="Equation" r:id="rId13" imgW="266400" imgH="279360" progId="Equation.3">
              <p:embed/>
            </p:oleObj>
          </a:graphicData>
        </a:graphic>
      </p:graphicFrame>
      <p:sp>
        <p:nvSpPr>
          <p:cNvPr id="53273" name="Oval 25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74" name="Object 26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p:oleObj spid="_x0000_s53274" name="Equation" r:id="rId14" imgW="406080" imgH="469800" progId="Equation.3">
              <p:embed/>
            </p:oleObj>
          </a:graphicData>
        </a:graphic>
      </p:graphicFrame>
      <p:graphicFrame>
        <p:nvGraphicFramePr>
          <p:cNvPr id="53275" name="Object 27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p:oleObj spid="_x0000_s53275" name="Equation" r:id="rId15" imgW="266400" imgH="279360" progId="Equation.3">
              <p:embed/>
            </p:oleObj>
          </a:graphicData>
        </a:graphic>
      </p:graphicFrame>
      <p:graphicFrame>
        <p:nvGraphicFramePr>
          <p:cNvPr id="53276" name="Object 28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p:oleObj spid="_x0000_s53276" name="Equation" r:id="rId16" imgW="266400" imgH="279360" progId="Equation.3">
              <p:embed/>
            </p:oleObj>
          </a:graphicData>
        </a:graphic>
      </p:graphicFrame>
      <p:graphicFrame>
        <p:nvGraphicFramePr>
          <p:cNvPr id="53277" name="Object 29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p:oleObj spid="_x0000_s53277" name="Equation" r:id="rId17" imgW="279360" imgH="380880" progId="Equation.3">
              <p:embed/>
            </p:oleObj>
          </a:graphicData>
        </a:graphic>
      </p:graphicFrame>
      <p:graphicFrame>
        <p:nvGraphicFramePr>
          <p:cNvPr id="53278" name="Object 30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p:oleObj spid="_x0000_s53278" name="Equation" r:id="rId18" imgW="279360" imgH="380880" progId="Equation.3">
              <p:embed/>
            </p:oleObj>
          </a:graphicData>
        </a:graphic>
      </p:graphicFrame>
      <p:sp>
        <p:nvSpPr>
          <p:cNvPr id="53279" name="Freeform 31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80" name="Object 32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p:oleObj spid="_x0000_s53280" name="Equation" r:id="rId19" imgW="672840" imgH="444240" progId="Equation.3">
              <p:embed/>
            </p:oleObj>
          </a:graphicData>
        </a:graphic>
      </p:graphicFrame>
      <p:sp>
        <p:nvSpPr>
          <p:cNvPr id="53281" name="Line 33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82" name="Freeform 34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83" name="Freeform 35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84" name="Freeform 36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3287" name="Group 39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53288" name="Object 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53288" name="Equation" r:id="rId20" imgW="672840" imgH="444240" progId="Equation.3">
                <p:embed/>
              </p:oleObj>
            </a:graphicData>
          </a:graphic>
        </p:graphicFrame>
        <p:sp>
          <p:nvSpPr>
            <p:cNvPr id="53289" name="Line 4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39E84C-E4B0-4EC1-A936-DA832DF05E64}" type="slidenum">
              <a:rPr lang="en-US"/>
              <a:pPr/>
              <a:t>39</a:t>
            </a:fld>
            <a:endParaRPr lang="en-US"/>
          </a:p>
        </p:txBody>
      </p:sp>
      <p:graphicFrame>
        <p:nvGraphicFramePr>
          <p:cNvPr id="111616" name="Object 1024"/>
          <p:cNvGraphicFramePr>
            <a:graphicFrameLocks noChangeAspect="1"/>
          </p:cNvGraphicFramePr>
          <p:nvPr/>
        </p:nvGraphicFramePr>
        <p:xfrm>
          <a:off x="2819400" y="1295400"/>
          <a:ext cx="3162300" cy="584200"/>
        </p:xfrm>
        <a:graphic>
          <a:graphicData uri="http://schemas.openxmlformats.org/presentationml/2006/ole">
            <p:oleObj spid="_x0000_s111616" name="Equation" r:id="rId3" imgW="3162240" imgH="583920" progId="Equation.3">
              <p:embed/>
            </p:oleObj>
          </a:graphicData>
        </a:graphic>
      </p:graphicFrame>
      <p:sp>
        <p:nvSpPr>
          <p:cNvPr id="84009" name="Oval 41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0" name="Oval 42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1" name="Oval 43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2" name="Oval 44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3" name="Oval 45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4" name="Line 46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5" name="Line 47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6" name="Line 48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7" name="Line 49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19" name="Oval 51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1617" name="Object 1025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p:oleObj spid="_x0000_s111617" name="Equation" r:id="rId4" imgW="393480" imgH="469800" progId="Equation.3">
              <p:embed/>
            </p:oleObj>
          </a:graphicData>
        </a:graphic>
      </p:graphicFrame>
      <p:graphicFrame>
        <p:nvGraphicFramePr>
          <p:cNvPr id="111618" name="Object 1026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p:oleObj spid="_x0000_s111618" name="Equation" r:id="rId5" imgW="419040" imgH="469800" progId="Equation.3">
              <p:embed/>
            </p:oleObj>
          </a:graphicData>
        </a:graphic>
      </p:graphicFrame>
      <p:sp>
        <p:nvSpPr>
          <p:cNvPr id="84024" name="Line 56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1619" name="Object 1027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p:oleObj spid="_x0000_s111619" name="Equation" r:id="rId6" imgW="266400" imgH="279360" progId="Equation.3">
              <p:embed/>
            </p:oleObj>
          </a:graphicData>
        </a:graphic>
      </p:graphicFrame>
      <p:graphicFrame>
        <p:nvGraphicFramePr>
          <p:cNvPr id="111620" name="Object 1028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p:oleObj spid="_x0000_s111620" name="Equation" r:id="rId7" imgW="279360" imgH="380880" progId="Equation.3">
              <p:embed/>
            </p:oleObj>
          </a:graphicData>
        </a:graphic>
      </p:graphicFrame>
      <p:graphicFrame>
        <p:nvGraphicFramePr>
          <p:cNvPr id="111621" name="Object 1029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p:oleObj spid="_x0000_s111621" name="Equation" r:id="rId8" imgW="279360" imgH="380880" progId="Equation.3">
              <p:embed/>
            </p:oleObj>
          </a:graphicData>
        </a:graphic>
      </p:graphicFrame>
      <p:graphicFrame>
        <p:nvGraphicFramePr>
          <p:cNvPr id="111622" name="Object 1030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p:oleObj spid="_x0000_s111622" name="Equation" r:id="rId9" imgW="266400" imgH="279360" progId="Equation.3">
              <p:embed/>
            </p:oleObj>
          </a:graphicData>
        </a:graphic>
      </p:graphicFrame>
      <p:sp>
        <p:nvSpPr>
          <p:cNvPr id="84029" name="Oval 61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1623" name="Object 1031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p:oleObj spid="_x0000_s111623" name="Equation" r:id="rId10" imgW="406080" imgH="469800" progId="Equation.3">
              <p:embed/>
            </p:oleObj>
          </a:graphicData>
        </a:graphic>
      </p:graphicFrame>
      <p:graphicFrame>
        <p:nvGraphicFramePr>
          <p:cNvPr id="111624" name="Object 1032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p:oleObj spid="_x0000_s111624" name="Equation" r:id="rId11" imgW="266400" imgH="279360" progId="Equation.3">
              <p:embed/>
            </p:oleObj>
          </a:graphicData>
        </a:graphic>
      </p:graphicFrame>
      <p:graphicFrame>
        <p:nvGraphicFramePr>
          <p:cNvPr id="111625" name="Object 1033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p:oleObj spid="_x0000_s111625" name="Equation" r:id="rId12" imgW="266400" imgH="279360" progId="Equation.3">
              <p:embed/>
            </p:oleObj>
          </a:graphicData>
        </a:graphic>
      </p:graphicFrame>
      <p:graphicFrame>
        <p:nvGraphicFramePr>
          <p:cNvPr id="111626" name="Object 1034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p:oleObj spid="_x0000_s111626" name="Equation" r:id="rId13" imgW="279360" imgH="380880" progId="Equation.3">
              <p:embed/>
            </p:oleObj>
          </a:graphicData>
        </a:graphic>
      </p:graphicFrame>
      <p:graphicFrame>
        <p:nvGraphicFramePr>
          <p:cNvPr id="111627" name="Object 1035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p:oleObj spid="_x0000_s111627" name="Equation" r:id="rId14" imgW="279360" imgH="380880" progId="Equation.3">
              <p:embed/>
            </p:oleObj>
          </a:graphicData>
        </a:graphic>
      </p:graphicFrame>
      <p:sp>
        <p:nvSpPr>
          <p:cNvPr id="84035" name="Freeform 67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1628" name="Object 1036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p:oleObj spid="_x0000_s111628" name="Equation" r:id="rId15" imgW="672840" imgH="444240" progId="Equation.3">
              <p:embed/>
            </p:oleObj>
          </a:graphicData>
        </a:graphic>
      </p:graphicFrame>
      <p:sp>
        <p:nvSpPr>
          <p:cNvPr id="84037" name="Line 69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38" name="Freeform 70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39" name="Freeform 71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040" name="Freeform 72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4041" name="Group 73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111632" name="Object 10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11632" name="Equation" r:id="rId16" imgW="672840" imgH="444240" progId="Equation.3">
                <p:embed/>
              </p:oleObj>
            </a:graphicData>
          </a:graphic>
        </p:graphicFrame>
        <p:sp>
          <p:nvSpPr>
            <p:cNvPr id="84043" name="Line 7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4044" name="Group 76"/>
          <p:cNvGrpSpPr>
            <a:grpSpLocks/>
          </p:cNvGrpSpPr>
          <p:nvPr/>
        </p:nvGrpSpPr>
        <p:grpSpPr bwMode="auto">
          <a:xfrm>
            <a:off x="1905000" y="5397500"/>
            <a:ext cx="2995613" cy="469900"/>
            <a:chOff x="1200" y="3400"/>
            <a:chExt cx="1887" cy="296"/>
          </a:xfrm>
        </p:grpSpPr>
        <p:graphicFrame>
          <p:nvGraphicFramePr>
            <p:cNvPr id="111629" name="Object 1037"/>
            <p:cNvGraphicFramePr>
              <a:graphicFrameLocks noChangeAspect="1"/>
            </p:cNvGraphicFramePr>
            <p:nvPr/>
          </p:nvGraphicFramePr>
          <p:xfrm>
            <a:off x="1200" y="3400"/>
            <a:ext cx="264" cy="296"/>
          </p:xfrm>
          <a:graphic>
            <a:graphicData uri="http://schemas.openxmlformats.org/presentationml/2006/ole">
              <p:oleObj spid="_x0000_s111629" name="Equation" r:id="rId17" imgW="419040" imgH="469800" progId="Equation.3">
                <p:embed/>
              </p:oleObj>
            </a:graphicData>
          </a:graphic>
        </p:graphicFrame>
        <p:graphicFrame>
          <p:nvGraphicFramePr>
            <p:cNvPr id="111630" name="Object 1038"/>
            <p:cNvGraphicFramePr>
              <a:graphicFrameLocks noChangeAspect="1"/>
            </p:cNvGraphicFramePr>
            <p:nvPr/>
          </p:nvGraphicFramePr>
          <p:xfrm>
            <a:off x="2040" y="3400"/>
            <a:ext cx="215" cy="296"/>
          </p:xfrm>
          <a:graphic>
            <a:graphicData uri="http://schemas.openxmlformats.org/presentationml/2006/ole">
              <p:oleObj spid="_x0000_s111630" name="Equation" r:id="rId18" imgW="342720" imgH="469800" progId="Equation.3">
                <p:embed/>
              </p:oleObj>
            </a:graphicData>
          </a:graphic>
        </p:graphicFrame>
        <p:graphicFrame>
          <p:nvGraphicFramePr>
            <p:cNvPr id="111631" name="Object 1039"/>
            <p:cNvGraphicFramePr>
              <a:graphicFrameLocks noChangeAspect="1"/>
            </p:cNvGraphicFramePr>
            <p:nvPr/>
          </p:nvGraphicFramePr>
          <p:xfrm>
            <a:off x="2840" y="3400"/>
            <a:ext cx="247" cy="296"/>
          </p:xfrm>
          <a:graphic>
            <a:graphicData uri="http://schemas.openxmlformats.org/presentationml/2006/ole">
              <p:oleObj spid="_x0000_s111631" name="Equation" r:id="rId19" imgW="393480" imgH="469800" progId="Equation.3">
                <p:embed/>
              </p:oleObj>
            </a:graphicData>
          </a:graphic>
        </p:graphicFrame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EA23D3-B349-4CDA-BEEC-89725A9DD8BB}" type="slidenum">
              <a:rPr lang="en-US"/>
              <a:pPr/>
              <a:t>40</a:t>
            </a:fld>
            <a:endParaRPr lang="en-US"/>
          </a:p>
        </p:txBody>
      </p:sp>
      <p:graphicFrame>
        <p:nvGraphicFramePr>
          <p:cNvPr id="112640" name="Object 0"/>
          <p:cNvGraphicFramePr>
            <a:graphicFrameLocks noChangeAspect="1"/>
          </p:cNvGraphicFramePr>
          <p:nvPr/>
        </p:nvGraphicFramePr>
        <p:xfrm>
          <a:off x="2819400" y="1371600"/>
          <a:ext cx="3683000" cy="584200"/>
        </p:xfrm>
        <a:graphic>
          <a:graphicData uri="http://schemas.openxmlformats.org/presentationml/2006/ole">
            <p:oleObj spid="_x0000_s112640" name="Equation" r:id="rId3" imgW="3682800" imgH="583920" progId="Equation.3">
              <p:embed/>
            </p:oleObj>
          </a:graphicData>
        </a:graphic>
      </p:graphicFrame>
      <p:sp>
        <p:nvSpPr>
          <p:cNvPr id="88068" name="Oval 4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69" name="Oval 5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0" name="Oval 6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1" name="Oval 7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2" name="Oval 8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3" name="Line 9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4" name="Line 10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5" name="Line 11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76" name="Line 12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641" name="Object 1"/>
          <p:cNvGraphicFramePr>
            <a:graphicFrameLocks noChangeAspect="1"/>
          </p:cNvGraphicFramePr>
          <p:nvPr/>
        </p:nvGraphicFramePr>
        <p:xfrm>
          <a:off x="1905000" y="5397500"/>
          <a:ext cx="419100" cy="469900"/>
        </p:xfrm>
        <a:graphic>
          <a:graphicData uri="http://schemas.openxmlformats.org/presentationml/2006/ole">
            <p:oleObj spid="_x0000_s112641" name="Equation" r:id="rId4" imgW="419040" imgH="469800" progId="Equation.3">
              <p:embed/>
            </p:oleObj>
          </a:graphicData>
        </a:graphic>
      </p:graphicFrame>
      <p:sp>
        <p:nvSpPr>
          <p:cNvPr id="88078" name="Oval 14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3238500" y="5397500"/>
          <a:ext cx="341313" cy="469900"/>
        </p:xfrm>
        <a:graphic>
          <a:graphicData uri="http://schemas.openxmlformats.org/presentationml/2006/ole">
            <p:oleObj spid="_x0000_s112642" name="Equation" r:id="rId5" imgW="342720" imgH="469800" progId="Equation.3">
              <p:embed/>
            </p:oleObj>
          </a:graphicData>
        </a:graphic>
      </p:graphicFrame>
      <p:graphicFrame>
        <p:nvGraphicFramePr>
          <p:cNvPr id="112643" name="Object 3"/>
          <p:cNvGraphicFramePr>
            <a:graphicFrameLocks noChangeAspect="1"/>
          </p:cNvGraphicFramePr>
          <p:nvPr/>
        </p:nvGraphicFramePr>
        <p:xfrm>
          <a:off x="4508500" y="5397500"/>
          <a:ext cx="392113" cy="469900"/>
        </p:xfrm>
        <a:graphic>
          <a:graphicData uri="http://schemas.openxmlformats.org/presentationml/2006/ole">
            <p:oleObj spid="_x0000_s112643" name="Equation" r:id="rId6" imgW="393480" imgH="469800" progId="Equation.3">
              <p:embed/>
            </p:oleObj>
          </a:graphicData>
        </a:graphic>
      </p:graphicFrame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p:oleObj spid="_x0000_s112644" name="Equation" r:id="rId7" imgW="393480" imgH="469800" progId="Equation.3">
              <p:embed/>
            </p:oleObj>
          </a:graphicData>
        </a:graphic>
      </p:graphicFrame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p:oleObj spid="_x0000_s112645" name="Equation" r:id="rId8" imgW="419040" imgH="469800" progId="Equation.3">
              <p:embed/>
            </p:oleObj>
          </a:graphicData>
        </a:graphic>
      </p:graphicFrame>
      <p:sp>
        <p:nvSpPr>
          <p:cNvPr id="88083" name="Line 19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646" name="Object 6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p:oleObj spid="_x0000_s112646" name="Equation" r:id="rId9" imgW="266400" imgH="279360" progId="Equation.3">
              <p:embed/>
            </p:oleObj>
          </a:graphicData>
        </a:graphic>
      </p:graphicFrame>
      <p:graphicFrame>
        <p:nvGraphicFramePr>
          <p:cNvPr id="112647" name="Object 7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p:oleObj spid="_x0000_s112647" name="Equation" r:id="rId10" imgW="279360" imgH="380880" progId="Equation.3">
              <p:embed/>
            </p:oleObj>
          </a:graphicData>
        </a:graphic>
      </p:graphicFrame>
      <p:graphicFrame>
        <p:nvGraphicFramePr>
          <p:cNvPr id="112648" name="Object 8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p:oleObj spid="_x0000_s112648" name="Equation" r:id="rId11" imgW="279360" imgH="380880" progId="Equation.3">
              <p:embed/>
            </p:oleObj>
          </a:graphicData>
        </a:graphic>
      </p:graphicFrame>
      <p:graphicFrame>
        <p:nvGraphicFramePr>
          <p:cNvPr id="112649" name="Object 9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p:oleObj spid="_x0000_s112649" name="Equation" r:id="rId12" imgW="266400" imgH="279360" progId="Equation.3">
              <p:embed/>
            </p:oleObj>
          </a:graphicData>
        </a:graphic>
      </p:graphicFrame>
      <p:sp>
        <p:nvSpPr>
          <p:cNvPr id="88088" name="Oval 24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650" name="Object 10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p:oleObj spid="_x0000_s112650" name="Equation" r:id="rId13" imgW="406080" imgH="469800" progId="Equation.3">
              <p:embed/>
            </p:oleObj>
          </a:graphicData>
        </a:graphic>
      </p:graphicFrame>
      <p:graphicFrame>
        <p:nvGraphicFramePr>
          <p:cNvPr id="112651" name="Object 11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p:oleObj spid="_x0000_s112651" name="Equation" r:id="rId14" imgW="266400" imgH="279360" progId="Equation.3">
              <p:embed/>
            </p:oleObj>
          </a:graphicData>
        </a:graphic>
      </p:graphicFrame>
      <p:graphicFrame>
        <p:nvGraphicFramePr>
          <p:cNvPr id="112652" name="Object 12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p:oleObj spid="_x0000_s112652" name="Equation" r:id="rId15" imgW="266400" imgH="279360" progId="Equation.3">
              <p:embed/>
            </p:oleObj>
          </a:graphicData>
        </a:graphic>
      </p:graphicFrame>
      <p:graphicFrame>
        <p:nvGraphicFramePr>
          <p:cNvPr id="112653" name="Object 13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p:oleObj spid="_x0000_s112653" name="Equation" r:id="rId16" imgW="279360" imgH="380880" progId="Equation.3">
              <p:embed/>
            </p:oleObj>
          </a:graphicData>
        </a:graphic>
      </p:graphicFrame>
      <p:graphicFrame>
        <p:nvGraphicFramePr>
          <p:cNvPr id="112654" name="Object 14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p:oleObj spid="_x0000_s112654" name="Equation" r:id="rId17" imgW="279360" imgH="380880" progId="Equation.3">
              <p:embed/>
            </p:oleObj>
          </a:graphicData>
        </a:graphic>
      </p:graphicFrame>
      <p:sp>
        <p:nvSpPr>
          <p:cNvPr id="88094" name="Freeform 30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655" name="Object 15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p:oleObj spid="_x0000_s112655" name="Equation" r:id="rId18" imgW="672840" imgH="444240" progId="Equation.3">
              <p:embed/>
            </p:oleObj>
          </a:graphicData>
        </a:graphic>
      </p:graphicFrame>
      <p:sp>
        <p:nvSpPr>
          <p:cNvPr id="88096" name="Line 32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97" name="Freeform 33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98" name="Freeform 34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99" name="Freeform 35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8100" name="Group 36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112656" name="Object 1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12656" name="Equation" r:id="rId19" imgW="672840" imgH="444240" progId="Equation.3">
                <p:embed/>
              </p:oleObj>
            </a:graphicData>
          </a:graphic>
        </p:graphicFrame>
        <p:sp>
          <p:nvSpPr>
            <p:cNvPr id="88102" name="Line 3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0EE29E-1207-4B1C-B823-4D376BAD3410}" type="slidenum">
              <a:rPr lang="en-US"/>
              <a:pPr/>
              <a:t>41</a:t>
            </a:fld>
            <a:endParaRPr lang="en-US"/>
          </a:p>
        </p:txBody>
      </p:sp>
      <p:graphicFrame>
        <p:nvGraphicFramePr>
          <p:cNvPr id="113664" name="Object 0"/>
          <p:cNvGraphicFramePr>
            <a:graphicFrameLocks noChangeAspect="1"/>
          </p:cNvGraphicFramePr>
          <p:nvPr/>
        </p:nvGraphicFramePr>
        <p:xfrm>
          <a:off x="2387600" y="1371600"/>
          <a:ext cx="4165600" cy="584200"/>
        </p:xfrm>
        <a:graphic>
          <a:graphicData uri="http://schemas.openxmlformats.org/presentationml/2006/ole">
            <p:oleObj spid="_x0000_s113664" name="Equation" r:id="rId3" imgW="4165560" imgH="583920" progId="Equation.3">
              <p:embed/>
            </p:oleObj>
          </a:graphicData>
        </a:graphic>
      </p:graphicFrame>
      <p:sp>
        <p:nvSpPr>
          <p:cNvPr id="89092" name="Oval 4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093" name="Oval 5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094" name="Oval 6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095" name="Oval 7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096" name="Oval 8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097" name="Line 9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098" name="Line 10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099" name="Line 11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00" name="Line 12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02" name="Oval 14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3665" name="Object 1"/>
          <p:cNvGraphicFramePr>
            <a:graphicFrameLocks noChangeAspect="1"/>
          </p:cNvGraphicFramePr>
          <p:nvPr/>
        </p:nvGraphicFramePr>
        <p:xfrm>
          <a:off x="3238500" y="5397500"/>
          <a:ext cx="341313" cy="469900"/>
        </p:xfrm>
        <a:graphic>
          <a:graphicData uri="http://schemas.openxmlformats.org/presentationml/2006/ole">
            <p:oleObj spid="_x0000_s113665" name="Equation" r:id="rId4" imgW="342720" imgH="469800" progId="Equation.3">
              <p:embed/>
            </p:oleObj>
          </a:graphicData>
        </a:graphic>
      </p:graphicFrame>
      <p:graphicFrame>
        <p:nvGraphicFramePr>
          <p:cNvPr id="113666" name="Object 2"/>
          <p:cNvGraphicFramePr>
            <a:graphicFrameLocks noChangeAspect="1"/>
          </p:cNvGraphicFramePr>
          <p:nvPr/>
        </p:nvGraphicFramePr>
        <p:xfrm>
          <a:off x="4508500" y="5397500"/>
          <a:ext cx="392113" cy="469900"/>
        </p:xfrm>
        <a:graphic>
          <a:graphicData uri="http://schemas.openxmlformats.org/presentationml/2006/ole">
            <p:oleObj spid="_x0000_s113666" name="Equation" r:id="rId5" imgW="393480" imgH="469800" progId="Equation.3">
              <p:embed/>
            </p:oleObj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p:oleObj spid="_x0000_s113667" name="Equation" r:id="rId6" imgW="393480" imgH="469800" progId="Equation.3">
              <p:embed/>
            </p:oleObj>
          </a:graphicData>
        </a:graphic>
      </p:graphicFrame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p:oleObj spid="_x0000_s113668" name="Equation" r:id="rId7" imgW="419040" imgH="469800" progId="Equation.3">
              <p:embed/>
            </p:oleObj>
          </a:graphicData>
        </a:graphic>
      </p:graphicFrame>
      <p:sp>
        <p:nvSpPr>
          <p:cNvPr id="89107" name="Line 19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p:oleObj spid="_x0000_s113669" name="Equation" r:id="rId8" imgW="266400" imgH="279360" progId="Equation.3">
              <p:embed/>
            </p:oleObj>
          </a:graphicData>
        </a:graphic>
      </p:graphicFrame>
      <p:graphicFrame>
        <p:nvGraphicFramePr>
          <p:cNvPr id="113670" name="Object 6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p:oleObj spid="_x0000_s113670" name="Equation" r:id="rId9" imgW="279360" imgH="380880" progId="Equation.3">
              <p:embed/>
            </p:oleObj>
          </a:graphicData>
        </a:graphic>
      </p:graphicFrame>
      <p:graphicFrame>
        <p:nvGraphicFramePr>
          <p:cNvPr id="113671" name="Object 7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p:oleObj spid="_x0000_s113671" name="Equation" r:id="rId10" imgW="279360" imgH="380880" progId="Equation.3">
              <p:embed/>
            </p:oleObj>
          </a:graphicData>
        </a:graphic>
      </p:graphicFrame>
      <p:graphicFrame>
        <p:nvGraphicFramePr>
          <p:cNvPr id="113672" name="Object 8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p:oleObj spid="_x0000_s113672" name="Equation" r:id="rId11" imgW="266400" imgH="279360" progId="Equation.3">
              <p:embed/>
            </p:oleObj>
          </a:graphicData>
        </a:graphic>
      </p:graphicFrame>
      <p:sp>
        <p:nvSpPr>
          <p:cNvPr id="89112" name="Oval 24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3673" name="Object 9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p:oleObj spid="_x0000_s113673" name="Equation" r:id="rId12" imgW="406080" imgH="469800" progId="Equation.3">
              <p:embed/>
            </p:oleObj>
          </a:graphicData>
        </a:graphic>
      </p:graphicFrame>
      <p:graphicFrame>
        <p:nvGraphicFramePr>
          <p:cNvPr id="113674" name="Object 10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p:oleObj spid="_x0000_s113674" name="Equation" r:id="rId13" imgW="266400" imgH="279360" progId="Equation.3">
              <p:embed/>
            </p:oleObj>
          </a:graphicData>
        </a:graphic>
      </p:graphicFrame>
      <p:graphicFrame>
        <p:nvGraphicFramePr>
          <p:cNvPr id="113675" name="Object 11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p:oleObj spid="_x0000_s113675" name="Equation" r:id="rId14" imgW="266400" imgH="279360" progId="Equation.3">
              <p:embed/>
            </p:oleObj>
          </a:graphicData>
        </a:graphic>
      </p:graphicFrame>
      <p:graphicFrame>
        <p:nvGraphicFramePr>
          <p:cNvPr id="113676" name="Object 12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p:oleObj spid="_x0000_s113676" name="Equation" r:id="rId15" imgW="279360" imgH="380880" progId="Equation.3">
              <p:embed/>
            </p:oleObj>
          </a:graphicData>
        </a:graphic>
      </p:graphicFrame>
      <p:graphicFrame>
        <p:nvGraphicFramePr>
          <p:cNvPr id="113677" name="Object 13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p:oleObj spid="_x0000_s113677" name="Equation" r:id="rId16" imgW="279360" imgH="380880" progId="Equation.3">
              <p:embed/>
            </p:oleObj>
          </a:graphicData>
        </a:graphic>
      </p:graphicFrame>
      <p:sp>
        <p:nvSpPr>
          <p:cNvPr id="89118" name="Freeform 30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3678" name="Object 14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p:oleObj spid="_x0000_s113678" name="Equation" r:id="rId17" imgW="672840" imgH="444240" progId="Equation.3">
              <p:embed/>
            </p:oleObj>
          </a:graphicData>
        </a:graphic>
      </p:graphicFrame>
      <p:sp>
        <p:nvSpPr>
          <p:cNvPr id="89120" name="Line 32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21" name="Freeform 33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22" name="Freeform 34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23" name="Freeform 35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9124" name="Group 36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113680" name="Object 1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13680" name="Equation" r:id="rId18" imgW="672840" imgH="444240" progId="Equation.3">
                <p:embed/>
              </p:oleObj>
            </a:graphicData>
          </a:graphic>
        </p:graphicFrame>
        <p:sp>
          <p:nvSpPr>
            <p:cNvPr id="89126" name="Line 3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13679" name="Object 15"/>
          <p:cNvGraphicFramePr>
            <a:graphicFrameLocks noChangeAspect="1"/>
          </p:cNvGraphicFramePr>
          <p:nvPr/>
        </p:nvGraphicFramePr>
        <p:xfrm>
          <a:off x="1905000" y="5397500"/>
          <a:ext cx="419100" cy="469900"/>
        </p:xfrm>
        <a:graphic>
          <a:graphicData uri="http://schemas.openxmlformats.org/presentationml/2006/ole">
            <p:oleObj spid="_x0000_s113679" name="Equation" r:id="rId19" imgW="41904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752B17-58BE-4CB2-A842-D0D5D669D783}" type="slidenum">
              <a:rPr lang="en-US"/>
              <a:pPr/>
              <a:t>42</a:t>
            </a:fld>
            <a:endParaRPr lang="en-US"/>
          </a:p>
        </p:txBody>
      </p:sp>
      <p:graphicFrame>
        <p:nvGraphicFramePr>
          <p:cNvPr id="114688" name="Object 0"/>
          <p:cNvGraphicFramePr>
            <a:graphicFrameLocks noChangeAspect="1"/>
          </p:cNvGraphicFramePr>
          <p:nvPr/>
        </p:nvGraphicFramePr>
        <p:xfrm>
          <a:off x="3429000" y="1676400"/>
          <a:ext cx="2419350" cy="515938"/>
        </p:xfrm>
        <a:graphic>
          <a:graphicData uri="http://schemas.openxmlformats.org/presentationml/2006/ole">
            <p:oleObj spid="_x0000_s114688" name="Equation" r:id="rId3" imgW="2145960" imgH="457200" progId="Equation.3">
              <p:embed/>
            </p:oleObj>
          </a:graphicData>
        </a:graphic>
      </p:graphicFrame>
      <p:sp>
        <p:nvSpPr>
          <p:cNvPr id="101414" name="Text Box 38"/>
          <p:cNvSpPr txBox="1">
            <a:spLocks noChangeArrowheads="1"/>
          </p:cNvSpPr>
          <p:nvPr/>
        </p:nvSpPr>
        <p:spPr bwMode="auto">
          <a:xfrm>
            <a:off x="0" y="152400"/>
            <a:ext cx="85312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</a:t>
            </a:r>
            <a:r>
              <a:rPr lang="en-US">
                <a:solidFill>
                  <a:srgbClr val="009900"/>
                </a:solidFill>
              </a:rPr>
              <a:t>Observation:</a:t>
            </a:r>
            <a:r>
              <a:rPr lang="en-US"/>
              <a:t>  There is a walk from      to    </a:t>
            </a:r>
          </a:p>
          <a:p>
            <a:r>
              <a:rPr lang="en-US"/>
              <a:t>                       with label</a:t>
            </a:r>
          </a:p>
        </p:txBody>
      </p:sp>
      <p:graphicFrame>
        <p:nvGraphicFramePr>
          <p:cNvPr id="114689" name="Object 1"/>
          <p:cNvGraphicFramePr>
            <a:graphicFrameLocks noChangeAspect="1"/>
          </p:cNvGraphicFramePr>
          <p:nvPr/>
        </p:nvGraphicFramePr>
        <p:xfrm>
          <a:off x="7054850" y="279400"/>
          <a:ext cx="296863" cy="406400"/>
        </p:xfrm>
        <a:graphic>
          <a:graphicData uri="http://schemas.openxmlformats.org/presentationml/2006/ole">
            <p:oleObj spid="_x0000_s114689" name="Equation" r:id="rId4" imgW="241200" imgH="330120" progId="Equation.3">
              <p:embed/>
            </p:oleObj>
          </a:graphicData>
        </a:graphic>
      </p:graphicFrame>
      <p:graphicFrame>
        <p:nvGraphicFramePr>
          <p:cNvPr id="114690" name="Object 2"/>
          <p:cNvGraphicFramePr>
            <a:graphicFrameLocks noChangeAspect="1"/>
          </p:cNvGraphicFramePr>
          <p:nvPr/>
        </p:nvGraphicFramePr>
        <p:xfrm>
          <a:off x="8229600" y="152400"/>
          <a:ext cx="373063" cy="504825"/>
        </p:xfrm>
        <a:graphic>
          <a:graphicData uri="http://schemas.openxmlformats.org/presentationml/2006/ole">
            <p:oleObj spid="_x0000_s114690" name="Equation" r:id="rId5" imgW="330120" imgH="444240" progId="Equation.3">
              <p:embed/>
            </p:oleObj>
          </a:graphicData>
        </a:graphic>
      </p:graphicFrame>
      <p:graphicFrame>
        <p:nvGraphicFramePr>
          <p:cNvPr id="114691" name="Object 3"/>
          <p:cNvGraphicFramePr>
            <a:graphicFrameLocks noChangeAspect="1"/>
          </p:cNvGraphicFramePr>
          <p:nvPr/>
        </p:nvGraphicFramePr>
        <p:xfrm>
          <a:off x="5105400" y="914400"/>
          <a:ext cx="304800" cy="254000"/>
        </p:xfrm>
        <a:graphic>
          <a:graphicData uri="http://schemas.openxmlformats.org/presentationml/2006/ole">
            <p:oleObj spid="_x0000_s114691" name="Equation" r:id="rId6" imgW="304560" imgH="253800" progId="Equation.3">
              <p:embed/>
            </p:oleObj>
          </a:graphicData>
        </a:graphic>
      </p:graphicFrame>
      <p:sp>
        <p:nvSpPr>
          <p:cNvPr id="101419" name="Oval 43"/>
          <p:cNvSpPr>
            <a:spLocks noChangeArrowheads="1"/>
          </p:cNvSpPr>
          <p:nvPr/>
        </p:nvSpPr>
        <p:spPr bwMode="auto">
          <a:xfrm>
            <a:off x="1752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420" name="Oval 44"/>
          <p:cNvSpPr>
            <a:spLocks noChangeArrowheads="1"/>
          </p:cNvSpPr>
          <p:nvPr/>
        </p:nvSpPr>
        <p:spPr bwMode="auto">
          <a:xfrm>
            <a:off x="7086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422" name="Freeform 46"/>
          <p:cNvSpPr>
            <a:spLocks/>
          </p:cNvSpPr>
          <p:nvPr/>
        </p:nvSpPr>
        <p:spPr bwMode="auto">
          <a:xfrm>
            <a:off x="2295525" y="2997200"/>
            <a:ext cx="4867275" cy="606425"/>
          </a:xfrm>
          <a:custGeom>
            <a:avLst/>
            <a:gdLst/>
            <a:ahLst/>
            <a:cxnLst>
              <a:cxn ang="0">
                <a:pos x="0" y="203"/>
              </a:cxn>
              <a:cxn ang="0">
                <a:pos x="65" y="73"/>
              </a:cxn>
              <a:cxn ang="0">
                <a:pos x="357" y="0"/>
              </a:cxn>
              <a:cxn ang="0">
                <a:pos x="438" y="8"/>
              </a:cxn>
              <a:cxn ang="0">
                <a:pos x="544" y="98"/>
              </a:cxn>
              <a:cxn ang="0">
                <a:pos x="657" y="211"/>
              </a:cxn>
              <a:cxn ang="0">
                <a:pos x="836" y="341"/>
              </a:cxn>
              <a:cxn ang="0">
                <a:pos x="860" y="365"/>
              </a:cxn>
              <a:cxn ang="0">
                <a:pos x="909" y="382"/>
              </a:cxn>
              <a:cxn ang="0">
                <a:pos x="1047" y="373"/>
              </a:cxn>
              <a:cxn ang="0">
                <a:pos x="1112" y="317"/>
              </a:cxn>
              <a:cxn ang="0">
                <a:pos x="1258" y="203"/>
              </a:cxn>
              <a:cxn ang="0">
                <a:pos x="1306" y="179"/>
              </a:cxn>
              <a:cxn ang="0">
                <a:pos x="1631" y="98"/>
              </a:cxn>
              <a:cxn ang="0">
                <a:pos x="1769" y="106"/>
              </a:cxn>
              <a:cxn ang="0">
                <a:pos x="1817" y="146"/>
              </a:cxn>
              <a:cxn ang="0">
                <a:pos x="1890" y="187"/>
              </a:cxn>
              <a:cxn ang="0">
                <a:pos x="1955" y="235"/>
              </a:cxn>
              <a:cxn ang="0">
                <a:pos x="2044" y="284"/>
              </a:cxn>
              <a:cxn ang="0">
                <a:pos x="2191" y="276"/>
              </a:cxn>
              <a:cxn ang="0">
                <a:pos x="2247" y="260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1905000" y="3124200"/>
          <a:ext cx="241300" cy="330200"/>
        </p:xfrm>
        <a:graphic>
          <a:graphicData uri="http://schemas.openxmlformats.org/presentationml/2006/ole">
            <p:oleObj spid="_x0000_s114692" name="Equation" r:id="rId7" imgW="241200" imgH="330120" progId="Equation.3">
              <p:embed/>
            </p:oleObj>
          </a:graphicData>
        </a:graphic>
      </p:graphicFrame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7194550" y="3067050"/>
          <a:ext cx="330200" cy="444500"/>
        </p:xfrm>
        <a:graphic>
          <a:graphicData uri="http://schemas.openxmlformats.org/presentationml/2006/ole">
            <p:oleObj spid="_x0000_s114693" name="Equation" r:id="rId8" imgW="330120" imgH="444240" progId="Equation.3">
              <p:embed/>
            </p:oleObj>
          </a:graphicData>
        </a:graphic>
      </p:graphicFrame>
      <p:graphicFrame>
        <p:nvGraphicFramePr>
          <p:cNvPr id="114694" name="Object 6"/>
          <p:cNvGraphicFramePr>
            <a:graphicFrameLocks noChangeAspect="1"/>
          </p:cNvGraphicFramePr>
          <p:nvPr/>
        </p:nvGraphicFramePr>
        <p:xfrm>
          <a:off x="4419600" y="2895600"/>
          <a:ext cx="457200" cy="381000"/>
        </p:xfrm>
        <a:graphic>
          <a:graphicData uri="http://schemas.openxmlformats.org/presentationml/2006/ole">
            <p:oleObj spid="_x0000_s114694" name="Equation" r:id="rId9" imgW="304560" imgH="253800" progId="Equation.3">
              <p:embed/>
            </p:oleObj>
          </a:graphicData>
        </a:graphic>
      </p:graphicFrame>
      <p:sp>
        <p:nvSpPr>
          <p:cNvPr id="101428" name="Oval 52"/>
          <p:cNvSpPr>
            <a:spLocks noChangeArrowheads="1"/>
          </p:cNvSpPr>
          <p:nvPr/>
        </p:nvSpPr>
        <p:spPr bwMode="auto">
          <a:xfrm>
            <a:off x="1743075" y="553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429" name="Oval 53"/>
          <p:cNvSpPr>
            <a:spLocks noChangeArrowheads="1"/>
          </p:cNvSpPr>
          <p:nvPr/>
        </p:nvSpPr>
        <p:spPr bwMode="auto">
          <a:xfrm>
            <a:off x="7077075" y="553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4695" name="Object 7"/>
          <p:cNvGraphicFramePr>
            <a:graphicFrameLocks noChangeAspect="1"/>
          </p:cNvGraphicFramePr>
          <p:nvPr/>
        </p:nvGraphicFramePr>
        <p:xfrm>
          <a:off x="1895475" y="5613400"/>
          <a:ext cx="241300" cy="330200"/>
        </p:xfrm>
        <a:graphic>
          <a:graphicData uri="http://schemas.openxmlformats.org/presentationml/2006/ole">
            <p:oleObj spid="_x0000_s114695" name="Equation" r:id="rId10" imgW="241200" imgH="330120" progId="Equation.3">
              <p:embed/>
            </p:oleObj>
          </a:graphicData>
        </a:graphic>
      </p:graphicFrame>
      <p:graphicFrame>
        <p:nvGraphicFramePr>
          <p:cNvPr id="114696" name="Object 8"/>
          <p:cNvGraphicFramePr>
            <a:graphicFrameLocks noChangeAspect="1"/>
          </p:cNvGraphicFramePr>
          <p:nvPr/>
        </p:nvGraphicFramePr>
        <p:xfrm>
          <a:off x="7185025" y="5556250"/>
          <a:ext cx="330200" cy="444500"/>
        </p:xfrm>
        <a:graphic>
          <a:graphicData uri="http://schemas.openxmlformats.org/presentationml/2006/ole">
            <p:oleObj spid="_x0000_s114696" name="Equation" r:id="rId11" imgW="330120" imgH="444240" progId="Equation.3">
              <p:embed/>
            </p:oleObj>
          </a:graphicData>
        </a:graphic>
      </p:graphicFrame>
      <p:graphicFrame>
        <p:nvGraphicFramePr>
          <p:cNvPr id="114697" name="Object 9"/>
          <p:cNvGraphicFramePr>
            <a:graphicFrameLocks noChangeAspect="1"/>
          </p:cNvGraphicFramePr>
          <p:nvPr/>
        </p:nvGraphicFramePr>
        <p:xfrm>
          <a:off x="3505200" y="4800600"/>
          <a:ext cx="2374900" cy="482600"/>
        </p:xfrm>
        <a:graphic>
          <a:graphicData uri="http://schemas.openxmlformats.org/presentationml/2006/ole">
            <p:oleObj spid="_x0000_s114697" name="Equation" r:id="rId12" imgW="2374560" imgH="482400" progId="Equation.3">
              <p:embed/>
            </p:oleObj>
          </a:graphicData>
        </a:graphic>
      </p:graphicFrame>
      <p:sp>
        <p:nvSpPr>
          <p:cNvPr id="101434" name="Oval 58"/>
          <p:cNvSpPr>
            <a:spLocks noChangeArrowheads="1"/>
          </p:cNvSpPr>
          <p:nvPr/>
        </p:nvSpPr>
        <p:spPr bwMode="auto">
          <a:xfrm>
            <a:off x="28194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436" name="Oval 60"/>
          <p:cNvSpPr>
            <a:spLocks noChangeArrowheads="1"/>
          </p:cNvSpPr>
          <p:nvPr/>
        </p:nvSpPr>
        <p:spPr bwMode="auto">
          <a:xfrm>
            <a:off x="3886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438" name="Oval 62"/>
          <p:cNvSpPr>
            <a:spLocks noChangeArrowheads="1"/>
          </p:cNvSpPr>
          <p:nvPr/>
        </p:nvSpPr>
        <p:spPr bwMode="auto">
          <a:xfrm>
            <a:off x="60960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440" name="Line 64"/>
          <p:cNvSpPr>
            <a:spLocks noChangeShapeType="1"/>
          </p:cNvSpPr>
          <p:nvPr/>
        </p:nvSpPr>
        <p:spPr bwMode="auto">
          <a:xfrm>
            <a:off x="2286000" y="5791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1441" name="Line 65"/>
          <p:cNvSpPr>
            <a:spLocks noChangeShapeType="1"/>
          </p:cNvSpPr>
          <p:nvPr/>
        </p:nvSpPr>
        <p:spPr bwMode="auto">
          <a:xfrm>
            <a:off x="3352800" y="5791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1442" name="Line 66"/>
          <p:cNvSpPr>
            <a:spLocks noChangeShapeType="1"/>
          </p:cNvSpPr>
          <p:nvPr/>
        </p:nvSpPr>
        <p:spPr bwMode="auto">
          <a:xfrm>
            <a:off x="6629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1443" name="Freeform 67"/>
          <p:cNvSpPr>
            <a:spLocks/>
          </p:cNvSpPr>
          <p:nvPr/>
        </p:nvSpPr>
        <p:spPr bwMode="auto">
          <a:xfrm>
            <a:off x="4418013" y="55197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4698" name="Object 10"/>
          <p:cNvGraphicFramePr>
            <a:graphicFrameLocks noChangeAspect="1"/>
          </p:cNvGraphicFramePr>
          <p:nvPr/>
        </p:nvGraphicFramePr>
        <p:xfrm>
          <a:off x="2362200" y="5410200"/>
          <a:ext cx="255588" cy="304800"/>
        </p:xfrm>
        <a:graphic>
          <a:graphicData uri="http://schemas.openxmlformats.org/presentationml/2006/ole">
            <p:oleObj spid="_x0000_s114698" name="Equation" r:id="rId13" imgW="393480" imgH="469800" progId="Equation.3">
              <p:embed/>
            </p:oleObj>
          </a:graphicData>
        </a:graphic>
      </p:graphicFrame>
      <p:graphicFrame>
        <p:nvGraphicFramePr>
          <p:cNvPr id="114699" name="Object 11"/>
          <p:cNvGraphicFramePr>
            <a:graphicFrameLocks noChangeAspect="1"/>
          </p:cNvGraphicFramePr>
          <p:nvPr/>
        </p:nvGraphicFramePr>
        <p:xfrm>
          <a:off x="3413125" y="5410200"/>
          <a:ext cx="287338" cy="304800"/>
        </p:xfrm>
        <a:graphic>
          <a:graphicData uri="http://schemas.openxmlformats.org/presentationml/2006/ole">
            <p:oleObj spid="_x0000_s114699" name="Equation" r:id="rId14" imgW="444240" imgH="469800" progId="Equation.3">
              <p:embed/>
            </p:oleObj>
          </a:graphicData>
        </a:graphic>
      </p:graphicFrame>
      <p:graphicFrame>
        <p:nvGraphicFramePr>
          <p:cNvPr id="114700" name="Object 12"/>
          <p:cNvGraphicFramePr>
            <a:graphicFrameLocks noChangeAspect="1"/>
          </p:cNvGraphicFramePr>
          <p:nvPr/>
        </p:nvGraphicFramePr>
        <p:xfrm>
          <a:off x="6700838" y="5407025"/>
          <a:ext cx="295275" cy="312738"/>
        </p:xfrm>
        <a:graphic>
          <a:graphicData uri="http://schemas.openxmlformats.org/presentationml/2006/ole">
            <p:oleObj spid="_x0000_s114700" name="Equation" r:id="rId15" imgW="457200" imgH="482400" progId="Equation.3">
              <p:embed/>
            </p:oleObj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38883B-812D-44CD-AD72-94D01EE53FEC}" type="slidenum">
              <a:rPr lang="en-US"/>
              <a:pPr/>
              <a:t>43</a:t>
            </a:fld>
            <a:endParaRPr lang="en-US"/>
          </a:p>
        </p:txBody>
      </p:sp>
      <p:graphicFrame>
        <p:nvGraphicFramePr>
          <p:cNvPr id="115712" name="Object 0"/>
          <p:cNvGraphicFramePr>
            <a:graphicFrameLocks noChangeAspect="1"/>
          </p:cNvGraphicFramePr>
          <p:nvPr/>
        </p:nvGraphicFramePr>
        <p:xfrm>
          <a:off x="2133600" y="1905000"/>
          <a:ext cx="4165600" cy="584200"/>
        </p:xfrm>
        <a:graphic>
          <a:graphicData uri="http://schemas.openxmlformats.org/presentationml/2006/ole">
            <p:oleObj spid="_x0000_s115712" name="Equation" r:id="rId3" imgW="4165560" imgH="583920" progId="Equation.3">
              <p:embed/>
            </p:oleObj>
          </a:graphicData>
        </a:graphic>
      </p:graphicFrame>
      <p:sp>
        <p:nvSpPr>
          <p:cNvPr id="91139" name="Oval 3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0" name="Oval 4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1" name="Oval 5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2" name="Oval 6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3" name="Oval 7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4" name="Line 8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5" name="Line 9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6" name="Line 10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7" name="Line 11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8" name="Oval 12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5713" name="Object 1"/>
          <p:cNvGraphicFramePr>
            <a:graphicFrameLocks noChangeAspect="1"/>
          </p:cNvGraphicFramePr>
          <p:nvPr/>
        </p:nvGraphicFramePr>
        <p:xfrm>
          <a:off x="3238500" y="5397500"/>
          <a:ext cx="341313" cy="469900"/>
        </p:xfrm>
        <a:graphic>
          <a:graphicData uri="http://schemas.openxmlformats.org/presentationml/2006/ole">
            <p:oleObj spid="_x0000_s115713" name="Equation" r:id="rId4" imgW="342720" imgH="469800" progId="Equation.3">
              <p:embed/>
            </p:oleObj>
          </a:graphicData>
        </a:graphic>
      </p:graphicFrame>
      <p:graphicFrame>
        <p:nvGraphicFramePr>
          <p:cNvPr id="115714" name="Object 2"/>
          <p:cNvGraphicFramePr>
            <a:graphicFrameLocks noChangeAspect="1"/>
          </p:cNvGraphicFramePr>
          <p:nvPr/>
        </p:nvGraphicFramePr>
        <p:xfrm>
          <a:off x="4508500" y="5397500"/>
          <a:ext cx="392113" cy="469900"/>
        </p:xfrm>
        <a:graphic>
          <a:graphicData uri="http://schemas.openxmlformats.org/presentationml/2006/ole">
            <p:oleObj spid="_x0000_s115714" name="Equation" r:id="rId5" imgW="393480" imgH="469800" progId="Equation.3">
              <p:embed/>
            </p:oleObj>
          </a:graphicData>
        </a:graphic>
      </p:graphicFrame>
      <p:graphicFrame>
        <p:nvGraphicFramePr>
          <p:cNvPr id="115715" name="Object 3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p:oleObj spid="_x0000_s115715" name="Equation" r:id="rId6" imgW="393480" imgH="469800" progId="Equation.3">
              <p:embed/>
            </p:oleObj>
          </a:graphicData>
        </a:graphic>
      </p:graphicFrame>
      <p:graphicFrame>
        <p:nvGraphicFramePr>
          <p:cNvPr id="115716" name="Object 4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p:oleObj spid="_x0000_s115716" name="Equation" r:id="rId7" imgW="419040" imgH="469800" progId="Equation.3">
              <p:embed/>
            </p:oleObj>
          </a:graphicData>
        </a:graphic>
      </p:graphicFrame>
      <p:sp>
        <p:nvSpPr>
          <p:cNvPr id="91153" name="Line 17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5717" name="Object 5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p:oleObj spid="_x0000_s115717" name="Equation" r:id="rId8" imgW="266400" imgH="279360" progId="Equation.3">
              <p:embed/>
            </p:oleObj>
          </a:graphicData>
        </a:graphic>
      </p:graphicFrame>
      <p:graphicFrame>
        <p:nvGraphicFramePr>
          <p:cNvPr id="115718" name="Object 6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p:oleObj spid="_x0000_s115718" name="Equation" r:id="rId9" imgW="279360" imgH="380880" progId="Equation.3">
              <p:embed/>
            </p:oleObj>
          </a:graphicData>
        </a:graphic>
      </p:graphicFrame>
      <p:graphicFrame>
        <p:nvGraphicFramePr>
          <p:cNvPr id="115719" name="Object 7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p:oleObj spid="_x0000_s115719" name="Equation" r:id="rId10" imgW="279360" imgH="380880" progId="Equation.3">
              <p:embed/>
            </p:oleObj>
          </a:graphicData>
        </a:graphic>
      </p:graphicFrame>
      <p:graphicFrame>
        <p:nvGraphicFramePr>
          <p:cNvPr id="115720" name="Object 8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p:oleObj spid="_x0000_s115720" name="Equation" r:id="rId11" imgW="266400" imgH="279360" progId="Equation.3">
              <p:embed/>
            </p:oleObj>
          </a:graphicData>
        </a:graphic>
      </p:graphicFrame>
      <p:sp>
        <p:nvSpPr>
          <p:cNvPr id="91158" name="Oval 22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5721" name="Object 9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p:oleObj spid="_x0000_s115721" name="Equation" r:id="rId12" imgW="406080" imgH="469800" progId="Equation.3">
              <p:embed/>
            </p:oleObj>
          </a:graphicData>
        </a:graphic>
      </p:graphicFrame>
      <p:graphicFrame>
        <p:nvGraphicFramePr>
          <p:cNvPr id="115722" name="Object 10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p:oleObj spid="_x0000_s115722" name="Equation" r:id="rId13" imgW="266400" imgH="279360" progId="Equation.3">
              <p:embed/>
            </p:oleObj>
          </a:graphicData>
        </a:graphic>
      </p:graphicFrame>
      <p:graphicFrame>
        <p:nvGraphicFramePr>
          <p:cNvPr id="115723" name="Object 11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p:oleObj spid="_x0000_s115723" name="Equation" r:id="rId14" imgW="266400" imgH="279360" progId="Equation.3">
              <p:embed/>
            </p:oleObj>
          </a:graphicData>
        </a:graphic>
      </p:graphicFrame>
      <p:graphicFrame>
        <p:nvGraphicFramePr>
          <p:cNvPr id="115724" name="Object 12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p:oleObj spid="_x0000_s115724" name="Equation" r:id="rId15" imgW="279360" imgH="380880" progId="Equation.3">
              <p:embed/>
            </p:oleObj>
          </a:graphicData>
        </a:graphic>
      </p:graphicFrame>
      <p:graphicFrame>
        <p:nvGraphicFramePr>
          <p:cNvPr id="115725" name="Object 13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p:oleObj spid="_x0000_s115725" name="Equation" r:id="rId16" imgW="279360" imgH="380880" progId="Equation.3">
              <p:embed/>
            </p:oleObj>
          </a:graphicData>
        </a:graphic>
      </p:graphicFrame>
      <p:sp>
        <p:nvSpPr>
          <p:cNvPr id="91164" name="Freeform 28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5726" name="Object 14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p:oleObj spid="_x0000_s115726" name="Equation" r:id="rId17" imgW="672840" imgH="444240" progId="Equation.3">
              <p:embed/>
            </p:oleObj>
          </a:graphicData>
        </a:graphic>
      </p:graphicFrame>
      <p:sp>
        <p:nvSpPr>
          <p:cNvPr id="91166" name="Line 30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67" name="Freeform 31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68" name="Freeform 32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69" name="Freeform 33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1170" name="Group 34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115731" name="Object 19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15731" name="Equation" r:id="rId18" imgW="672840" imgH="444240" progId="Equation.3">
                <p:embed/>
              </p:oleObj>
            </a:graphicData>
          </a:graphic>
        </p:graphicFrame>
        <p:sp>
          <p:nvSpPr>
            <p:cNvPr id="91172" name="Line 3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15727" name="Object 15"/>
          <p:cNvGraphicFramePr>
            <a:graphicFrameLocks noChangeAspect="1"/>
          </p:cNvGraphicFramePr>
          <p:nvPr/>
        </p:nvGraphicFramePr>
        <p:xfrm>
          <a:off x="1905000" y="5397500"/>
          <a:ext cx="419100" cy="469900"/>
        </p:xfrm>
        <a:graphic>
          <a:graphicData uri="http://schemas.openxmlformats.org/presentationml/2006/ole">
            <p:oleObj spid="_x0000_s115727" name="Equation" r:id="rId19" imgW="419040" imgH="469800" progId="Equation.3">
              <p:embed/>
            </p:oleObj>
          </a:graphicData>
        </a:graphic>
      </p:graphicFrame>
      <p:sp>
        <p:nvSpPr>
          <p:cNvPr id="91174" name="Text Box 38"/>
          <p:cNvSpPr txBox="1">
            <a:spLocks noChangeArrowheads="1"/>
          </p:cNvSpPr>
          <p:nvPr/>
        </p:nvSpPr>
        <p:spPr bwMode="auto">
          <a:xfrm>
            <a:off x="0" y="152400"/>
            <a:ext cx="80232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</a:t>
            </a:r>
            <a:r>
              <a:rPr lang="en-US">
                <a:solidFill>
                  <a:srgbClr val="009900"/>
                </a:solidFill>
              </a:rPr>
              <a:t>Example:</a:t>
            </a:r>
            <a:r>
              <a:rPr lang="en-US"/>
              <a:t>  There is a walk from        to    </a:t>
            </a:r>
          </a:p>
          <a:p>
            <a:r>
              <a:rPr lang="en-US"/>
              <a:t>                       with label</a:t>
            </a:r>
          </a:p>
        </p:txBody>
      </p:sp>
      <p:graphicFrame>
        <p:nvGraphicFramePr>
          <p:cNvPr id="115728" name="Object 16"/>
          <p:cNvGraphicFramePr>
            <a:graphicFrameLocks noChangeAspect="1"/>
          </p:cNvGraphicFramePr>
          <p:nvPr/>
        </p:nvGraphicFramePr>
        <p:xfrm>
          <a:off x="6248400" y="76200"/>
          <a:ext cx="482600" cy="584200"/>
        </p:xfrm>
        <a:graphic>
          <a:graphicData uri="http://schemas.openxmlformats.org/presentationml/2006/ole">
            <p:oleObj spid="_x0000_s115728" name="Equation" r:id="rId20" imgW="482400" imgH="583920" progId="Equation.3">
              <p:embed/>
            </p:oleObj>
          </a:graphicData>
        </a:graphic>
      </p:graphicFrame>
      <p:graphicFrame>
        <p:nvGraphicFramePr>
          <p:cNvPr id="115729" name="Object 17"/>
          <p:cNvGraphicFramePr>
            <a:graphicFrameLocks noChangeAspect="1"/>
          </p:cNvGraphicFramePr>
          <p:nvPr/>
        </p:nvGraphicFramePr>
        <p:xfrm>
          <a:off x="4953000" y="762000"/>
          <a:ext cx="1562100" cy="431800"/>
        </p:xfrm>
        <a:graphic>
          <a:graphicData uri="http://schemas.openxmlformats.org/presentationml/2006/ole">
            <p:oleObj spid="_x0000_s115729" name="Equation" r:id="rId21" imgW="1562040" imgH="431640" progId="Equation.3">
              <p:embed/>
            </p:oleObj>
          </a:graphicData>
        </a:graphic>
      </p:graphicFrame>
      <p:graphicFrame>
        <p:nvGraphicFramePr>
          <p:cNvPr id="115730" name="Object 18"/>
          <p:cNvGraphicFramePr>
            <a:graphicFrameLocks noChangeAspect="1"/>
          </p:cNvGraphicFramePr>
          <p:nvPr/>
        </p:nvGraphicFramePr>
        <p:xfrm>
          <a:off x="7772400" y="152400"/>
          <a:ext cx="430213" cy="547688"/>
        </p:xfrm>
        <a:graphic>
          <a:graphicData uri="http://schemas.openxmlformats.org/presentationml/2006/ole">
            <p:oleObj spid="_x0000_s115730" name="Equation" r:id="rId22" imgW="380880" imgH="482400" progId="Equation.3">
              <p:embed/>
            </p:oleObj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E165BC-320C-46E0-B8BC-B7AE0860A62B}" type="slidenum">
              <a:rPr lang="en-US"/>
              <a:pPr/>
              <a:t>44</a:t>
            </a:fld>
            <a:endParaRPr lang="en-US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Recursive Definition</a:t>
            </a:r>
          </a:p>
        </p:txBody>
      </p:sp>
      <p:graphicFrame>
        <p:nvGraphicFramePr>
          <p:cNvPr id="116736" name="Object 0"/>
          <p:cNvGraphicFramePr>
            <a:graphicFrameLocks noChangeAspect="1"/>
          </p:cNvGraphicFramePr>
          <p:nvPr/>
        </p:nvGraphicFramePr>
        <p:xfrm>
          <a:off x="2667000" y="914400"/>
          <a:ext cx="4559300" cy="1066800"/>
        </p:xfrm>
        <a:graphic>
          <a:graphicData uri="http://schemas.openxmlformats.org/presentationml/2006/ole">
            <p:oleObj spid="_x0000_s116736" name="Equation" r:id="rId3" imgW="4559040" imgH="1066680" progId="Equation.3">
              <p:embed/>
            </p:oleObj>
          </a:graphicData>
        </a:graphic>
      </p:graphicFrame>
      <p:sp>
        <p:nvSpPr>
          <p:cNvPr id="54315" name="Oval 43"/>
          <p:cNvSpPr>
            <a:spLocks noChangeArrowheads="1"/>
          </p:cNvSpPr>
          <p:nvPr/>
        </p:nvSpPr>
        <p:spPr bwMode="auto">
          <a:xfrm>
            <a:off x="1676400" y="2895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6" name="Oval 44"/>
          <p:cNvSpPr>
            <a:spLocks noChangeArrowheads="1"/>
          </p:cNvSpPr>
          <p:nvPr/>
        </p:nvSpPr>
        <p:spPr bwMode="auto">
          <a:xfrm>
            <a:off x="5791200" y="2895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7" name="Oval 45"/>
          <p:cNvSpPr>
            <a:spLocks noChangeArrowheads="1"/>
          </p:cNvSpPr>
          <p:nvPr/>
        </p:nvSpPr>
        <p:spPr bwMode="auto">
          <a:xfrm>
            <a:off x="7162800" y="2895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8" name="Freeform 46"/>
          <p:cNvSpPr>
            <a:spLocks/>
          </p:cNvSpPr>
          <p:nvPr/>
        </p:nvSpPr>
        <p:spPr bwMode="auto">
          <a:xfrm>
            <a:off x="2219325" y="2844800"/>
            <a:ext cx="3695700" cy="606425"/>
          </a:xfrm>
          <a:custGeom>
            <a:avLst/>
            <a:gdLst/>
            <a:ahLst/>
            <a:cxnLst>
              <a:cxn ang="0">
                <a:pos x="0" y="203"/>
              </a:cxn>
              <a:cxn ang="0">
                <a:pos x="65" y="73"/>
              </a:cxn>
              <a:cxn ang="0">
                <a:pos x="357" y="0"/>
              </a:cxn>
              <a:cxn ang="0">
                <a:pos x="438" y="8"/>
              </a:cxn>
              <a:cxn ang="0">
                <a:pos x="544" y="98"/>
              </a:cxn>
              <a:cxn ang="0">
                <a:pos x="657" y="211"/>
              </a:cxn>
              <a:cxn ang="0">
                <a:pos x="836" y="341"/>
              </a:cxn>
              <a:cxn ang="0">
                <a:pos x="860" y="365"/>
              </a:cxn>
              <a:cxn ang="0">
                <a:pos x="909" y="382"/>
              </a:cxn>
              <a:cxn ang="0">
                <a:pos x="1047" y="373"/>
              </a:cxn>
              <a:cxn ang="0">
                <a:pos x="1112" y="317"/>
              </a:cxn>
              <a:cxn ang="0">
                <a:pos x="1258" y="203"/>
              </a:cxn>
              <a:cxn ang="0">
                <a:pos x="1306" y="179"/>
              </a:cxn>
              <a:cxn ang="0">
                <a:pos x="1631" y="98"/>
              </a:cxn>
              <a:cxn ang="0">
                <a:pos x="1769" y="106"/>
              </a:cxn>
              <a:cxn ang="0">
                <a:pos x="1817" y="146"/>
              </a:cxn>
              <a:cxn ang="0">
                <a:pos x="1890" y="187"/>
              </a:cxn>
              <a:cxn ang="0">
                <a:pos x="1955" y="235"/>
              </a:cxn>
              <a:cxn ang="0">
                <a:pos x="2044" y="284"/>
              </a:cxn>
              <a:cxn ang="0">
                <a:pos x="2191" y="276"/>
              </a:cxn>
              <a:cxn ang="0">
                <a:pos x="2247" y="260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319" name="Line 47"/>
          <p:cNvSpPr>
            <a:spLocks noChangeShapeType="1"/>
          </p:cNvSpPr>
          <p:nvPr/>
        </p:nvSpPr>
        <p:spPr bwMode="auto">
          <a:xfrm>
            <a:off x="6324600" y="3200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6737" name="Object 1"/>
          <p:cNvGraphicFramePr>
            <a:graphicFrameLocks noChangeAspect="1"/>
          </p:cNvGraphicFramePr>
          <p:nvPr/>
        </p:nvGraphicFramePr>
        <p:xfrm>
          <a:off x="1828800" y="2971800"/>
          <a:ext cx="241300" cy="330200"/>
        </p:xfrm>
        <a:graphic>
          <a:graphicData uri="http://schemas.openxmlformats.org/presentationml/2006/ole">
            <p:oleObj spid="_x0000_s116737" name="Equation" r:id="rId4" imgW="241200" imgH="330120" progId="Equation.3">
              <p:embed/>
            </p:oleObj>
          </a:graphicData>
        </a:graphic>
      </p:graphicFrame>
      <p:graphicFrame>
        <p:nvGraphicFramePr>
          <p:cNvPr id="116738" name="Object 2"/>
          <p:cNvGraphicFramePr>
            <a:graphicFrameLocks noChangeAspect="1"/>
          </p:cNvGraphicFramePr>
          <p:nvPr/>
        </p:nvGraphicFramePr>
        <p:xfrm>
          <a:off x="7239000" y="2895600"/>
          <a:ext cx="330200" cy="444500"/>
        </p:xfrm>
        <a:graphic>
          <a:graphicData uri="http://schemas.openxmlformats.org/presentationml/2006/ole">
            <p:oleObj spid="_x0000_s116738" name="Equation" r:id="rId5" imgW="330120" imgH="444240" progId="Equation.3">
              <p:embed/>
            </p:oleObj>
          </a:graphicData>
        </a:graphic>
      </p:graphicFrame>
      <p:graphicFrame>
        <p:nvGraphicFramePr>
          <p:cNvPr id="116739" name="Object 3"/>
          <p:cNvGraphicFramePr>
            <a:graphicFrameLocks noChangeAspect="1"/>
          </p:cNvGraphicFramePr>
          <p:nvPr/>
        </p:nvGraphicFramePr>
        <p:xfrm>
          <a:off x="6553200" y="2895600"/>
          <a:ext cx="304800" cy="254000"/>
        </p:xfrm>
        <a:graphic>
          <a:graphicData uri="http://schemas.openxmlformats.org/presentationml/2006/ole">
            <p:oleObj spid="_x0000_s116739" name="Equation" r:id="rId6" imgW="304560" imgH="253800" progId="Equation.3">
              <p:embed/>
            </p:oleObj>
          </a:graphicData>
        </a:graphic>
      </p:graphicFrame>
      <p:graphicFrame>
        <p:nvGraphicFramePr>
          <p:cNvPr id="116740" name="Object 4"/>
          <p:cNvGraphicFramePr>
            <a:graphicFrameLocks noChangeAspect="1"/>
          </p:cNvGraphicFramePr>
          <p:nvPr/>
        </p:nvGraphicFramePr>
        <p:xfrm>
          <a:off x="3810000" y="2819400"/>
          <a:ext cx="381000" cy="317500"/>
        </p:xfrm>
        <a:graphic>
          <a:graphicData uri="http://schemas.openxmlformats.org/presentationml/2006/ole">
            <p:oleObj spid="_x0000_s116740" name="Equation" r:id="rId7" imgW="304560" imgH="253800" progId="Equation.3">
              <p:embed/>
            </p:oleObj>
          </a:graphicData>
        </a:graphic>
      </p:graphicFrame>
      <p:graphicFrame>
        <p:nvGraphicFramePr>
          <p:cNvPr id="116741" name="Object 5"/>
          <p:cNvGraphicFramePr>
            <a:graphicFrameLocks noChangeAspect="1"/>
          </p:cNvGraphicFramePr>
          <p:nvPr/>
        </p:nvGraphicFramePr>
        <p:xfrm>
          <a:off x="5867400" y="2882900"/>
          <a:ext cx="330200" cy="469900"/>
        </p:xfrm>
        <a:graphic>
          <a:graphicData uri="http://schemas.openxmlformats.org/presentationml/2006/ole">
            <p:oleObj spid="_x0000_s116741" name="Equation" r:id="rId8" imgW="330120" imgH="469800" progId="Equation.3">
              <p:embed/>
            </p:oleObj>
          </a:graphicData>
        </a:graphic>
      </p:graphicFrame>
      <p:graphicFrame>
        <p:nvGraphicFramePr>
          <p:cNvPr id="116742" name="Object 6"/>
          <p:cNvGraphicFramePr>
            <a:graphicFrameLocks noChangeAspect="1"/>
          </p:cNvGraphicFramePr>
          <p:nvPr/>
        </p:nvGraphicFramePr>
        <p:xfrm>
          <a:off x="0" y="4038600"/>
          <a:ext cx="1828800" cy="1252538"/>
        </p:xfrm>
        <a:graphic>
          <a:graphicData uri="http://schemas.openxmlformats.org/presentationml/2006/ole">
            <p:oleObj spid="_x0000_s116742" name="Equation" r:id="rId9" imgW="2463480" imgH="1688760" progId="Equation.3">
              <p:embed/>
            </p:oleObj>
          </a:graphicData>
        </a:graphic>
      </p:graphicFrame>
      <p:sp>
        <p:nvSpPr>
          <p:cNvPr id="54328" name="AutoShape 56"/>
          <p:cNvSpPr>
            <a:spLocks/>
          </p:cNvSpPr>
          <p:nvPr/>
        </p:nvSpPr>
        <p:spPr bwMode="auto">
          <a:xfrm>
            <a:off x="1828800" y="4191000"/>
            <a:ext cx="304800" cy="1136650"/>
          </a:xfrm>
          <a:prstGeom prst="rightBrace">
            <a:avLst>
              <a:gd name="adj1" fmla="val 310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9" name="AutoShape 57"/>
          <p:cNvSpPr>
            <a:spLocks noChangeArrowheads="1"/>
          </p:cNvSpPr>
          <p:nvPr/>
        </p:nvSpPr>
        <p:spPr bwMode="auto">
          <a:xfrm>
            <a:off x="2209800" y="46482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2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2743200" y="4648200"/>
          <a:ext cx="2514600" cy="1235075"/>
        </p:xfrm>
        <a:graphic>
          <a:graphicData uri="http://schemas.openxmlformats.org/presentationml/2006/ole">
            <p:oleObj spid="_x0000_s116743" name="Equation" r:id="rId10" imgW="3454200" imgH="1688760" progId="Equation.3">
              <p:embed/>
            </p:oleObj>
          </a:graphicData>
        </a:graphic>
      </p:graphicFrame>
      <p:graphicFrame>
        <p:nvGraphicFramePr>
          <p:cNvPr id="116744" name="Object 8"/>
          <p:cNvGraphicFramePr>
            <a:graphicFrameLocks noChangeAspect="1"/>
          </p:cNvGraphicFramePr>
          <p:nvPr/>
        </p:nvGraphicFramePr>
        <p:xfrm>
          <a:off x="4464050" y="3194050"/>
          <a:ext cx="215900" cy="469900"/>
        </p:xfrm>
        <a:graphic>
          <a:graphicData uri="http://schemas.openxmlformats.org/presentationml/2006/ole">
            <p:oleObj spid="_x0000_s116744" name="Equation" r:id="rId11" imgW="215640" imgH="469800" progId="Equation.3">
              <p:embed/>
            </p:oleObj>
          </a:graphicData>
        </a:graphic>
      </p:graphicFrame>
      <p:sp>
        <p:nvSpPr>
          <p:cNvPr id="54333" name="AutoShape 61"/>
          <p:cNvSpPr>
            <a:spLocks/>
          </p:cNvSpPr>
          <p:nvPr/>
        </p:nvSpPr>
        <p:spPr bwMode="auto">
          <a:xfrm>
            <a:off x="5257800" y="4724400"/>
            <a:ext cx="304800" cy="12192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34" name="AutoShape 62"/>
          <p:cNvSpPr>
            <a:spLocks noChangeArrowheads="1"/>
          </p:cNvSpPr>
          <p:nvPr/>
        </p:nvSpPr>
        <p:spPr bwMode="auto">
          <a:xfrm>
            <a:off x="5638800" y="51816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2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6745" name="Object 9"/>
          <p:cNvGraphicFramePr>
            <a:graphicFrameLocks noChangeAspect="1"/>
          </p:cNvGraphicFramePr>
          <p:nvPr/>
        </p:nvGraphicFramePr>
        <p:xfrm>
          <a:off x="6096000" y="5181600"/>
          <a:ext cx="3048000" cy="306388"/>
        </p:xfrm>
        <a:graphic>
          <a:graphicData uri="http://schemas.openxmlformats.org/presentationml/2006/ole">
            <p:oleObj spid="_x0000_s116745" name="Equation" r:id="rId12" imgW="4559040" imgH="457200" progId="Equation.3">
              <p:embed/>
            </p:oleObj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2E3AE5-9291-4823-BDE4-5C65C4134A35}" type="slidenum">
              <a:rPr lang="en-US"/>
              <a:pPr/>
              <a:t>45</a:t>
            </a:fld>
            <a:endParaRPr lang="en-US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  <a:p>
            <a:pPr marL="342900" indent="-342900"/>
            <a:endParaRPr lang="en-US"/>
          </a:p>
          <a:p>
            <a:pPr marL="342900" indent="-342900"/>
            <a:endParaRPr lang="en-US"/>
          </a:p>
          <a:p>
            <a:pPr marL="342900" indent="-342900"/>
            <a:endParaRPr lang="en-US"/>
          </a:p>
        </p:txBody>
      </p:sp>
      <p:sp>
        <p:nvSpPr>
          <p:cNvPr id="90117" name="Oval 5"/>
          <p:cNvSpPr>
            <a:spLocks noChangeArrowheads="1"/>
          </p:cNvSpPr>
          <p:nvPr/>
        </p:nvSpPr>
        <p:spPr bwMode="auto">
          <a:xfrm>
            <a:off x="1905000" y="57023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8" name="Oval 6"/>
          <p:cNvSpPr>
            <a:spLocks noChangeArrowheads="1"/>
          </p:cNvSpPr>
          <p:nvPr/>
        </p:nvSpPr>
        <p:spPr bwMode="auto">
          <a:xfrm>
            <a:off x="4495800" y="57023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9" name="Oval 7"/>
          <p:cNvSpPr>
            <a:spLocks noChangeArrowheads="1"/>
          </p:cNvSpPr>
          <p:nvPr/>
        </p:nvSpPr>
        <p:spPr bwMode="auto">
          <a:xfrm>
            <a:off x="5791200" y="5702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0" name="Oval 8"/>
          <p:cNvSpPr>
            <a:spLocks noChangeArrowheads="1"/>
          </p:cNvSpPr>
          <p:nvPr/>
        </p:nvSpPr>
        <p:spPr bwMode="auto">
          <a:xfrm>
            <a:off x="7162800" y="5702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1" name="Oval 9"/>
          <p:cNvSpPr>
            <a:spLocks noChangeArrowheads="1"/>
          </p:cNvSpPr>
          <p:nvPr/>
        </p:nvSpPr>
        <p:spPr bwMode="auto">
          <a:xfrm>
            <a:off x="7010400" y="55499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2" name="Line 10"/>
          <p:cNvSpPr>
            <a:spLocks noChangeShapeType="1"/>
          </p:cNvSpPr>
          <p:nvPr/>
        </p:nvSpPr>
        <p:spPr bwMode="auto">
          <a:xfrm>
            <a:off x="1295400" y="60325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3" name="Line 11"/>
          <p:cNvSpPr>
            <a:spLocks noChangeShapeType="1"/>
          </p:cNvSpPr>
          <p:nvPr/>
        </p:nvSpPr>
        <p:spPr bwMode="auto">
          <a:xfrm>
            <a:off x="3733800" y="60071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>
            <a:off x="5029200" y="60071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5" name="Line 13"/>
          <p:cNvSpPr>
            <a:spLocks noChangeShapeType="1"/>
          </p:cNvSpPr>
          <p:nvPr/>
        </p:nvSpPr>
        <p:spPr bwMode="auto">
          <a:xfrm>
            <a:off x="6324600" y="60071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7760" name="Object 0"/>
          <p:cNvGraphicFramePr>
            <a:graphicFrameLocks noChangeAspect="1"/>
          </p:cNvGraphicFramePr>
          <p:nvPr/>
        </p:nvGraphicFramePr>
        <p:xfrm>
          <a:off x="1981200" y="5702300"/>
          <a:ext cx="419100" cy="469900"/>
        </p:xfrm>
        <a:graphic>
          <a:graphicData uri="http://schemas.openxmlformats.org/presentationml/2006/ole">
            <p:oleObj spid="_x0000_s117760" name="Equation" r:id="rId3" imgW="419040" imgH="469800" progId="Equation.3">
              <p:embed/>
            </p:oleObj>
          </a:graphicData>
        </a:graphic>
      </p:graphicFrame>
      <p:sp>
        <p:nvSpPr>
          <p:cNvPr id="90127" name="Oval 15"/>
          <p:cNvSpPr>
            <a:spLocks noChangeArrowheads="1"/>
          </p:cNvSpPr>
          <p:nvPr/>
        </p:nvSpPr>
        <p:spPr bwMode="auto">
          <a:xfrm>
            <a:off x="3200400" y="57023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7761" name="Object 1"/>
          <p:cNvGraphicFramePr>
            <a:graphicFrameLocks noChangeAspect="1"/>
          </p:cNvGraphicFramePr>
          <p:nvPr/>
        </p:nvGraphicFramePr>
        <p:xfrm>
          <a:off x="3314700" y="5702300"/>
          <a:ext cx="341313" cy="469900"/>
        </p:xfrm>
        <a:graphic>
          <a:graphicData uri="http://schemas.openxmlformats.org/presentationml/2006/ole">
            <p:oleObj spid="_x0000_s117761" name="Equation" r:id="rId4" imgW="342720" imgH="469800" progId="Equation.3">
              <p:embed/>
            </p:oleObj>
          </a:graphicData>
        </a:graphic>
      </p:graphicFrame>
      <p:graphicFrame>
        <p:nvGraphicFramePr>
          <p:cNvPr id="117762" name="Object 2"/>
          <p:cNvGraphicFramePr>
            <a:graphicFrameLocks noChangeAspect="1"/>
          </p:cNvGraphicFramePr>
          <p:nvPr/>
        </p:nvGraphicFramePr>
        <p:xfrm>
          <a:off x="4584700" y="5702300"/>
          <a:ext cx="392113" cy="469900"/>
        </p:xfrm>
        <a:graphic>
          <a:graphicData uri="http://schemas.openxmlformats.org/presentationml/2006/ole">
            <p:oleObj spid="_x0000_s117762" name="Equation" r:id="rId5" imgW="393480" imgH="469800" progId="Equation.3">
              <p:embed/>
            </p:oleObj>
          </a:graphicData>
        </a:graphic>
      </p:graphicFrame>
      <p:graphicFrame>
        <p:nvGraphicFramePr>
          <p:cNvPr id="117763" name="Object 3"/>
          <p:cNvGraphicFramePr>
            <a:graphicFrameLocks noChangeAspect="1"/>
          </p:cNvGraphicFramePr>
          <p:nvPr/>
        </p:nvGraphicFramePr>
        <p:xfrm>
          <a:off x="5880100" y="5702300"/>
          <a:ext cx="392113" cy="469900"/>
        </p:xfrm>
        <a:graphic>
          <a:graphicData uri="http://schemas.openxmlformats.org/presentationml/2006/ole">
            <p:oleObj spid="_x0000_s117763" name="Equation" r:id="rId6" imgW="393480" imgH="469800" progId="Equation.3">
              <p:embed/>
            </p:oleObj>
          </a:graphicData>
        </a:graphic>
      </p:graphicFrame>
      <p:graphicFrame>
        <p:nvGraphicFramePr>
          <p:cNvPr id="117764" name="Object 4"/>
          <p:cNvGraphicFramePr>
            <a:graphicFrameLocks noChangeAspect="1"/>
          </p:cNvGraphicFramePr>
          <p:nvPr/>
        </p:nvGraphicFramePr>
        <p:xfrm>
          <a:off x="7239000" y="5702300"/>
          <a:ext cx="419100" cy="469900"/>
        </p:xfrm>
        <a:graphic>
          <a:graphicData uri="http://schemas.openxmlformats.org/presentationml/2006/ole">
            <p:oleObj spid="_x0000_s117764" name="Equation" r:id="rId7" imgW="419040" imgH="469800" progId="Equation.3">
              <p:embed/>
            </p:oleObj>
          </a:graphicData>
        </a:graphic>
      </p:graphicFrame>
      <p:sp>
        <p:nvSpPr>
          <p:cNvPr id="90132" name="Line 20"/>
          <p:cNvSpPr>
            <a:spLocks noChangeShapeType="1"/>
          </p:cNvSpPr>
          <p:nvPr/>
        </p:nvSpPr>
        <p:spPr bwMode="auto">
          <a:xfrm>
            <a:off x="2438400" y="60071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7765" name="Object 5"/>
          <p:cNvGraphicFramePr>
            <a:graphicFrameLocks noChangeAspect="1"/>
          </p:cNvGraphicFramePr>
          <p:nvPr/>
        </p:nvGraphicFramePr>
        <p:xfrm>
          <a:off x="2667000" y="5702300"/>
          <a:ext cx="265113" cy="279400"/>
        </p:xfrm>
        <a:graphic>
          <a:graphicData uri="http://schemas.openxmlformats.org/presentationml/2006/ole">
            <p:oleObj spid="_x0000_s117765" name="Equation" r:id="rId8" imgW="266400" imgH="279360" progId="Equation.3">
              <p:embed/>
            </p:oleObj>
          </a:graphicData>
        </a:graphic>
      </p:graphicFrame>
      <p:graphicFrame>
        <p:nvGraphicFramePr>
          <p:cNvPr id="117766" name="Object 6"/>
          <p:cNvGraphicFramePr>
            <a:graphicFrameLocks noChangeAspect="1"/>
          </p:cNvGraphicFramePr>
          <p:nvPr/>
        </p:nvGraphicFramePr>
        <p:xfrm>
          <a:off x="3962400" y="5626100"/>
          <a:ext cx="279400" cy="381000"/>
        </p:xfrm>
        <a:graphic>
          <a:graphicData uri="http://schemas.openxmlformats.org/presentationml/2006/ole">
            <p:oleObj spid="_x0000_s117766" name="Equation" r:id="rId9" imgW="279360" imgH="380880" progId="Equation.3">
              <p:embed/>
            </p:oleObj>
          </a:graphicData>
        </a:graphic>
      </p:graphicFrame>
      <p:graphicFrame>
        <p:nvGraphicFramePr>
          <p:cNvPr id="117767" name="Object 7"/>
          <p:cNvGraphicFramePr>
            <a:graphicFrameLocks noChangeAspect="1"/>
          </p:cNvGraphicFramePr>
          <p:nvPr/>
        </p:nvGraphicFramePr>
        <p:xfrm>
          <a:off x="5257800" y="5626100"/>
          <a:ext cx="279400" cy="381000"/>
        </p:xfrm>
        <a:graphic>
          <a:graphicData uri="http://schemas.openxmlformats.org/presentationml/2006/ole">
            <p:oleObj spid="_x0000_s117767" name="Equation" r:id="rId10" imgW="279360" imgH="380880" progId="Equation.3">
              <p:embed/>
            </p:oleObj>
          </a:graphicData>
        </a:graphic>
      </p:graphicFrame>
      <p:graphicFrame>
        <p:nvGraphicFramePr>
          <p:cNvPr id="117768" name="Object 8"/>
          <p:cNvGraphicFramePr>
            <a:graphicFrameLocks noChangeAspect="1"/>
          </p:cNvGraphicFramePr>
          <p:nvPr/>
        </p:nvGraphicFramePr>
        <p:xfrm>
          <a:off x="6553200" y="5702300"/>
          <a:ext cx="265113" cy="279400"/>
        </p:xfrm>
        <a:graphic>
          <a:graphicData uri="http://schemas.openxmlformats.org/presentationml/2006/ole">
            <p:oleObj spid="_x0000_s117768" name="Equation" r:id="rId11" imgW="266400" imgH="279360" progId="Equation.3">
              <p:embed/>
            </p:oleObj>
          </a:graphicData>
        </a:graphic>
      </p:graphicFrame>
      <p:sp>
        <p:nvSpPr>
          <p:cNvPr id="90137" name="Oval 25"/>
          <p:cNvSpPr>
            <a:spLocks noChangeArrowheads="1"/>
          </p:cNvSpPr>
          <p:nvPr/>
        </p:nvSpPr>
        <p:spPr bwMode="auto">
          <a:xfrm>
            <a:off x="6565900" y="4419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7769" name="Object 9"/>
          <p:cNvGraphicFramePr>
            <a:graphicFrameLocks noChangeAspect="1"/>
          </p:cNvGraphicFramePr>
          <p:nvPr/>
        </p:nvGraphicFramePr>
        <p:xfrm>
          <a:off x="6642100" y="4419600"/>
          <a:ext cx="404813" cy="469900"/>
        </p:xfrm>
        <a:graphic>
          <a:graphicData uri="http://schemas.openxmlformats.org/presentationml/2006/ole">
            <p:oleObj spid="_x0000_s117769" name="Equation" r:id="rId12" imgW="406080" imgH="469800" progId="Equation.3">
              <p:embed/>
            </p:oleObj>
          </a:graphicData>
        </a:graphic>
      </p:graphicFrame>
      <p:graphicFrame>
        <p:nvGraphicFramePr>
          <p:cNvPr id="117770" name="Object 10"/>
          <p:cNvGraphicFramePr>
            <a:graphicFrameLocks noChangeAspect="1"/>
          </p:cNvGraphicFramePr>
          <p:nvPr/>
        </p:nvGraphicFramePr>
        <p:xfrm>
          <a:off x="3505200" y="5245100"/>
          <a:ext cx="265113" cy="279400"/>
        </p:xfrm>
        <a:graphic>
          <a:graphicData uri="http://schemas.openxmlformats.org/presentationml/2006/ole">
            <p:oleObj spid="_x0000_s117770" name="Equation" r:id="rId13" imgW="266400" imgH="279360" progId="Equation.3">
              <p:embed/>
            </p:oleObj>
          </a:graphicData>
        </a:graphic>
      </p:graphicFrame>
      <p:graphicFrame>
        <p:nvGraphicFramePr>
          <p:cNvPr id="117771" name="Object 11"/>
          <p:cNvGraphicFramePr>
            <a:graphicFrameLocks noChangeAspect="1"/>
          </p:cNvGraphicFramePr>
          <p:nvPr/>
        </p:nvGraphicFramePr>
        <p:xfrm>
          <a:off x="4724400" y="5321300"/>
          <a:ext cx="265113" cy="279400"/>
        </p:xfrm>
        <a:graphic>
          <a:graphicData uri="http://schemas.openxmlformats.org/presentationml/2006/ole">
            <p:oleObj spid="_x0000_s117771" name="Equation" r:id="rId14" imgW="266400" imgH="279360" progId="Equation.3">
              <p:embed/>
            </p:oleObj>
          </a:graphicData>
        </a:graphic>
      </p:graphicFrame>
      <p:graphicFrame>
        <p:nvGraphicFramePr>
          <p:cNvPr id="117772" name="Object 12"/>
          <p:cNvGraphicFramePr>
            <a:graphicFrameLocks noChangeAspect="1"/>
          </p:cNvGraphicFramePr>
          <p:nvPr/>
        </p:nvGraphicFramePr>
        <p:xfrm>
          <a:off x="6019800" y="5245100"/>
          <a:ext cx="279400" cy="381000"/>
        </p:xfrm>
        <a:graphic>
          <a:graphicData uri="http://schemas.openxmlformats.org/presentationml/2006/ole">
            <p:oleObj spid="_x0000_s117772" name="Equation" r:id="rId15" imgW="279360" imgH="380880" progId="Equation.3">
              <p:embed/>
            </p:oleObj>
          </a:graphicData>
        </a:graphic>
      </p:graphicFrame>
      <p:graphicFrame>
        <p:nvGraphicFramePr>
          <p:cNvPr id="117773" name="Object 13"/>
          <p:cNvGraphicFramePr>
            <a:graphicFrameLocks noChangeAspect="1"/>
          </p:cNvGraphicFramePr>
          <p:nvPr/>
        </p:nvGraphicFramePr>
        <p:xfrm>
          <a:off x="2133600" y="5168900"/>
          <a:ext cx="279400" cy="381000"/>
        </p:xfrm>
        <a:graphic>
          <a:graphicData uri="http://schemas.openxmlformats.org/presentationml/2006/ole">
            <p:oleObj spid="_x0000_s117773" name="Equation" r:id="rId16" imgW="279360" imgH="380880" progId="Equation.3">
              <p:embed/>
            </p:oleObj>
          </a:graphicData>
        </a:graphic>
      </p:graphicFrame>
      <p:sp>
        <p:nvSpPr>
          <p:cNvPr id="90143" name="Freeform 31"/>
          <p:cNvSpPr>
            <a:spLocks/>
          </p:cNvSpPr>
          <p:nvPr/>
        </p:nvSpPr>
        <p:spPr bwMode="auto">
          <a:xfrm>
            <a:off x="6400800" y="36449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7774" name="Object 14"/>
          <p:cNvGraphicFramePr>
            <a:graphicFrameLocks noChangeAspect="1"/>
          </p:cNvGraphicFramePr>
          <p:nvPr/>
        </p:nvGraphicFramePr>
        <p:xfrm>
          <a:off x="6413500" y="3200400"/>
          <a:ext cx="671513" cy="442913"/>
        </p:xfrm>
        <a:graphic>
          <a:graphicData uri="http://schemas.openxmlformats.org/presentationml/2006/ole">
            <p:oleObj spid="_x0000_s117774" name="Equation" r:id="rId17" imgW="672840" imgH="444240" progId="Equation.3">
              <p:embed/>
            </p:oleObj>
          </a:graphicData>
        </a:graphic>
      </p:graphicFrame>
      <p:sp>
        <p:nvSpPr>
          <p:cNvPr id="90145" name="Line 33"/>
          <p:cNvSpPr>
            <a:spLocks noChangeShapeType="1"/>
          </p:cNvSpPr>
          <p:nvPr/>
        </p:nvSpPr>
        <p:spPr bwMode="auto">
          <a:xfrm flipV="1">
            <a:off x="6172200" y="49403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46" name="Freeform 34"/>
          <p:cNvSpPr>
            <a:spLocks/>
          </p:cNvSpPr>
          <p:nvPr/>
        </p:nvSpPr>
        <p:spPr bwMode="auto">
          <a:xfrm>
            <a:off x="4876800" y="47879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47" name="Freeform 35"/>
          <p:cNvSpPr>
            <a:spLocks/>
          </p:cNvSpPr>
          <p:nvPr/>
        </p:nvSpPr>
        <p:spPr bwMode="auto">
          <a:xfrm>
            <a:off x="3581400" y="45974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48" name="Freeform 36"/>
          <p:cNvSpPr>
            <a:spLocks/>
          </p:cNvSpPr>
          <p:nvPr/>
        </p:nvSpPr>
        <p:spPr bwMode="auto">
          <a:xfrm>
            <a:off x="2286000" y="39751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0149" name="Group 37"/>
          <p:cNvGrpSpPr>
            <a:grpSpLocks/>
          </p:cNvGrpSpPr>
          <p:nvPr/>
        </p:nvGrpSpPr>
        <p:grpSpPr bwMode="auto">
          <a:xfrm>
            <a:off x="7010400" y="4965700"/>
            <a:ext cx="900113" cy="609600"/>
            <a:chOff x="4224" y="1824"/>
            <a:chExt cx="567" cy="384"/>
          </a:xfrm>
        </p:grpSpPr>
        <p:graphicFrame>
          <p:nvGraphicFramePr>
            <p:cNvPr id="117776" name="Object 1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17776" name="Equation" r:id="rId18" imgW="672840" imgH="444240" progId="Equation.3">
                <p:embed/>
              </p:oleObj>
            </a:graphicData>
          </a:graphic>
        </p:graphicFrame>
        <p:sp>
          <p:nvSpPr>
            <p:cNvPr id="90151" name="Line 39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17775" name="Object 15"/>
          <p:cNvGraphicFramePr>
            <a:graphicFrameLocks noChangeAspect="1"/>
          </p:cNvGraphicFramePr>
          <p:nvPr/>
        </p:nvGraphicFramePr>
        <p:xfrm>
          <a:off x="685800" y="228600"/>
          <a:ext cx="3860800" cy="3657600"/>
        </p:xfrm>
        <a:graphic>
          <a:graphicData uri="http://schemas.openxmlformats.org/presentationml/2006/ole">
            <p:oleObj spid="_x0000_s117775" name="Equation" r:id="rId19" imgW="3860640" imgH="3657600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766FE4E-BCA0-4B73-BB31-8A1D7764EB90}" type="slidenum">
              <a:rPr lang="en-US"/>
              <a:pPr/>
              <a:t>46</a:t>
            </a:fld>
            <a:endParaRPr 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Languages Accepted by DFAs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Take DFA </a:t>
            </a:r>
          </a:p>
          <a:p>
            <a:endParaRPr lang="en-US"/>
          </a:p>
          <a:p>
            <a:r>
              <a:rPr lang="en-US">
                <a:solidFill>
                  <a:srgbClr val="009900"/>
                </a:solidFill>
              </a:rPr>
              <a:t>Definition:</a:t>
            </a:r>
          </a:p>
          <a:p>
            <a:pPr lvl="1"/>
            <a:r>
              <a:rPr lang="en-US" sz="3200"/>
              <a:t>The language              contains </a:t>
            </a:r>
          </a:p>
          <a:p>
            <a:pPr lvl="1"/>
            <a:r>
              <a:rPr lang="en-US" sz="3200"/>
              <a:t>all input strings accepted by</a:t>
            </a:r>
            <a:r>
              <a:rPr lang="en-US"/>
              <a:t> </a:t>
            </a:r>
          </a:p>
          <a:p>
            <a:pPr lvl="1"/>
            <a:endParaRPr lang="en-US"/>
          </a:p>
          <a:p>
            <a:endParaRPr lang="en-US"/>
          </a:p>
          <a:p>
            <a:pPr lvl="1"/>
            <a:r>
              <a:rPr lang="en-US"/>
              <a:t>           = { strings that drive       to a final state}   </a:t>
            </a:r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2451100" y="908050"/>
          <a:ext cx="546100" cy="393700"/>
        </p:xfrm>
        <a:graphic>
          <a:graphicData uri="http://schemas.openxmlformats.org/presentationml/2006/ole">
            <p:oleObj spid="_x0000_s56324" name="Equation" r:id="rId3" imgW="545760" imgH="393480" progId="Equation.3">
              <p:embed/>
            </p:oleObj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3429000" y="2590800"/>
          <a:ext cx="1181100" cy="555625"/>
        </p:xfrm>
        <a:graphic>
          <a:graphicData uri="http://schemas.openxmlformats.org/presentationml/2006/ole">
            <p:oleObj spid="_x0000_s56325" name="Equation" r:id="rId4" imgW="1180800" imgH="558720" progId="Equation.3">
              <p:embed/>
            </p:oleObj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6248400" y="3276600"/>
          <a:ext cx="546100" cy="393700"/>
        </p:xfrm>
        <a:graphic>
          <a:graphicData uri="http://schemas.openxmlformats.org/presentationml/2006/ole">
            <p:oleObj spid="_x0000_s56327" name="Equation" r:id="rId5" imgW="545760" imgH="393480" progId="Equation.3">
              <p:embed/>
            </p:oleObj>
          </a:graphicData>
        </a:graphic>
      </p:graphicFrame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5486400" y="4876800"/>
          <a:ext cx="419100" cy="381000"/>
        </p:xfrm>
        <a:graphic>
          <a:graphicData uri="http://schemas.openxmlformats.org/presentationml/2006/ole">
            <p:oleObj spid="_x0000_s56328" name="Equation" r:id="rId6" imgW="419040" imgH="380880" progId="Equation.3">
              <p:embed/>
            </p:oleObj>
          </a:graphicData>
        </a:graphic>
      </p:graphicFrame>
      <p:graphicFrame>
        <p:nvGraphicFramePr>
          <p:cNvPr id="56329" name="Object 9"/>
          <p:cNvGraphicFramePr>
            <a:graphicFrameLocks noChangeAspect="1"/>
          </p:cNvGraphicFramePr>
          <p:nvPr/>
        </p:nvGraphicFramePr>
        <p:xfrm>
          <a:off x="533400" y="4800600"/>
          <a:ext cx="1181100" cy="557213"/>
        </p:xfrm>
        <a:graphic>
          <a:graphicData uri="http://schemas.openxmlformats.org/presentationml/2006/ole">
            <p:oleObj spid="_x0000_s56329" name="Equation" r:id="rId7" imgW="118080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990342-BD0A-4FBF-9D19-640FDF947BF8}" type="slidenum">
              <a:rPr lang="en-US"/>
              <a:pPr/>
              <a:t>47</a:t>
            </a:fld>
            <a:endParaRPr lang="en-US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7349" name="Oval 5"/>
          <p:cNvSpPr>
            <a:spLocks noChangeArrowheads="1"/>
          </p:cNvSpPr>
          <p:nvPr/>
        </p:nvSpPr>
        <p:spPr bwMode="auto">
          <a:xfrm>
            <a:off x="18288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0" name="Oval 6"/>
          <p:cNvSpPr>
            <a:spLocks noChangeArrowheads="1"/>
          </p:cNvSpPr>
          <p:nvPr/>
        </p:nvSpPr>
        <p:spPr bwMode="auto">
          <a:xfrm>
            <a:off x="4419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1" name="Oval 7"/>
          <p:cNvSpPr>
            <a:spLocks noChangeArrowheads="1"/>
          </p:cNvSpPr>
          <p:nvPr/>
        </p:nvSpPr>
        <p:spPr bwMode="auto">
          <a:xfrm>
            <a:off x="57150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2" name="Oval 8"/>
          <p:cNvSpPr>
            <a:spLocks noChangeArrowheads="1"/>
          </p:cNvSpPr>
          <p:nvPr/>
        </p:nvSpPr>
        <p:spPr bwMode="auto">
          <a:xfrm>
            <a:off x="7086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Oval 9"/>
          <p:cNvSpPr>
            <a:spLocks noChangeArrowheads="1"/>
          </p:cNvSpPr>
          <p:nvPr/>
        </p:nvSpPr>
        <p:spPr bwMode="auto">
          <a:xfrm>
            <a:off x="6934200" y="46355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1219200" y="5118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36576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49530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7" name="Line 13"/>
          <p:cNvSpPr>
            <a:spLocks noChangeShapeType="1"/>
          </p:cNvSpPr>
          <p:nvPr/>
        </p:nvSpPr>
        <p:spPr bwMode="auto">
          <a:xfrm>
            <a:off x="6248400" y="5092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8784" name="Object 0"/>
          <p:cNvGraphicFramePr>
            <a:graphicFrameLocks noChangeAspect="1"/>
          </p:cNvGraphicFramePr>
          <p:nvPr/>
        </p:nvGraphicFramePr>
        <p:xfrm>
          <a:off x="1905000" y="4787900"/>
          <a:ext cx="419100" cy="469900"/>
        </p:xfrm>
        <a:graphic>
          <a:graphicData uri="http://schemas.openxmlformats.org/presentationml/2006/ole">
            <p:oleObj spid="_x0000_s118784" name="Equation" r:id="rId3" imgW="419040" imgH="469800" progId="Equation.3">
              <p:embed/>
            </p:oleObj>
          </a:graphicData>
        </a:graphic>
      </p:graphicFrame>
      <p:sp>
        <p:nvSpPr>
          <p:cNvPr id="57359" name="Oval 15"/>
          <p:cNvSpPr>
            <a:spLocks noChangeArrowheads="1"/>
          </p:cNvSpPr>
          <p:nvPr/>
        </p:nvSpPr>
        <p:spPr bwMode="auto">
          <a:xfrm>
            <a:off x="31242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8785" name="Object 1"/>
          <p:cNvGraphicFramePr>
            <a:graphicFrameLocks noChangeAspect="1"/>
          </p:cNvGraphicFramePr>
          <p:nvPr/>
        </p:nvGraphicFramePr>
        <p:xfrm>
          <a:off x="3238500" y="4787900"/>
          <a:ext cx="341313" cy="469900"/>
        </p:xfrm>
        <a:graphic>
          <a:graphicData uri="http://schemas.openxmlformats.org/presentationml/2006/ole">
            <p:oleObj spid="_x0000_s118785" name="Equation" r:id="rId4" imgW="342720" imgH="469800" progId="Equation.3">
              <p:embed/>
            </p:oleObj>
          </a:graphicData>
        </a:graphic>
      </p:graphicFrame>
      <p:graphicFrame>
        <p:nvGraphicFramePr>
          <p:cNvPr id="118786" name="Object 2"/>
          <p:cNvGraphicFramePr>
            <a:graphicFrameLocks noChangeAspect="1"/>
          </p:cNvGraphicFramePr>
          <p:nvPr/>
        </p:nvGraphicFramePr>
        <p:xfrm>
          <a:off x="4508500" y="4787900"/>
          <a:ext cx="392113" cy="469900"/>
        </p:xfrm>
        <a:graphic>
          <a:graphicData uri="http://schemas.openxmlformats.org/presentationml/2006/ole">
            <p:oleObj spid="_x0000_s118786" name="Equation" r:id="rId5" imgW="393480" imgH="469800" progId="Equation.3">
              <p:embed/>
            </p:oleObj>
          </a:graphicData>
        </a:graphic>
      </p:graphicFrame>
      <p:graphicFrame>
        <p:nvGraphicFramePr>
          <p:cNvPr id="118787" name="Object 3"/>
          <p:cNvGraphicFramePr>
            <a:graphicFrameLocks noChangeAspect="1"/>
          </p:cNvGraphicFramePr>
          <p:nvPr/>
        </p:nvGraphicFramePr>
        <p:xfrm>
          <a:off x="5803900" y="4787900"/>
          <a:ext cx="392113" cy="469900"/>
        </p:xfrm>
        <a:graphic>
          <a:graphicData uri="http://schemas.openxmlformats.org/presentationml/2006/ole">
            <p:oleObj spid="_x0000_s118787" name="Equation" r:id="rId6" imgW="393480" imgH="469800" progId="Equation.3">
              <p:embed/>
            </p:oleObj>
          </a:graphicData>
        </a:graphic>
      </p:graphicFrame>
      <p:graphicFrame>
        <p:nvGraphicFramePr>
          <p:cNvPr id="118788" name="Object 4"/>
          <p:cNvGraphicFramePr>
            <a:graphicFrameLocks noChangeAspect="1"/>
          </p:cNvGraphicFramePr>
          <p:nvPr/>
        </p:nvGraphicFramePr>
        <p:xfrm>
          <a:off x="7162800" y="4787900"/>
          <a:ext cx="419100" cy="469900"/>
        </p:xfrm>
        <a:graphic>
          <a:graphicData uri="http://schemas.openxmlformats.org/presentationml/2006/ole">
            <p:oleObj spid="_x0000_s118788" name="Equation" r:id="rId7" imgW="419040" imgH="469800" progId="Equation.3">
              <p:embed/>
            </p:oleObj>
          </a:graphicData>
        </a:graphic>
      </p:graphicFrame>
      <p:sp>
        <p:nvSpPr>
          <p:cNvPr id="57364" name="Line 20"/>
          <p:cNvSpPr>
            <a:spLocks noChangeShapeType="1"/>
          </p:cNvSpPr>
          <p:nvPr/>
        </p:nvSpPr>
        <p:spPr bwMode="auto">
          <a:xfrm>
            <a:off x="23622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8789" name="Object 5"/>
          <p:cNvGraphicFramePr>
            <a:graphicFrameLocks noChangeAspect="1"/>
          </p:cNvGraphicFramePr>
          <p:nvPr/>
        </p:nvGraphicFramePr>
        <p:xfrm>
          <a:off x="2590800" y="4787900"/>
          <a:ext cx="265113" cy="279400"/>
        </p:xfrm>
        <a:graphic>
          <a:graphicData uri="http://schemas.openxmlformats.org/presentationml/2006/ole">
            <p:oleObj spid="_x0000_s118789" name="Equation" r:id="rId8" imgW="266400" imgH="279360" progId="Equation.3">
              <p:embed/>
            </p:oleObj>
          </a:graphicData>
        </a:graphic>
      </p:graphicFrame>
      <p:graphicFrame>
        <p:nvGraphicFramePr>
          <p:cNvPr id="118790" name="Object 6"/>
          <p:cNvGraphicFramePr>
            <a:graphicFrameLocks noChangeAspect="1"/>
          </p:cNvGraphicFramePr>
          <p:nvPr/>
        </p:nvGraphicFramePr>
        <p:xfrm>
          <a:off x="3886200" y="4711700"/>
          <a:ext cx="279400" cy="381000"/>
        </p:xfrm>
        <a:graphic>
          <a:graphicData uri="http://schemas.openxmlformats.org/presentationml/2006/ole">
            <p:oleObj spid="_x0000_s118790" name="Equation" r:id="rId9" imgW="279360" imgH="380880" progId="Equation.3">
              <p:embed/>
            </p:oleObj>
          </a:graphicData>
        </a:graphic>
      </p:graphicFrame>
      <p:graphicFrame>
        <p:nvGraphicFramePr>
          <p:cNvPr id="118791" name="Object 7"/>
          <p:cNvGraphicFramePr>
            <a:graphicFrameLocks noChangeAspect="1"/>
          </p:cNvGraphicFramePr>
          <p:nvPr/>
        </p:nvGraphicFramePr>
        <p:xfrm>
          <a:off x="5181600" y="4711700"/>
          <a:ext cx="279400" cy="381000"/>
        </p:xfrm>
        <a:graphic>
          <a:graphicData uri="http://schemas.openxmlformats.org/presentationml/2006/ole">
            <p:oleObj spid="_x0000_s118791" name="Equation" r:id="rId10" imgW="279360" imgH="380880" progId="Equation.3">
              <p:embed/>
            </p:oleObj>
          </a:graphicData>
        </a:graphic>
      </p:graphicFrame>
      <p:graphicFrame>
        <p:nvGraphicFramePr>
          <p:cNvPr id="118792" name="Object 8"/>
          <p:cNvGraphicFramePr>
            <a:graphicFrameLocks noChangeAspect="1"/>
          </p:cNvGraphicFramePr>
          <p:nvPr/>
        </p:nvGraphicFramePr>
        <p:xfrm>
          <a:off x="6477000" y="4787900"/>
          <a:ext cx="265113" cy="279400"/>
        </p:xfrm>
        <a:graphic>
          <a:graphicData uri="http://schemas.openxmlformats.org/presentationml/2006/ole">
            <p:oleObj spid="_x0000_s118792" name="Equation" r:id="rId11" imgW="266400" imgH="279360" progId="Equation.3">
              <p:embed/>
            </p:oleObj>
          </a:graphicData>
        </a:graphic>
      </p:graphicFrame>
      <p:sp>
        <p:nvSpPr>
          <p:cNvPr id="57369" name="Oval 25"/>
          <p:cNvSpPr>
            <a:spLocks noChangeArrowheads="1"/>
          </p:cNvSpPr>
          <p:nvPr/>
        </p:nvSpPr>
        <p:spPr bwMode="auto">
          <a:xfrm>
            <a:off x="64897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8793" name="Object 9"/>
          <p:cNvGraphicFramePr>
            <a:graphicFrameLocks noChangeAspect="1"/>
          </p:cNvGraphicFramePr>
          <p:nvPr/>
        </p:nvGraphicFramePr>
        <p:xfrm>
          <a:off x="6565900" y="3505200"/>
          <a:ext cx="404813" cy="469900"/>
        </p:xfrm>
        <a:graphic>
          <a:graphicData uri="http://schemas.openxmlformats.org/presentationml/2006/ole">
            <p:oleObj spid="_x0000_s118793" name="Equation" r:id="rId12" imgW="406080" imgH="469800" progId="Equation.3">
              <p:embed/>
            </p:oleObj>
          </a:graphicData>
        </a:graphic>
      </p:graphicFrame>
      <p:graphicFrame>
        <p:nvGraphicFramePr>
          <p:cNvPr id="118794" name="Object 10"/>
          <p:cNvGraphicFramePr>
            <a:graphicFrameLocks noChangeAspect="1"/>
          </p:cNvGraphicFramePr>
          <p:nvPr/>
        </p:nvGraphicFramePr>
        <p:xfrm>
          <a:off x="3429000" y="4330700"/>
          <a:ext cx="265113" cy="279400"/>
        </p:xfrm>
        <a:graphic>
          <a:graphicData uri="http://schemas.openxmlformats.org/presentationml/2006/ole">
            <p:oleObj spid="_x0000_s118794" name="Equation" r:id="rId13" imgW="266400" imgH="279360" progId="Equation.3">
              <p:embed/>
            </p:oleObj>
          </a:graphicData>
        </a:graphic>
      </p:graphicFrame>
      <p:graphicFrame>
        <p:nvGraphicFramePr>
          <p:cNvPr id="118795" name="Object 11"/>
          <p:cNvGraphicFramePr>
            <a:graphicFrameLocks noChangeAspect="1"/>
          </p:cNvGraphicFramePr>
          <p:nvPr/>
        </p:nvGraphicFramePr>
        <p:xfrm>
          <a:off x="4648200" y="4406900"/>
          <a:ext cx="265113" cy="279400"/>
        </p:xfrm>
        <a:graphic>
          <a:graphicData uri="http://schemas.openxmlformats.org/presentationml/2006/ole">
            <p:oleObj spid="_x0000_s118795" name="Equation" r:id="rId14" imgW="266400" imgH="279360" progId="Equation.3">
              <p:embed/>
            </p:oleObj>
          </a:graphicData>
        </a:graphic>
      </p:graphicFrame>
      <p:graphicFrame>
        <p:nvGraphicFramePr>
          <p:cNvPr id="118796" name="Object 12"/>
          <p:cNvGraphicFramePr>
            <a:graphicFrameLocks noChangeAspect="1"/>
          </p:cNvGraphicFramePr>
          <p:nvPr/>
        </p:nvGraphicFramePr>
        <p:xfrm>
          <a:off x="5943600" y="4330700"/>
          <a:ext cx="279400" cy="381000"/>
        </p:xfrm>
        <a:graphic>
          <a:graphicData uri="http://schemas.openxmlformats.org/presentationml/2006/ole">
            <p:oleObj spid="_x0000_s118796" name="Equation" r:id="rId15" imgW="279360" imgH="380880" progId="Equation.3">
              <p:embed/>
            </p:oleObj>
          </a:graphicData>
        </a:graphic>
      </p:graphicFrame>
      <p:graphicFrame>
        <p:nvGraphicFramePr>
          <p:cNvPr id="118797" name="Object 13"/>
          <p:cNvGraphicFramePr>
            <a:graphicFrameLocks noChangeAspect="1"/>
          </p:cNvGraphicFramePr>
          <p:nvPr/>
        </p:nvGraphicFramePr>
        <p:xfrm>
          <a:off x="2057400" y="4254500"/>
          <a:ext cx="279400" cy="381000"/>
        </p:xfrm>
        <a:graphic>
          <a:graphicData uri="http://schemas.openxmlformats.org/presentationml/2006/ole">
            <p:oleObj spid="_x0000_s118797" name="Equation" r:id="rId16" imgW="279360" imgH="380880" progId="Equation.3">
              <p:embed/>
            </p:oleObj>
          </a:graphicData>
        </a:graphic>
      </p:graphicFrame>
      <p:sp>
        <p:nvSpPr>
          <p:cNvPr id="57375" name="Freeform 31"/>
          <p:cNvSpPr>
            <a:spLocks/>
          </p:cNvSpPr>
          <p:nvPr/>
        </p:nvSpPr>
        <p:spPr bwMode="auto">
          <a:xfrm>
            <a:off x="6324600" y="27305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8798" name="Object 14"/>
          <p:cNvGraphicFramePr>
            <a:graphicFrameLocks noChangeAspect="1"/>
          </p:cNvGraphicFramePr>
          <p:nvPr/>
        </p:nvGraphicFramePr>
        <p:xfrm>
          <a:off x="6337300" y="2286000"/>
          <a:ext cx="671513" cy="442913"/>
        </p:xfrm>
        <a:graphic>
          <a:graphicData uri="http://schemas.openxmlformats.org/presentationml/2006/ole">
            <p:oleObj spid="_x0000_s118798" name="Equation" r:id="rId17" imgW="672840" imgH="444240" progId="Equation.3">
              <p:embed/>
            </p:oleObj>
          </a:graphicData>
        </a:graphic>
      </p:graphicFrame>
      <p:sp>
        <p:nvSpPr>
          <p:cNvPr id="57377" name="Line 33"/>
          <p:cNvSpPr>
            <a:spLocks noChangeShapeType="1"/>
          </p:cNvSpPr>
          <p:nvPr/>
        </p:nvSpPr>
        <p:spPr bwMode="auto">
          <a:xfrm flipV="1">
            <a:off x="6096000" y="40259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8" name="Freeform 34"/>
          <p:cNvSpPr>
            <a:spLocks/>
          </p:cNvSpPr>
          <p:nvPr/>
        </p:nvSpPr>
        <p:spPr bwMode="auto">
          <a:xfrm>
            <a:off x="4800600" y="3873500"/>
            <a:ext cx="1752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9" name="Freeform 35"/>
          <p:cNvSpPr>
            <a:spLocks/>
          </p:cNvSpPr>
          <p:nvPr/>
        </p:nvSpPr>
        <p:spPr bwMode="auto">
          <a:xfrm>
            <a:off x="3505200" y="36830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0" name="Freeform 36"/>
          <p:cNvSpPr>
            <a:spLocks/>
          </p:cNvSpPr>
          <p:nvPr/>
        </p:nvSpPr>
        <p:spPr bwMode="auto">
          <a:xfrm>
            <a:off x="2209800" y="3060700"/>
            <a:ext cx="4343400" cy="18034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381" name="Group 37"/>
          <p:cNvGrpSpPr>
            <a:grpSpLocks/>
          </p:cNvGrpSpPr>
          <p:nvPr/>
        </p:nvGrpSpPr>
        <p:grpSpPr bwMode="auto">
          <a:xfrm>
            <a:off x="6934200" y="4051300"/>
            <a:ext cx="900113" cy="609600"/>
            <a:chOff x="4224" y="1824"/>
            <a:chExt cx="567" cy="384"/>
          </a:xfrm>
        </p:grpSpPr>
        <p:graphicFrame>
          <p:nvGraphicFramePr>
            <p:cNvPr id="118801" name="Object 1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118801" name="Equation" r:id="rId18" imgW="672840" imgH="444240" progId="Equation.3">
                <p:embed/>
              </p:oleObj>
            </a:graphicData>
          </a:graphic>
        </p:graphicFrame>
        <p:sp>
          <p:nvSpPr>
            <p:cNvPr id="57383" name="Line 39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18799" name="Object 15"/>
          <p:cNvGraphicFramePr>
            <a:graphicFrameLocks noChangeAspect="1"/>
          </p:cNvGraphicFramePr>
          <p:nvPr/>
        </p:nvGraphicFramePr>
        <p:xfrm>
          <a:off x="596900" y="1092200"/>
          <a:ext cx="3048000" cy="558800"/>
        </p:xfrm>
        <a:graphic>
          <a:graphicData uri="http://schemas.openxmlformats.org/presentationml/2006/ole">
            <p:oleObj spid="_x0000_s118799" name="Equation" r:id="rId19" imgW="3047760" imgH="558720" progId="Equation.3">
              <p:embed/>
            </p:oleObj>
          </a:graphicData>
        </a:graphic>
      </p:graphicFrame>
      <p:sp>
        <p:nvSpPr>
          <p:cNvPr id="57385" name="Rectangle 41"/>
          <p:cNvSpPr>
            <a:spLocks noChangeArrowheads="1"/>
          </p:cNvSpPr>
          <p:nvPr/>
        </p:nvSpPr>
        <p:spPr bwMode="auto">
          <a:xfrm>
            <a:off x="914400" y="1828800"/>
            <a:ext cx="73914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8800" name="Object 16"/>
          <p:cNvGraphicFramePr>
            <a:graphicFrameLocks noChangeAspect="1"/>
          </p:cNvGraphicFramePr>
          <p:nvPr/>
        </p:nvGraphicFramePr>
        <p:xfrm>
          <a:off x="7696200" y="1219200"/>
          <a:ext cx="546100" cy="393700"/>
        </p:xfrm>
        <a:graphic>
          <a:graphicData uri="http://schemas.openxmlformats.org/presentationml/2006/ole">
            <p:oleObj spid="_x0000_s118800" name="Equation" r:id="rId20" imgW="545760" imgH="393480" progId="Equation.3">
              <p:embed/>
            </p:oleObj>
          </a:graphicData>
        </a:graphic>
      </p:graphicFrame>
      <p:sp>
        <p:nvSpPr>
          <p:cNvPr id="57389" name="Text Box 45"/>
          <p:cNvSpPr txBox="1">
            <a:spLocks noChangeArrowheads="1"/>
          </p:cNvSpPr>
          <p:nvPr/>
        </p:nvSpPr>
        <p:spPr bwMode="auto">
          <a:xfrm>
            <a:off x="6781800" y="54864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CA9E2F-C581-4207-BDC9-FEE0F85BA578}" type="slidenum">
              <a:rPr lang="en-US"/>
              <a:pPr/>
              <a:t>48</a:t>
            </a:fld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58374" name="Oval 6"/>
          <p:cNvSpPr>
            <a:spLocks noChangeArrowheads="1"/>
          </p:cNvSpPr>
          <p:nvPr/>
        </p:nvSpPr>
        <p:spPr bwMode="auto">
          <a:xfrm>
            <a:off x="18288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4419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Oval 8"/>
          <p:cNvSpPr>
            <a:spLocks noChangeArrowheads="1"/>
          </p:cNvSpPr>
          <p:nvPr/>
        </p:nvSpPr>
        <p:spPr bwMode="auto">
          <a:xfrm>
            <a:off x="57150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Oval 9"/>
          <p:cNvSpPr>
            <a:spLocks noChangeArrowheads="1"/>
          </p:cNvSpPr>
          <p:nvPr/>
        </p:nvSpPr>
        <p:spPr bwMode="auto">
          <a:xfrm>
            <a:off x="7086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Oval 10"/>
          <p:cNvSpPr>
            <a:spLocks noChangeArrowheads="1"/>
          </p:cNvSpPr>
          <p:nvPr/>
        </p:nvSpPr>
        <p:spPr bwMode="auto">
          <a:xfrm>
            <a:off x="6934200" y="46355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 flipV="1">
            <a:off x="1219200" y="5105400"/>
            <a:ext cx="4572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36576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81" name="Line 13"/>
          <p:cNvSpPr>
            <a:spLocks noChangeShapeType="1"/>
          </p:cNvSpPr>
          <p:nvPr/>
        </p:nvSpPr>
        <p:spPr bwMode="auto">
          <a:xfrm flipV="1">
            <a:off x="51054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6248400" y="5092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83" name="Object 15"/>
          <p:cNvGraphicFramePr>
            <a:graphicFrameLocks noChangeAspect="1"/>
          </p:cNvGraphicFramePr>
          <p:nvPr/>
        </p:nvGraphicFramePr>
        <p:xfrm>
          <a:off x="1905000" y="4787900"/>
          <a:ext cx="419100" cy="469900"/>
        </p:xfrm>
        <a:graphic>
          <a:graphicData uri="http://schemas.openxmlformats.org/presentationml/2006/ole">
            <p:oleObj spid="_x0000_s58383" name="Equation" r:id="rId3" imgW="419040" imgH="469800" progId="Equation.3">
              <p:embed/>
            </p:oleObj>
          </a:graphicData>
        </a:graphic>
      </p:graphicFrame>
      <p:sp>
        <p:nvSpPr>
          <p:cNvPr id="58384" name="Oval 16"/>
          <p:cNvSpPr>
            <a:spLocks noChangeArrowheads="1"/>
          </p:cNvSpPr>
          <p:nvPr/>
        </p:nvSpPr>
        <p:spPr bwMode="auto">
          <a:xfrm>
            <a:off x="31242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85" name="Object 17"/>
          <p:cNvGraphicFramePr>
            <a:graphicFrameLocks noChangeAspect="1"/>
          </p:cNvGraphicFramePr>
          <p:nvPr/>
        </p:nvGraphicFramePr>
        <p:xfrm>
          <a:off x="3238500" y="4787900"/>
          <a:ext cx="341313" cy="469900"/>
        </p:xfrm>
        <a:graphic>
          <a:graphicData uri="http://schemas.openxmlformats.org/presentationml/2006/ole">
            <p:oleObj spid="_x0000_s58385" name="Equation" r:id="rId4" imgW="342720" imgH="469800" progId="Equation.3">
              <p:embed/>
            </p:oleObj>
          </a:graphicData>
        </a:graphic>
      </p:graphicFrame>
      <p:graphicFrame>
        <p:nvGraphicFramePr>
          <p:cNvPr id="58386" name="Object 18"/>
          <p:cNvGraphicFramePr>
            <a:graphicFrameLocks noChangeAspect="1"/>
          </p:cNvGraphicFramePr>
          <p:nvPr/>
        </p:nvGraphicFramePr>
        <p:xfrm>
          <a:off x="4508500" y="4787900"/>
          <a:ext cx="392113" cy="469900"/>
        </p:xfrm>
        <a:graphic>
          <a:graphicData uri="http://schemas.openxmlformats.org/presentationml/2006/ole">
            <p:oleObj spid="_x0000_s58386" name="Equation" r:id="rId5" imgW="393480" imgH="469800" progId="Equation.3">
              <p:embed/>
            </p:oleObj>
          </a:graphicData>
        </a:graphic>
      </p:graphicFrame>
      <p:graphicFrame>
        <p:nvGraphicFramePr>
          <p:cNvPr id="58387" name="Object 19"/>
          <p:cNvGraphicFramePr>
            <a:graphicFrameLocks noChangeAspect="1"/>
          </p:cNvGraphicFramePr>
          <p:nvPr/>
        </p:nvGraphicFramePr>
        <p:xfrm>
          <a:off x="5803900" y="4787900"/>
          <a:ext cx="392113" cy="469900"/>
        </p:xfrm>
        <a:graphic>
          <a:graphicData uri="http://schemas.openxmlformats.org/presentationml/2006/ole">
            <p:oleObj spid="_x0000_s58387" name="Equation" r:id="rId6" imgW="393480" imgH="469800" progId="Equation.3">
              <p:embed/>
            </p:oleObj>
          </a:graphicData>
        </a:graphic>
      </p:graphicFrame>
      <p:graphicFrame>
        <p:nvGraphicFramePr>
          <p:cNvPr id="58388" name="Object 20"/>
          <p:cNvGraphicFramePr>
            <a:graphicFrameLocks noChangeAspect="1"/>
          </p:cNvGraphicFramePr>
          <p:nvPr/>
        </p:nvGraphicFramePr>
        <p:xfrm>
          <a:off x="7162800" y="4787900"/>
          <a:ext cx="419100" cy="469900"/>
        </p:xfrm>
        <a:graphic>
          <a:graphicData uri="http://schemas.openxmlformats.org/presentationml/2006/ole">
            <p:oleObj spid="_x0000_s58388" name="Equation" r:id="rId7" imgW="419040" imgH="469800" progId="Equation.3">
              <p:embed/>
            </p:oleObj>
          </a:graphicData>
        </a:graphic>
      </p:graphicFrame>
      <p:sp>
        <p:nvSpPr>
          <p:cNvPr id="58389" name="Line 21"/>
          <p:cNvSpPr>
            <a:spLocks noChangeShapeType="1"/>
          </p:cNvSpPr>
          <p:nvPr/>
        </p:nvSpPr>
        <p:spPr bwMode="auto">
          <a:xfrm flipV="1">
            <a:off x="2514600" y="5105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90" name="Object 22"/>
          <p:cNvGraphicFramePr>
            <a:graphicFrameLocks noChangeAspect="1"/>
          </p:cNvGraphicFramePr>
          <p:nvPr/>
        </p:nvGraphicFramePr>
        <p:xfrm>
          <a:off x="2590800" y="4787900"/>
          <a:ext cx="265113" cy="279400"/>
        </p:xfrm>
        <a:graphic>
          <a:graphicData uri="http://schemas.openxmlformats.org/presentationml/2006/ole">
            <p:oleObj spid="_x0000_s58390" name="Equation" r:id="rId8" imgW="266400" imgH="279360" progId="Equation.3">
              <p:embed/>
            </p:oleObj>
          </a:graphicData>
        </a:graphic>
      </p:graphicFrame>
      <p:graphicFrame>
        <p:nvGraphicFramePr>
          <p:cNvPr id="58391" name="Object 23"/>
          <p:cNvGraphicFramePr>
            <a:graphicFrameLocks noChangeAspect="1"/>
          </p:cNvGraphicFramePr>
          <p:nvPr/>
        </p:nvGraphicFramePr>
        <p:xfrm>
          <a:off x="3886200" y="4711700"/>
          <a:ext cx="279400" cy="381000"/>
        </p:xfrm>
        <a:graphic>
          <a:graphicData uri="http://schemas.openxmlformats.org/presentationml/2006/ole">
            <p:oleObj spid="_x0000_s58391" name="Equation" r:id="rId9" imgW="279360" imgH="380880" progId="Equation.3">
              <p:embed/>
            </p:oleObj>
          </a:graphicData>
        </a:graphic>
      </p:graphicFrame>
      <p:graphicFrame>
        <p:nvGraphicFramePr>
          <p:cNvPr id="58392" name="Object 24"/>
          <p:cNvGraphicFramePr>
            <a:graphicFrameLocks noChangeAspect="1"/>
          </p:cNvGraphicFramePr>
          <p:nvPr/>
        </p:nvGraphicFramePr>
        <p:xfrm>
          <a:off x="5181600" y="4711700"/>
          <a:ext cx="279400" cy="381000"/>
        </p:xfrm>
        <a:graphic>
          <a:graphicData uri="http://schemas.openxmlformats.org/presentationml/2006/ole">
            <p:oleObj spid="_x0000_s58392" name="Equation" r:id="rId10" imgW="279360" imgH="380880" progId="Equation.3">
              <p:embed/>
            </p:oleObj>
          </a:graphicData>
        </a:graphic>
      </p:graphicFrame>
      <p:graphicFrame>
        <p:nvGraphicFramePr>
          <p:cNvPr id="58393" name="Object 25"/>
          <p:cNvGraphicFramePr>
            <a:graphicFrameLocks noChangeAspect="1"/>
          </p:cNvGraphicFramePr>
          <p:nvPr/>
        </p:nvGraphicFramePr>
        <p:xfrm>
          <a:off x="6477000" y="4787900"/>
          <a:ext cx="265113" cy="279400"/>
        </p:xfrm>
        <a:graphic>
          <a:graphicData uri="http://schemas.openxmlformats.org/presentationml/2006/ole">
            <p:oleObj spid="_x0000_s58393" name="Equation" r:id="rId11" imgW="266400" imgH="279360" progId="Equation.3">
              <p:embed/>
            </p:oleObj>
          </a:graphicData>
        </a:graphic>
      </p:graphicFrame>
      <p:sp>
        <p:nvSpPr>
          <p:cNvPr id="58394" name="Oval 26"/>
          <p:cNvSpPr>
            <a:spLocks noChangeArrowheads="1"/>
          </p:cNvSpPr>
          <p:nvPr/>
        </p:nvSpPr>
        <p:spPr bwMode="auto">
          <a:xfrm>
            <a:off x="64897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95" name="Object 27"/>
          <p:cNvGraphicFramePr>
            <a:graphicFrameLocks noChangeAspect="1"/>
          </p:cNvGraphicFramePr>
          <p:nvPr/>
        </p:nvGraphicFramePr>
        <p:xfrm>
          <a:off x="6565900" y="3505200"/>
          <a:ext cx="404813" cy="469900"/>
        </p:xfrm>
        <a:graphic>
          <a:graphicData uri="http://schemas.openxmlformats.org/presentationml/2006/ole">
            <p:oleObj spid="_x0000_s58395" name="Equation" r:id="rId12" imgW="406080" imgH="469800" progId="Equation.3">
              <p:embed/>
            </p:oleObj>
          </a:graphicData>
        </a:graphic>
      </p:graphicFrame>
      <p:graphicFrame>
        <p:nvGraphicFramePr>
          <p:cNvPr id="58396" name="Object 28"/>
          <p:cNvGraphicFramePr>
            <a:graphicFrameLocks noChangeAspect="1"/>
          </p:cNvGraphicFramePr>
          <p:nvPr/>
        </p:nvGraphicFramePr>
        <p:xfrm>
          <a:off x="3429000" y="4330700"/>
          <a:ext cx="265113" cy="279400"/>
        </p:xfrm>
        <a:graphic>
          <a:graphicData uri="http://schemas.openxmlformats.org/presentationml/2006/ole">
            <p:oleObj spid="_x0000_s58396" name="Equation" r:id="rId13" imgW="266400" imgH="279360" progId="Equation.3">
              <p:embed/>
            </p:oleObj>
          </a:graphicData>
        </a:graphic>
      </p:graphicFrame>
      <p:graphicFrame>
        <p:nvGraphicFramePr>
          <p:cNvPr id="58397" name="Object 29"/>
          <p:cNvGraphicFramePr>
            <a:graphicFrameLocks noChangeAspect="1"/>
          </p:cNvGraphicFramePr>
          <p:nvPr/>
        </p:nvGraphicFramePr>
        <p:xfrm>
          <a:off x="4876800" y="4267200"/>
          <a:ext cx="265113" cy="279400"/>
        </p:xfrm>
        <a:graphic>
          <a:graphicData uri="http://schemas.openxmlformats.org/presentationml/2006/ole">
            <p:oleObj spid="_x0000_s58397" name="Equation" r:id="rId14" imgW="266400" imgH="279360" progId="Equation.3">
              <p:embed/>
            </p:oleObj>
          </a:graphicData>
        </a:graphic>
      </p:graphicFrame>
      <p:graphicFrame>
        <p:nvGraphicFramePr>
          <p:cNvPr id="58398" name="Object 30"/>
          <p:cNvGraphicFramePr>
            <a:graphicFrameLocks noChangeAspect="1"/>
          </p:cNvGraphicFramePr>
          <p:nvPr/>
        </p:nvGraphicFramePr>
        <p:xfrm>
          <a:off x="5943600" y="4330700"/>
          <a:ext cx="279400" cy="381000"/>
        </p:xfrm>
        <a:graphic>
          <a:graphicData uri="http://schemas.openxmlformats.org/presentationml/2006/ole">
            <p:oleObj spid="_x0000_s58398" name="Equation" r:id="rId15" imgW="279360" imgH="380880" progId="Equation.3">
              <p:embed/>
            </p:oleObj>
          </a:graphicData>
        </a:graphic>
      </p:graphicFrame>
      <p:graphicFrame>
        <p:nvGraphicFramePr>
          <p:cNvPr id="58399" name="Object 31"/>
          <p:cNvGraphicFramePr>
            <a:graphicFrameLocks noChangeAspect="1"/>
          </p:cNvGraphicFramePr>
          <p:nvPr/>
        </p:nvGraphicFramePr>
        <p:xfrm>
          <a:off x="2133600" y="4191000"/>
          <a:ext cx="279400" cy="381000"/>
        </p:xfrm>
        <a:graphic>
          <a:graphicData uri="http://schemas.openxmlformats.org/presentationml/2006/ole">
            <p:oleObj spid="_x0000_s58399" name="Equation" r:id="rId16" imgW="279360" imgH="380880" progId="Equation.3">
              <p:embed/>
            </p:oleObj>
          </a:graphicData>
        </a:graphic>
      </p:graphicFrame>
      <p:sp>
        <p:nvSpPr>
          <p:cNvPr id="58400" name="Freeform 32"/>
          <p:cNvSpPr>
            <a:spLocks/>
          </p:cNvSpPr>
          <p:nvPr/>
        </p:nvSpPr>
        <p:spPr bwMode="auto">
          <a:xfrm>
            <a:off x="6324600" y="2730500"/>
            <a:ext cx="660400" cy="850900"/>
          </a:xfrm>
          <a:custGeom>
            <a:avLst/>
            <a:gdLst/>
            <a:ahLst/>
            <a:cxnLst>
              <a:cxn ang="0">
                <a:pos x="152" y="536"/>
              </a:cxn>
              <a:cxn ang="0">
                <a:pos x="8" y="200"/>
              </a:cxn>
              <a:cxn ang="0">
                <a:pos x="200" y="8"/>
              </a:cxn>
              <a:cxn ang="0">
                <a:pos x="392" y="152"/>
              </a:cxn>
              <a:cxn ang="0">
                <a:pos x="344" y="488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401" name="Object 33"/>
          <p:cNvGraphicFramePr>
            <a:graphicFrameLocks noChangeAspect="1"/>
          </p:cNvGraphicFramePr>
          <p:nvPr/>
        </p:nvGraphicFramePr>
        <p:xfrm>
          <a:off x="6337300" y="2286000"/>
          <a:ext cx="671513" cy="442913"/>
        </p:xfrm>
        <a:graphic>
          <a:graphicData uri="http://schemas.openxmlformats.org/presentationml/2006/ole">
            <p:oleObj spid="_x0000_s58401" name="Equation" r:id="rId17" imgW="672840" imgH="444240" progId="Equation.3">
              <p:embed/>
            </p:oleObj>
          </a:graphicData>
        </a:graphic>
      </p:graphicFrame>
      <p:sp>
        <p:nvSpPr>
          <p:cNvPr id="58402" name="Line 34"/>
          <p:cNvSpPr>
            <a:spLocks noChangeShapeType="1"/>
          </p:cNvSpPr>
          <p:nvPr/>
        </p:nvSpPr>
        <p:spPr bwMode="auto">
          <a:xfrm flipV="1">
            <a:off x="6096000" y="40259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403" name="Freeform 35"/>
          <p:cNvSpPr>
            <a:spLocks/>
          </p:cNvSpPr>
          <p:nvPr/>
        </p:nvSpPr>
        <p:spPr bwMode="auto">
          <a:xfrm>
            <a:off x="4876800" y="3873500"/>
            <a:ext cx="1676400" cy="8509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192"/>
              </a:cxn>
              <a:cxn ang="0">
                <a:pos x="1104" y="0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404" name="Freeform 36"/>
          <p:cNvSpPr>
            <a:spLocks/>
          </p:cNvSpPr>
          <p:nvPr/>
        </p:nvSpPr>
        <p:spPr bwMode="auto">
          <a:xfrm>
            <a:off x="3505200" y="3683000"/>
            <a:ext cx="2971800" cy="1181100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720" y="120"/>
              </a:cxn>
              <a:cxn ang="0">
                <a:pos x="1872" y="24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405" name="Freeform 37"/>
          <p:cNvSpPr>
            <a:spLocks/>
          </p:cNvSpPr>
          <p:nvPr/>
        </p:nvSpPr>
        <p:spPr bwMode="auto">
          <a:xfrm>
            <a:off x="2286000" y="3124200"/>
            <a:ext cx="4267200" cy="1587500"/>
          </a:xfrm>
          <a:custGeom>
            <a:avLst/>
            <a:gdLst/>
            <a:ahLst/>
            <a:cxnLst>
              <a:cxn ang="0">
                <a:pos x="0" y="1136"/>
              </a:cxn>
              <a:cxn ang="0">
                <a:pos x="720" y="128"/>
              </a:cxn>
              <a:cxn ang="0">
                <a:pos x="2736" y="368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8406" name="Group 38"/>
          <p:cNvGrpSpPr>
            <a:grpSpLocks/>
          </p:cNvGrpSpPr>
          <p:nvPr/>
        </p:nvGrpSpPr>
        <p:grpSpPr bwMode="auto">
          <a:xfrm>
            <a:off x="6934200" y="4051300"/>
            <a:ext cx="900113" cy="609600"/>
            <a:chOff x="4224" y="1824"/>
            <a:chExt cx="567" cy="384"/>
          </a:xfrm>
        </p:grpSpPr>
        <p:graphicFrame>
          <p:nvGraphicFramePr>
            <p:cNvPr id="58407" name="Object 39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p:oleObj spid="_x0000_s58407" name="Equation" r:id="rId18" imgW="672840" imgH="444240" progId="Equation.3">
                <p:embed/>
              </p:oleObj>
            </a:graphicData>
          </a:graphic>
        </p:graphicFrame>
        <p:sp>
          <p:nvSpPr>
            <p:cNvPr id="58408" name="Line 40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8409" name="Object 41"/>
          <p:cNvGraphicFramePr>
            <a:graphicFrameLocks noChangeAspect="1"/>
          </p:cNvGraphicFramePr>
          <p:nvPr/>
        </p:nvGraphicFramePr>
        <p:xfrm>
          <a:off x="298450" y="1092200"/>
          <a:ext cx="4203700" cy="558800"/>
        </p:xfrm>
        <a:graphic>
          <a:graphicData uri="http://schemas.openxmlformats.org/presentationml/2006/ole">
            <p:oleObj spid="_x0000_s58409" name="Equation" r:id="rId19" imgW="4203360" imgH="558720" progId="Equation.3">
              <p:embed/>
            </p:oleObj>
          </a:graphicData>
        </a:graphic>
      </p:graphicFrame>
      <p:sp>
        <p:nvSpPr>
          <p:cNvPr id="58410" name="Rectangle 42"/>
          <p:cNvSpPr>
            <a:spLocks noChangeArrowheads="1"/>
          </p:cNvSpPr>
          <p:nvPr/>
        </p:nvSpPr>
        <p:spPr bwMode="auto">
          <a:xfrm>
            <a:off x="914400" y="1828800"/>
            <a:ext cx="73914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411" name="Object 43"/>
          <p:cNvGraphicFramePr>
            <a:graphicFrameLocks noChangeAspect="1"/>
          </p:cNvGraphicFramePr>
          <p:nvPr/>
        </p:nvGraphicFramePr>
        <p:xfrm>
          <a:off x="7772400" y="1219200"/>
          <a:ext cx="546100" cy="393700"/>
        </p:xfrm>
        <a:graphic>
          <a:graphicData uri="http://schemas.openxmlformats.org/presentationml/2006/ole">
            <p:oleObj spid="_x0000_s58411" name="Equation" r:id="rId20" imgW="545760" imgH="393480" progId="Equation.3">
              <p:embed/>
            </p:oleObj>
          </a:graphicData>
        </a:graphic>
      </p:graphicFrame>
      <p:sp>
        <p:nvSpPr>
          <p:cNvPr id="58412" name="Text Box 44"/>
          <p:cNvSpPr txBox="1">
            <a:spLocks noChangeArrowheads="1"/>
          </p:cNvSpPr>
          <p:nvPr/>
        </p:nvSpPr>
        <p:spPr bwMode="auto">
          <a:xfrm>
            <a:off x="6781800" y="54864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  <p:sp>
        <p:nvSpPr>
          <p:cNvPr id="58413" name="Oval 45"/>
          <p:cNvSpPr>
            <a:spLocks noChangeArrowheads="1"/>
          </p:cNvSpPr>
          <p:nvPr/>
        </p:nvSpPr>
        <p:spPr bwMode="auto">
          <a:xfrm>
            <a:off x="16764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414" name="Oval 46"/>
          <p:cNvSpPr>
            <a:spLocks noChangeArrowheads="1"/>
          </p:cNvSpPr>
          <p:nvPr/>
        </p:nvSpPr>
        <p:spPr bwMode="auto">
          <a:xfrm>
            <a:off x="42672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415" name="Text Box 47"/>
          <p:cNvSpPr txBox="1">
            <a:spLocks noChangeArrowheads="1"/>
          </p:cNvSpPr>
          <p:nvPr/>
        </p:nvSpPr>
        <p:spPr bwMode="auto">
          <a:xfrm>
            <a:off x="4114800" y="54864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  <p:sp>
        <p:nvSpPr>
          <p:cNvPr id="58416" name="Text Box 48"/>
          <p:cNvSpPr txBox="1">
            <a:spLocks noChangeArrowheads="1"/>
          </p:cNvSpPr>
          <p:nvPr/>
        </p:nvSpPr>
        <p:spPr bwMode="auto">
          <a:xfrm>
            <a:off x="1371600" y="54864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  <p:sp>
        <p:nvSpPr>
          <p:cNvPr id="58417" name="Rectangle 4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5C61FD-A39D-4351-9EC6-813B51D656CA}" type="slidenum">
              <a:rPr lang="en-US"/>
              <a:pPr/>
              <a:t>49</a:t>
            </a:fld>
            <a:endParaRPr lang="en-US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Formally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81000"/>
            <a:ext cx="8839200" cy="5486400"/>
          </a:xfrm>
        </p:spPr>
        <p:txBody>
          <a:bodyPr/>
          <a:lstStyle/>
          <a:p>
            <a:endParaRPr lang="en-US"/>
          </a:p>
          <a:p>
            <a:r>
              <a:rPr lang="en-US"/>
              <a:t>For a DFA</a:t>
            </a:r>
          </a:p>
          <a:p>
            <a:endParaRPr lang="en-US"/>
          </a:p>
          <a:p>
            <a:r>
              <a:rPr lang="en-US"/>
              <a:t>Language accepted by       :</a:t>
            </a:r>
          </a:p>
          <a:p>
            <a:endParaRPr lang="en-US"/>
          </a:p>
          <a:p>
            <a:r>
              <a:rPr lang="en-US"/>
              <a:t> </a:t>
            </a:r>
          </a:p>
          <a:p>
            <a:endParaRPr lang="en-US"/>
          </a:p>
        </p:txBody>
      </p:sp>
      <p:graphicFrame>
        <p:nvGraphicFramePr>
          <p:cNvPr id="119808" name="Object 0"/>
          <p:cNvGraphicFramePr>
            <a:graphicFrameLocks noChangeAspect="1"/>
          </p:cNvGraphicFramePr>
          <p:nvPr/>
        </p:nvGraphicFramePr>
        <p:xfrm>
          <a:off x="2514600" y="990600"/>
          <a:ext cx="3886200" cy="582613"/>
        </p:xfrm>
        <a:graphic>
          <a:graphicData uri="http://schemas.openxmlformats.org/presentationml/2006/ole">
            <p:oleObj spid="_x0000_s119808" name="Equation" r:id="rId3" imgW="3886200" imgH="583920" progId="Equation.3">
              <p:embed/>
            </p:oleObj>
          </a:graphicData>
        </a:graphic>
      </p:graphicFrame>
      <p:graphicFrame>
        <p:nvGraphicFramePr>
          <p:cNvPr id="119809" name="Object 1"/>
          <p:cNvGraphicFramePr>
            <a:graphicFrameLocks noChangeAspect="1"/>
          </p:cNvGraphicFramePr>
          <p:nvPr/>
        </p:nvGraphicFramePr>
        <p:xfrm>
          <a:off x="4419600" y="2209800"/>
          <a:ext cx="546100" cy="393700"/>
        </p:xfrm>
        <a:graphic>
          <a:graphicData uri="http://schemas.openxmlformats.org/presentationml/2006/ole">
            <p:oleObj spid="_x0000_s119809" name="Equation" r:id="rId4" imgW="545760" imgH="393480" progId="Equation.3">
              <p:embed/>
            </p:oleObj>
          </a:graphicData>
        </a:graphic>
      </p:graphicFrame>
      <p:graphicFrame>
        <p:nvGraphicFramePr>
          <p:cNvPr id="119810" name="Object 2"/>
          <p:cNvGraphicFramePr>
            <a:graphicFrameLocks noChangeAspect="1"/>
          </p:cNvGraphicFramePr>
          <p:nvPr/>
        </p:nvGraphicFramePr>
        <p:xfrm>
          <a:off x="1143000" y="3124200"/>
          <a:ext cx="6477000" cy="581025"/>
        </p:xfrm>
        <a:graphic>
          <a:graphicData uri="http://schemas.openxmlformats.org/presentationml/2006/ole">
            <p:oleObj spid="_x0000_s119810" name="Equation" r:id="rId5" imgW="6476760" imgH="583920" progId="Equation.3">
              <p:embed/>
            </p:oleObj>
          </a:graphicData>
        </a:graphic>
      </p:graphicFrame>
      <p:sp>
        <p:nvSpPr>
          <p:cNvPr id="55312" name="Oval 16"/>
          <p:cNvSpPr>
            <a:spLocks noChangeArrowheads="1"/>
          </p:cNvSpPr>
          <p:nvPr/>
        </p:nvSpPr>
        <p:spPr bwMode="auto">
          <a:xfrm>
            <a:off x="1209675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3" name="Oval 17"/>
          <p:cNvSpPr>
            <a:spLocks noChangeArrowheads="1"/>
          </p:cNvSpPr>
          <p:nvPr/>
        </p:nvSpPr>
        <p:spPr bwMode="auto">
          <a:xfrm>
            <a:off x="6543675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4" name="Freeform 18"/>
          <p:cNvSpPr>
            <a:spLocks/>
          </p:cNvSpPr>
          <p:nvPr/>
        </p:nvSpPr>
        <p:spPr bwMode="auto">
          <a:xfrm>
            <a:off x="1752600" y="4953000"/>
            <a:ext cx="4867275" cy="606425"/>
          </a:xfrm>
          <a:custGeom>
            <a:avLst/>
            <a:gdLst/>
            <a:ahLst/>
            <a:cxnLst>
              <a:cxn ang="0">
                <a:pos x="0" y="203"/>
              </a:cxn>
              <a:cxn ang="0">
                <a:pos x="65" y="73"/>
              </a:cxn>
              <a:cxn ang="0">
                <a:pos x="357" y="0"/>
              </a:cxn>
              <a:cxn ang="0">
                <a:pos x="438" y="8"/>
              </a:cxn>
              <a:cxn ang="0">
                <a:pos x="544" y="98"/>
              </a:cxn>
              <a:cxn ang="0">
                <a:pos x="657" y="211"/>
              </a:cxn>
              <a:cxn ang="0">
                <a:pos x="836" y="341"/>
              </a:cxn>
              <a:cxn ang="0">
                <a:pos x="860" y="365"/>
              </a:cxn>
              <a:cxn ang="0">
                <a:pos x="909" y="382"/>
              </a:cxn>
              <a:cxn ang="0">
                <a:pos x="1047" y="373"/>
              </a:cxn>
              <a:cxn ang="0">
                <a:pos x="1112" y="317"/>
              </a:cxn>
              <a:cxn ang="0">
                <a:pos x="1258" y="203"/>
              </a:cxn>
              <a:cxn ang="0">
                <a:pos x="1306" y="179"/>
              </a:cxn>
              <a:cxn ang="0">
                <a:pos x="1631" y="98"/>
              </a:cxn>
              <a:cxn ang="0">
                <a:pos x="1769" y="106"/>
              </a:cxn>
              <a:cxn ang="0">
                <a:pos x="1817" y="146"/>
              </a:cxn>
              <a:cxn ang="0">
                <a:pos x="1890" y="187"/>
              </a:cxn>
              <a:cxn ang="0">
                <a:pos x="1955" y="235"/>
              </a:cxn>
              <a:cxn ang="0">
                <a:pos x="2044" y="284"/>
              </a:cxn>
              <a:cxn ang="0">
                <a:pos x="2191" y="276"/>
              </a:cxn>
              <a:cxn ang="0">
                <a:pos x="2247" y="260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9811" name="Object 3"/>
          <p:cNvGraphicFramePr>
            <a:graphicFrameLocks noChangeAspect="1"/>
          </p:cNvGraphicFramePr>
          <p:nvPr/>
        </p:nvGraphicFramePr>
        <p:xfrm>
          <a:off x="1292225" y="5003800"/>
          <a:ext cx="381000" cy="482600"/>
        </p:xfrm>
        <a:graphic>
          <a:graphicData uri="http://schemas.openxmlformats.org/presentationml/2006/ole">
            <p:oleObj spid="_x0000_s119811" name="Equation" r:id="rId6" imgW="380880" imgH="482400" progId="Equation.3">
              <p:embed/>
            </p:oleObj>
          </a:graphicData>
        </a:graphic>
      </p:graphicFrame>
      <p:graphicFrame>
        <p:nvGraphicFramePr>
          <p:cNvPr id="119812" name="Object 4"/>
          <p:cNvGraphicFramePr>
            <a:graphicFrameLocks noChangeAspect="1"/>
          </p:cNvGraphicFramePr>
          <p:nvPr/>
        </p:nvGraphicFramePr>
        <p:xfrm>
          <a:off x="6651625" y="5022850"/>
          <a:ext cx="330200" cy="444500"/>
        </p:xfrm>
        <a:graphic>
          <a:graphicData uri="http://schemas.openxmlformats.org/presentationml/2006/ole">
            <p:oleObj spid="_x0000_s119812" name="Equation" r:id="rId7" imgW="330120" imgH="444240" progId="Equation.3">
              <p:embed/>
            </p:oleObj>
          </a:graphicData>
        </a:graphic>
      </p:graphicFrame>
      <p:graphicFrame>
        <p:nvGraphicFramePr>
          <p:cNvPr id="119813" name="Object 5"/>
          <p:cNvGraphicFramePr>
            <a:graphicFrameLocks noChangeAspect="1"/>
          </p:cNvGraphicFramePr>
          <p:nvPr/>
        </p:nvGraphicFramePr>
        <p:xfrm>
          <a:off x="3876675" y="4851400"/>
          <a:ext cx="457200" cy="381000"/>
        </p:xfrm>
        <a:graphic>
          <a:graphicData uri="http://schemas.openxmlformats.org/presentationml/2006/ole">
            <p:oleObj spid="_x0000_s119813" name="Equation" r:id="rId8" imgW="304560" imgH="253800" progId="Equation.3">
              <p:embed/>
            </p:oleObj>
          </a:graphicData>
        </a:graphic>
      </p:graphicFrame>
      <p:sp>
        <p:nvSpPr>
          <p:cNvPr id="55318" name="Oval 22"/>
          <p:cNvSpPr>
            <a:spLocks noChangeArrowheads="1"/>
          </p:cNvSpPr>
          <p:nvPr/>
        </p:nvSpPr>
        <p:spPr bwMode="auto">
          <a:xfrm>
            <a:off x="6400800" y="4876800"/>
            <a:ext cx="841375" cy="8350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9814" name="Object 6"/>
          <p:cNvGraphicFramePr>
            <a:graphicFrameLocks noChangeAspect="1"/>
          </p:cNvGraphicFramePr>
          <p:nvPr/>
        </p:nvGraphicFramePr>
        <p:xfrm>
          <a:off x="7696200" y="5029200"/>
          <a:ext cx="1016000" cy="444500"/>
        </p:xfrm>
        <a:graphic>
          <a:graphicData uri="http://schemas.openxmlformats.org/presentationml/2006/ole">
            <p:oleObj spid="_x0000_s119814" name="Equation" r:id="rId9" imgW="1015920" imgH="444240" progId="Equation.3">
              <p:embed/>
            </p:oleObj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0C4662-2BCF-49CF-970C-9BE369B7900F}" type="slidenum">
              <a:rPr lang="en-US"/>
              <a:pPr/>
              <a:t>50</a:t>
            </a:fld>
            <a:endParaRPr lang="en-US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Language rejected by      :</a:t>
            </a:r>
          </a:p>
        </p:txBody>
      </p:sp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1295400" y="1981200"/>
          <a:ext cx="6477000" cy="609600"/>
        </p:xfrm>
        <a:graphic>
          <a:graphicData uri="http://schemas.openxmlformats.org/presentationml/2006/ole">
            <p:oleObj spid="_x0000_s59399" name="Equation" r:id="rId3" imgW="6476760" imgH="609480" progId="Equation.3">
              <p:embed/>
            </p:oleObj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4495800" y="990600"/>
          <a:ext cx="419100" cy="381000"/>
        </p:xfrm>
        <a:graphic>
          <a:graphicData uri="http://schemas.openxmlformats.org/presentationml/2006/ole">
            <p:oleObj spid="_x0000_s59401" name="Equation" r:id="rId4" imgW="419040" imgH="380880" progId="Equation.3">
              <p:embed/>
            </p:oleObj>
          </a:graphicData>
        </a:graphic>
      </p:graphicFrame>
      <p:sp>
        <p:nvSpPr>
          <p:cNvPr id="59402" name="Oval 10"/>
          <p:cNvSpPr>
            <a:spLocks noChangeArrowheads="1"/>
          </p:cNvSpPr>
          <p:nvPr/>
        </p:nvSpPr>
        <p:spPr bwMode="auto">
          <a:xfrm>
            <a:off x="838200" y="3962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Oval 11"/>
          <p:cNvSpPr>
            <a:spLocks noChangeArrowheads="1"/>
          </p:cNvSpPr>
          <p:nvPr/>
        </p:nvSpPr>
        <p:spPr bwMode="auto">
          <a:xfrm>
            <a:off x="6172200" y="3962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04" name="Freeform 12"/>
          <p:cNvSpPr>
            <a:spLocks/>
          </p:cNvSpPr>
          <p:nvPr/>
        </p:nvSpPr>
        <p:spPr bwMode="auto">
          <a:xfrm>
            <a:off x="1381125" y="3911600"/>
            <a:ext cx="4953000" cy="606425"/>
          </a:xfrm>
          <a:custGeom>
            <a:avLst/>
            <a:gdLst/>
            <a:ahLst/>
            <a:cxnLst>
              <a:cxn ang="0">
                <a:pos x="0" y="203"/>
              </a:cxn>
              <a:cxn ang="0">
                <a:pos x="65" y="73"/>
              </a:cxn>
              <a:cxn ang="0">
                <a:pos x="357" y="0"/>
              </a:cxn>
              <a:cxn ang="0">
                <a:pos x="438" y="8"/>
              </a:cxn>
              <a:cxn ang="0">
                <a:pos x="544" y="98"/>
              </a:cxn>
              <a:cxn ang="0">
                <a:pos x="657" y="211"/>
              </a:cxn>
              <a:cxn ang="0">
                <a:pos x="836" y="341"/>
              </a:cxn>
              <a:cxn ang="0">
                <a:pos x="860" y="365"/>
              </a:cxn>
              <a:cxn ang="0">
                <a:pos x="909" y="382"/>
              </a:cxn>
              <a:cxn ang="0">
                <a:pos x="1047" y="373"/>
              </a:cxn>
              <a:cxn ang="0">
                <a:pos x="1112" y="317"/>
              </a:cxn>
              <a:cxn ang="0">
                <a:pos x="1258" y="203"/>
              </a:cxn>
              <a:cxn ang="0">
                <a:pos x="1306" y="179"/>
              </a:cxn>
              <a:cxn ang="0">
                <a:pos x="1631" y="98"/>
              </a:cxn>
              <a:cxn ang="0">
                <a:pos x="1769" y="106"/>
              </a:cxn>
              <a:cxn ang="0">
                <a:pos x="1817" y="146"/>
              </a:cxn>
              <a:cxn ang="0">
                <a:pos x="1890" y="187"/>
              </a:cxn>
              <a:cxn ang="0">
                <a:pos x="1955" y="235"/>
              </a:cxn>
              <a:cxn ang="0">
                <a:pos x="2044" y="284"/>
              </a:cxn>
              <a:cxn ang="0">
                <a:pos x="2191" y="276"/>
              </a:cxn>
              <a:cxn ang="0">
                <a:pos x="2247" y="260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9405" name="Object 13"/>
          <p:cNvGraphicFramePr>
            <a:graphicFrameLocks noChangeAspect="1"/>
          </p:cNvGraphicFramePr>
          <p:nvPr/>
        </p:nvGraphicFramePr>
        <p:xfrm>
          <a:off x="920750" y="3962400"/>
          <a:ext cx="381000" cy="482600"/>
        </p:xfrm>
        <a:graphic>
          <a:graphicData uri="http://schemas.openxmlformats.org/presentationml/2006/ole">
            <p:oleObj spid="_x0000_s59405" name="Equation" r:id="rId5" imgW="380880" imgH="482400" progId="Equation.3">
              <p:embed/>
            </p:oleObj>
          </a:graphicData>
        </a:graphic>
      </p:graphicFrame>
      <p:graphicFrame>
        <p:nvGraphicFramePr>
          <p:cNvPr id="59406" name="Object 14"/>
          <p:cNvGraphicFramePr>
            <a:graphicFrameLocks noChangeAspect="1"/>
          </p:cNvGraphicFramePr>
          <p:nvPr/>
        </p:nvGraphicFramePr>
        <p:xfrm>
          <a:off x="6280150" y="3981450"/>
          <a:ext cx="330200" cy="444500"/>
        </p:xfrm>
        <a:graphic>
          <a:graphicData uri="http://schemas.openxmlformats.org/presentationml/2006/ole">
            <p:oleObj spid="_x0000_s59406" name="Equation" r:id="rId6" imgW="330120" imgH="444240" progId="Equation.3">
              <p:embed/>
            </p:oleObj>
          </a:graphicData>
        </a:graphic>
      </p:graphicFrame>
      <p:graphicFrame>
        <p:nvGraphicFramePr>
          <p:cNvPr id="59407" name="Object 15"/>
          <p:cNvGraphicFramePr>
            <a:graphicFrameLocks noChangeAspect="1"/>
          </p:cNvGraphicFramePr>
          <p:nvPr/>
        </p:nvGraphicFramePr>
        <p:xfrm>
          <a:off x="3505200" y="3810000"/>
          <a:ext cx="457200" cy="381000"/>
        </p:xfrm>
        <a:graphic>
          <a:graphicData uri="http://schemas.openxmlformats.org/presentationml/2006/ole">
            <p:oleObj spid="_x0000_s59407" name="Equation" r:id="rId7" imgW="304560" imgH="253800" progId="Equation.3">
              <p:embed/>
            </p:oleObj>
          </a:graphicData>
        </a:graphic>
      </p:graphicFrame>
      <p:graphicFrame>
        <p:nvGraphicFramePr>
          <p:cNvPr id="59409" name="Object 17"/>
          <p:cNvGraphicFramePr>
            <a:graphicFrameLocks noChangeAspect="1"/>
          </p:cNvGraphicFramePr>
          <p:nvPr/>
        </p:nvGraphicFramePr>
        <p:xfrm>
          <a:off x="7248525" y="3987800"/>
          <a:ext cx="1016000" cy="444500"/>
        </p:xfrm>
        <a:graphic>
          <a:graphicData uri="http://schemas.openxmlformats.org/presentationml/2006/ole">
            <p:oleObj spid="_x0000_s59409" name="Equation" r:id="rId8" imgW="1015920" imgH="444240" progId="Equation.3">
              <p:embed/>
            </p:oleObj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8CC7BB-C5B0-4566-9465-38E023435EF9}" type="slidenum">
              <a:rPr lang="en-US"/>
              <a:pPr/>
              <a:t>51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839200" cy="54864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0420" name="Oval 4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1" name="Oval 5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2" name="Oval 6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3" name="Line 7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4" name="Oval 8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8" name="Freeform 12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29" name="Freeform 13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0832" name="Object 0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p:oleObj spid="_x0000_s120832" name="Equation" r:id="rId3" imgW="266400" imgH="279360" progId="Equation.3">
              <p:embed/>
            </p:oleObj>
          </a:graphicData>
        </a:graphic>
      </p:graphicFrame>
      <p:graphicFrame>
        <p:nvGraphicFramePr>
          <p:cNvPr id="120833" name="Object 1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p:oleObj spid="_x0000_s120833" name="Equation" r:id="rId4" imgW="279360" imgH="380880" progId="Equation.3">
              <p:embed/>
            </p:oleObj>
          </a:graphicData>
        </a:graphic>
      </p:graphicFrame>
      <p:graphicFrame>
        <p:nvGraphicFramePr>
          <p:cNvPr id="120834" name="Object 2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p:oleObj spid="_x0000_s120834" name="Equation" r:id="rId5" imgW="672840" imgH="444240" progId="Equation.3">
              <p:embed/>
            </p:oleObj>
          </a:graphicData>
        </a:graphic>
      </p:graphicFrame>
      <p:graphicFrame>
        <p:nvGraphicFramePr>
          <p:cNvPr id="120835" name="Object 3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p:oleObj spid="_x0000_s120835" name="Equation" r:id="rId6" imgW="672840" imgH="444240" progId="Equation.3">
              <p:embed/>
            </p:oleObj>
          </a:graphicData>
        </a:graphic>
      </p:graphicFrame>
      <p:graphicFrame>
        <p:nvGraphicFramePr>
          <p:cNvPr id="120836" name="Object 4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p:oleObj spid="_x0000_s120836" name="Equation" r:id="rId7" imgW="419040" imgH="469800" progId="Equation.3">
              <p:embed/>
            </p:oleObj>
          </a:graphicData>
        </a:graphic>
      </p:graphicFrame>
      <p:graphicFrame>
        <p:nvGraphicFramePr>
          <p:cNvPr id="120837" name="Object 5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p:oleObj spid="_x0000_s120837" name="Equation" r:id="rId8" imgW="342720" imgH="469800" progId="Equation.3">
              <p:embed/>
            </p:oleObj>
          </a:graphicData>
        </a:graphic>
      </p:graphicFrame>
      <p:graphicFrame>
        <p:nvGraphicFramePr>
          <p:cNvPr id="120838" name="Object 6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p:oleObj spid="_x0000_s120838" name="Equation" r:id="rId9" imgW="393480" imgH="469800" progId="Equation.3">
              <p:embed/>
            </p:oleObj>
          </a:graphicData>
        </a:graphic>
      </p:graphicFrame>
      <p:graphicFrame>
        <p:nvGraphicFramePr>
          <p:cNvPr id="120839" name="Object 7"/>
          <p:cNvGraphicFramePr>
            <a:graphicFrameLocks noChangeAspect="1"/>
          </p:cNvGraphicFramePr>
          <p:nvPr/>
        </p:nvGraphicFramePr>
        <p:xfrm>
          <a:off x="2514600" y="1519238"/>
          <a:ext cx="4076700" cy="708025"/>
        </p:xfrm>
        <a:graphic>
          <a:graphicData uri="http://schemas.openxmlformats.org/presentationml/2006/ole">
            <p:oleObj spid="_x0000_s120839" name="Equation" r:id="rId10" imgW="4076640" imgH="711000" progId="Equation.3">
              <p:embed/>
            </p:oleObj>
          </a:graphicData>
        </a:graphic>
      </p:graphicFrame>
      <p:sp>
        <p:nvSpPr>
          <p:cNvPr id="60439" name="Text Box 23"/>
          <p:cNvSpPr txBox="1">
            <a:spLocks noChangeArrowheads="1"/>
          </p:cNvSpPr>
          <p:nvPr/>
        </p:nvSpPr>
        <p:spPr bwMode="auto">
          <a:xfrm>
            <a:off x="4114800" y="53340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  <p:sp>
        <p:nvSpPr>
          <p:cNvPr id="60440" name="Text Box 24"/>
          <p:cNvSpPr txBox="1">
            <a:spLocks noChangeArrowheads="1"/>
          </p:cNvSpPr>
          <p:nvPr/>
        </p:nvSpPr>
        <p:spPr bwMode="auto">
          <a:xfrm>
            <a:off x="6781800" y="5257800"/>
            <a:ext cx="21320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trap state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D13659-77A6-426C-BE71-BA349B96F85D}" type="slidenum">
              <a:rPr lang="en-US"/>
              <a:pPr/>
              <a:t>52</a:t>
            </a:fld>
            <a:endParaRPr lang="en-US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781050" y="1085850"/>
          <a:ext cx="1181100" cy="557213"/>
        </p:xfrm>
        <a:graphic>
          <a:graphicData uri="http://schemas.openxmlformats.org/presentationml/2006/ole">
            <p:oleObj spid="_x0000_s66564" name="Equation" r:id="rId3" imgW="1180800" imgH="558720" progId="Equation.3">
              <p:embed/>
            </p:oleObj>
          </a:graphicData>
        </a:graphic>
      </p:graphicFrame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1905000" y="1066800"/>
            <a:ext cx="59293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= { all strings with prefix       }</a:t>
            </a:r>
          </a:p>
        </p:txBody>
      </p:sp>
      <p:graphicFrame>
        <p:nvGraphicFramePr>
          <p:cNvPr id="66566" name="Object 6"/>
          <p:cNvGraphicFramePr>
            <a:graphicFrameLocks noChangeAspect="1"/>
          </p:cNvGraphicFramePr>
          <p:nvPr/>
        </p:nvGraphicFramePr>
        <p:xfrm>
          <a:off x="6934200" y="1143000"/>
          <a:ext cx="544513" cy="431800"/>
        </p:xfrm>
        <a:graphic>
          <a:graphicData uri="http://schemas.openxmlformats.org/presentationml/2006/ole">
            <p:oleObj spid="_x0000_s66566" name="Equation" r:id="rId4" imgW="545760" imgH="431640" progId="Equation.3">
              <p:embed/>
            </p:oleObj>
          </a:graphicData>
        </a:graphic>
      </p:graphicFrame>
      <p:sp>
        <p:nvSpPr>
          <p:cNvPr id="66567" name="Oval 7"/>
          <p:cNvSpPr>
            <a:spLocks noChangeArrowheads="1"/>
          </p:cNvSpPr>
          <p:nvPr/>
        </p:nvSpPr>
        <p:spPr bwMode="auto">
          <a:xfrm>
            <a:off x="1295400" y="3581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8" name="Oval 8"/>
          <p:cNvSpPr>
            <a:spLocks noChangeArrowheads="1"/>
          </p:cNvSpPr>
          <p:nvPr/>
        </p:nvSpPr>
        <p:spPr bwMode="auto">
          <a:xfrm>
            <a:off x="4495800" y="3581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9" name="Oval 9"/>
          <p:cNvSpPr>
            <a:spLocks noChangeArrowheads="1"/>
          </p:cNvSpPr>
          <p:nvPr/>
        </p:nvSpPr>
        <p:spPr bwMode="auto">
          <a:xfrm>
            <a:off x="7467600" y="3581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70" name="Line 10"/>
          <p:cNvSpPr>
            <a:spLocks noChangeShapeType="1"/>
          </p:cNvSpPr>
          <p:nvPr/>
        </p:nvSpPr>
        <p:spPr bwMode="auto">
          <a:xfrm>
            <a:off x="685800" y="3962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Oval 11"/>
          <p:cNvSpPr>
            <a:spLocks noChangeArrowheads="1"/>
          </p:cNvSpPr>
          <p:nvPr/>
        </p:nvSpPr>
        <p:spPr bwMode="auto">
          <a:xfrm>
            <a:off x="7239000" y="33528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Line 12"/>
          <p:cNvSpPr>
            <a:spLocks noChangeShapeType="1"/>
          </p:cNvSpPr>
          <p:nvPr/>
        </p:nvSpPr>
        <p:spPr bwMode="auto">
          <a:xfrm>
            <a:off x="1981200" y="3962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Line 13"/>
          <p:cNvSpPr>
            <a:spLocks noChangeShapeType="1"/>
          </p:cNvSpPr>
          <p:nvPr/>
        </p:nvSpPr>
        <p:spPr bwMode="auto">
          <a:xfrm>
            <a:off x="5181600" y="3962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75" name="Freeform 15"/>
          <p:cNvSpPr>
            <a:spLocks/>
          </p:cNvSpPr>
          <p:nvPr/>
        </p:nvSpPr>
        <p:spPr bwMode="auto">
          <a:xfrm>
            <a:off x="7315200" y="23622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577" name="Object 17"/>
          <p:cNvGraphicFramePr>
            <a:graphicFrameLocks noChangeAspect="1"/>
          </p:cNvGraphicFramePr>
          <p:nvPr/>
        </p:nvGraphicFramePr>
        <p:xfrm>
          <a:off x="3048000" y="3657600"/>
          <a:ext cx="265113" cy="279400"/>
        </p:xfrm>
        <a:graphic>
          <a:graphicData uri="http://schemas.openxmlformats.org/presentationml/2006/ole">
            <p:oleObj spid="_x0000_s66577" name="Equation" r:id="rId5" imgW="266400" imgH="279360" progId="Equation.3">
              <p:embed/>
            </p:oleObj>
          </a:graphicData>
        </a:graphic>
      </p:graphicFrame>
      <p:graphicFrame>
        <p:nvGraphicFramePr>
          <p:cNvPr id="66578" name="Object 18"/>
          <p:cNvGraphicFramePr>
            <a:graphicFrameLocks noChangeAspect="1"/>
          </p:cNvGraphicFramePr>
          <p:nvPr/>
        </p:nvGraphicFramePr>
        <p:xfrm>
          <a:off x="6172200" y="3581400"/>
          <a:ext cx="279400" cy="381000"/>
        </p:xfrm>
        <a:graphic>
          <a:graphicData uri="http://schemas.openxmlformats.org/presentationml/2006/ole">
            <p:oleObj spid="_x0000_s66578" name="Equation" r:id="rId6" imgW="279360" imgH="380880" progId="Equation.3">
              <p:embed/>
            </p:oleObj>
          </a:graphicData>
        </a:graphic>
      </p:graphicFrame>
      <p:graphicFrame>
        <p:nvGraphicFramePr>
          <p:cNvPr id="66579" name="Object 19"/>
          <p:cNvGraphicFramePr>
            <a:graphicFrameLocks noChangeAspect="1"/>
          </p:cNvGraphicFramePr>
          <p:nvPr/>
        </p:nvGraphicFramePr>
        <p:xfrm>
          <a:off x="7391400" y="1905000"/>
          <a:ext cx="671513" cy="442913"/>
        </p:xfrm>
        <a:graphic>
          <a:graphicData uri="http://schemas.openxmlformats.org/presentationml/2006/ole">
            <p:oleObj spid="_x0000_s66579" name="Equation" r:id="rId7" imgW="672840" imgH="444240" progId="Equation.3">
              <p:embed/>
            </p:oleObj>
          </a:graphicData>
        </a:graphic>
      </p:graphicFrame>
      <p:graphicFrame>
        <p:nvGraphicFramePr>
          <p:cNvPr id="66580" name="Object 20"/>
          <p:cNvGraphicFramePr>
            <a:graphicFrameLocks noChangeAspect="1"/>
          </p:cNvGraphicFramePr>
          <p:nvPr/>
        </p:nvGraphicFramePr>
        <p:xfrm>
          <a:off x="1447800" y="3657600"/>
          <a:ext cx="419100" cy="469900"/>
        </p:xfrm>
        <a:graphic>
          <a:graphicData uri="http://schemas.openxmlformats.org/presentationml/2006/ole">
            <p:oleObj spid="_x0000_s66580" name="Equation" r:id="rId8" imgW="419040" imgH="469800" progId="Equation.3">
              <p:embed/>
            </p:oleObj>
          </a:graphicData>
        </a:graphic>
      </p:graphicFrame>
      <p:graphicFrame>
        <p:nvGraphicFramePr>
          <p:cNvPr id="66581" name="Object 21"/>
          <p:cNvGraphicFramePr>
            <a:graphicFrameLocks noChangeAspect="1"/>
          </p:cNvGraphicFramePr>
          <p:nvPr/>
        </p:nvGraphicFramePr>
        <p:xfrm>
          <a:off x="4686300" y="3657600"/>
          <a:ext cx="341313" cy="469900"/>
        </p:xfrm>
        <a:graphic>
          <a:graphicData uri="http://schemas.openxmlformats.org/presentationml/2006/ole">
            <p:oleObj spid="_x0000_s66581" name="Equation" r:id="rId9" imgW="342720" imgH="469800" progId="Equation.3">
              <p:embed/>
            </p:oleObj>
          </a:graphicData>
        </a:graphic>
      </p:graphicFrame>
      <p:graphicFrame>
        <p:nvGraphicFramePr>
          <p:cNvPr id="66582" name="Object 22"/>
          <p:cNvGraphicFramePr>
            <a:graphicFrameLocks noChangeAspect="1"/>
          </p:cNvGraphicFramePr>
          <p:nvPr/>
        </p:nvGraphicFramePr>
        <p:xfrm>
          <a:off x="7556500" y="3657600"/>
          <a:ext cx="392113" cy="469900"/>
        </p:xfrm>
        <a:graphic>
          <a:graphicData uri="http://schemas.openxmlformats.org/presentationml/2006/ole">
            <p:oleObj spid="_x0000_s66582" name="Equation" r:id="rId10" imgW="393480" imgH="469800" progId="Equation.3">
              <p:embed/>
            </p:oleObj>
          </a:graphicData>
        </a:graphic>
      </p:graphicFrame>
      <p:sp>
        <p:nvSpPr>
          <p:cNvPr id="66583" name="Text Box 23"/>
          <p:cNvSpPr txBox="1">
            <a:spLocks noChangeArrowheads="1"/>
          </p:cNvSpPr>
          <p:nvPr/>
        </p:nvSpPr>
        <p:spPr bwMode="auto">
          <a:xfrm>
            <a:off x="7162800" y="44196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  <p:sp>
        <p:nvSpPr>
          <p:cNvPr id="66584" name="Oval 24"/>
          <p:cNvSpPr>
            <a:spLocks noChangeArrowheads="1"/>
          </p:cNvSpPr>
          <p:nvPr/>
        </p:nvSpPr>
        <p:spPr bwMode="auto">
          <a:xfrm>
            <a:off x="4495800" y="548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85" name="Line 25"/>
          <p:cNvSpPr>
            <a:spLocks noChangeShapeType="1"/>
          </p:cNvSpPr>
          <p:nvPr/>
        </p:nvSpPr>
        <p:spPr bwMode="auto">
          <a:xfrm>
            <a:off x="1828800" y="4191000"/>
            <a:ext cx="26670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87" name="Freeform 27"/>
          <p:cNvSpPr>
            <a:spLocks/>
          </p:cNvSpPr>
          <p:nvPr/>
        </p:nvSpPr>
        <p:spPr bwMode="auto">
          <a:xfrm>
            <a:off x="5181600" y="5384800"/>
            <a:ext cx="838200" cy="8128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336" y="16"/>
              </a:cxn>
              <a:cxn ang="0">
                <a:pos x="528" y="256"/>
              </a:cxn>
              <a:cxn ang="0">
                <a:pos x="336" y="496"/>
              </a:cxn>
              <a:cxn ang="0">
                <a:pos x="0" y="352"/>
              </a:cxn>
            </a:cxnLst>
            <a:rect l="0" t="0" r="r" b="b"/>
            <a:pathLst>
              <a:path w="528" h="512">
                <a:moveTo>
                  <a:pt x="0" y="160"/>
                </a:moveTo>
                <a:cubicBezTo>
                  <a:pt x="124" y="80"/>
                  <a:pt x="248" y="0"/>
                  <a:pt x="336" y="16"/>
                </a:cubicBezTo>
                <a:cubicBezTo>
                  <a:pt x="424" y="32"/>
                  <a:pt x="528" y="176"/>
                  <a:pt x="528" y="256"/>
                </a:cubicBezTo>
                <a:cubicBezTo>
                  <a:pt x="528" y="336"/>
                  <a:pt x="424" y="480"/>
                  <a:pt x="336" y="496"/>
                </a:cubicBezTo>
                <a:cubicBezTo>
                  <a:pt x="248" y="512"/>
                  <a:pt x="124" y="432"/>
                  <a:pt x="0" y="3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588" name="Object 28"/>
          <p:cNvGraphicFramePr>
            <a:graphicFrameLocks noChangeAspect="1"/>
          </p:cNvGraphicFramePr>
          <p:nvPr/>
        </p:nvGraphicFramePr>
        <p:xfrm>
          <a:off x="6172200" y="5562600"/>
          <a:ext cx="671513" cy="442913"/>
        </p:xfrm>
        <a:graphic>
          <a:graphicData uri="http://schemas.openxmlformats.org/presentationml/2006/ole">
            <p:oleObj spid="_x0000_s66588" name="Equation" r:id="rId11" imgW="672840" imgH="444240" progId="Equation.3">
              <p:embed/>
            </p:oleObj>
          </a:graphicData>
        </a:graphic>
      </p:graphicFrame>
      <p:sp>
        <p:nvSpPr>
          <p:cNvPr id="66590" name="Line 30"/>
          <p:cNvSpPr>
            <a:spLocks noChangeShapeType="1"/>
          </p:cNvSpPr>
          <p:nvPr/>
        </p:nvSpPr>
        <p:spPr bwMode="auto">
          <a:xfrm flipV="1">
            <a:off x="4800600" y="426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591" name="Object 31"/>
          <p:cNvGraphicFramePr>
            <a:graphicFrameLocks noChangeAspect="1"/>
          </p:cNvGraphicFramePr>
          <p:nvPr/>
        </p:nvGraphicFramePr>
        <p:xfrm>
          <a:off x="4622800" y="5562600"/>
          <a:ext cx="392113" cy="469900"/>
        </p:xfrm>
        <a:graphic>
          <a:graphicData uri="http://schemas.openxmlformats.org/presentationml/2006/ole">
            <p:oleObj spid="_x0000_s66591" name="Equation" r:id="rId12" imgW="393480" imgH="469800" progId="Equation.3">
              <p:embed/>
            </p:oleObj>
          </a:graphicData>
        </a:graphic>
      </p:graphicFrame>
      <p:graphicFrame>
        <p:nvGraphicFramePr>
          <p:cNvPr id="66592" name="Object 32"/>
          <p:cNvGraphicFramePr>
            <a:graphicFrameLocks noChangeAspect="1"/>
          </p:cNvGraphicFramePr>
          <p:nvPr/>
        </p:nvGraphicFramePr>
        <p:xfrm>
          <a:off x="4876800" y="4648200"/>
          <a:ext cx="265113" cy="279400"/>
        </p:xfrm>
        <a:graphic>
          <a:graphicData uri="http://schemas.openxmlformats.org/presentationml/2006/ole">
            <p:oleObj spid="_x0000_s66592" name="Equation" r:id="rId13" imgW="266400" imgH="279360" progId="Equation.3">
              <p:embed/>
            </p:oleObj>
          </a:graphicData>
        </a:graphic>
      </p:graphicFrame>
      <p:graphicFrame>
        <p:nvGraphicFramePr>
          <p:cNvPr id="66593" name="Object 33"/>
          <p:cNvGraphicFramePr>
            <a:graphicFrameLocks noChangeAspect="1"/>
          </p:cNvGraphicFramePr>
          <p:nvPr/>
        </p:nvGraphicFramePr>
        <p:xfrm>
          <a:off x="3124200" y="4572000"/>
          <a:ext cx="279400" cy="381000"/>
        </p:xfrm>
        <a:graphic>
          <a:graphicData uri="http://schemas.openxmlformats.org/presentationml/2006/ole">
            <p:oleObj spid="_x0000_s66593" name="Equation" r:id="rId14" imgW="27936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5E2FA7-B78E-4995-B836-74C0CD69E9E3}" type="slidenum">
              <a:rPr lang="en-US"/>
              <a:pPr/>
              <a:t>53</a:t>
            </a:fld>
            <a:endParaRPr 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121856" name="Object 0"/>
          <p:cNvGraphicFramePr>
            <a:graphicFrameLocks noChangeAspect="1"/>
          </p:cNvGraphicFramePr>
          <p:nvPr/>
        </p:nvGraphicFramePr>
        <p:xfrm>
          <a:off x="914400" y="1143000"/>
          <a:ext cx="914400" cy="442913"/>
        </p:xfrm>
        <a:graphic>
          <a:graphicData uri="http://schemas.openxmlformats.org/presentationml/2006/ole">
            <p:oleObj spid="_x0000_s121856" name="Equation" r:id="rId3" imgW="914400" imgH="444240" progId="Equation.3">
              <p:embed/>
            </p:oleObj>
          </a:graphicData>
        </a:graphic>
      </p:graphicFrame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1905000" y="1066800"/>
            <a:ext cx="4224338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= { all strings without</a:t>
            </a:r>
          </a:p>
          <a:p>
            <a:r>
              <a:rPr lang="en-US"/>
              <a:t>     substring          }</a:t>
            </a:r>
          </a:p>
        </p:txBody>
      </p:sp>
      <p:graphicFrame>
        <p:nvGraphicFramePr>
          <p:cNvPr id="121857" name="Object 1"/>
          <p:cNvGraphicFramePr>
            <a:graphicFrameLocks noChangeAspect="1"/>
          </p:cNvGraphicFramePr>
          <p:nvPr/>
        </p:nvGraphicFramePr>
        <p:xfrm>
          <a:off x="4648200" y="1752600"/>
          <a:ext cx="698500" cy="368300"/>
        </p:xfrm>
        <a:graphic>
          <a:graphicData uri="http://schemas.openxmlformats.org/presentationml/2006/ole">
            <p:oleObj spid="_x0000_s121857" name="Equation" r:id="rId4" imgW="698400" imgH="368280" progId="Equation.3">
              <p:embed/>
            </p:oleObj>
          </a:graphicData>
        </a:graphic>
      </p:graphicFrame>
      <p:sp>
        <p:nvSpPr>
          <p:cNvPr id="67591" name="Oval 7"/>
          <p:cNvSpPr>
            <a:spLocks noChangeArrowheads="1"/>
          </p:cNvSpPr>
          <p:nvPr/>
        </p:nvSpPr>
        <p:spPr bwMode="auto">
          <a:xfrm>
            <a:off x="12954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592" name="Oval 8"/>
          <p:cNvSpPr>
            <a:spLocks noChangeArrowheads="1"/>
          </p:cNvSpPr>
          <p:nvPr/>
        </p:nvSpPr>
        <p:spPr bwMode="auto">
          <a:xfrm>
            <a:off x="4876800" y="44196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593" name="Freeform 9"/>
          <p:cNvSpPr>
            <a:spLocks/>
          </p:cNvSpPr>
          <p:nvPr/>
        </p:nvSpPr>
        <p:spPr bwMode="auto">
          <a:xfrm>
            <a:off x="7391400" y="36576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594" name="Oval 10"/>
          <p:cNvSpPr>
            <a:spLocks noChangeArrowheads="1"/>
          </p:cNvSpPr>
          <p:nvPr/>
        </p:nvSpPr>
        <p:spPr bwMode="auto">
          <a:xfrm>
            <a:off x="31242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595" name="Oval 11"/>
          <p:cNvSpPr>
            <a:spLocks noChangeArrowheads="1"/>
          </p:cNvSpPr>
          <p:nvPr/>
        </p:nvSpPr>
        <p:spPr bwMode="auto">
          <a:xfrm>
            <a:off x="51054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596" name="Oval 12"/>
          <p:cNvSpPr>
            <a:spLocks noChangeArrowheads="1"/>
          </p:cNvSpPr>
          <p:nvPr/>
        </p:nvSpPr>
        <p:spPr bwMode="auto">
          <a:xfrm>
            <a:off x="74676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1858" name="Object 2"/>
          <p:cNvGraphicFramePr>
            <a:graphicFrameLocks noChangeAspect="1"/>
          </p:cNvGraphicFramePr>
          <p:nvPr/>
        </p:nvGraphicFramePr>
        <p:xfrm>
          <a:off x="1524000" y="4800600"/>
          <a:ext cx="279400" cy="341313"/>
        </p:xfrm>
        <a:graphic>
          <a:graphicData uri="http://schemas.openxmlformats.org/presentationml/2006/ole">
            <p:oleObj spid="_x0000_s121858" name="Equation" r:id="rId5" imgW="279360" imgH="342720" progId="Equation.3">
              <p:embed/>
            </p:oleObj>
          </a:graphicData>
        </a:graphic>
      </p:graphicFrame>
      <p:graphicFrame>
        <p:nvGraphicFramePr>
          <p:cNvPr id="121859" name="Object 3"/>
          <p:cNvGraphicFramePr>
            <a:graphicFrameLocks noChangeAspect="1"/>
          </p:cNvGraphicFramePr>
          <p:nvPr/>
        </p:nvGraphicFramePr>
        <p:xfrm>
          <a:off x="3352800" y="4800600"/>
          <a:ext cx="279400" cy="368300"/>
        </p:xfrm>
        <a:graphic>
          <a:graphicData uri="http://schemas.openxmlformats.org/presentationml/2006/ole">
            <p:oleObj spid="_x0000_s121859" name="Equation" r:id="rId6" imgW="279360" imgH="368280" progId="Equation.3">
              <p:embed/>
            </p:oleObj>
          </a:graphicData>
        </a:graphic>
      </p:graphicFrame>
      <p:graphicFrame>
        <p:nvGraphicFramePr>
          <p:cNvPr id="121860" name="Object 4"/>
          <p:cNvGraphicFramePr>
            <a:graphicFrameLocks noChangeAspect="1"/>
          </p:cNvGraphicFramePr>
          <p:nvPr/>
        </p:nvGraphicFramePr>
        <p:xfrm>
          <a:off x="5181600" y="4800600"/>
          <a:ext cx="520700" cy="368300"/>
        </p:xfrm>
        <a:graphic>
          <a:graphicData uri="http://schemas.openxmlformats.org/presentationml/2006/ole">
            <p:oleObj spid="_x0000_s121860" name="Equation" r:id="rId7" imgW="520560" imgH="368280" progId="Equation.3">
              <p:embed/>
            </p:oleObj>
          </a:graphicData>
        </a:graphic>
      </p:graphicFrame>
      <p:graphicFrame>
        <p:nvGraphicFramePr>
          <p:cNvPr id="121861" name="Object 5"/>
          <p:cNvGraphicFramePr>
            <a:graphicFrameLocks noChangeAspect="1"/>
          </p:cNvGraphicFramePr>
          <p:nvPr/>
        </p:nvGraphicFramePr>
        <p:xfrm>
          <a:off x="7467600" y="4800600"/>
          <a:ext cx="698500" cy="368300"/>
        </p:xfrm>
        <a:graphic>
          <a:graphicData uri="http://schemas.openxmlformats.org/presentationml/2006/ole">
            <p:oleObj spid="_x0000_s121861" name="Equation" r:id="rId8" imgW="698400" imgH="368280" progId="Equation.3">
              <p:embed/>
            </p:oleObj>
          </a:graphicData>
        </a:graphic>
      </p:graphicFrame>
      <p:sp>
        <p:nvSpPr>
          <p:cNvPr id="67601" name="Oval 17"/>
          <p:cNvSpPr>
            <a:spLocks noChangeArrowheads="1"/>
          </p:cNvSpPr>
          <p:nvPr/>
        </p:nvSpPr>
        <p:spPr bwMode="auto">
          <a:xfrm>
            <a:off x="2895600" y="44196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602" name="Oval 18"/>
          <p:cNvSpPr>
            <a:spLocks noChangeArrowheads="1"/>
          </p:cNvSpPr>
          <p:nvPr/>
        </p:nvSpPr>
        <p:spPr bwMode="auto">
          <a:xfrm>
            <a:off x="1066800" y="44196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603" name="Freeform 19"/>
          <p:cNvSpPr>
            <a:spLocks/>
          </p:cNvSpPr>
          <p:nvPr/>
        </p:nvSpPr>
        <p:spPr bwMode="auto">
          <a:xfrm>
            <a:off x="1143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604" name="Freeform 20"/>
          <p:cNvSpPr>
            <a:spLocks/>
          </p:cNvSpPr>
          <p:nvPr/>
        </p:nvSpPr>
        <p:spPr bwMode="auto">
          <a:xfrm>
            <a:off x="4953000" y="34290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605" name="Freeform 21"/>
          <p:cNvSpPr>
            <a:spLocks/>
          </p:cNvSpPr>
          <p:nvPr/>
        </p:nvSpPr>
        <p:spPr bwMode="auto">
          <a:xfrm>
            <a:off x="2133600" y="5334000"/>
            <a:ext cx="8382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0" y="192"/>
              </a:cxn>
              <a:cxn ang="0">
                <a:pos x="528" y="0"/>
              </a:cxn>
            </a:cxnLst>
            <a:rect l="0" t="0" r="r" b="b"/>
            <a:pathLst>
              <a:path w="528" h="192">
                <a:moveTo>
                  <a:pt x="0" y="0"/>
                </a:moveTo>
                <a:cubicBezTo>
                  <a:pt x="76" y="96"/>
                  <a:pt x="152" y="192"/>
                  <a:pt x="240" y="192"/>
                </a:cubicBezTo>
                <a:cubicBezTo>
                  <a:pt x="328" y="192"/>
                  <a:pt x="428" y="96"/>
                  <a:pt x="528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606" name="Freeform 22"/>
          <p:cNvSpPr>
            <a:spLocks/>
          </p:cNvSpPr>
          <p:nvPr/>
        </p:nvSpPr>
        <p:spPr bwMode="auto">
          <a:xfrm>
            <a:off x="2133600" y="4330700"/>
            <a:ext cx="838200" cy="393700"/>
          </a:xfrm>
          <a:custGeom>
            <a:avLst/>
            <a:gdLst/>
            <a:ahLst/>
            <a:cxnLst>
              <a:cxn ang="0">
                <a:pos x="528" y="248"/>
              </a:cxn>
              <a:cxn ang="0">
                <a:pos x="288" y="8"/>
              </a:cxn>
              <a:cxn ang="0">
                <a:pos x="0" y="200"/>
              </a:cxn>
            </a:cxnLst>
            <a:rect l="0" t="0" r="r" b="b"/>
            <a:pathLst>
              <a:path w="528" h="248">
                <a:moveTo>
                  <a:pt x="528" y="248"/>
                </a:moveTo>
                <a:cubicBezTo>
                  <a:pt x="452" y="132"/>
                  <a:pt x="376" y="16"/>
                  <a:pt x="288" y="8"/>
                </a:cubicBezTo>
                <a:cubicBezTo>
                  <a:pt x="200" y="0"/>
                  <a:pt x="100" y="100"/>
                  <a:pt x="0" y="2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607" name="Line 23"/>
          <p:cNvSpPr>
            <a:spLocks noChangeShapeType="1"/>
          </p:cNvSpPr>
          <p:nvPr/>
        </p:nvSpPr>
        <p:spPr bwMode="auto">
          <a:xfrm>
            <a:off x="4038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608" name="Line 24"/>
          <p:cNvSpPr>
            <a:spLocks noChangeShapeType="1"/>
          </p:cNvSpPr>
          <p:nvPr/>
        </p:nvSpPr>
        <p:spPr bwMode="auto">
          <a:xfrm>
            <a:off x="6019800" y="5029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1862" name="Object 6"/>
          <p:cNvGraphicFramePr>
            <a:graphicFrameLocks noChangeAspect="1"/>
          </p:cNvGraphicFramePr>
          <p:nvPr/>
        </p:nvGraphicFramePr>
        <p:xfrm>
          <a:off x="1447800" y="3048000"/>
          <a:ext cx="176213" cy="354013"/>
        </p:xfrm>
        <a:graphic>
          <a:graphicData uri="http://schemas.openxmlformats.org/presentationml/2006/ole">
            <p:oleObj spid="_x0000_s121862" name="Equation" r:id="rId9" imgW="177480" imgH="355320" progId="Equation.3">
              <p:embed/>
            </p:oleObj>
          </a:graphicData>
        </a:graphic>
      </p:graphicFrame>
      <p:graphicFrame>
        <p:nvGraphicFramePr>
          <p:cNvPr id="121863" name="Object 7"/>
          <p:cNvGraphicFramePr>
            <a:graphicFrameLocks noChangeAspect="1"/>
          </p:cNvGraphicFramePr>
          <p:nvPr/>
        </p:nvGraphicFramePr>
        <p:xfrm>
          <a:off x="2362200" y="5715000"/>
          <a:ext cx="279400" cy="368300"/>
        </p:xfrm>
        <a:graphic>
          <a:graphicData uri="http://schemas.openxmlformats.org/presentationml/2006/ole">
            <p:oleObj spid="_x0000_s121863" name="Equation" r:id="rId10" imgW="279360" imgH="368280" progId="Equation.3">
              <p:embed/>
            </p:oleObj>
          </a:graphicData>
        </a:graphic>
      </p:graphicFrame>
      <p:graphicFrame>
        <p:nvGraphicFramePr>
          <p:cNvPr id="121864" name="Object 8"/>
          <p:cNvGraphicFramePr>
            <a:graphicFrameLocks noChangeAspect="1"/>
          </p:cNvGraphicFramePr>
          <p:nvPr/>
        </p:nvGraphicFramePr>
        <p:xfrm>
          <a:off x="2438400" y="3886200"/>
          <a:ext cx="176213" cy="354013"/>
        </p:xfrm>
        <a:graphic>
          <a:graphicData uri="http://schemas.openxmlformats.org/presentationml/2006/ole">
            <p:oleObj spid="_x0000_s121864" name="Equation" r:id="rId11" imgW="177480" imgH="355320" progId="Equation.3">
              <p:embed/>
            </p:oleObj>
          </a:graphicData>
        </a:graphic>
      </p:graphicFrame>
      <p:graphicFrame>
        <p:nvGraphicFramePr>
          <p:cNvPr id="121865" name="Object 9"/>
          <p:cNvGraphicFramePr>
            <a:graphicFrameLocks noChangeAspect="1"/>
          </p:cNvGraphicFramePr>
          <p:nvPr/>
        </p:nvGraphicFramePr>
        <p:xfrm>
          <a:off x="6705600" y="4572000"/>
          <a:ext cx="176213" cy="354013"/>
        </p:xfrm>
        <a:graphic>
          <a:graphicData uri="http://schemas.openxmlformats.org/presentationml/2006/ole">
            <p:oleObj spid="_x0000_s121865" name="Equation" r:id="rId12" imgW="177480" imgH="355320" progId="Equation.3">
              <p:embed/>
            </p:oleObj>
          </a:graphicData>
        </a:graphic>
      </p:graphicFrame>
      <p:graphicFrame>
        <p:nvGraphicFramePr>
          <p:cNvPr id="121866" name="Object 10"/>
          <p:cNvGraphicFramePr>
            <a:graphicFrameLocks noChangeAspect="1"/>
          </p:cNvGraphicFramePr>
          <p:nvPr/>
        </p:nvGraphicFramePr>
        <p:xfrm>
          <a:off x="4267200" y="4572000"/>
          <a:ext cx="279400" cy="368300"/>
        </p:xfrm>
        <a:graphic>
          <a:graphicData uri="http://schemas.openxmlformats.org/presentationml/2006/ole">
            <p:oleObj spid="_x0000_s121866" name="Equation" r:id="rId13" imgW="279360" imgH="368280" progId="Equation.3">
              <p:embed/>
            </p:oleObj>
          </a:graphicData>
        </a:graphic>
      </p:graphicFrame>
      <p:graphicFrame>
        <p:nvGraphicFramePr>
          <p:cNvPr id="121867" name="Object 11"/>
          <p:cNvGraphicFramePr>
            <a:graphicFrameLocks noChangeAspect="1"/>
          </p:cNvGraphicFramePr>
          <p:nvPr/>
        </p:nvGraphicFramePr>
        <p:xfrm>
          <a:off x="5181600" y="3048000"/>
          <a:ext cx="279400" cy="368300"/>
        </p:xfrm>
        <a:graphic>
          <a:graphicData uri="http://schemas.openxmlformats.org/presentationml/2006/ole">
            <p:oleObj spid="_x0000_s121867" name="Equation" r:id="rId14" imgW="279360" imgH="368280" progId="Equation.3">
              <p:embed/>
            </p:oleObj>
          </a:graphicData>
        </a:graphic>
      </p:graphicFrame>
      <p:graphicFrame>
        <p:nvGraphicFramePr>
          <p:cNvPr id="121868" name="Object 12"/>
          <p:cNvGraphicFramePr>
            <a:graphicFrameLocks noChangeAspect="1"/>
          </p:cNvGraphicFramePr>
          <p:nvPr/>
        </p:nvGraphicFramePr>
        <p:xfrm>
          <a:off x="7543800" y="3200400"/>
          <a:ext cx="520700" cy="430213"/>
        </p:xfrm>
        <a:graphic>
          <a:graphicData uri="http://schemas.openxmlformats.org/presentationml/2006/ole">
            <p:oleObj spid="_x0000_s121868" name="Equation" r:id="rId15" imgW="520560" imgH="431640" progId="Equation.3">
              <p:embed/>
            </p:oleObj>
          </a:graphicData>
        </a:graphic>
      </p:graphicFrame>
      <p:sp>
        <p:nvSpPr>
          <p:cNvPr id="67616" name="Line 32"/>
          <p:cNvSpPr>
            <a:spLocks noChangeShapeType="1"/>
          </p:cNvSpPr>
          <p:nvPr/>
        </p:nvSpPr>
        <p:spPr bwMode="auto">
          <a:xfrm>
            <a:off x="381000" y="5029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325F24-5C74-47EE-A1B4-DC480D127591}" type="slidenum">
              <a:rPr lang="en-US"/>
              <a:pPr/>
              <a:t>54</a:t>
            </a:fld>
            <a:endParaRPr lang="en-US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Languages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A language      is regular if there is </a:t>
            </a:r>
          </a:p>
          <a:p>
            <a:r>
              <a:rPr lang="en-US"/>
              <a:t>a DFA        such that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All regular languages form a language family</a:t>
            </a:r>
          </a:p>
          <a:p>
            <a:pPr lvl="1"/>
            <a:r>
              <a:rPr lang="en-US"/>
              <a:t> </a:t>
            </a:r>
          </a:p>
        </p:txBody>
      </p:sp>
      <p:graphicFrame>
        <p:nvGraphicFramePr>
          <p:cNvPr id="122880" name="Object 0"/>
          <p:cNvGraphicFramePr>
            <a:graphicFrameLocks noChangeAspect="1"/>
          </p:cNvGraphicFramePr>
          <p:nvPr/>
        </p:nvGraphicFramePr>
        <p:xfrm>
          <a:off x="2438400" y="1447800"/>
          <a:ext cx="328613" cy="393700"/>
        </p:xfrm>
        <a:graphic>
          <a:graphicData uri="http://schemas.openxmlformats.org/presentationml/2006/ole">
            <p:oleObj spid="_x0000_s122880" name="Equation" r:id="rId3" imgW="330120" imgH="393480" progId="Equation.3">
              <p:embed/>
            </p:oleObj>
          </a:graphicData>
        </a:graphic>
      </p:graphicFrame>
      <p:graphicFrame>
        <p:nvGraphicFramePr>
          <p:cNvPr id="122881" name="Object 1"/>
          <p:cNvGraphicFramePr>
            <a:graphicFrameLocks noChangeAspect="1"/>
          </p:cNvGraphicFramePr>
          <p:nvPr/>
        </p:nvGraphicFramePr>
        <p:xfrm>
          <a:off x="1600200" y="2057400"/>
          <a:ext cx="546100" cy="393700"/>
        </p:xfrm>
        <a:graphic>
          <a:graphicData uri="http://schemas.openxmlformats.org/presentationml/2006/ole">
            <p:oleObj spid="_x0000_s122881" name="Equation" r:id="rId4" imgW="545760" imgH="393480" progId="Equation.3">
              <p:embed/>
            </p:oleObj>
          </a:graphicData>
        </a:graphic>
      </p:graphicFrame>
      <p:graphicFrame>
        <p:nvGraphicFramePr>
          <p:cNvPr id="122882" name="Object 2"/>
          <p:cNvGraphicFramePr>
            <a:graphicFrameLocks noChangeAspect="1"/>
          </p:cNvGraphicFramePr>
          <p:nvPr/>
        </p:nvGraphicFramePr>
        <p:xfrm>
          <a:off x="4572000" y="1981200"/>
          <a:ext cx="1993900" cy="557213"/>
        </p:xfrm>
        <a:graphic>
          <a:graphicData uri="http://schemas.openxmlformats.org/presentationml/2006/ole">
            <p:oleObj spid="_x0000_s122882" name="Equation" r:id="rId5" imgW="199368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A30216-FE8A-40E6-AE5F-B7059C2ACC0F}" type="slidenum">
              <a:rPr lang="en-US"/>
              <a:pPr/>
              <a:t>55</a:t>
            </a:fld>
            <a:endParaRPr lang="en-US"/>
          </a:p>
        </p:txBody>
      </p:sp>
      <p:graphicFrame>
        <p:nvGraphicFramePr>
          <p:cNvPr id="123904" name="Object 0"/>
          <p:cNvGraphicFramePr>
            <a:graphicFrameLocks noChangeAspect="1"/>
          </p:cNvGraphicFramePr>
          <p:nvPr/>
        </p:nvGraphicFramePr>
        <p:xfrm>
          <a:off x="838200" y="1295400"/>
          <a:ext cx="1371600" cy="560388"/>
        </p:xfrm>
        <a:graphic>
          <a:graphicData uri="http://schemas.openxmlformats.org/presentationml/2006/ole">
            <p:oleObj spid="_x0000_s123904" name="Equation" r:id="rId3" imgW="1117440" imgH="457200" progId="Equation.3">
              <p:embed/>
            </p:oleObj>
          </a:graphicData>
        </a:graphic>
      </p:graphicFrame>
      <p:graphicFrame>
        <p:nvGraphicFramePr>
          <p:cNvPr id="123905" name="Object 1"/>
          <p:cNvGraphicFramePr>
            <a:graphicFrameLocks noChangeAspect="1"/>
          </p:cNvGraphicFramePr>
          <p:nvPr/>
        </p:nvGraphicFramePr>
        <p:xfrm>
          <a:off x="2895600" y="1219200"/>
          <a:ext cx="2590800" cy="576263"/>
        </p:xfrm>
        <a:graphic>
          <a:graphicData uri="http://schemas.openxmlformats.org/presentationml/2006/ole">
            <p:oleObj spid="_x0000_s123905" name="Equation" r:id="rId4" imgW="2057400" imgH="457200" progId="Equation.3">
              <p:embed/>
            </p:oleObj>
          </a:graphicData>
        </a:graphic>
      </p:graphicFrame>
      <p:graphicFrame>
        <p:nvGraphicFramePr>
          <p:cNvPr id="123906" name="Object 2"/>
          <p:cNvGraphicFramePr>
            <a:graphicFrameLocks noChangeAspect="1"/>
          </p:cNvGraphicFramePr>
          <p:nvPr/>
        </p:nvGraphicFramePr>
        <p:xfrm>
          <a:off x="6172200" y="1143000"/>
          <a:ext cx="2286000" cy="655638"/>
        </p:xfrm>
        <a:graphic>
          <a:graphicData uri="http://schemas.openxmlformats.org/presentationml/2006/ole">
            <p:oleObj spid="_x0000_s123906" name="Equation" r:id="rId5" imgW="1942920" imgH="558720" progId="Equation.3">
              <p:embed/>
            </p:oleObj>
          </a:graphicData>
        </a:graphic>
      </p:graphicFrame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533400" y="2057400"/>
            <a:ext cx="57213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{ all strings with prefix       }</a:t>
            </a:r>
          </a:p>
        </p:txBody>
      </p:sp>
      <p:graphicFrame>
        <p:nvGraphicFramePr>
          <p:cNvPr id="123907" name="Object 3"/>
          <p:cNvGraphicFramePr>
            <a:graphicFrameLocks noChangeAspect="1"/>
          </p:cNvGraphicFramePr>
          <p:nvPr/>
        </p:nvGraphicFramePr>
        <p:xfrm>
          <a:off x="5410200" y="2133600"/>
          <a:ext cx="544513" cy="431800"/>
        </p:xfrm>
        <a:graphic>
          <a:graphicData uri="http://schemas.openxmlformats.org/presentationml/2006/ole">
            <p:oleObj spid="_x0000_s123907" name="Equation" r:id="rId6" imgW="545760" imgH="431640" progId="Equation.3">
              <p:embed/>
            </p:oleObj>
          </a:graphicData>
        </a:graphic>
      </p:graphicFrame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685800" y="2895600"/>
            <a:ext cx="55991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{ all strings with prefix       }</a:t>
            </a:r>
          </a:p>
        </p:txBody>
      </p:sp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5410200" y="2971800"/>
          <a:ext cx="544513" cy="431800"/>
        </p:xfrm>
        <a:graphic>
          <a:graphicData uri="http://schemas.openxmlformats.org/presentationml/2006/ole">
            <p:oleObj spid="_x0000_s123908" name="Equation" r:id="rId7" imgW="545760" imgH="431640" progId="Equation.3">
              <p:embed/>
            </p:oleObj>
          </a:graphicData>
        </a:graphic>
      </p:graphicFrame>
      <p:sp>
        <p:nvSpPr>
          <p:cNvPr id="103436" name="Text Box 12"/>
          <p:cNvSpPr txBox="1">
            <a:spLocks noChangeArrowheads="1"/>
          </p:cNvSpPr>
          <p:nvPr/>
        </p:nvSpPr>
        <p:spPr bwMode="auto">
          <a:xfrm>
            <a:off x="685800" y="3733800"/>
            <a:ext cx="71675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{ all strings without substring          }</a:t>
            </a:r>
          </a:p>
        </p:txBody>
      </p:sp>
      <p:graphicFrame>
        <p:nvGraphicFramePr>
          <p:cNvPr id="123909" name="Object 5"/>
          <p:cNvGraphicFramePr>
            <a:graphicFrameLocks noChangeAspect="1"/>
          </p:cNvGraphicFramePr>
          <p:nvPr/>
        </p:nvGraphicFramePr>
        <p:xfrm>
          <a:off x="6769100" y="3886200"/>
          <a:ext cx="698500" cy="368300"/>
        </p:xfrm>
        <a:graphic>
          <a:graphicData uri="http://schemas.openxmlformats.org/presentationml/2006/ole">
            <p:oleObj spid="_x0000_s123909" name="Equation" r:id="rId8" imgW="698400" imgH="368280" progId="Equation.3">
              <p:embed/>
            </p:oleObj>
          </a:graphicData>
        </a:graphic>
      </p:graphicFrame>
      <p:sp>
        <p:nvSpPr>
          <p:cNvPr id="103439" name="Text Box 15"/>
          <p:cNvSpPr txBox="1">
            <a:spLocks noChangeArrowheads="1"/>
          </p:cNvSpPr>
          <p:nvPr/>
        </p:nvSpPr>
        <p:spPr bwMode="auto">
          <a:xfrm>
            <a:off x="288925" y="101600"/>
            <a:ext cx="6022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Examples of regular languages:</a:t>
            </a:r>
          </a:p>
        </p:txBody>
      </p:sp>
      <p:sp>
        <p:nvSpPr>
          <p:cNvPr id="103440" name="Text Box 16"/>
          <p:cNvSpPr txBox="1">
            <a:spLocks noChangeArrowheads="1"/>
          </p:cNvSpPr>
          <p:nvPr/>
        </p:nvSpPr>
        <p:spPr bwMode="auto">
          <a:xfrm>
            <a:off x="533400" y="5105400"/>
            <a:ext cx="78184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9900"/>
                </a:solidFill>
              </a:rPr>
              <a:t>There exist automata that accept these</a:t>
            </a:r>
          </a:p>
          <a:p>
            <a:r>
              <a:rPr lang="en-US">
                <a:solidFill>
                  <a:srgbClr val="FF9900"/>
                </a:solidFill>
              </a:rPr>
              <a:t>Languages (see previous slides).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566729-5314-4308-A034-2B637D4ADBAD}" type="slidenum">
              <a:rPr lang="en-US"/>
              <a:pPr/>
              <a:t>56</a:t>
            </a:fld>
            <a:endParaRPr 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language</a:t>
            </a:r>
          </a:p>
          <a:p>
            <a:r>
              <a:rPr lang="en-US"/>
              <a:t>is regular:</a:t>
            </a:r>
          </a:p>
          <a:p>
            <a:endParaRPr lang="en-US"/>
          </a:p>
          <a:p>
            <a:r>
              <a:rPr lang="en-US"/>
              <a:t> </a:t>
            </a:r>
          </a:p>
        </p:txBody>
      </p:sp>
      <p:graphicFrame>
        <p:nvGraphicFramePr>
          <p:cNvPr id="124928" name="Object 0"/>
          <p:cNvGraphicFramePr>
            <a:graphicFrameLocks noChangeAspect="1"/>
          </p:cNvGraphicFramePr>
          <p:nvPr/>
        </p:nvGraphicFramePr>
        <p:xfrm>
          <a:off x="2971800" y="914400"/>
          <a:ext cx="4432300" cy="558800"/>
        </p:xfrm>
        <a:graphic>
          <a:graphicData uri="http://schemas.openxmlformats.org/presentationml/2006/ole">
            <p:oleObj spid="_x0000_s124928" name="Equation" r:id="rId3" imgW="4431960" imgH="558720" progId="Equation.3">
              <p:embed/>
            </p:oleObj>
          </a:graphicData>
        </a:graphic>
      </p:graphicFrame>
      <p:sp>
        <p:nvSpPr>
          <p:cNvPr id="69637" name="Oval 5"/>
          <p:cNvSpPr>
            <a:spLocks noChangeArrowheads="1"/>
          </p:cNvSpPr>
          <p:nvPr/>
        </p:nvSpPr>
        <p:spPr bwMode="auto">
          <a:xfrm>
            <a:off x="30480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38" name="Oval 6"/>
          <p:cNvSpPr>
            <a:spLocks noChangeArrowheads="1"/>
          </p:cNvSpPr>
          <p:nvPr/>
        </p:nvSpPr>
        <p:spPr bwMode="auto">
          <a:xfrm>
            <a:off x="7162800" y="32766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39" name="Freeform 7"/>
          <p:cNvSpPr>
            <a:spLocks/>
          </p:cNvSpPr>
          <p:nvPr/>
        </p:nvSpPr>
        <p:spPr bwMode="auto">
          <a:xfrm>
            <a:off x="7315200" y="22098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40" name="Oval 8"/>
          <p:cNvSpPr>
            <a:spLocks noChangeArrowheads="1"/>
          </p:cNvSpPr>
          <p:nvPr/>
        </p:nvSpPr>
        <p:spPr bwMode="auto">
          <a:xfrm>
            <a:off x="3048000" y="3505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Oval 9"/>
          <p:cNvSpPr>
            <a:spLocks noChangeArrowheads="1"/>
          </p:cNvSpPr>
          <p:nvPr/>
        </p:nvSpPr>
        <p:spPr bwMode="auto">
          <a:xfrm>
            <a:off x="5029200" y="3505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Oval 10"/>
          <p:cNvSpPr>
            <a:spLocks noChangeArrowheads="1"/>
          </p:cNvSpPr>
          <p:nvPr/>
        </p:nvSpPr>
        <p:spPr bwMode="auto">
          <a:xfrm>
            <a:off x="7391400" y="3505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49" name="Freeform 17"/>
          <p:cNvSpPr>
            <a:spLocks/>
          </p:cNvSpPr>
          <p:nvPr/>
        </p:nvSpPr>
        <p:spPr bwMode="auto">
          <a:xfrm rot="10903456">
            <a:off x="3048000" y="56388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50" name="Freeform 18"/>
          <p:cNvSpPr>
            <a:spLocks/>
          </p:cNvSpPr>
          <p:nvPr/>
        </p:nvSpPr>
        <p:spPr bwMode="auto">
          <a:xfrm>
            <a:off x="4876800" y="2514600"/>
            <a:ext cx="812800" cy="1079500"/>
          </a:xfrm>
          <a:custGeom>
            <a:avLst/>
            <a:gdLst/>
            <a:ahLst/>
            <a:cxnLst>
              <a:cxn ang="0">
                <a:pos x="160" y="680"/>
              </a:cxn>
              <a:cxn ang="0">
                <a:pos x="16" y="200"/>
              </a:cxn>
              <a:cxn ang="0">
                <a:pos x="256" y="8"/>
              </a:cxn>
              <a:cxn ang="0">
                <a:pos x="496" y="152"/>
              </a:cxn>
              <a:cxn ang="0">
                <a:pos x="352" y="632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53" name="Line 21"/>
          <p:cNvSpPr>
            <a:spLocks noChangeShapeType="1"/>
          </p:cNvSpPr>
          <p:nvPr/>
        </p:nvSpPr>
        <p:spPr bwMode="auto">
          <a:xfrm>
            <a:off x="3733800" y="3886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62" name="Freeform 30"/>
          <p:cNvSpPr>
            <a:spLocks/>
          </p:cNvSpPr>
          <p:nvPr/>
        </p:nvSpPr>
        <p:spPr bwMode="auto">
          <a:xfrm>
            <a:off x="5638800" y="4114800"/>
            <a:ext cx="1600200" cy="393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28" y="240"/>
              </a:cxn>
              <a:cxn ang="0">
                <a:pos x="1008" y="48"/>
              </a:cxn>
            </a:cxnLst>
            <a:rect l="0" t="0" r="r" b="b"/>
            <a:pathLst>
              <a:path w="1008" h="248">
                <a:moveTo>
                  <a:pt x="0" y="0"/>
                </a:moveTo>
                <a:cubicBezTo>
                  <a:pt x="180" y="116"/>
                  <a:pt x="360" y="232"/>
                  <a:pt x="528" y="240"/>
                </a:cubicBezTo>
                <a:cubicBezTo>
                  <a:pt x="696" y="248"/>
                  <a:pt x="852" y="148"/>
                  <a:pt x="1008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63" name="Freeform 31"/>
          <p:cNvSpPr>
            <a:spLocks/>
          </p:cNvSpPr>
          <p:nvPr/>
        </p:nvSpPr>
        <p:spPr bwMode="auto">
          <a:xfrm>
            <a:off x="5638800" y="3276600"/>
            <a:ext cx="1600200" cy="304800"/>
          </a:xfrm>
          <a:custGeom>
            <a:avLst/>
            <a:gdLst/>
            <a:ahLst/>
            <a:cxnLst>
              <a:cxn ang="0">
                <a:pos x="1008" y="192"/>
              </a:cxn>
              <a:cxn ang="0">
                <a:pos x="528" y="0"/>
              </a:cxn>
              <a:cxn ang="0">
                <a:pos x="0" y="192"/>
              </a:cxn>
            </a:cxnLst>
            <a:rect l="0" t="0" r="r" b="b"/>
            <a:pathLst>
              <a:path w="1008" h="192">
                <a:moveTo>
                  <a:pt x="1008" y="192"/>
                </a:moveTo>
                <a:cubicBezTo>
                  <a:pt x="852" y="96"/>
                  <a:pt x="696" y="0"/>
                  <a:pt x="528" y="0"/>
                </a:cubicBezTo>
                <a:cubicBezTo>
                  <a:pt x="360" y="0"/>
                  <a:pt x="180" y="96"/>
                  <a:pt x="0" y="1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64" name="Line 32"/>
          <p:cNvSpPr>
            <a:spLocks noChangeShapeType="1"/>
          </p:cNvSpPr>
          <p:nvPr/>
        </p:nvSpPr>
        <p:spPr bwMode="auto">
          <a:xfrm>
            <a:off x="24384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65" name="Line 33"/>
          <p:cNvSpPr>
            <a:spLocks noChangeShapeType="1"/>
          </p:cNvSpPr>
          <p:nvPr/>
        </p:nvSpPr>
        <p:spPr bwMode="auto">
          <a:xfrm>
            <a:off x="3352800" y="4191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4929" name="Object 1"/>
          <p:cNvGraphicFramePr>
            <a:graphicFrameLocks noChangeAspect="1"/>
          </p:cNvGraphicFramePr>
          <p:nvPr/>
        </p:nvGraphicFramePr>
        <p:xfrm>
          <a:off x="4191000" y="3581400"/>
          <a:ext cx="265113" cy="279400"/>
        </p:xfrm>
        <a:graphic>
          <a:graphicData uri="http://schemas.openxmlformats.org/presentationml/2006/ole">
            <p:oleObj spid="_x0000_s124929" name="Equation" r:id="rId4" imgW="266400" imgH="279360" progId="Equation.3">
              <p:embed/>
            </p:oleObj>
          </a:graphicData>
        </a:graphic>
      </p:graphicFrame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3429000" y="4419600"/>
          <a:ext cx="279400" cy="381000"/>
        </p:xfrm>
        <a:graphic>
          <a:graphicData uri="http://schemas.openxmlformats.org/presentationml/2006/ole">
            <p:oleObj spid="_x0000_s124930" name="Equation" r:id="rId5" imgW="279360" imgH="380880" progId="Equation.3">
              <p:embed/>
            </p:oleObj>
          </a:graphicData>
        </a:graphic>
      </p:graphicFrame>
      <p:graphicFrame>
        <p:nvGraphicFramePr>
          <p:cNvPr id="124931" name="Object 3"/>
          <p:cNvGraphicFramePr>
            <a:graphicFrameLocks noChangeAspect="1"/>
          </p:cNvGraphicFramePr>
          <p:nvPr/>
        </p:nvGraphicFramePr>
        <p:xfrm>
          <a:off x="3886200" y="6172200"/>
          <a:ext cx="671513" cy="442913"/>
        </p:xfrm>
        <a:graphic>
          <a:graphicData uri="http://schemas.openxmlformats.org/presentationml/2006/ole">
            <p:oleObj spid="_x0000_s124931" name="Equation" r:id="rId6" imgW="672840" imgH="444240" progId="Equation.3">
              <p:embed/>
            </p:oleObj>
          </a:graphicData>
        </a:graphic>
      </p:graphicFrame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6324600" y="4495800"/>
          <a:ext cx="265113" cy="279400"/>
        </p:xfrm>
        <a:graphic>
          <a:graphicData uri="http://schemas.openxmlformats.org/presentationml/2006/ole">
            <p:oleObj spid="_x0000_s124932" name="Equation" r:id="rId7" imgW="266400" imgH="279360" progId="Equation.3">
              <p:embed/>
            </p:oleObj>
          </a:graphicData>
        </a:graphic>
      </p:graphicFrame>
      <p:graphicFrame>
        <p:nvGraphicFramePr>
          <p:cNvPr id="124933" name="Object 5"/>
          <p:cNvGraphicFramePr>
            <a:graphicFrameLocks noChangeAspect="1"/>
          </p:cNvGraphicFramePr>
          <p:nvPr/>
        </p:nvGraphicFramePr>
        <p:xfrm>
          <a:off x="6324600" y="2895600"/>
          <a:ext cx="279400" cy="381000"/>
        </p:xfrm>
        <a:graphic>
          <a:graphicData uri="http://schemas.openxmlformats.org/presentationml/2006/ole">
            <p:oleObj spid="_x0000_s124933" name="Equation" r:id="rId8" imgW="279360" imgH="380880" progId="Equation.3">
              <p:embed/>
            </p:oleObj>
          </a:graphicData>
        </a:graphic>
      </p:graphicFrame>
      <p:graphicFrame>
        <p:nvGraphicFramePr>
          <p:cNvPr id="124934" name="Object 6"/>
          <p:cNvGraphicFramePr>
            <a:graphicFrameLocks noChangeAspect="1"/>
          </p:cNvGraphicFramePr>
          <p:nvPr/>
        </p:nvGraphicFramePr>
        <p:xfrm>
          <a:off x="5181600" y="2133600"/>
          <a:ext cx="279400" cy="381000"/>
        </p:xfrm>
        <a:graphic>
          <a:graphicData uri="http://schemas.openxmlformats.org/presentationml/2006/ole">
            <p:oleObj spid="_x0000_s124934" name="Equation" r:id="rId9" imgW="279360" imgH="380880" progId="Equation.3">
              <p:embed/>
            </p:oleObj>
          </a:graphicData>
        </a:graphic>
      </p:graphicFrame>
      <p:graphicFrame>
        <p:nvGraphicFramePr>
          <p:cNvPr id="124935" name="Object 7"/>
          <p:cNvGraphicFramePr>
            <a:graphicFrameLocks noChangeAspect="1"/>
          </p:cNvGraphicFramePr>
          <p:nvPr/>
        </p:nvGraphicFramePr>
        <p:xfrm>
          <a:off x="7620000" y="1905000"/>
          <a:ext cx="265113" cy="279400"/>
        </p:xfrm>
        <a:graphic>
          <a:graphicData uri="http://schemas.openxmlformats.org/presentationml/2006/ole">
            <p:oleObj spid="_x0000_s124935" name="Equation" r:id="rId10" imgW="266400" imgH="279360" progId="Equation.3">
              <p:embed/>
            </p:oleObj>
          </a:graphicData>
        </a:graphic>
      </p:graphicFrame>
      <p:graphicFrame>
        <p:nvGraphicFramePr>
          <p:cNvPr id="124936" name="Object 8"/>
          <p:cNvGraphicFramePr>
            <a:graphicFrameLocks noChangeAspect="1"/>
          </p:cNvGraphicFramePr>
          <p:nvPr/>
        </p:nvGraphicFramePr>
        <p:xfrm>
          <a:off x="3200400" y="3581400"/>
          <a:ext cx="419100" cy="469900"/>
        </p:xfrm>
        <a:graphic>
          <a:graphicData uri="http://schemas.openxmlformats.org/presentationml/2006/ole">
            <p:oleObj spid="_x0000_s124936" name="Equation" r:id="rId11" imgW="419040" imgH="469800" progId="Equation.3">
              <p:embed/>
            </p:oleObj>
          </a:graphicData>
        </a:graphic>
      </p:graphicFrame>
      <p:graphicFrame>
        <p:nvGraphicFramePr>
          <p:cNvPr id="124937" name="Object 9"/>
          <p:cNvGraphicFramePr>
            <a:graphicFrameLocks noChangeAspect="1"/>
          </p:cNvGraphicFramePr>
          <p:nvPr/>
        </p:nvGraphicFramePr>
        <p:xfrm>
          <a:off x="5194300" y="3581400"/>
          <a:ext cx="392113" cy="469900"/>
        </p:xfrm>
        <a:graphic>
          <a:graphicData uri="http://schemas.openxmlformats.org/presentationml/2006/ole">
            <p:oleObj spid="_x0000_s124937" name="Equation" r:id="rId12" imgW="393480" imgH="469800" progId="Equation.3">
              <p:embed/>
            </p:oleObj>
          </a:graphicData>
        </a:graphic>
      </p:graphicFrame>
      <p:graphicFrame>
        <p:nvGraphicFramePr>
          <p:cNvPr id="124938" name="Object 10"/>
          <p:cNvGraphicFramePr>
            <a:graphicFrameLocks noChangeAspect="1"/>
          </p:cNvGraphicFramePr>
          <p:nvPr/>
        </p:nvGraphicFramePr>
        <p:xfrm>
          <a:off x="7480300" y="3581400"/>
          <a:ext cx="392113" cy="469900"/>
        </p:xfrm>
        <a:graphic>
          <a:graphicData uri="http://schemas.openxmlformats.org/presentationml/2006/ole">
            <p:oleObj spid="_x0000_s124938" name="Equation" r:id="rId13" imgW="393480" imgH="469800" progId="Equation.3">
              <p:embed/>
            </p:oleObj>
          </a:graphicData>
        </a:graphic>
      </p:graphicFrame>
      <p:graphicFrame>
        <p:nvGraphicFramePr>
          <p:cNvPr id="124939" name="Object 11"/>
          <p:cNvGraphicFramePr>
            <a:graphicFrameLocks noChangeAspect="1"/>
          </p:cNvGraphicFramePr>
          <p:nvPr/>
        </p:nvGraphicFramePr>
        <p:xfrm>
          <a:off x="3200400" y="5181600"/>
          <a:ext cx="419100" cy="469900"/>
        </p:xfrm>
        <a:graphic>
          <a:graphicData uri="http://schemas.openxmlformats.org/presentationml/2006/ole">
            <p:oleObj spid="_x0000_s124939" name="Equation" r:id="rId14" imgW="419040" imgH="469800" progId="Equation.3">
              <p:embed/>
            </p:oleObj>
          </a:graphicData>
        </a:graphic>
      </p:graphicFrame>
      <p:graphicFrame>
        <p:nvGraphicFramePr>
          <p:cNvPr id="124940" name="Object 12"/>
          <p:cNvGraphicFramePr>
            <a:graphicFrameLocks noChangeAspect="1"/>
          </p:cNvGraphicFramePr>
          <p:nvPr/>
        </p:nvGraphicFramePr>
        <p:xfrm>
          <a:off x="533400" y="2590800"/>
          <a:ext cx="1993900" cy="557213"/>
        </p:xfrm>
        <a:graphic>
          <a:graphicData uri="http://schemas.openxmlformats.org/presentationml/2006/ole">
            <p:oleObj spid="_x0000_s124940" name="Equation" r:id="rId15" imgW="199368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79BF14A-A2AE-4787-9A9D-6F27C0465897}" type="slidenum">
              <a:rPr lang="en-US"/>
              <a:pPr/>
              <a:t>57</a:t>
            </a:fld>
            <a:endParaRPr lang="en-US"/>
          </a:p>
        </p:txBody>
      </p:sp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0" y="304800"/>
            <a:ext cx="8696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exist languages which are </a:t>
            </a:r>
            <a:r>
              <a:rPr lang="en-US" u="sng"/>
              <a:t>not</a:t>
            </a:r>
            <a:r>
              <a:rPr lang="en-US"/>
              <a:t> Regular:</a:t>
            </a:r>
          </a:p>
        </p:txBody>
      </p:sp>
      <p:graphicFrame>
        <p:nvGraphicFramePr>
          <p:cNvPr id="125952" name="Object 0"/>
          <p:cNvGraphicFramePr>
            <a:graphicFrameLocks noChangeAspect="1"/>
          </p:cNvGraphicFramePr>
          <p:nvPr/>
        </p:nvGraphicFramePr>
        <p:xfrm>
          <a:off x="2971800" y="1524000"/>
          <a:ext cx="3016250" cy="642938"/>
        </p:xfrm>
        <a:graphic>
          <a:graphicData uri="http://schemas.openxmlformats.org/presentationml/2006/ole">
            <p:oleObj spid="_x0000_s125952" name="Equation" r:id="rId3" imgW="2679480" imgH="571320" progId="Equation.3">
              <p:embed/>
            </p:oleObj>
          </a:graphicData>
        </a:graphic>
      </p:graphicFrame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0" y="2971800"/>
            <a:ext cx="8840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no DFA that accepts such a language</a:t>
            </a: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593725" y="4292600"/>
            <a:ext cx="7070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(we will prove this later in the class)</a:t>
            </a: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669925" y="15494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1158</TotalTime>
  <Words>406</Words>
  <Application>Microsoft Office PowerPoint</Application>
  <PresentationFormat>On-screen Show (4:3)</PresentationFormat>
  <Paragraphs>206</Paragraphs>
  <Slides>57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class</vt:lpstr>
      <vt:lpstr>Equation</vt:lpstr>
      <vt:lpstr>Slide 1</vt:lpstr>
      <vt:lpstr>Finite Automaton</vt:lpstr>
      <vt:lpstr>Finite Accepter</vt:lpstr>
      <vt:lpstr>Transition Graph</vt:lpstr>
      <vt:lpstr>Initial Configuration</vt:lpstr>
      <vt:lpstr>Reading the Input</vt:lpstr>
      <vt:lpstr>Slide 7</vt:lpstr>
      <vt:lpstr>Slide 8</vt:lpstr>
      <vt:lpstr>Slide 9</vt:lpstr>
      <vt:lpstr>Slide 10</vt:lpstr>
      <vt:lpstr>Rejection</vt:lpstr>
      <vt:lpstr>Slide 12</vt:lpstr>
      <vt:lpstr>Slide 13</vt:lpstr>
      <vt:lpstr>Slide 14</vt:lpstr>
      <vt:lpstr>Slide 15</vt:lpstr>
      <vt:lpstr>Another Rejection</vt:lpstr>
      <vt:lpstr>Slide 17</vt:lpstr>
      <vt:lpstr>Another Example</vt:lpstr>
      <vt:lpstr>Slide 19</vt:lpstr>
      <vt:lpstr>Slide 20</vt:lpstr>
      <vt:lpstr>Slide 21</vt:lpstr>
      <vt:lpstr>Slide 22</vt:lpstr>
      <vt:lpstr>Rejection</vt:lpstr>
      <vt:lpstr>Slide 24</vt:lpstr>
      <vt:lpstr>Slide 25</vt:lpstr>
      <vt:lpstr>Slide 26</vt:lpstr>
      <vt:lpstr>Slide 27</vt:lpstr>
      <vt:lpstr>Formalities</vt:lpstr>
      <vt:lpstr>Input Alphabet </vt:lpstr>
      <vt:lpstr>Set of States </vt:lpstr>
      <vt:lpstr>Initial State </vt:lpstr>
      <vt:lpstr>Set of Final States</vt:lpstr>
      <vt:lpstr>Transition Function </vt:lpstr>
      <vt:lpstr>Slide 34</vt:lpstr>
      <vt:lpstr>Slide 35</vt:lpstr>
      <vt:lpstr>Slide 36</vt:lpstr>
      <vt:lpstr>Transition Function</vt:lpstr>
      <vt:lpstr>Extended Transition Function  </vt:lpstr>
      <vt:lpstr>Slide 39</vt:lpstr>
      <vt:lpstr>Slide 40</vt:lpstr>
      <vt:lpstr>Slide 41</vt:lpstr>
      <vt:lpstr>Slide 42</vt:lpstr>
      <vt:lpstr>Slide 43</vt:lpstr>
      <vt:lpstr>Recursive Definition</vt:lpstr>
      <vt:lpstr>Slide 45</vt:lpstr>
      <vt:lpstr>Languages Accepted by DFAs</vt:lpstr>
      <vt:lpstr>Example</vt:lpstr>
      <vt:lpstr>Another Example</vt:lpstr>
      <vt:lpstr>Formally</vt:lpstr>
      <vt:lpstr>Observation</vt:lpstr>
      <vt:lpstr>More Examples</vt:lpstr>
      <vt:lpstr>Slide 52</vt:lpstr>
      <vt:lpstr>Slide 53</vt:lpstr>
      <vt:lpstr>Regular Languages</vt:lpstr>
      <vt:lpstr>Slide 55</vt:lpstr>
      <vt:lpstr>Another Example</vt:lpstr>
      <vt:lpstr>Slide 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275</cp:revision>
  <dcterms:created xsi:type="dcterms:W3CDTF">2000-08-31T01:12:33Z</dcterms:created>
  <dcterms:modified xsi:type="dcterms:W3CDTF">2014-01-11T17:59:38Z</dcterms:modified>
</cp:coreProperties>
</file>